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5.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7" r:id="rId2"/>
  </p:sldMasterIdLst>
  <p:notesMasterIdLst>
    <p:notesMasterId r:id="rId32"/>
  </p:notesMasterIdLst>
  <p:handoutMasterIdLst>
    <p:handoutMasterId r:id="rId33"/>
  </p:handoutMasterIdLst>
  <p:sldIdLst>
    <p:sldId id="319" r:id="rId3"/>
    <p:sldId id="298" r:id="rId4"/>
    <p:sldId id="398" r:id="rId5"/>
    <p:sldId id="400" r:id="rId6"/>
    <p:sldId id="416" r:id="rId7"/>
    <p:sldId id="258" r:id="rId8"/>
    <p:sldId id="401" r:id="rId9"/>
    <p:sldId id="498" r:id="rId10"/>
    <p:sldId id="489" r:id="rId11"/>
    <p:sldId id="525" r:id="rId12"/>
    <p:sldId id="532" r:id="rId13"/>
    <p:sldId id="276" r:id="rId14"/>
    <p:sldId id="476" r:id="rId15"/>
    <p:sldId id="526" r:id="rId16"/>
    <p:sldId id="529" r:id="rId17"/>
    <p:sldId id="477" r:id="rId18"/>
    <p:sldId id="530" r:id="rId19"/>
    <p:sldId id="531" r:id="rId20"/>
    <p:sldId id="481" r:id="rId21"/>
    <p:sldId id="515" r:id="rId22"/>
    <p:sldId id="467" r:id="rId23"/>
    <p:sldId id="260" r:id="rId24"/>
    <p:sldId id="482" r:id="rId25"/>
    <p:sldId id="478" r:id="rId26"/>
    <p:sldId id="263" r:id="rId27"/>
    <p:sldId id="550" r:id="rId28"/>
    <p:sldId id="485" r:id="rId29"/>
    <p:sldId id="452" r:id="rId30"/>
    <p:sldId id="309" r:id="rId31"/>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子锋 林" initials="子锋"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56D7"/>
    <a:srgbClr val="1856D8"/>
    <a:srgbClr val="FC8A49"/>
    <a:srgbClr val="1846C2"/>
    <a:srgbClr val="0066D6"/>
    <a:srgbClr val="51A9DC"/>
    <a:srgbClr val="028DD1"/>
    <a:srgbClr val="0045D4"/>
    <a:srgbClr val="FF5900"/>
    <a:srgbClr val="98D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26"/>
    <p:restoredTop sz="91053"/>
  </p:normalViewPr>
  <p:slideViewPr>
    <p:cSldViewPr snapToGrid="0" snapToObjects="1">
      <p:cViewPr varScale="1">
        <p:scale>
          <a:sx n="104" d="100"/>
          <a:sy n="104" d="100"/>
        </p:scale>
        <p:origin x="138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kumimoji="1" lang="zh-CN" altLang="en-US" dirty="0">
                <a:latin typeface="微软雅黑 Light" panose="020B0502040204020203" pitchFamily="34" charset="-122"/>
                <a:ea typeface="微软雅黑 Light" panose="020B0502040204020203" pitchFamily="34" charset="-122"/>
              </a:rPr>
              <a:t>千寻位置</a:t>
            </a: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D32DA8-6966-0B4B-8B26-6861806CD9A9}" type="datetimeFigureOut">
              <a:rPr kumimoji="1" lang="zh-CN" altLang="en-US" smtClean="0">
                <a:latin typeface="微软雅黑 Light" panose="020B0502040204020203" pitchFamily="34" charset="-122"/>
                <a:ea typeface="微软雅黑 Light" panose="020B0502040204020203" pitchFamily="34" charset="-122"/>
              </a:rPr>
              <a:t>2025/9/24</a:t>
            </a:fld>
            <a:endParaRPr kumimoji="1" lang="zh-CN" altLang="en-US" dirty="0">
              <a:latin typeface="微软雅黑 Light" panose="020B0502040204020203" pitchFamily="34" charset="-122"/>
              <a:ea typeface="微软雅黑 Light" panose="020B0502040204020203"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微软雅黑 Light" panose="020B0502040204020203" pitchFamily="34" charset="-122"/>
              <a:ea typeface="微软雅黑 Light" panose="020B0502040204020203"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5995C4-A2BE-EF43-8E2E-88E3AA708D43}" type="slidenum">
              <a:rPr kumimoji="1" lang="zh-CN" altLang="en-US" smtClean="0">
                <a:latin typeface="微软雅黑 Light" panose="020B0502040204020203" pitchFamily="34" charset="-122"/>
                <a:ea typeface="微软雅黑 Light" panose="020B0502040204020203" pitchFamily="34" charset="-122"/>
              </a:rPr>
              <a:t>‹#›</a:t>
            </a:fld>
            <a:endParaRPr kumimoji="1" lang="zh-CN" altLang="en-US"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微软雅黑 Light" panose="020B0502040204020203" pitchFamily="34" charset="-122"/>
                <a:ea typeface="微软雅黑 Light" panose="020B0502040204020203" pitchFamily="34" charset="-122"/>
              </a:defRPr>
            </a:lvl1pPr>
          </a:lstStyle>
          <a:p>
            <a:r>
              <a:rPr kumimoji="1" lang="zh-CN" altLang="en-US" dirty="0"/>
              <a:t>千寻位置</a:t>
            </a: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微软雅黑 Light" panose="020B0502040204020203" pitchFamily="34" charset="-122"/>
                <a:ea typeface="微软雅黑 Light" panose="020B0502040204020203" pitchFamily="34" charset="-122"/>
              </a:defRPr>
            </a:lvl1pPr>
          </a:lstStyle>
          <a:p>
            <a:fld id="{C140FB01-2A60-4A48-ACDA-C76FD4C140D6}" type="datetimeFigureOut">
              <a:rPr kumimoji="1" lang="zh-CN" altLang="en-US" smtClean="0"/>
              <a:t>2025/9/24</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微软雅黑 Light" panose="020B0502040204020203" pitchFamily="34" charset="-122"/>
                <a:ea typeface="微软雅黑 Light" panose="020B0502040204020203" pitchFamily="34" charset="-122"/>
              </a:defRPr>
            </a:lvl1pPr>
          </a:lstStyle>
          <a:p>
            <a:fld id="{70167D60-62A3-634C-9B03-9A60A852459B}"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b="0" i="0" kern="1200">
        <a:solidFill>
          <a:schemeClr val="tx1"/>
        </a:solidFill>
        <a:latin typeface="微软雅黑 Light" panose="020B0502040204020203" pitchFamily="34" charset="-122"/>
        <a:ea typeface="微软雅黑 Light" panose="020B0502040204020203" pitchFamily="34" charset="-122"/>
        <a:cs typeface="+mn-cs"/>
      </a:defRPr>
    </a:lvl1pPr>
    <a:lvl2pPr marL="457200" algn="l" defTabSz="914400" rtl="0" eaLnBrk="1" latinLnBrk="0" hangingPunct="1">
      <a:defRPr sz="1200" b="0" i="0" kern="1200">
        <a:solidFill>
          <a:schemeClr val="tx1"/>
        </a:solidFill>
        <a:latin typeface="微软雅黑 Light" panose="020B0502040204020203" pitchFamily="34" charset="-122"/>
        <a:ea typeface="微软雅黑 Light" panose="020B0502040204020203" pitchFamily="34" charset="-122"/>
        <a:cs typeface="+mn-cs"/>
      </a:defRPr>
    </a:lvl2pPr>
    <a:lvl3pPr marL="914400" algn="l" defTabSz="914400" rtl="0" eaLnBrk="1" latinLnBrk="0" hangingPunct="1">
      <a:defRPr sz="1200" b="0" i="0" kern="1200">
        <a:solidFill>
          <a:schemeClr val="tx1"/>
        </a:solidFill>
        <a:latin typeface="微软雅黑 Light" panose="020B0502040204020203" pitchFamily="34" charset="-122"/>
        <a:ea typeface="微软雅黑 Light" panose="020B0502040204020203" pitchFamily="34" charset="-122"/>
        <a:cs typeface="+mn-cs"/>
      </a:defRPr>
    </a:lvl3pPr>
    <a:lvl4pPr marL="1371600" algn="l" defTabSz="914400" rtl="0" eaLnBrk="1" latinLnBrk="0" hangingPunct="1">
      <a:defRPr sz="1200" b="0" i="0" kern="1200">
        <a:solidFill>
          <a:schemeClr val="tx1"/>
        </a:solidFill>
        <a:latin typeface="微软雅黑 Light" panose="020B0502040204020203" pitchFamily="34" charset="-122"/>
        <a:ea typeface="微软雅黑 Light" panose="020B0502040204020203" pitchFamily="34" charset="-122"/>
        <a:cs typeface="+mn-cs"/>
      </a:defRPr>
    </a:lvl4pPr>
    <a:lvl5pPr marL="1828800" algn="l" defTabSz="914400" rtl="0" eaLnBrk="1" latinLnBrk="0" hangingPunct="1">
      <a:defRPr sz="1200" b="0" i="0" kern="1200">
        <a:solidFill>
          <a:schemeClr val="tx1"/>
        </a:solidFill>
        <a:latin typeface="微软雅黑 Light" panose="020B0502040204020203" pitchFamily="34" charset="-122"/>
        <a:ea typeface="微软雅黑 Light" panose="020B0502040204020203"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zh-CN" altLang="en-US" b="1" i="0" dirty="0">
                <a:solidFill>
                  <a:srgbClr val="000000"/>
                </a:solidFill>
                <a:effectLst/>
                <a:latin typeface="Inter"/>
              </a:rPr>
              <a:t>核心禁止行为</a:t>
            </a:r>
            <a:r>
              <a:rPr lang="zh-CN" altLang="en-US" b="0" i="0" dirty="0">
                <a:solidFill>
                  <a:srgbClr val="000000"/>
                </a:solidFill>
                <a:effectLst/>
                <a:latin typeface="Inter"/>
              </a:rPr>
              <a:t>：</a:t>
            </a:r>
          </a:p>
          <a:p>
            <a:pPr marL="742950" lvl="1" indent="-285750" algn="l">
              <a:buFont typeface="+mj-lt"/>
              <a:buAutoNum type="arabicPeriod"/>
            </a:pPr>
            <a:r>
              <a:rPr lang="zh-CN" altLang="en-US" b="1" i="0" dirty="0">
                <a:solidFill>
                  <a:srgbClr val="000000"/>
                </a:solidFill>
                <a:effectLst/>
                <a:latin typeface="Inter"/>
              </a:rPr>
              <a:t>非法获取数据</a:t>
            </a:r>
            <a:r>
              <a:rPr lang="zh-CN" altLang="en-US" b="0" i="0" dirty="0">
                <a:solidFill>
                  <a:srgbClr val="000000"/>
                </a:solidFill>
                <a:effectLst/>
                <a:latin typeface="Inter"/>
              </a:rPr>
              <a:t>：包括窃取、欺诈、胁迫等非法手段获取数据（如黑客攻击、非法爬取用户信息）。</a:t>
            </a:r>
          </a:p>
          <a:p>
            <a:pPr marL="742950" lvl="1" indent="-285750" algn="l">
              <a:buFont typeface="+mj-lt"/>
              <a:buAutoNum type="arabicPeriod"/>
            </a:pPr>
            <a:r>
              <a:rPr lang="zh-CN" altLang="en-US" b="1" i="0" dirty="0">
                <a:solidFill>
                  <a:srgbClr val="000000"/>
                </a:solidFill>
                <a:effectLst/>
                <a:latin typeface="Inter"/>
              </a:rPr>
              <a:t>反竞争数据处理</a:t>
            </a:r>
            <a:r>
              <a:rPr lang="zh-CN" altLang="en-US" b="0" i="0" dirty="0">
                <a:solidFill>
                  <a:srgbClr val="000000"/>
                </a:solidFill>
                <a:effectLst/>
                <a:latin typeface="Inter"/>
              </a:rPr>
              <a:t>：利用数据优势排除市场竞争（如平台垄断数据导致中小企业无法公平竞争）。</a:t>
            </a:r>
          </a:p>
          <a:p>
            <a:pPr marL="742950" lvl="1" indent="-285750" algn="l">
              <a:buFont typeface="+mj-lt"/>
              <a:buAutoNum type="arabicPeriod"/>
            </a:pPr>
            <a:r>
              <a:rPr lang="zh-CN" altLang="en-US" b="1" i="0" dirty="0">
                <a:solidFill>
                  <a:srgbClr val="000000"/>
                </a:solidFill>
                <a:effectLst/>
                <a:latin typeface="Inter"/>
              </a:rPr>
              <a:t>损害权益</a:t>
            </a:r>
            <a:r>
              <a:rPr lang="zh-CN" altLang="en-US" b="0" i="0" dirty="0">
                <a:solidFill>
                  <a:srgbClr val="000000"/>
                </a:solidFill>
                <a:effectLst/>
                <a:latin typeface="Inter"/>
              </a:rPr>
              <a:t>：数据处理行为直接侵害个人隐私、企业商业秘密等合法权益（如违规泄露用户数据导致财产损失）。</a:t>
            </a:r>
          </a:p>
          <a:p>
            <a:pPr algn="l">
              <a:buFont typeface="+mj-lt"/>
              <a:buAutoNum type="arabicPeriod"/>
            </a:pPr>
            <a:r>
              <a:rPr lang="zh-CN" altLang="en-US" b="1" i="0" dirty="0">
                <a:solidFill>
                  <a:srgbClr val="000000"/>
                </a:solidFill>
                <a:effectLst/>
                <a:latin typeface="Inter"/>
              </a:rPr>
              <a:t>法律适用原则</a:t>
            </a:r>
            <a:r>
              <a:rPr lang="zh-CN" altLang="en-US" b="0" i="0" dirty="0">
                <a:solidFill>
                  <a:srgbClr val="000000"/>
                </a:solidFill>
                <a:effectLst/>
                <a:latin typeface="Inter"/>
              </a:rPr>
              <a:t>：</a:t>
            </a:r>
          </a:p>
          <a:p>
            <a:pPr marL="742950" lvl="1" indent="-285750" algn="l">
              <a:buFont typeface="+mj-lt"/>
              <a:buAutoNum type="arabicPeriod"/>
            </a:pPr>
            <a:r>
              <a:rPr lang="zh-CN" altLang="en-US" b="0" i="0" dirty="0">
                <a:solidFill>
                  <a:srgbClr val="000000"/>
                </a:solidFill>
                <a:effectLst/>
                <a:latin typeface="Inter"/>
              </a:rPr>
              <a:t>本条为</a:t>
            </a:r>
            <a:r>
              <a:rPr lang="zh-CN" altLang="en-US" b="1" i="0" dirty="0">
                <a:solidFill>
                  <a:srgbClr val="000000"/>
                </a:solidFill>
                <a:effectLst/>
                <a:latin typeface="Inter"/>
              </a:rPr>
              <a:t>援引性条款</a:t>
            </a:r>
            <a:r>
              <a:rPr lang="zh-CN" altLang="en-US" b="0" i="0" dirty="0">
                <a:solidFill>
                  <a:srgbClr val="000000"/>
                </a:solidFill>
                <a:effectLst/>
                <a:latin typeface="Inter"/>
              </a:rPr>
              <a:t>，未直接规定处罚措施，而是指向其他法律、行政法规。例如：</a:t>
            </a:r>
          </a:p>
          <a:p>
            <a:pPr marL="1143000" lvl="2" indent="-228600" algn="l">
              <a:buFont typeface="+mj-lt"/>
              <a:buAutoNum type="arabicPeriod"/>
            </a:pPr>
            <a:r>
              <a:rPr lang="zh-CN" altLang="en-US" b="1" i="0" dirty="0">
                <a:solidFill>
                  <a:srgbClr val="000000"/>
                </a:solidFill>
                <a:effectLst/>
                <a:latin typeface="Inter"/>
              </a:rPr>
              <a:t>刑事责任</a:t>
            </a:r>
            <a:r>
              <a:rPr lang="zh-CN" altLang="en-US" b="0" i="0" dirty="0">
                <a:solidFill>
                  <a:srgbClr val="000000"/>
                </a:solidFill>
                <a:effectLst/>
                <a:latin typeface="Inter"/>
              </a:rPr>
              <a:t>：非法获取数据可能触犯</a:t>
            </a:r>
            <a:r>
              <a:rPr lang="en-US" altLang="zh-CN" b="0" i="0" dirty="0">
                <a:solidFill>
                  <a:srgbClr val="000000"/>
                </a:solidFill>
                <a:effectLst/>
                <a:latin typeface="Inter"/>
              </a:rPr>
              <a:t>《</a:t>
            </a:r>
            <a:r>
              <a:rPr lang="zh-CN" altLang="en-US" b="0" i="0" dirty="0">
                <a:solidFill>
                  <a:srgbClr val="000000"/>
                </a:solidFill>
                <a:effectLst/>
                <a:latin typeface="Inter"/>
              </a:rPr>
              <a:t>刑法</a:t>
            </a:r>
            <a:r>
              <a:rPr lang="en-US" altLang="zh-CN" b="0" i="0" dirty="0">
                <a:solidFill>
                  <a:srgbClr val="000000"/>
                </a:solidFill>
                <a:effectLst/>
                <a:latin typeface="Inter"/>
              </a:rPr>
              <a:t>》</a:t>
            </a:r>
            <a:r>
              <a:rPr lang="zh-CN" altLang="en-US" b="0" i="0" dirty="0">
                <a:solidFill>
                  <a:srgbClr val="000000"/>
                </a:solidFill>
                <a:effectLst/>
                <a:latin typeface="Inter"/>
              </a:rPr>
              <a:t>第 </a:t>
            </a:r>
            <a:r>
              <a:rPr lang="en-US" altLang="zh-CN" b="0" i="0" dirty="0">
                <a:solidFill>
                  <a:srgbClr val="000000"/>
                </a:solidFill>
                <a:effectLst/>
                <a:latin typeface="Inter"/>
              </a:rPr>
              <a:t>253 </a:t>
            </a:r>
            <a:r>
              <a:rPr lang="zh-CN" altLang="en-US" b="0" i="0" dirty="0">
                <a:solidFill>
                  <a:srgbClr val="000000"/>
                </a:solidFill>
                <a:effectLst/>
                <a:latin typeface="Inter"/>
              </a:rPr>
              <a:t>条（侵犯公民个人信息罪）、第 </a:t>
            </a:r>
            <a:r>
              <a:rPr lang="en-US" altLang="zh-CN" b="0" i="0" dirty="0">
                <a:solidFill>
                  <a:srgbClr val="000000"/>
                </a:solidFill>
                <a:effectLst/>
                <a:latin typeface="Inter"/>
              </a:rPr>
              <a:t>285 </a:t>
            </a:r>
            <a:r>
              <a:rPr lang="zh-CN" altLang="en-US" b="0" i="0" dirty="0">
                <a:solidFill>
                  <a:srgbClr val="000000"/>
                </a:solidFill>
                <a:effectLst/>
                <a:latin typeface="Inter"/>
              </a:rPr>
              <a:t>条（非法获取计算机信息系统数据罪）。</a:t>
            </a:r>
          </a:p>
          <a:p>
            <a:pPr marL="1143000" lvl="2" indent="-228600" algn="l">
              <a:buFont typeface="+mj-lt"/>
              <a:buAutoNum type="arabicPeriod"/>
            </a:pPr>
            <a:r>
              <a:rPr lang="zh-CN" altLang="en-US" b="1" i="0" dirty="0">
                <a:solidFill>
                  <a:srgbClr val="000000"/>
                </a:solidFill>
                <a:effectLst/>
                <a:latin typeface="Inter"/>
              </a:rPr>
              <a:t>行政责任</a:t>
            </a:r>
            <a:r>
              <a:rPr lang="zh-CN" altLang="en-US" b="0" i="0" dirty="0">
                <a:solidFill>
                  <a:srgbClr val="000000"/>
                </a:solidFill>
                <a:effectLst/>
                <a:latin typeface="Inter"/>
              </a:rPr>
              <a:t>：违反</a:t>
            </a:r>
            <a:r>
              <a:rPr lang="en-US" altLang="zh-CN" b="0" i="0" dirty="0">
                <a:solidFill>
                  <a:srgbClr val="000000"/>
                </a:solidFill>
                <a:effectLst/>
                <a:latin typeface="Inter"/>
              </a:rPr>
              <a:t>《</a:t>
            </a:r>
            <a:r>
              <a:rPr lang="zh-CN" altLang="en-US" b="0" i="0" dirty="0">
                <a:solidFill>
                  <a:srgbClr val="000000"/>
                </a:solidFill>
                <a:effectLst/>
                <a:latin typeface="Inter"/>
              </a:rPr>
              <a:t>反不正当竞争法</a:t>
            </a:r>
            <a:r>
              <a:rPr lang="en-US" altLang="zh-CN" b="0" i="0" dirty="0">
                <a:solidFill>
                  <a:srgbClr val="000000"/>
                </a:solidFill>
                <a:effectLst/>
                <a:latin typeface="Inter"/>
              </a:rPr>
              <a:t>》</a:t>
            </a:r>
            <a:r>
              <a:rPr lang="zh-CN" altLang="en-US" b="0" i="0" dirty="0">
                <a:solidFill>
                  <a:srgbClr val="000000"/>
                </a:solidFill>
                <a:effectLst/>
                <a:latin typeface="Inter"/>
              </a:rPr>
              <a:t>第 </a:t>
            </a:r>
            <a:r>
              <a:rPr lang="en-US" altLang="zh-CN" b="0" i="0" dirty="0">
                <a:solidFill>
                  <a:srgbClr val="000000"/>
                </a:solidFill>
                <a:effectLst/>
                <a:latin typeface="Inter"/>
              </a:rPr>
              <a:t>24 </a:t>
            </a:r>
            <a:r>
              <a:rPr lang="zh-CN" altLang="en-US" b="0" i="0" dirty="0">
                <a:solidFill>
                  <a:srgbClr val="000000"/>
                </a:solidFill>
                <a:effectLst/>
                <a:latin typeface="Inter"/>
              </a:rPr>
              <a:t>条（数据垄断），可处罚款、吊销执照等。</a:t>
            </a:r>
          </a:p>
          <a:p>
            <a:pPr marL="1143000" lvl="2" indent="-228600" algn="l">
              <a:buFont typeface="+mj-lt"/>
              <a:buAutoNum type="arabicPeriod"/>
            </a:pPr>
            <a:r>
              <a:rPr lang="zh-CN" altLang="en-US" b="1" i="0" dirty="0">
                <a:solidFill>
                  <a:srgbClr val="000000"/>
                </a:solidFill>
                <a:effectLst/>
                <a:latin typeface="Inter"/>
              </a:rPr>
              <a:t>民事责任</a:t>
            </a:r>
            <a:r>
              <a:rPr lang="zh-CN" altLang="en-US" b="0" i="0" dirty="0">
                <a:solidFill>
                  <a:srgbClr val="000000"/>
                </a:solidFill>
                <a:effectLst/>
                <a:latin typeface="Inter"/>
              </a:rPr>
              <a:t>：依据</a:t>
            </a:r>
            <a:r>
              <a:rPr lang="en-US" altLang="zh-CN" b="0" i="0" dirty="0">
                <a:solidFill>
                  <a:srgbClr val="000000"/>
                </a:solidFill>
                <a:effectLst/>
                <a:latin typeface="Inter"/>
              </a:rPr>
              <a:t>《</a:t>
            </a:r>
            <a:r>
              <a:rPr lang="zh-CN" altLang="en-US" b="0" i="0" dirty="0">
                <a:solidFill>
                  <a:srgbClr val="000000"/>
                </a:solidFill>
                <a:effectLst/>
                <a:latin typeface="Inter"/>
              </a:rPr>
              <a:t>民法典</a:t>
            </a:r>
            <a:r>
              <a:rPr lang="en-US" altLang="zh-CN" b="0" i="0" dirty="0">
                <a:solidFill>
                  <a:srgbClr val="000000"/>
                </a:solidFill>
                <a:effectLst/>
                <a:latin typeface="Inter"/>
              </a:rPr>
              <a:t>》</a:t>
            </a:r>
            <a:r>
              <a:rPr lang="zh-CN" altLang="en-US" b="0" i="0" dirty="0">
                <a:solidFill>
                  <a:srgbClr val="000000"/>
                </a:solidFill>
                <a:effectLst/>
                <a:latin typeface="Inter"/>
              </a:rPr>
              <a:t>第 </a:t>
            </a:r>
            <a:r>
              <a:rPr lang="en-US" altLang="zh-CN" b="0" i="0" dirty="0">
                <a:solidFill>
                  <a:srgbClr val="000000"/>
                </a:solidFill>
                <a:effectLst/>
                <a:latin typeface="Inter"/>
              </a:rPr>
              <a:t>1165 </a:t>
            </a:r>
            <a:r>
              <a:rPr lang="zh-CN" altLang="en-US" b="0" i="0" dirty="0">
                <a:solidFill>
                  <a:srgbClr val="000000"/>
                </a:solidFill>
                <a:effectLst/>
                <a:latin typeface="Inter"/>
              </a:rPr>
              <a:t>条，侵权人需承担赔偿损失等责任。</a:t>
            </a:r>
          </a:p>
          <a:p>
            <a:pPr algn="l">
              <a:buFont typeface="+mj-lt"/>
              <a:buAutoNum type="arabicPeriod"/>
            </a:pPr>
            <a:r>
              <a:rPr lang="zh-CN" altLang="en-US" b="1" i="0" dirty="0">
                <a:solidFill>
                  <a:srgbClr val="000000"/>
                </a:solidFill>
                <a:effectLst/>
                <a:latin typeface="Inter"/>
              </a:rPr>
              <a:t>实践场景</a:t>
            </a:r>
            <a:r>
              <a:rPr lang="zh-CN" altLang="en-US" b="0" i="0" dirty="0">
                <a:solidFill>
                  <a:srgbClr val="000000"/>
                </a:solidFill>
                <a:effectLst/>
                <a:latin typeface="Inter"/>
              </a:rPr>
              <a:t>：</a:t>
            </a:r>
          </a:p>
          <a:p>
            <a:pPr marL="742950" lvl="1" indent="-285750" algn="l">
              <a:buFont typeface="+mj-lt"/>
              <a:buAutoNum type="arabicPeriod"/>
            </a:pPr>
            <a:r>
              <a:rPr lang="zh-CN" altLang="en-US" b="0" i="0" dirty="0">
                <a:solidFill>
                  <a:srgbClr val="000000"/>
                </a:solidFill>
                <a:effectLst/>
                <a:latin typeface="Inter"/>
              </a:rPr>
              <a:t>案例 </a:t>
            </a:r>
            <a:r>
              <a:rPr lang="en-US" altLang="zh-CN" b="0" i="0" dirty="0">
                <a:solidFill>
                  <a:srgbClr val="000000"/>
                </a:solidFill>
                <a:effectLst/>
                <a:latin typeface="Inter"/>
              </a:rPr>
              <a:t>1</a:t>
            </a:r>
            <a:r>
              <a:rPr lang="zh-CN" altLang="en-US" b="0" i="0" dirty="0">
                <a:solidFill>
                  <a:srgbClr val="000000"/>
                </a:solidFill>
                <a:effectLst/>
                <a:latin typeface="Inter"/>
              </a:rPr>
              <a:t>：某公司通过恶意程序窃取竞争对手用户数据，违反第五十一条，可依据</a:t>
            </a:r>
            <a:r>
              <a:rPr lang="en-US" altLang="zh-CN" b="0" i="0" dirty="0">
                <a:solidFill>
                  <a:srgbClr val="000000"/>
                </a:solidFill>
                <a:effectLst/>
                <a:latin typeface="Inter"/>
              </a:rPr>
              <a:t>《</a:t>
            </a:r>
            <a:r>
              <a:rPr lang="zh-CN" altLang="en-US" b="0" i="0" dirty="0">
                <a:solidFill>
                  <a:srgbClr val="000000"/>
                </a:solidFill>
                <a:effectLst/>
                <a:latin typeface="Inter"/>
              </a:rPr>
              <a:t>刑法</a:t>
            </a:r>
            <a:r>
              <a:rPr lang="en-US" altLang="zh-CN" b="0" i="0" dirty="0">
                <a:solidFill>
                  <a:srgbClr val="000000"/>
                </a:solidFill>
                <a:effectLst/>
                <a:latin typeface="Inter"/>
              </a:rPr>
              <a:t>》</a:t>
            </a:r>
            <a:r>
              <a:rPr lang="zh-CN" altLang="en-US" b="0" i="0" dirty="0">
                <a:solidFill>
                  <a:srgbClr val="000000"/>
                </a:solidFill>
                <a:effectLst/>
                <a:latin typeface="Inter"/>
              </a:rPr>
              <a:t>追究刑事责任。</a:t>
            </a:r>
          </a:p>
          <a:p>
            <a:pPr marL="742950" lvl="1" indent="-285750" algn="l">
              <a:buFont typeface="+mj-lt"/>
              <a:buAutoNum type="arabicPeriod"/>
            </a:pPr>
            <a:r>
              <a:rPr lang="zh-CN" altLang="en-US" b="0" i="0" dirty="0">
                <a:solidFill>
                  <a:srgbClr val="000000"/>
                </a:solidFill>
                <a:effectLst/>
                <a:latin typeface="Inter"/>
              </a:rPr>
              <a:t>案例 </a:t>
            </a:r>
            <a:r>
              <a:rPr lang="en-US" altLang="zh-CN" b="0" i="0" dirty="0">
                <a:solidFill>
                  <a:srgbClr val="000000"/>
                </a:solidFill>
                <a:effectLst/>
                <a:latin typeface="Inter"/>
              </a:rPr>
              <a:t>2</a:t>
            </a:r>
            <a:r>
              <a:rPr lang="zh-CN" altLang="en-US" b="0" i="0" dirty="0">
                <a:solidFill>
                  <a:srgbClr val="000000"/>
                </a:solidFill>
                <a:effectLst/>
                <a:latin typeface="Inter"/>
              </a:rPr>
              <a:t>：平台强制商家 “二选一”，利用数据优势限制竞争，可依据</a:t>
            </a:r>
            <a:r>
              <a:rPr lang="en-US" altLang="zh-CN" b="0" i="0" dirty="0">
                <a:solidFill>
                  <a:srgbClr val="000000"/>
                </a:solidFill>
                <a:effectLst/>
                <a:latin typeface="Inter"/>
              </a:rPr>
              <a:t>《</a:t>
            </a:r>
            <a:r>
              <a:rPr lang="zh-CN" altLang="en-US" b="0" i="0" dirty="0">
                <a:solidFill>
                  <a:srgbClr val="000000"/>
                </a:solidFill>
                <a:effectLst/>
                <a:latin typeface="Inter"/>
              </a:rPr>
              <a:t>反不正当竞争法</a:t>
            </a:r>
            <a:r>
              <a:rPr lang="en-US" altLang="zh-CN" b="0" i="0" dirty="0">
                <a:solidFill>
                  <a:srgbClr val="000000"/>
                </a:solidFill>
                <a:effectLst/>
                <a:latin typeface="Inter"/>
              </a:rPr>
              <a:t>》</a:t>
            </a:r>
            <a:r>
              <a:rPr lang="zh-CN" altLang="en-US" b="0" i="0" dirty="0">
                <a:solidFill>
                  <a:srgbClr val="000000"/>
                </a:solidFill>
                <a:effectLst/>
                <a:latin typeface="Inter"/>
              </a:rPr>
              <a:t>处罚。</a:t>
            </a:r>
          </a:p>
          <a:p>
            <a:pPr marL="742950" lvl="1" indent="-285750" algn="l">
              <a:buFont typeface="+mj-lt"/>
              <a:buAutoNum type="arabicPeriod"/>
            </a:pPr>
            <a:r>
              <a:rPr lang="zh-CN" altLang="en-US" b="0" i="0" dirty="0">
                <a:solidFill>
                  <a:srgbClr val="000000"/>
                </a:solidFill>
                <a:effectLst/>
                <a:latin typeface="Inter"/>
              </a:rPr>
              <a:t>案例 </a:t>
            </a:r>
            <a:r>
              <a:rPr lang="en-US" altLang="zh-CN" b="0" i="0" dirty="0">
                <a:solidFill>
                  <a:srgbClr val="000000"/>
                </a:solidFill>
                <a:effectLst/>
                <a:latin typeface="Inter"/>
              </a:rPr>
              <a:t>3</a:t>
            </a:r>
            <a:r>
              <a:rPr lang="zh-CN" altLang="en-US" b="0" i="0" dirty="0">
                <a:solidFill>
                  <a:srgbClr val="000000"/>
                </a:solidFill>
                <a:effectLst/>
                <a:latin typeface="Inter"/>
              </a:rPr>
              <a:t>：</a:t>
            </a:r>
            <a:r>
              <a:rPr lang="en" altLang="zh-CN" b="0" i="0" dirty="0">
                <a:solidFill>
                  <a:srgbClr val="000000"/>
                </a:solidFill>
                <a:effectLst/>
                <a:latin typeface="Inter"/>
              </a:rPr>
              <a:t>APP </a:t>
            </a:r>
            <a:r>
              <a:rPr lang="zh-CN" altLang="en-US" b="0" i="0" dirty="0">
                <a:solidFill>
                  <a:srgbClr val="000000"/>
                </a:solidFill>
                <a:effectLst/>
                <a:latin typeface="Inter"/>
              </a:rPr>
              <a:t>超范围收集用户信息并泄露，损害个人权益，可依据</a:t>
            </a:r>
            <a:r>
              <a:rPr lang="en-US" altLang="zh-CN" b="0" i="0" dirty="0">
                <a:solidFill>
                  <a:srgbClr val="000000"/>
                </a:solidFill>
                <a:effectLst/>
                <a:latin typeface="Inter"/>
              </a:rPr>
              <a:t>《</a:t>
            </a:r>
            <a:r>
              <a:rPr lang="zh-CN" altLang="en-US" b="0" i="0" dirty="0">
                <a:solidFill>
                  <a:srgbClr val="000000"/>
                </a:solidFill>
                <a:effectLst/>
                <a:latin typeface="Inter"/>
              </a:rPr>
              <a:t>个人信息保护法</a:t>
            </a:r>
            <a:r>
              <a:rPr lang="en-US" altLang="zh-CN" b="0" i="0" dirty="0">
                <a:solidFill>
                  <a:srgbClr val="000000"/>
                </a:solidFill>
                <a:effectLst/>
                <a:latin typeface="Inter"/>
              </a:rPr>
              <a:t>》</a:t>
            </a:r>
            <a:r>
              <a:rPr lang="zh-CN" altLang="en-US" b="0" i="0" dirty="0">
                <a:solidFill>
                  <a:srgbClr val="000000"/>
                </a:solidFill>
                <a:effectLst/>
                <a:latin typeface="Inter"/>
              </a:rPr>
              <a:t>要求整改并赔偿。</a:t>
            </a:r>
          </a:p>
          <a:p>
            <a:endParaRPr kumimoji="1" lang="zh-CN" altLang="en-US" dirty="0"/>
          </a:p>
        </p:txBody>
      </p:sp>
      <p:sp>
        <p:nvSpPr>
          <p:cNvPr id="4" name="页眉占位符 3"/>
          <p:cNvSpPr>
            <a:spLocks noGrp="1"/>
          </p:cNvSpPr>
          <p:nvPr>
            <p:ph type="hdr" sz="quarter"/>
          </p:nvPr>
        </p:nvSpPr>
        <p:spPr/>
        <p:txBody>
          <a:bodyPr/>
          <a:lstStyle/>
          <a:p>
            <a:r>
              <a:rPr kumimoji="1" lang="zh-CN" altLang="en-US"/>
              <a:t>千寻位置</a:t>
            </a:r>
            <a:endParaRPr kumimoji="1" lang="zh-CN" altLang="en-US" dirty="0"/>
          </a:p>
        </p:txBody>
      </p:sp>
    </p:spTree>
    <p:extLst>
      <p:ext uri="{BB962C8B-B14F-4D97-AF65-F5344CB8AC3E}">
        <p14:creationId xmlns:p14="http://schemas.microsoft.com/office/powerpoint/2010/main" val="1056981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000000"/>
                </a:solidFill>
                <a:effectLst/>
                <a:latin typeface="楷体" panose="02010609060101010101" pitchFamily="49" charset="-122"/>
                <a:ea typeface="楷体" panose="02010609060101010101" pitchFamily="49" charset="-122"/>
              </a:rPr>
              <a:t>核心数据 </a:t>
            </a:r>
            <a:endParaRPr lang="zh-CN" altLang="en-US" dirty="0"/>
          </a:p>
          <a:p>
            <a:r>
              <a:rPr lang="zh-CN" altLang="en-US" sz="1200" dirty="0">
                <a:solidFill>
                  <a:srgbClr val="000000"/>
                </a:solidFill>
                <a:effectLst/>
                <a:latin typeface="楷体" panose="02010609060101010101" pitchFamily="49" charset="-122"/>
                <a:ea typeface="楷体" panose="02010609060101010101" pitchFamily="49" charset="-122"/>
              </a:rPr>
              <a:t>核心数据是指</a:t>
            </a:r>
            <a:r>
              <a:rPr lang="zh-CN" altLang="en-US" sz="1200" b="1" dirty="0">
                <a:solidFill>
                  <a:srgbClr val="000000"/>
                </a:solidFill>
                <a:effectLst/>
                <a:latin typeface="楷体" panose="02010609060101010101" pitchFamily="49" charset="-122"/>
                <a:ea typeface="楷体" panose="02010609060101010101" pitchFamily="49" charset="-122"/>
              </a:rPr>
              <a:t>关系国家安全、国民经济命脉、重要民生、重大公共利益</a:t>
            </a:r>
            <a:r>
              <a:rPr lang="zh-CN" altLang="en-US" sz="1200" dirty="0">
                <a:solidFill>
                  <a:srgbClr val="000000"/>
                </a:solidFill>
                <a:effectLst/>
                <a:latin typeface="楷体" panose="02010609060101010101" pitchFamily="49" charset="-122"/>
                <a:ea typeface="楷体" panose="02010609060101010101" pitchFamily="49" charset="-122"/>
              </a:rPr>
              <a:t>的数据。</a:t>
            </a:r>
            <a:endParaRPr lang="en-US" altLang="zh-CN" sz="1200" dirty="0">
              <a:solidFill>
                <a:srgbClr val="000000"/>
              </a:solidFill>
              <a:effectLst/>
              <a:latin typeface="楷体" panose="02010609060101010101" pitchFamily="49" charset="-122"/>
              <a:ea typeface="楷体" panose="02010609060101010101" pitchFamily="49" charset="-122"/>
            </a:endParaRPr>
          </a:p>
          <a:p>
            <a:endParaRPr lang="en-US" altLang="zh-CN" dirty="0">
              <a:solidFill>
                <a:srgbClr val="000000"/>
              </a:solidFill>
              <a:latin typeface="楷体" panose="02010609060101010101" pitchFamily="49" charset="-122"/>
              <a:ea typeface="楷体" panose="02010609060101010101" pitchFamily="49" charset="-122"/>
            </a:endParaRPr>
          </a:p>
          <a:p>
            <a:r>
              <a:rPr lang="zh-CN" altLang="en-US" sz="1200" dirty="0">
                <a:solidFill>
                  <a:srgbClr val="000000"/>
                </a:solidFill>
                <a:effectLst/>
                <a:latin typeface="楷体" panose="02010609060101010101" pitchFamily="49" charset="-122"/>
                <a:ea typeface="楷体" panose="02010609060101010101" pitchFamily="49" charset="-122"/>
              </a:rPr>
              <a:t>重要数据 </a:t>
            </a:r>
            <a:endParaRPr lang="zh-CN" altLang="en-US" dirty="0"/>
          </a:p>
          <a:p>
            <a:r>
              <a:rPr lang="zh-CN" altLang="en-US" sz="1200" dirty="0">
                <a:solidFill>
                  <a:srgbClr val="000000"/>
                </a:solidFill>
                <a:effectLst/>
                <a:latin typeface="楷体" panose="02010609060101010101" pitchFamily="49" charset="-122"/>
                <a:ea typeface="楷体" panose="02010609060101010101" pitchFamily="49" charset="-122"/>
              </a:rPr>
              <a:t>重要数据是指一旦遭到篡改、破坏、泄露或者非法获取、非法利用等，</a:t>
            </a:r>
            <a:r>
              <a:rPr lang="zh-CN" altLang="en-US" sz="1200" b="1" dirty="0">
                <a:solidFill>
                  <a:srgbClr val="000000"/>
                </a:solidFill>
                <a:effectLst/>
                <a:latin typeface="楷体" panose="02010609060101010101" pitchFamily="49" charset="-122"/>
                <a:ea typeface="楷体" panose="02010609060101010101" pitchFamily="49" charset="-122"/>
              </a:rPr>
              <a:t>可能危害国家安全、经济运行、社会稳定、公共健康和安全</a:t>
            </a:r>
            <a:r>
              <a:rPr lang="zh-CN" altLang="en-US" sz="1200" dirty="0">
                <a:solidFill>
                  <a:srgbClr val="000000"/>
                </a:solidFill>
                <a:effectLst/>
                <a:latin typeface="楷体" panose="02010609060101010101" pitchFamily="49" charset="-122"/>
                <a:ea typeface="楷体" panose="02010609060101010101" pitchFamily="49" charset="-122"/>
              </a:rPr>
              <a:t>等的数据。</a:t>
            </a:r>
            <a:endParaRPr lang="en-US" altLang="zh-CN" sz="1200" dirty="0">
              <a:solidFill>
                <a:srgbClr val="000000"/>
              </a:solidFill>
              <a:effectLst/>
              <a:latin typeface="楷体" panose="02010609060101010101" pitchFamily="49" charset="-122"/>
              <a:ea typeface="楷体" panose="02010609060101010101" pitchFamily="49" charset="-122"/>
            </a:endParaRPr>
          </a:p>
          <a:p>
            <a:endParaRPr lang="en-US" altLang="zh-CN" sz="1200" dirty="0">
              <a:solidFill>
                <a:srgbClr val="000000"/>
              </a:solidFill>
              <a:effectLst/>
              <a:latin typeface="楷体" panose="02010609060101010101" pitchFamily="49" charset="-122"/>
              <a:ea typeface="楷体" panose="02010609060101010101" pitchFamily="49" charset="-122"/>
            </a:endParaRPr>
          </a:p>
          <a:p>
            <a:r>
              <a:rPr lang="zh-CN" altLang="en-US" sz="1600" dirty="0">
                <a:solidFill>
                  <a:srgbClr val="000000"/>
                </a:solidFill>
                <a:effectLst/>
                <a:latin typeface="楷体" panose="02010609060101010101" pitchFamily="49" charset="-122"/>
                <a:ea typeface="楷体" panose="02010609060101010101" pitchFamily="49" charset="-122"/>
              </a:rPr>
              <a:t>一般数据 </a:t>
            </a:r>
            <a:endParaRPr lang="zh-CN" altLang="en-US" dirty="0"/>
          </a:p>
          <a:p>
            <a:r>
              <a:rPr lang="zh-CN" altLang="en-US" sz="1600" dirty="0">
                <a:solidFill>
                  <a:srgbClr val="000000"/>
                </a:solidFill>
                <a:effectLst/>
                <a:latin typeface="楷体" panose="02010609060101010101" pitchFamily="49" charset="-122"/>
                <a:ea typeface="楷体" panose="02010609060101010101" pitchFamily="49" charset="-122"/>
              </a:rPr>
              <a:t>一般数据是指核心数据及重要数据之外的其它数据。进一步划分为：</a:t>
            </a:r>
            <a:r>
              <a:rPr lang="zh-CN" altLang="en-US" dirty="0">
                <a:solidFill>
                  <a:srgbClr val="000000"/>
                </a:solidFill>
                <a:latin typeface="Georgia" panose="02040502050405020303" pitchFamily="18" charset="0"/>
                <a:ea typeface="楷体" panose="02010609060101010101" pitchFamily="49" charset="-122"/>
              </a:rPr>
              <a:t>关键数据</a:t>
            </a:r>
            <a:r>
              <a:rPr lang="en-US" altLang="zh-CN" dirty="0">
                <a:solidFill>
                  <a:srgbClr val="000000"/>
                </a:solidFill>
                <a:latin typeface="Georgia" panose="02040502050405020303" pitchFamily="18" charset="0"/>
                <a:ea typeface="楷体" panose="02010609060101010101" pitchFamily="49" charset="-122"/>
              </a:rPr>
              <a:t>(L4)</a:t>
            </a:r>
            <a:r>
              <a:rPr lang="zh-CN" altLang="en-US" dirty="0">
                <a:solidFill>
                  <a:srgbClr val="000000"/>
                </a:solidFill>
                <a:latin typeface="Georgia" panose="02040502050405020303" pitchFamily="18" charset="0"/>
                <a:ea typeface="楷体" panose="02010609060101010101" pitchFamily="49" charset="-122"/>
              </a:rPr>
              <a:t>、高级数据</a:t>
            </a:r>
            <a:r>
              <a:rPr lang="en-US" altLang="zh-CN" dirty="0">
                <a:solidFill>
                  <a:srgbClr val="000000"/>
                </a:solidFill>
                <a:latin typeface="Georgia" panose="02040502050405020303" pitchFamily="18" charset="0"/>
                <a:ea typeface="楷体" panose="02010609060101010101" pitchFamily="49" charset="-122"/>
              </a:rPr>
              <a:t>(L3)</a:t>
            </a:r>
            <a:r>
              <a:rPr lang="zh-CN" altLang="en-US" dirty="0">
                <a:solidFill>
                  <a:srgbClr val="000000"/>
                </a:solidFill>
                <a:latin typeface="Georgia" panose="02040502050405020303" pitchFamily="18" charset="0"/>
                <a:ea typeface="楷体" panose="02010609060101010101" pitchFamily="49" charset="-122"/>
              </a:rPr>
              <a:t>、内部数据</a:t>
            </a:r>
            <a:r>
              <a:rPr lang="en-US" altLang="zh-CN" dirty="0">
                <a:solidFill>
                  <a:srgbClr val="000000"/>
                </a:solidFill>
                <a:latin typeface="Georgia" panose="02040502050405020303" pitchFamily="18" charset="0"/>
                <a:ea typeface="楷体" panose="02010609060101010101" pitchFamily="49" charset="-122"/>
              </a:rPr>
              <a:t>(L2)</a:t>
            </a:r>
            <a:r>
              <a:rPr lang="zh-CN" altLang="en-US" dirty="0">
                <a:solidFill>
                  <a:srgbClr val="000000"/>
                </a:solidFill>
                <a:latin typeface="Georgia" panose="02040502050405020303" pitchFamily="18" charset="0"/>
                <a:ea typeface="楷体" panose="02010609060101010101" pitchFamily="49" charset="-122"/>
              </a:rPr>
              <a:t>、公开数据</a:t>
            </a:r>
            <a:r>
              <a:rPr lang="en-US" altLang="zh-CN" dirty="0">
                <a:solidFill>
                  <a:srgbClr val="000000"/>
                </a:solidFill>
                <a:latin typeface="Georgia" panose="02040502050405020303" pitchFamily="18" charset="0"/>
                <a:ea typeface="楷体" panose="02010609060101010101" pitchFamily="49" charset="-122"/>
              </a:rPr>
              <a:t>(L1)</a:t>
            </a:r>
            <a:r>
              <a:rPr lang="zh-CN" altLang="en-US" dirty="0">
                <a:solidFill>
                  <a:srgbClr val="000000"/>
                </a:solidFill>
                <a:latin typeface="Georgia" panose="02040502050405020303" pitchFamily="18" charset="0"/>
                <a:ea typeface="楷体" panose="02010609060101010101" pitchFamily="49" charset="-122"/>
              </a:rPr>
              <a:t>。</a:t>
            </a:r>
            <a:endParaRPr lang="en-US" altLang="zh-CN" dirty="0">
              <a:solidFill>
                <a:srgbClr val="000000"/>
              </a:solidFill>
              <a:latin typeface="Georgia" panose="02040502050405020303" pitchFamily="18" charset="0"/>
              <a:ea typeface="楷体" panose="02010609060101010101" pitchFamily="49" charset="-122"/>
            </a:endParaRPr>
          </a:p>
          <a:p>
            <a:endParaRPr lang="en-US" altLang="zh-CN" dirty="0">
              <a:solidFill>
                <a:srgbClr val="000000"/>
              </a:solidFill>
              <a:latin typeface="Georgia" panose="02040502050405020303" pitchFamily="18" charset="0"/>
              <a:ea typeface="楷体" panose="02010609060101010101" pitchFamily="49" charset="-122"/>
            </a:endParaRPr>
          </a:p>
          <a:p>
            <a:r>
              <a:rPr lang="zh-CN" altLang="en-US" sz="1200" dirty="0">
                <a:solidFill>
                  <a:srgbClr val="000000"/>
                </a:solidFill>
                <a:latin typeface="Georgia" panose="02040502050405020303" pitchFamily="18" charset="0"/>
                <a:ea typeface="楷体" panose="02010609060101010101" pitchFamily="49" charset="-122"/>
              </a:rPr>
              <a:t>关键数据（</a:t>
            </a:r>
            <a:r>
              <a:rPr lang="en-US" altLang="zh-CN" sz="1200" dirty="0">
                <a:solidFill>
                  <a:srgbClr val="000000"/>
                </a:solidFill>
                <a:latin typeface="Georgia" panose="02040502050405020303" pitchFamily="18" charset="0"/>
                <a:ea typeface="楷体" panose="02010609060101010101" pitchFamily="49" charset="-122"/>
              </a:rPr>
              <a:t>L4</a:t>
            </a:r>
            <a:r>
              <a:rPr lang="zh-CN" altLang="en-US" sz="1200" dirty="0">
                <a:solidFill>
                  <a:srgbClr val="000000"/>
                </a:solidFill>
                <a:latin typeface="Georgia" panose="02040502050405020303" pitchFamily="18" charset="0"/>
                <a:ea typeface="楷体" panose="02010609060101010101" pitchFamily="49" charset="-122"/>
              </a:rPr>
              <a:t>）：</a:t>
            </a:r>
            <a:r>
              <a:rPr lang="zh-CN" altLang="zh-CN" sz="1200" b="1" kern="100" dirty="0">
                <a:effectLst/>
                <a:latin typeface="Georgia" panose="02040502050405020303" pitchFamily="18" charset="0"/>
                <a:ea typeface="楷体" panose="02010609060101010101" pitchFamily="49" charset="-122"/>
                <a:cs typeface="Times New Roman" panose="02020603050405020304" pitchFamily="18" charset="0"/>
              </a:rPr>
              <a:t>严禁非业务相关人员访问和使用</a:t>
            </a:r>
            <a:r>
              <a:rPr lang="zh-CN" altLang="en-US" sz="1200" b="1" kern="100" dirty="0">
                <a:effectLst/>
                <a:latin typeface="Georgia" panose="02040502050405020303" pitchFamily="18" charset="0"/>
                <a:ea typeface="楷体" panose="02010609060101010101" pitchFamily="49" charset="-122"/>
                <a:cs typeface="Times New Roman" panose="02020603050405020304" pitchFamily="18" charset="0"/>
              </a:rPr>
              <a:t>的数据</a:t>
            </a:r>
            <a:r>
              <a:rPr lang="zh-CN" altLang="en-US" sz="1200" kern="100" dirty="0">
                <a:effectLst/>
                <a:latin typeface="Georgia" panose="02040502050405020303" pitchFamily="18" charset="0"/>
                <a:ea typeface="楷体" panose="02010609060101010101" pitchFamily="49" charset="-122"/>
                <a:cs typeface="Times New Roman" panose="02020603050405020304" pitchFamily="18" charset="0"/>
              </a:rPr>
              <a:t>。</a:t>
            </a:r>
            <a:r>
              <a:rPr lang="zh-CN" altLang="zh-CN" sz="1200" kern="100" dirty="0">
                <a:effectLst/>
                <a:latin typeface="Georgia" panose="02040502050405020303" pitchFamily="18" charset="0"/>
                <a:ea typeface="楷体" panose="02010609060101010101" pitchFamily="49" charset="-122"/>
                <a:cs typeface="Times New Roman" panose="02020603050405020304" pitchFamily="18" charset="0"/>
              </a:rPr>
              <a:t>非授权的泄露将直接对公司、客户或员工造成重大负面影响，造成较大经济损失、商业损失，严重破坏公司声誉，并牵扯到相关法律责任。</a:t>
            </a:r>
            <a:endParaRPr lang="en-US" altLang="zh-CN" sz="1200" kern="100" dirty="0">
              <a:effectLst/>
              <a:latin typeface="Georgia" panose="02040502050405020303" pitchFamily="18" charset="0"/>
              <a:ea typeface="楷体" panose="02010609060101010101" pitchFamily="49" charset="-122"/>
              <a:cs typeface="Times New Roman" panose="02020603050405020304" pitchFamily="18" charset="0"/>
            </a:endParaRPr>
          </a:p>
          <a:p>
            <a:endParaRPr lang="en-US" altLang="zh-CN" sz="1200" dirty="0">
              <a:solidFill>
                <a:srgbClr val="000000"/>
              </a:solidFill>
              <a:latin typeface="Georgia" panose="02040502050405020303" pitchFamily="18" charset="0"/>
              <a:ea typeface="楷体" panose="02010609060101010101" pitchFamily="49" charset="-122"/>
            </a:endParaRPr>
          </a:p>
          <a:p>
            <a:r>
              <a:rPr lang="zh-CN" altLang="en-US" sz="1200" dirty="0">
                <a:solidFill>
                  <a:srgbClr val="000000"/>
                </a:solidFill>
                <a:latin typeface="Georgia" panose="02040502050405020303" pitchFamily="18" charset="0"/>
                <a:ea typeface="楷体" panose="02010609060101010101" pitchFamily="49" charset="-122"/>
              </a:rPr>
              <a:t>高级数据</a:t>
            </a:r>
            <a:r>
              <a:rPr lang="en-US" altLang="zh-CN" sz="1200" dirty="0">
                <a:solidFill>
                  <a:srgbClr val="000000"/>
                </a:solidFill>
                <a:latin typeface="Georgia" panose="02040502050405020303" pitchFamily="18" charset="0"/>
                <a:ea typeface="楷体" panose="02010609060101010101" pitchFamily="49" charset="-122"/>
              </a:rPr>
              <a:t>(L3)</a:t>
            </a:r>
            <a:r>
              <a:rPr lang="zh-CN" altLang="en-US" sz="1200" dirty="0">
                <a:solidFill>
                  <a:srgbClr val="000000"/>
                </a:solidFill>
                <a:latin typeface="Georgia" panose="02040502050405020303" pitchFamily="18" charset="0"/>
                <a:ea typeface="楷体" panose="02010609060101010101" pitchFamily="49" charset="-122"/>
              </a:rPr>
              <a:t>：</a:t>
            </a:r>
            <a:r>
              <a:rPr lang="zh-CN" altLang="en-US" sz="1200" b="1" dirty="0">
                <a:solidFill>
                  <a:srgbClr val="000000"/>
                </a:solidFill>
                <a:latin typeface="Georgia" panose="02040502050405020303" pitchFamily="18" charset="0"/>
                <a:ea typeface="楷体" panose="02010609060101010101" pitchFamily="49" charset="-122"/>
              </a:rPr>
              <a:t>仅限相关员工使用。</a:t>
            </a:r>
            <a:r>
              <a:rPr lang="zh-CN" altLang="en-US" sz="1200" dirty="0">
                <a:solidFill>
                  <a:srgbClr val="000000"/>
                </a:solidFill>
                <a:latin typeface="Georgia" panose="02040502050405020303" pitchFamily="18" charset="0"/>
                <a:ea typeface="楷体" panose="02010609060101010101" pitchFamily="49" charset="-122"/>
              </a:rPr>
              <a:t>如果非授权的泄露将直接或间接对公司、客户或者员工造成不利影响，造成经济损失、商业损失，破坏公司声誉，并可能发生潜在的法律责任。</a:t>
            </a:r>
            <a:endParaRPr lang="en-US" altLang="zh-CN" sz="1200" dirty="0">
              <a:solidFill>
                <a:srgbClr val="000000"/>
              </a:solidFill>
              <a:latin typeface="Georgia" panose="02040502050405020303" pitchFamily="18" charset="0"/>
              <a:ea typeface="楷体" panose="02010609060101010101" pitchFamily="49" charset="-122"/>
            </a:endParaRPr>
          </a:p>
          <a:p>
            <a:endParaRPr lang="en-US" altLang="zh-CN" sz="1200" dirty="0">
              <a:solidFill>
                <a:srgbClr val="000000"/>
              </a:solidFill>
              <a:latin typeface="Georgia" panose="02040502050405020303" pitchFamily="18" charset="0"/>
              <a:ea typeface="楷体" panose="02010609060101010101" pitchFamily="49" charset="-122"/>
            </a:endParaRPr>
          </a:p>
          <a:p>
            <a:r>
              <a:rPr lang="zh-CN" altLang="en-US" sz="1200" dirty="0">
                <a:solidFill>
                  <a:srgbClr val="000000"/>
                </a:solidFill>
                <a:latin typeface="Georgia" panose="02040502050405020303" pitchFamily="18" charset="0"/>
                <a:ea typeface="楷体" panose="02010609060101010101" pitchFamily="49" charset="-122"/>
              </a:rPr>
              <a:t>内部数据</a:t>
            </a:r>
            <a:r>
              <a:rPr lang="en-US" altLang="zh-CN" sz="1200" dirty="0">
                <a:solidFill>
                  <a:srgbClr val="000000"/>
                </a:solidFill>
                <a:latin typeface="Georgia" panose="02040502050405020303" pitchFamily="18" charset="0"/>
                <a:ea typeface="楷体" panose="02010609060101010101" pitchFamily="49" charset="-122"/>
              </a:rPr>
              <a:t>(L2)</a:t>
            </a:r>
            <a:r>
              <a:rPr lang="zh-CN" altLang="en-US" sz="1200" dirty="0">
                <a:solidFill>
                  <a:srgbClr val="000000"/>
                </a:solidFill>
                <a:latin typeface="Georgia" panose="02040502050405020303" pitchFamily="18" charset="0"/>
                <a:ea typeface="楷体" panose="02010609060101010101" pitchFamily="49" charset="-122"/>
              </a:rPr>
              <a:t>：</a:t>
            </a:r>
            <a:r>
              <a:rPr lang="zh-CN" altLang="en-US" sz="1200" b="1" dirty="0">
                <a:solidFill>
                  <a:srgbClr val="000000"/>
                </a:solidFill>
                <a:latin typeface="Georgia" panose="02040502050405020303" pitchFamily="18" charset="0"/>
                <a:ea typeface="楷体" panose="02010609060101010101" pitchFamily="49" charset="-122"/>
              </a:rPr>
              <a:t>仅限内部员工</a:t>
            </a:r>
            <a:r>
              <a:rPr lang="zh-CN" altLang="en-US" sz="1200" dirty="0">
                <a:solidFill>
                  <a:srgbClr val="000000"/>
                </a:solidFill>
                <a:latin typeface="Georgia" panose="02040502050405020303" pitchFamily="18" charset="0"/>
                <a:ea typeface="楷体" panose="02010609060101010101" pitchFamily="49" charset="-122"/>
              </a:rPr>
              <a:t>或签署了相应保密协议的第三方人员访问和使用的数据。如果泄露，可能会对该局部业务、客户或者员工造成一定的负面影响。</a:t>
            </a:r>
            <a:endParaRPr lang="en-US" altLang="zh-CN" sz="1200" dirty="0">
              <a:solidFill>
                <a:srgbClr val="000000"/>
              </a:solidFill>
              <a:latin typeface="Georgia" panose="02040502050405020303" pitchFamily="18" charset="0"/>
              <a:ea typeface="楷体" panose="02010609060101010101" pitchFamily="49" charset="-122"/>
            </a:endParaRPr>
          </a:p>
          <a:p>
            <a:endParaRPr lang="en-US" altLang="zh-CN" sz="1200" dirty="0">
              <a:solidFill>
                <a:srgbClr val="000000"/>
              </a:solidFill>
              <a:latin typeface="Georgia" panose="02040502050405020303" pitchFamily="18" charset="0"/>
              <a:ea typeface="楷体" panose="02010609060101010101" pitchFamily="49" charset="-122"/>
            </a:endParaRPr>
          </a:p>
          <a:p>
            <a:r>
              <a:rPr lang="zh-CN" altLang="en-US" sz="1200" dirty="0">
                <a:solidFill>
                  <a:srgbClr val="000000"/>
                </a:solidFill>
                <a:latin typeface="Georgia" panose="02040502050405020303" pitchFamily="18" charset="0"/>
                <a:ea typeface="楷体" panose="02010609060101010101" pitchFamily="49" charset="-122"/>
              </a:rPr>
              <a:t>公开数据</a:t>
            </a:r>
            <a:r>
              <a:rPr lang="en-US" altLang="zh-CN" sz="1200" dirty="0">
                <a:solidFill>
                  <a:srgbClr val="000000"/>
                </a:solidFill>
                <a:latin typeface="Georgia" panose="02040502050405020303" pitchFamily="18" charset="0"/>
                <a:ea typeface="楷体" panose="02010609060101010101" pitchFamily="49" charset="-122"/>
              </a:rPr>
              <a:t>(L1)</a:t>
            </a:r>
            <a:r>
              <a:rPr lang="zh-CN" altLang="en-US" sz="1200" dirty="0">
                <a:solidFill>
                  <a:srgbClr val="000000"/>
                </a:solidFill>
                <a:latin typeface="楷体" panose="02010609060101010101" pitchFamily="49" charset="-122"/>
                <a:ea typeface="楷体" panose="02010609060101010101" pitchFamily="49" charset="-122"/>
              </a:rPr>
              <a:t>：</a:t>
            </a:r>
            <a:r>
              <a:rPr lang="zh-CN" altLang="en-US" sz="1200" b="1" dirty="0">
                <a:solidFill>
                  <a:srgbClr val="000000"/>
                </a:solidFill>
                <a:latin typeface="楷体" panose="02010609060101010101" pitchFamily="49" charset="-122"/>
                <a:ea typeface="楷体" panose="02010609060101010101" pitchFamily="49" charset="-122"/>
              </a:rPr>
              <a:t>可被公共访问和对外发布的数据。</a:t>
            </a:r>
            <a:r>
              <a:rPr lang="zh-CN" altLang="en-US" sz="1200" dirty="0">
                <a:solidFill>
                  <a:srgbClr val="000000"/>
                </a:solidFill>
                <a:latin typeface="楷体" panose="02010609060101010101" pitchFamily="49" charset="-122"/>
                <a:ea typeface="楷体" panose="02010609060101010101" pitchFamily="49" charset="-122"/>
              </a:rPr>
              <a:t>但使用时应进行完整地引用或转载。</a:t>
            </a:r>
            <a:endParaRPr lang="en-US" altLang="zh-CN" sz="1200" dirty="0">
              <a:solidFill>
                <a:srgbClr val="000000"/>
              </a:solidFill>
              <a:latin typeface="Georgia" panose="02040502050405020303" pitchFamily="18" charset="0"/>
              <a:ea typeface="楷体" panose="02010609060101010101" pitchFamily="49" charset="-122"/>
            </a:endParaRPr>
          </a:p>
          <a:p>
            <a:endParaRPr lang="en-US" altLang="zh-CN" sz="1200" dirty="0">
              <a:solidFill>
                <a:srgbClr val="000000"/>
              </a:solidFill>
              <a:effectLst/>
              <a:latin typeface="楷体" panose="02010609060101010101" pitchFamily="49" charset="-122"/>
              <a:ea typeface="楷体" panose="02010609060101010101" pitchFamily="49" charset="-122"/>
            </a:endParaRPr>
          </a:p>
          <a:p>
            <a:endParaRPr lang="zh-CN" altLang="en-US" dirty="0"/>
          </a:p>
        </p:txBody>
      </p:sp>
      <p:sp>
        <p:nvSpPr>
          <p:cNvPr id="4" name="页眉占位符 3"/>
          <p:cNvSpPr>
            <a:spLocks noGrp="1"/>
          </p:cNvSpPr>
          <p:nvPr>
            <p:ph type="hdr" sz="quarter"/>
          </p:nvPr>
        </p:nvSpPr>
        <p:spPr/>
        <p:txBody>
          <a:bodyPr/>
          <a:lstStyle/>
          <a:p>
            <a:r>
              <a:rPr kumimoji="1" lang="zh-CN" altLang="en-US"/>
              <a:t>千寻位置</a:t>
            </a:r>
            <a:endParaRPr kumimoji="1"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r>
              <a:rPr kumimoji="1" lang="zh-CN" altLang="en-US"/>
              <a:t>千寻位置</a:t>
            </a:r>
            <a:endParaRPr kumimoji="1"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r>
              <a:rPr kumimoji="1" lang="zh-CN" altLang="en-US"/>
              <a:t>千寻位置</a:t>
            </a:r>
            <a:endParaRPr kumimoji="1"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r>
              <a:rPr kumimoji="1" lang="zh-CN" altLang="en-US"/>
              <a:t>千寻位置</a:t>
            </a:r>
            <a:endParaRPr kumimoji="1"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页眉占位符 3"/>
          <p:cNvSpPr>
            <a:spLocks noGrp="1"/>
          </p:cNvSpPr>
          <p:nvPr>
            <p:ph type="hdr" sz="quarter"/>
          </p:nvPr>
        </p:nvSpPr>
        <p:spPr/>
        <p:txBody>
          <a:bodyPr/>
          <a:lstStyle/>
          <a:p>
            <a:r>
              <a:rPr kumimoji="1" lang="zh-CN" altLang="en-US"/>
              <a:t>千寻位置</a:t>
            </a:r>
            <a:endParaRPr kumimoji="1"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r>
              <a:rPr kumimoji="1" lang="zh-CN" altLang="en-US" dirty="0"/>
              <a:t>千寻位置</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r>
              <a:rPr kumimoji="1" lang="zh-CN" altLang="en-US"/>
              <a:t>千寻位置</a:t>
            </a:r>
            <a:endParaRPr kumimoji="1"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882" y="2308881"/>
            <a:ext cx="10852237" cy="899167"/>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925" y="3565525"/>
            <a:ext cx="10852150" cy="801370"/>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40105" y="727710"/>
            <a:ext cx="3931920" cy="1115060"/>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8420" y="727710"/>
            <a:ext cx="6172200" cy="5403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40105" y="2239645"/>
            <a:ext cx="3931920" cy="3891915"/>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925" y="5605145"/>
            <a:ext cx="10852150" cy="558165"/>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925" y="641350"/>
            <a:ext cx="10852150" cy="455612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6445" cy="68681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95"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7770"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882" y="623591"/>
            <a:ext cx="10852237" cy="899167"/>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r>
              <a:rPr kumimoji="1" lang="zh-CN" altLang="en-US" dirty="0"/>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vl2pPr>
              <a:defRPr b="0" i="0">
                <a:latin typeface="微软雅黑 Light" panose="020B0502040204020203" pitchFamily="34" charset="-122"/>
                <a:ea typeface="微软雅黑 Light" panose="020B0502040204020203" pitchFamily="34" charset="-122"/>
              </a:defRPr>
            </a:lvl2pPr>
            <a:lvl3pPr>
              <a:defRPr b="0" i="0">
                <a:latin typeface="微软雅黑 Light" panose="020B0502040204020203" pitchFamily="34" charset="-122"/>
                <a:ea typeface="微软雅黑 Light" panose="020B0502040204020203" pitchFamily="34" charset="-122"/>
              </a:defRPr>
            </a:lvl3pPr>
            <a:lvl4pPr>
              <a:defRPr b="0" i="0">
                <a:latin typeface="微软雅黑 Light" panose="020B0502040204020203" pitchFamily="34" charset="-122"/>
                <a:ea typeface="微软雅黑 Light" panose="020B0502040204020203" pitchFamily="34" charset="-122"/>
              </a:defRPr>
            </a:lvl4pPr>
            <a:lvl5pPr>
              <a:defRPr b="0" i="0">
                <a:latin typeface="微软雅黑 Light" panose="020B0502040204020203" pitchFamily="34" charset="-122"/>
                <a:ea typeface="微软雅黑 Light" panose="020B0502040204020203"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7110559-DCD8-EF40-A54F-F0D2C830E011}" type="datetime1">
              <a:rPr kumimoji="1" lang="zh-CN" altLang="en-US" smtClean="0"/>
              <a:t>2025/9/24</a:t>
            </a:fld>
            <a:endParaRPr kumimoji="1"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E874DC1-4CD0-2E41-8F2F-39F1BFFCB874}" type="slidenum">
              <a:rPr kumimoji="1" lang="zh-CN" altLang="en-US" smtClean="0"/>
              <a:t>‹#›</a:t>
            </a:fld>
            <a:endParaRPr kumimoji="1"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b="0" i="0">
                <a:latin typeface="微软雅黑 Light" panose="020B0502040204020203" pitchFamily="34" charset="-122"/>
                <a:ea typeface="微软雅黑 Light" panose="020B0502040204020203" pitchFamily="34" charset="-122"/>
              </a:defRPr>
            </a:lvl1pPr>
          </a:lstStyle>
          <a:p>
            <a:r>
              <a:rPr kumimoji="1" lang="zh-CN" altLang="en-US" dirty="0"/>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b="0" i="0">
                <a:solidFill>
                  <a:schemeClr val="tx1">
                    <a:tint val="75000"/>
                  </a:schemeClr>
                </a:solidFill>
                <a:latin typeface="微软雅黑 Light" panose="020B0502040204020203" pitchFamily="34" charset="-122"/>
                <a:ea typeface="微软雅黑 Light" panose="020B0502040204020203"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dirty="0"/>
              <a:t>单击此处编辑母版文本样式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392D4A65-2FBA-5D4F-BBBF-247E7E93CAF2}" type="datetime1">
              <a:rPr kumimoji="1" lang="zh-CN" altLang="en-US" smtClean="0"/>
              <a:t>2025/9/24</a:t>
            </a:fld>
            <a:endParaRPr kumimoji="1"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E874DC1-4CD0-2E41-8F2F-39F1BFFCB874}" type="slidenum">
              <a:rPr kumimoji="1" lang="zh-CN" altLang="en-US" smtClean="0"/>
              <a:t>‹#›</a:t>
            </a:fld>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r>
              <a:rPr kumimoji="1" lang="zh-CN" altLang="en-US" dirty="0"/>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vl2pPr>
              <a:defRPr b="0" i="0">
                <a:latin typeface="微软雅黑 Light" panose="020B0502040204020203" pitchFamily="34" charset="-122"/>
                <a:ea typeface="微软雅黑 Light" panose="020B0502040204020203" pitchFamily="34" charset="-122"/>
              </a:defRPr>
            </a:lvl2pPr>
            <a:lvl3pPr>
              <a:defRPr b="0" i="0">
                <a:latin typeface="微软雅黑 Light" panose="020B0502040204020203" pitchFamily="34" charset="-122"/>
                <a:ea typeface="微软雅黑 Light" panose="020B0502040204020203" pitchFamily="34" charset="-122"/>
              </a:defRPr>
            </a:lvl3pPr>
            <a:lvl4pPr>
              <a:defRPr b="0" i="0">
                <a:latin typeface="微软雅黑 Light" panose="020B0502040204020203" pitchFamily="34" charset="-122"/>
                <a:ea typeface="微软雅黑 Light" panose="020B0502040204020203" pitchFamily="34" charset="-122"/>
              </a:defRPr>
            </a:lvl4pPr>
            <a:lvl5pPr>
              <a:defRPr b="0" i="0">
                <a:latin typeface="微软雅黑 Light" panose="020B0502040204020203" pitchFamily="34" charset="-122"/>
                <a:ea typeface="微软雅黑 Light" panose="020B0502040204020203"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vl2pPr>
              <a:defRPr b="0" i="0">
                <a:latin typeface="微软雅黑 Light" panose="020B0502040204020203" pitchFamily="34" charset="-122"/>
                <a:ea typeface="微软雅黑 Light" panose="020B0502040204020203" pitchFamily="34" charset="-122"/>
              </a:defRPr>
            </a:lvl2pPr>
            <a:lvl3pPr>
              <a:defRPr b="0" i="0">
                <a:latin typeface="微软雅黑 Light" panose="020B0502040204020203" pitchFamily="34" charset="-122"/>
                <a:ea typeface="微软雅黑 Light" panose="020B0502040204020203" pitchFamily="34" charset="-122"/>
              </a:defRPr>
            </a:lvl3pPr>
            <a:lvl4pPr>
              <a:defRPr b="0" i="0">
                <a:latin typeface="微软雅黑 Light" panose="020B0502040204020203" pitchFamily="34" charset="-122"/>
                <a:ea typeface="微软雅黑 Light" panose="020B0502040204020203" pitchFamily="34" charset="-122"/>
              </a:defRPr>
            </a:lvl4pPr>
            <a:lvl5pPr>
              <a:defRPr b="0" i="0">
                <a:latin typeface="微软雅黑 Light" panose="020B0502040204020203" pitchFamily="34" charset="-122"/>
                <a:ea typeface="微软雅黑 Light" panose="020B0502040204020203"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6425C7D3-0CCD-5140-9C23-C091DFDA3D8E}" type="datetime1">
              <a:rPr kumimoji="1" lang="zh-CN" altLang="en-US" smtClean="0"/>
              <a:t>2025/9/24</a:t>
            </a:fld>
            <a:endParaRPr kumimoji="1"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E874DC1-4CD0-2E41-8F2F-39F1BFFCB874}" type="slidenum">
              <a:rPr kumimoji="1" lang="zh-CN" altLang="en-US" smtClean="0"/>
              <a:t>‹#›</a:t>
            </a:fld>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r>
              <a:rPr kumimoji="1" lang="zh-CN" altLang="en-US" dirty="0"/>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0" i="0">
                <a:latin typeface="微软雅黑 Light" panose="020B0502040204020203" pitchFamily="34" charset="-122"/>
                <a:ea typeface="微软雅黑 Light" panose="020B0502040204020203"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vl2pPr>
              <a:defRPr b="0" i="0">
                <a:latin typeface="微软雅黑 Light" panose="020B0502040204020203" pitchFamily="34" charset="-122"/>
                <a:ea typeface="微软雅黑 Light" panose="020B0502040204020203" pitchFamily="34" charset="-122"/>
              </a:defRPr>
            </a:lvl2pPr>
            <a:lvl3pPr>
              <a:defRPr b="0" i="0">
                <a:latin typeface="微软雅黑 Light" panose="020B0502040204020203" pitchFamily="34" charset="-122"/>
                <a:ea typeface="微软雅黑 Light" panose="020B0502040204020203" pitchFamily="34" charset="-122"/>
              </a:defRPr>
            </a:lvl3pPr>
            <a:lvl4pPr>
              <a:defRPr b="0" i="0">
                <a:latin typeface="微软雅黑 Light" panose="020B0502040204020203" pitchFamily="34" charset="-122"/>
                <a:ea typeface="微软雅黑 Light" panose="020B0502040204020203" pitchFamily="34" charset="-122"/>
              </a:defRPr>
            </a:lvl4pPr>
            <a:lvl5pPr>
              <a:defRPr b="0" i="0">
                <a:latin typeface="微软雅黑 Light" panose="020B0502040204020203" pitchFamily="34" charset="-122"/>
                <a:ea typeface="微软雅黑 Light" panose="020B0502040204020203"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0" i="0">
                <a:latin typeface="微软雅黑 Light" panose="020B0502040204020203" pitchFamily="34" charset="-122"/>
                <a:ea typeface="微软雅黑 Light" panose="020B0502040204020203"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vl2pPr>
              <a:defRPr b="0" i="0">
                <a:latin typeface="微软雅黑 Light" panose="020B0502040204020203" pitchFamily="34" charset="-122"/>
                <a:ea typeface="微软雅黑 Light" panose="020B0502040204020203" pitchFamily="34" charset="-122"/>
              </a:defRPr>
            </a:lvl2pPr>
            <a:lvl3pPr>
              <a:defRPr b="0" i="0">
                <a:latin typeface="微软雅黑 Light" panose="020B0502040204020203" pitchFamily="34" charset="-122"/>
                <a:ea typeface="微软雅黑 Light" panose="020B0502040204020203" pitchFamily="34" charset="-122"/>
              </a:defRPr>
            </a:lvl3pPr>
            <a:lvl4pPr>
              <a:defRPr b="0" i="0">
                <a:latin typeface="微软雅黑 Light" panose="020B0502040204020203" pitchFamily="34" charset="-122"/>
                <a:ea typeface="微软雅黑 Light" panose="020B0502040204020203" pitchFamily="34" charset="-122"/>
              </a:defRPr>
            </a:lvl4pPr>
            <a:lvl5pPr>
              <a:defRPr b="0" i="0">
                <a:latin typeface="微软雅黑 Light" panose="020B0502040204020203" pitchFamily="34" charset="-122"/>
                <a:ea typeface="微软雅黑 Light" panose="020B0502040204020203"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9F801BDA-73C8-B944-B415-D2A1C996C05F}" type="datetime1">
              <a:rPr kumimoji="1" lang="zh-CN" altLang="en-US" smtClean="0"/>
              <a:t>2025/9/24</a:t>
            </a:fld>
            <a:endParaRPr kumimoji="1" lang="zh-CN" altLang="en-US" dirty="0"/>
          </a:p>
        </p:txBody>
      </p:sp>
      <p:sp>
        <p:nvSpPr>
          <p:cNvPr id="8" name="页脚占位符 7"/>
          <p:cNvSpPr>
            <a:spLocks noGrp="1"/>
          </p:cNvSpPr>
          <p:nvPr>
            <p:ph type="ftr" sz="quarter" idx="11"/>
          </p:nvPr>
        </p:nvSpPr>
        <p:spPr>
          <a:xfrm>
            <a:off x="4038600" y="6356350"/>
            <a:ext cx="41148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E874DC1-4CD0-2E41-8F2F-39F1BFFCB874}" type="slidenum">
              <a:rPr kumimoji="1" lang="zh-CN" altLang="en-US" smtClean="0"/>
              <a:t>‹#›</a:t>
            </a:fld>
            <a:endParaRPr kumimoji="1"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r>
              <a:rPr kumimoji="1" lang="zh-CN" altLang="en-US" dirty="0"/>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5C4D0A38-01EA-FE4B-9201-2954DF2BB047}" type="datetime1">
              <a:rPr kumimoji="1" lang="zh-CN" altLang="en-US" smtClean="0"/>
              <a:t>2025/9/24</a:t>
            </a:fld>
            <a:endParaRPr kumimoji="1" lang="zh-CN" altLang="en-US" dirty="0"/>
          </a:p>
        </p:txBody>
      </p:sp>
      <p:sp>
        <p:nvSpPr>
          <p:cNvPr id="4" name="页脚占位符 3"/>
          <p:cNvSpPr>
            <a:spLocks noGrp="1"/>
          </p:cNvSpPr>
          <p:nvPr>
            <p:ph type="ftr" sz="quarter" idx="11"/>
          </p:nvPr>
        </p:nvSpPr>
        <p:spPr>
          <a:xfrm>
            <a:off x="4038600" y="6356350"/>
            <a:ext cx="41148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E874DC1-4CD0-2E41-8F2F-39F1BFFCB874}" type="slidenum">
              <a:rPr kumimoji="1" lang="zh-CN" altLang="en-US" smtClean="0"/>
              <a:t>‹#›</a:t>
            </a:fld>
            <a:endParaRPr kumimoji="1"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F2B06B1B-219C-C040-8E40-F75618C7CE86}" type="datetime1">
              <a:rPr kumimoji="1" lang="zh-CN" altLang="en-US" smtClean="0"/>
              <a:t>2025/9/24</a:t>
            </a:fld>
            <a:endParaRPr kumimoji="1" lang="zh-CN" altLang="en-US" dirty="0"/>
          </a:p>
        </p:txBody>
      </p:sp>
      <p:sp>
        <p:nvSpPr>
          <p:cNvPr id="3" name="页脚占位符 2"/>
          <p:cNvSpPr>
            <a:spLocks noGrp="1"/>
          </p:cNvSpPr>
          <p:nvPr>
            <p:ph type="ftr" sz="quarter" idx="11"/>
          </p:nvPr>
        </p:nvSpPr>
        <p:spPr>
          <a:xfrm>
            <a:off x="4038600" y="6356350"/>
            <a:ext cx="41148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E874DC1-4CD0-2E41-8F2F-39F1BFFCB874}" type="slidenum">
              <a:rPr kumimoji="1" lang="zh-CN" altLang="en-US" smtClean="0"/>
              <a:t>‹#›</a:t>
            </a:fld>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b="0" i="0">
                <a:latin typeface="微软雅黑 Light" panose="020B0502040204020203" pitchFamily="34" charset="-122"/>
                <a:ea typeface="微软雅黑 Light" panose="020B0502040204020203" pitchFamily="34" charset="-122"/>
              </a:defRPr>
            </a:lvl1pPr>
          </a:lstStyle>
          <a:p>
            <a:r>
              <a:rPr kumimoji="1" lang="zh-CN" altLang="en-US" dirty="0"/>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b="0" i="0">
                <a:latin typeface="微软雅黑 Light" panose="020B0502040204020203" pitchFamily="34" charset="-122"/>
                <a:ea typeface="微软雅黑 Light" panose="020B0502040204020203" pitchFamily="34" charset="-122"/>
              </a:defRPr>
            </a:lvl1pPr>
            <a:lvl2pPr>
              <a:defRPr sz="2800" b="0" i="0">
                <a:latin typeface="微软雅黑 Light" panose="020B0502040204020203" pitchFamily="34" charset="-122"/>
                <a:ea typeface="微软雅黑 Light" panose="020B0502040204020203" pitchFamily="34" charset="-122"/>
              </a:defRPr>
            </a:lvl2pPr>
            <a:lvl3pPr>
              <a:defRPr sz="2400" b="0" i="0">
                <a:latin typeface="微软雅黑 Light" panose="020B0502040204020203" pitchFamily="34" charset="-122"/>
                <a:ea typeface="微软雅黑 Light" panose="020B0502040204020203" pitchFamily="34" charset="-122"/>
              </a:defRPr>
            </a:lvl3pPr>
            <a:lvl4pPr>
              <a:defRPr sz="2000" b="0" i="0">
                <a:latin typeface="微软雅黑 Light" panose="020B0502040204020203" pitchFamily="34" charset="-122"/>
                <a:ea typeface="微软雅黑 Light" panose="020B0502040204020203" pitchFamily="34" charset="-122"/>
              </a:defRPr>
            </a:lvl4pPr>
            <a:lvl5pPr>
              <a:defRPr sz="2000" b="0" i="0">
                <a:latin typeface="微软雅黑 Light" panose="020B0502040204020203" pitchFamily="34" charset="-122"/>
                <a:ea typeface="微软雅黑 Light" panose="020B0502040204020203" pitchFamily="34" charset="-122"/>
              </a:defRPr>
            </a:lvl5pPr>
            <a:lvl6pPr>
              <a:defRPr sz="2000"/>
            </a:lvl6pPr>
            <a:lvl7pPr>
              <a:defRPr sz="2000"/>
            </a:lvl7pPr>
            <a:lvl8pPr>
              <a:defRPr sz="2000"/>
            </a:lvl8pPr>
            <a:lvl9pPr>
              <a:defRPr sz="2000"/>
            </a:lvl9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b="0" i="0">
                <a:latin typeface="微软雅黑 Light" panose="020B0502040204020203" pitchFamily="34" charset="-122"/>
                <a:ea typeface="微软雅黑 Light" panose="020B0502040204020203" pitchFamily="3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dirty="0"/>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434B838-9693-324A-933F-2652BFF223EF}" type="datetime1">
              <a:rPr kumimoji="1" lang="zh-CN" altLang="en-US" smtClean="0"/>
              <a:t>2025/9/24</a:t>
            </a:fld>
            <a:endParaRPr kumimoji="1"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E874DC1-4CD0-2E41-8F2F-39F1BFFCB874}" type="slidenum">
              <a:rPr kumimoji="1" lang="zh-CN" altLang="en-US" smtClean="0"/>
              <a:t>‹#›</a:t>
            </a:fld>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b="0" i="0">
                <a:latin typeface="微软雅黑 Light" panose="020B0502040204020203" pitchFamily="34" charset="-122"/>
                <a:ea typeface="微软雅黑 Light" panose="020B0502040204020203" pitchFamily="34" charset="-122"/>
              </a:defRPr>
            </a:lvl1pPr>
          </a:lstStyle>
          <a:p>
            <a:r>
              <a:rPr kumimoji="1" lang="zh-CN" altLang="en-US" dirty="0"/>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b="0" i="0">
                <a:latin typeface="微软雅黑 Light" panose="020B0502040204020203" pitchFamily="34" charset="-122"/>
                <a:ea typeface="微软雅黑 Light" panose="020B0502040204020203"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dirty="0"/>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b="0" i="0">
                <a:latin typeface="微软雅黑 Light" panose="020B0502040204020203" pitchFamily="34" charset="-122"/>
                <a:ea typeface="微软雅黑 Light" panose="020B0502040204020203" pitchFamily="3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dirty="0"/>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4F8B03E9-BA5D-D444-977B-21C75E329DA3}" type="datetime1">
              <a:rPr kumimoji="1" lang="zh-CN" altLang="en-US" smtClean="0"/>
              <a:t>2025/9/24</a:t>
            </a:fld>
            <a:endParaRPr kumimoji="1"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E874DC1-4CD0-2E41-8F2F-39F1BFFCB874}" type="slidenum">
              <a:rPr kumimoji="1" lang="zh-CN" altLang="en-US" smtClean="0"/>
              <a:t>‹#›</a:t>
            </a:fld>
            <a:endParaRPr kumimoji="1"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r>
              <a:rPr kumimoji="1" lang="zh-CN" altLang="en-US" dirty="0"/>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lvl1pPr>
              <a:defRPr b="0" i="0">
                <a:latin typeface="微软雅黑 Light" panose="020B0502040204020203" pitchFamily="34" charset="-122"/>
                <a:ea typeface="微软雅黑 Light" panose="020B0502040204020203" pitchFamily="34" charset="-122"/>
              </a:defRPr>
            </a:lvl1pPr>
            <a:lvl2pPr>
              <a:defRPr b="0" i="0">
                <a:latin typeface="微软雅黑 Light" panose="020B0502040204020203" pitchFamily="34" charset="-122"/>
                <a:ea typeface="微软雅黑 Light" panose="020B0502040204020203" pitchFamily="34" charset="-122"/>
              </a:defRPr>
            </a:lvl2pPr>
            <a:lvl3pPr>
              <a:defRPr b="0" i="0">
                <a:latin typeface="微软雅黑 Light" panose="020B0502040204020203" pitchFamily="34" charset="-122"/>
                <a:ea typeface="微软雅黑 Light" panose="020B0502040204020203" pitchFamily="34" charset="-122"/>
              </a:defRPr>
            </a:lvl3pPr>
            <a:lvl4pPr>
              <a:defRPr b="0" i="0">
                <a:latin typeface="微软雅黑 Light" panose="020B0502040204020203" pitchFamily="34" charset="-122"/>
                <a:ea typeface="微软雅黑 Light" panose="020B0502040204020203" pitchFamily="34" charset="-122"/>
              </a:defRPr>
            </a:lvl4pPr>
            <a:lvl5pPr>
              <a:defRPr b="0" i="0">
                <a:latin typeface="微软雅黑 Light" panose="020B0502040204020203" pitchFamily="34" charset="-122"/>
                <a:ea typeface="微软雅黑 Light" panose="020B0502040204020203"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09EFB657-9BF3-CF43-BDDD-0BB8EA7A0F98}" type="datetime1">
              <a:rPr kumimoji="1" lang="zh-CN" altLang="en-US" smtClean="0"/>
              <a:t>2025/9/24</a:t>
            </a:fld>
            <a:endParaRPr kumimoji="1"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E874DC1-4CD0-2E41-8F2F-39F1BFFCB874}" type="slidenum">
              <a:rPr kumimoji="1" lang="zh-CN" altLang="en-US" smtClean="0"/>
              <a:t>‹#›</a:t>
            </a:fld>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lvl1pPr>
              <a:defRPr b="0" i="0">
                <a:latin typeface="微软雅黑 Light" panose="020B0502040204020203" pitchFamily="34" charset="-122"/>
                <a:ea typeface="微软雅黑 Light" panose="020B0502040204020203" pitchFamily="34" charset="-122"/>
              </a:defRPr>
            </a:lvl1pPr>
          </a:lstStyle>
          <a:p>
            <a:r>
              <a:rPr kumimoji="1" lang="zh-CN" altLang="en-US" dirty="0"/>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lvl1pPr>
              <a:defRPr b="0" i="0">
                <a:latin typeface="微软雅黑 Light" panose="020B0502040204020203" pitchFamily="34" charset="-122"/>
                <a:ea typeface="微软雅黑 Light" panose="020B0502040204020203" pitchFamily="34" charset="-122"/>
              </a:defRPr>
            </a:lvl1pPr>
            <a:lvl2pPr>
              <a:defRPr b="0" i="0">
                <a:latin typeface="微软雅黑 Light" panose="020B0502040204020203" pitchFamily="34" charset="-122"/>
                <a:ea typeface="微软雅黑 Light" panose="020B0502040204020203" pitchFamily="34" charset="-122"/>
              </a:defRPr>
            </a:lvl2pPr>
            <a:lvl3pPr>
              <a:defRPr b="0" i="0">
                <a:latin typeface="微软雅黑 Light" panose="020B0502040204020203" pitchFamily="34" charset="-122"/>
                <a:ea typeface="微软雅黑 Light" panose="020B0502040204020203" pitchFamily="34" charset="-122"/>
              </a:defRPr>
            </a:lvl3pPr>
            <a:lvl4pPr>
              <a:defRPr b="0" i="0">
                <a:latin typeface="微软雅黑 Light" panose="020B0502040204020203" pitchFamily="34" charset="-122"/>
                <a:ea typeface="微软雅黑 Light" panose="020B0502040204020203" pitchFamily="34" charset="-122"/>
              </a:defRPr>
            </a:lvl4pPr>
            <a:lvl5pPr>
              <a:defRPr b="0" i="0">
                <a:latin typeface="微软雅黑 Light" panose="020B0502040204020203" pitchFamily="34" charset="-122"/>
                <a:ea typeface="微软雅黑 Light" panose="020B0502040204020203"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638F5A50-549D-2F40-8385-A7D841B938EE}" type="datetime1">
              <a:rPr kumimoji="1" lang="zh-CN" altLang="en-US" smtClean="0"/>
              <a:t>2025/9/24</a:t>
            </a:fld>
            <a:endParaRPr kumimoji="1"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endParaRPr kumimoji="1"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fld id="{DE874DC1-4CD0-2E41-8F2F-39F1BFFCB874}" type="slidenum">
              <a:rPr kumimoji="1" lang="zh-CN" altLang="en-US" smtClean="0"/>
              <a:t>‹#›</a:t>
            </a:fld>
            <a:endParaRPr kumimoji="1"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56" name="标题文本"/>
          <p:cNvSpPr txBox="1">
            <a:spLocks noGrp="1"/>
          </p:cNvSpPr>
          <p:nvPr>
            <p:ph type="title" hasCustomPrompt="1"/>
          </p:nvPr>
        </p:nvSpPr>
        <p:spPr>
          <a:xfrm>
            <a:off x="838200" y="365125"/>
            <a:ext cx="10515600" cy="1325563"/>
          </a:xfrm>
          <a:prstGeom prst="rect">
            <a:avLst/>
          </a:prstGeom>
        </p:spPr>
        <p:txBody>
          <a:bodyPr/>
          <a:lstStyle>
            <a:lvl1pPr>
              <a:defRPr b="0" i="0">
                <a:latin typeface="微软雅黑 Light" panose="020B0502040204020203" pitchFamily="34" charset="-122"/>
                <a:ea typeface="微软雅黑 Light" panose="020B0502040204020203" pitchFamily="34" charset="-122"/>
              </a:defRPr>
            </a:lvl1pPr>
          </a:lstStyle>
          <a:p>
            <a:r>
              <a:rPr dirty="0" err="1"/>
              <a:t>标题文本</a:t>
            </a:r>
            <a:endParaRPr dirty="0"/>
          </a:p>
        </p:txBody>
      </p:sp>
      <p:sp>
        <p:nvSpPr>
          <p:cNvPr id="57" name="正文级别 1…"/>
          <p:cNvSpPr txBox="1">
            <a:spLocks noGrp="1"/>
          </p:cNvSpPr>
          <p:nvPr>
            <p:ph type="body" idx="1" hasCustomPrompt="1"/>
          </p:nvPr>
        </p:nvSpPr>
        <p:spPr>
          <a:xfrm>
            <a:off x="838200" y="1825625"/>
            <a:ext cx="10515600" cy="4351338"/>
          </a:xfrm>
          <a:prstGeom prst="rect">
            <a:avLst/>
          </a:prstGeom>
        </p:spPr>
        <p:txBody>
          <a:bodyPr/>
          <a:lstStyle>
            <a:lvl1pPr>
              <a:defRPr sz="2400" b="0" i="0">
                <a:latin typeface="微软雅黑 Light" panose="020B0502040204020203" pitchFamily="34" charset="-122"/>
                <a:ea typeface="微软雅黑 Light" panose="020B0502040204020203" pitchFamily="34" charset="-122"/>
              </a:defRPr>
            </a:lvl1pPr>
            <a:lvl2pPr>
              <a:defRPr sz="2400" b="0" i="0">
                <a:latin typeface="微软雅黑 Light" panose="020B0502040204020203" pitchFamily="34" charset="-122"/>
                <a:ea typeface="微软雅黑 Light" panose="020B0502040204020203" pitchFamily="34" charset="-122"/>
              </a:defRPr>
            </a:lvl2pPr>
            <a:lvl3pPr>
              <a:defRPr sz="2400" b="0" i="0">
                <a:latin typeface="微软雅黑 Light" panose="020B0502040204020203" pitchFamily="34" charset="-122"/>
                <a:ea typeface="微软雅黑 Light" panose="020B0502040204020203" pitchFamily="34" charset="-122"/>
              </a:defRPr>
            </a:lvl3pPr>
            <a:lvl4pPr>
              <a:defRPr sz="2400" b="0" i="0">
                <a:latin typeface="微软雅黑 Light" panose="020B0502040204020203" pitchFamily="34" charset="-122"/>
                <a:ea typeface="微软雅黑 Light" panose="020B0502040204020203" pitchFamily="34" charset="-122"/>
              </a:defRPr>
            </a:lvl4pPr>
            <a:lvl5pPr>
              <a:defRPr sz="2400" b="0" i="0">
                <a:latin typeface="微软雅黑 Light" panose="020B0502040204020203" pitchFamily="34" charset="-122"/>
                <a:ea typeface="微软雅黑 Light" panose="020B0502040204020203" pitchFamily="34" charset="-122"/>
              </a:defRPr>
            </a:lvl5pPr>
          </a:lstStyle>
          <a:p>
            <a:r>
              <a:rPr dirty="0" err="1"/>
              <a:t>正文级别</a:t>
            </a:r>
            <a:r>
              <a:rPr dirty="0"/>
              <a:t> 1</a:t>
            </a:r>
          </a:p>
          <a:p>
            <a:pPr lvl="1"/>
            <a:r>
              <a:rPr dirty="0" err="1"/>
              <a:t>正文级别</a:t>
            </a:r>
            <a:r>
              <a:rPr dirty="0"/>
              <a:t> 2</a:t>
            </a:r>
          </a:p>
          <a:p>
            <a:pPr lvl="2"/>
            <a:r>
              <a:rPr dirty="0" err="1"/>
              <a:t>正文级别</a:t>
            </a:r>
            <a:r>
              <a:rPr dirty="0"/>
              <a:t> 3</a:t>
            </a:r>
          </a:p>
          <a:p>
            <a:pPr lvl="3"/>
            <a:r>
              <a:rPr dirty="0" err="1"/>
              <a:t>正文级别</a:t>
            </a:r>
            <a:r>
              <a:rPr dirty="0"/>
              <a:t> 4</a:t>
            </a:r>
          </a:p>
          <a:p>
            <a:pPr lvl="4"/>
            <a:r>
              <a:rPr dirty="0" err="1"/>
              <a:t>正文级别</a:t>
            </a:r>
            <a:r>
              <a:rPr dirty="0"/>
              <a:t> 5</a:t>
            </a:r>
          </a:p>
        </p:txBody>
      </p:sp>
      <p:sp>
        <p:nvSpPr>
          <p:cNvPr id="58" name="幻灯片编号"/>
          <p:cNvSpPr txBox="1">
            <a:spLocks noGrp="1"/>
          </p:cNvSpPr>
          <p:nvPr>
            <p:ph type="sldNum" sz="quarter" idx="2"/>
          </p:nvPr>
        </p:nvSpPr>
        <p:spPr>
          <a:xfrm>
            <a:off x="8610600" y="6356350"/>
            <a:ext cx="2743200" cy="365125"/>
          </a:xfrm>
          <a:prstGeom prst="rect">
            <a:avLst/>
          </a:prstGeom>
        </p:spPr>
        <p:txBody>
          <a:bodyPr/>
          <a:lstStyle>
            <a:lvl1pPr>
              <a:defRPr b="0" i="0">
                <a:latin typeface="微软雅黑 Light" panose="020B0502040204020203" pitchFamily="34" charset="-122"/>
              </a:defRPr>
            </a:lvl1pPr>
          </a:lstStyle>
          <a:p>
            <a:fld id="{86CB4B4D-7CA3-9044-876B-883B54F8677D}" type="slidenum">
              <a:rPr lang="en-US" altLang="zh-CN" smtClean="0"/>
              <a:t>‹#›</a:t>
            </a:fld>
            <a:endParaRPr lang="en-US" altLang="zh-CN" dirty="0">
              <a:ea typeface="微软雅黑 Light" panose="020B0502040204020203" pitchFamily="34" charset="-122"/>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image" Target="../media/image2.png"/><Relationship Id="rId2" Type="http://schemas.openxmlformats.org/officeDocument/2006/relationships/slideLayout" Target="../slideLayouts/slideLayout10.xml"/><Relationship Id="rId16"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heme" Target="../theme/theme2.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2025/9/24</a:t>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0" y="6557010"/>
            <a:ext cx="12192000" cy="300990"/>
          </a:xfrm>
          <a:prstGeom prst="rect">
            <a:avLst/>
          </a:prstGeom>
          <a:solidFill>
            <a:srgbClr val="0045D4">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effectLst>
                <a:reflection endPos="0" dist="50800" dir="5400000" sy="-100000" algn="bl" rotWithShape="0"/>
              </a:effectLst>
              <a:latin typeface="微软雅黑 Light" panose="020B0502040204020203" pitchFamily="34" charset="-122"/>
              <a:ea typeface="微软雅黑 Light" panose="020B0502040204020203" pitchFamily="34" charset="-122"/>
            </a:endParaRPr>
          </a:p>
        </p:txBody>
      </p:sp>
      <p:pic>
        <p:nvPicPr>
          <p:cNvPr id="7" name="图片 6"/>
          <p:cNvPicPr>
            <a:picLocks noChangeAspect="1"/>
          </p:cNvPicPr>
          <p:nvPr userDrawn="1"/>
        </p:nvPicPr>
        <p:blipFill>
          <a:blip r:embed="rId17"/>
          <a:srcRect/>
          <a:stretch>
            <a:fillRect/>
          </a:stretch>
        </p:blipFill>
        <p:spPr>
          <a:xfrm>
            <a:off x="5673815" y="6590632"/>
            <a:ext cx="738464" cy="203990"/>
          </a:xfrm>
          <a:prstGeom prst="rect">
            <a:avLst/>
          </a:prstGeom>
          <a:effectLst>
            <a:reflection endPos="0" dist="50800" dir="5400000" sy="-100000" algn="bl" rotWithShape="0"/>
          </a:effectLst>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sldNum="0" hdr="0" ftr="0" dt="0"/>
  <p:txStyles>
    <p:titleStyle>
      <a:lvl1pPr algn="l" defTabSz="914400" rtl="0" eaLnBrk="1" latinLnBrk="0" hangingPunct="1">
        <a:lnSpc>
          <a:spcPct val="90000"/>
        </a:lnSpc>
        <a:spcBef>
          <a:spcPct val="0"/>
        </a:spcBef>
        <a:buNone/>
        <a:defRPr sz="4400" b="0" i="0" kern="1200">
          <a:solidFill>
            <a:schemeClr val="tx1"/>
          </a:solidFill>
          <a:latin typeface="Noto Sans S Chinese Light" panose="020B0300000000000000" pitchFamily="34" charset="-128"/>
          <a:ea typeface="Noto Sans S Chinese Light" panose="020B03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Noto Sans S Chinese Light" panose="020B0300000000000000" pitchFamily="34" charset="-128"/>
          <a:ea typeface="Noto Sans S Chinese Light" panose="020B03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Noto Sans S Chinese Light" panose="020B0300000000000000" pitchFamily="34" charset="-128"/>
          <a:ea typeface="Noto Sans S Chinese Light" panose="020B03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Noto Sans S Chinese Light" panose="020B0300000000000000" pitchFamily="34" charset="-128"/>
          <a:ea typeface="Noto Sans S Chinese Light" panose="020B03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Noto Sans S Chinese Light" panose="020B0300000000000000" pitchFamily="34" charset="-128"/>
          <a:ea typeface="Noto Sans S Chinese Light" panose="020B03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Noto Sans S Chinese Light" panose="020B0300000000000000" pitchFamily="34" charset="-128"/>
          <a:ea typeface="Noto Sans S Chinese Light" panose="020B03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notesSlide" Target="../notesSlides/notesSlide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slideLayout" Target="../slideLayouts/slideLayout14.xml"/><Relationship Id="rId5" Type="http://schemas.openxmlformats.org/officeDocument/2006/relationships/tags" Target="../tags/tag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hyperlink" Target="https://df.alibaba-inc.com/#/pia/lc" TargetMode="Externa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tags" Target="../tags/tag31.xml"/><Relationship Id="rId3" Type="http://schemas.openxmlformats.org/officeDocument/2006/relationships/tags" Target="../tags/tag16.xml"/><Relationship Id="rId21" Type="http://schemas.openxmlformats.org/officeDocument/2006/relationships/slideLayout" Target="../slideLayouts/slideLayout14.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 Type="http://schemas.openxmlformats.org/officeDocument/2006/relationships/tags" Target="../tags/tag15.xml"/><Relationship Id="rId16" Type="http://schemas.openxmlformats.org/officeDocument/2006/relationships/tags" Target="../tags/tag29.xml"/><Relationship Id="rId20" Type="http://schemas.openxmlformats.org/officeDocument/2006/relationships/tags" Target="../tags/tag33.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tags" Target="../tags/tag28.xml"/><Relationship Id="rId10" Type="http://schemas.openxmlformats.org/officeDocument/2006/relationships/tags" Target="../tags/tag23.xml"/><Relationship Id="rId19" Type="http://schemas.openxmlformats.org/officeDocument/2006/relationships/tags" Target="../tags/tag32.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 Id="rId2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hyperlink" Target="https://qianxun.yuque.com/lelqvl/pucgc7/nnky4ewtmqbkp4k1?singleDoc" TargetMode="External"/><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mo.wz-inc.com/safe/dashboard/signature" TargetMode="External"/><Relationship Id="rId1" Type="http://schemas.openxmlformats.org/officeDocument/2006/relationships/slideLayout" Target="../slideLayouts/slideLayout21.xml"/><Relationship Id="rId5" Type="http://schemas.openxmlformats.org/officeDocument/2006/relationships/image" Target="../media/image9.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qianxun.yuque.com/awslllll/sgqa69/rbou83phvgepmip4" TargetMode="External"/><Relationship Id="rId1" Type="http://schemas.openxmlformats.org/officeDocument/2006/relationships/slideLayout" Target="../slideLayouts/slideLayout22.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0" y="0"/>
            <a:ext cx="12192000" cy="6858000"/>
          </a:xfrm>
          <a:prstGeom prst="rect">
            <a:avLst/>
          </a:prstGeom>
        </p:spPr>
      </p:pic>
      <p:sp>
        <p:nvSpPr>
          <p:cNvPr id="127" name="触摸千寻位置"/>
          <p:cNvSpPr txBox="1">
            <a:spLocks noGrp="1"/>
          </p:cNvSpPr>
          <p:nvPr>
            <p:ph type="ctrTitle" idx="4294967295"/>
          </p:nvPr>
        </p:nvSpPr>
        <p:spPr>
          <a:xfrm>
            <a:off x="3995193" y="1827138"/>
            <a:ext cx="4998505" cy="1487562"/>
          </a:xfrm>
          <a:prstGeom prst="rect">
            <a:avLst/>
          </a:prstGeom>
        </p:spPr>
        <p:txBody>
          <a:bodyPr>
            <a:normAutofit/>
          </a:bodyPr>
          <a:lstStyle/>
          <a:p>
            <a:r>
              <a:rPr lang="zh-CN" altLang="en-US" sz="3200" dirty="0">
                <a:solidFill>
                  <a:srgbClr val="0045D4"/>
                </a:solidFill>
                <a:latin typeface="微软雅黑" panose="020B0503020204020204" pitchFamily="34" charset="-122"/>
                <a:ea typeface="微软雅黑" panose="020B0503020204020204" pitchFamily="34" charset="-122"/>
                <a:cs typeface="Alibaba PuHuiTi" pitchFamily="18" charset="-122"/>
              </a:rPr>
              <a:t>信息安全入职培训</a:t>
            </a:r>
            <a:br>
              <a:rPr lang="en-US" altLang="zh-CN" sz="3200" dirty="0">
                <a:solidFill>
                  <a:srgbClr val="0045D4"/>
                </a:solidFill>
                <a:latin typeface="微软雅黑" panose="020B0503020204020204" pitchFamily="34" charset="-122"/>
                <a:ea typeface="微软雅黑" panose="020B0503020204020204" pitchFamily="34" charset="-122"/>
                <a:cs typeface="Alibaba PuHuiTi" pitchFamily="18" charset="-122"/>
              </a:rPr>
            </a:br>
            <a:endParaRPr sz="2400" dirty="0">
              <a:solidFill>
                <a:srgbClr val="0045D4"/>
              </a:solidFill>
              <a:latin typeface="微软雅黑" panose="020B0503020204020204" pitchFamily="34" charset="-122"/>
              <a:ea typeface="微软雅黑" panose="020B0503020204020204" pitchFamily="34" charset="-122"/>
              <a:cs typeface="Alibaba PuHuiTi" pitchFamily="18" charset="-122"/>
            </a:endParaRPr>
          </a:p>
        </p:txBody>
      </p:sp>
      <p:sp>
        <p:nvSpPr>
          <p:cNvPr id="7" name="矩形 6"/>
          <p:cNvSpPr>
            <a:spLocks noChangeAspect="1"/>
          </p:cNvSpPr>
          <p:nvPr/>
        </p:nvSpPr>
        <p:spPr>
          <a:xfrm>
            <a:off x="3849202" y="2176829"/>
            <a:ext cx="36000" cy="72000"/>
          </a:xfrm>
          <a:prstGeom prst="rect">
            <a:avLst/>
          </a:prstGeom>
          <a:solidFill>
            <a:srgbClr val="FF5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45D4"/>
              </a:solidFill>
              <a:latin typeface="微软雅黑 Light" panose="020B0502040204020203" pitchFamily="34" charset="-122"/>
              <a:ea typeface="微软雅黑 Light" panose="020B0502040204020203" pitchFamily="34" charset="-122"/>
            </a:endParaRPr>
          </a:p>
        </p:txBody>
      </p:sp>
      <p:sp>
        <p:nvSpPr>
          <p:cNvPr id="8" name="矩形 7"/>
          <p:cNvSpPr/>
          <p:nvPr/>
        </p:nvSpPr>
        <p:spPr>
          <a:xfrm>
            <a:off x="3849202" y="2469062"/>
            <a:ext cx="36000" cy="1296000"/>
          </a:xfrm>
          <a:prstGeom prst="rect">
            <a:avLst/>
          </a:prstGeom>
          <a:solidFill>
            <a:srgbClr val="0045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45D4"/>
              </a:solidFill>
              <a:latin typeface="微软雅黑 Light" panose="020B0502040204020203" pitchFamily="34" charset="-122"/>
              <a:ea typeface="微软雅黑 Light" panose="020B0502040204020203" pitchFamily="34" charset="-122"/>
            </a:endParaRPr>
          </a:p>
        </p:txBody>
      </p:sp>
      <p:sp>
        <p:nvSpPr>
          <p:cNvPr id="9" name="矩形 8"/>
          <p:cNvSpPr/>
          <p:nvPr/>
        </p:nvSpPr>
        <p:spPr>
          <a:xfrm rot="10800000">
            <a:off x="3849203" y="1176627"/>
            <a:ext cx="36000" cy="792000"/>
          </a:xfrm>
          <a:prstGeom prst="rect">
            <a:avLst/>
          </a:prstGeom>
          <a:solidFill>
            <a:srgbClr val="0045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45D4"/>
              </a:solidFill>
              <a:latin typeface="微软雅黑 Light" panose="020B0502040204020203" pitchFamily="34" charset="-122"/>
              <a:ea typeface="微软雅黑 Light" panose="020B0502040204020203" pitchFamily="34" charset="-122"/>
            </a:endParaRPr>
          </a:p>
        </p:txBody>
      </p:sp>
      <p:sp>
        <p:nvSpPr>
          <p:cNvPr id="10" name="矩形 9"/>
          <p:cNvSpPr/>
          <p:nvPr/>
        </p:nvSpPr>
        <p:spPr>
          <a:xfrm rot="16200000">
            <a:off x="8009840" y="-392938"/>
            <a:ext cx="36000" cy="8280000"/>
          </a:xfrm>
          <a:prstGeom prst="rect">
            <a:avLst/>
          </a:prstGeom>
          <a:solidFill>
            <a:srgbClr val="0045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45D4"/>
              </a:solidFill>
              <a:latin typeface="微软雅黑 Light" panose="020B0502040204020203" pitchFamily="34" charset="-122"/>
              <a:ea typeface="微软雅黑 Light" panose="020B0502040204020203" pitchFamily="34" charset="-122"/>
            </a:endParaRPr>
          </a:p>
        </p:txBody>
      </p:sp>
      <p:sp>
        <p:nvSpPr>
          <p:cNvPr id="11" name="矩形 10"/>
          <p:cNvSpPr/>
          <p:nvPr/>
        </p:nvSpPr>
        <p:spPr>
          <a:xfrm rot="16200000">
            <a:off x="8004565" y="-2945373"/>
            <a:ext cx="36000" cy="8280000"/>
          </a:xfrm>
          <a:prstGeom prst="rect">
            <a:avLst/>
          </a:prstGeom>
          <a:solidFill>
            <a:srgbClr val="0045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45D4"/>
              </a:solidFill>
              <a:latin typeface="微软雅黑 Light" panose="020B0502040204020203" pitchFamily="34" charset="-122"/>
              <a:ea typeface="微软雅黑 Light" panose="020B0502040204020203" pitchFamily="34" charset="-122"/>
            </a:endParaRPr>
          </a:p>
        </p:txBody>
      </p:sp>
      <p:sp>
        <p:nvSpPr>
          <p:cNvPr id="12" name="触摸千寻位置"/>
          <p:cNvSpPr txBox="1"/>
          <p:nvPr/>
        </p:nvSpPr>
        <p:spPr>
          <a:xfrm>
            <a:off x="9295628" y="3185429"/>
            <a:ext cx="4998505" cy="1487562"/>
          </a:xfrm>
          <a:prstGeom prst="rect">
            <a:avLst/>
          </a:prstGeom>
        </p:spPr>
        <p:txBody>
          <a:bodyPr>
            <a:normAutofit/>
          </a:bodyPr>
          <a:lstStyle>
            <a:lvl1pPr algn="l" defTabSz="914400" rtl="0" eaLnBrk="1" latinLnBrk="0" hangingPunct="1">
              <a:lnSpc>
                <a:spcPct val="90000"/>
              </a:lnSpc>
              <a:spcBef>
                <a:spcPct val="0"/>
              </a:spcBef>
              <a:buNone/>
              <a:defRPr sz="4400" b="0" i="0" kern="1200">
                <a:solidFill>
                  <a:schemeClr val="tx1"/>
                </a:solidFill>
                <a:latin typeface="Noto Sans S Chinese Light" panose="020B0300000000000000" pitchFamily="34" charset="-128"/>
                <a:ea typeface="Noto Sans S Chinese Light" panose="020B0300000000000000" pitchFamily="34" charset="-128"/>
                <a:cs typeface="+mj-cs"/>
              </a:defRPr>
            </a:lvl1pPr>
          </a:lstStyle>
          <a:p>
            <a:r>
              <a:rPr lang="zh-CN" altLang="en-US" sz="2000" dirty="0">
                <a:solidFill>
                  <a:srgbClr val="0045D4"/>
                </a:solidFill>
                <a:latin typeface="微软雅黑" panose="020B0503020204020204" pitchFamily="34" charset="-122"/>
                <a:ea typeface="微软雅黑" panose="020B0503020204020204" pitchFamily="34" charset="-122"/>
                <a:cs typeface="Alibaba PuHuiTi" pitchFamily="18" charset="-122"/>
              </a:rPr>
              <a:t>信息安全部 </a:t>
            </a:r>
            <a:r>
              <a:rPr lang="en-US" altLang="zh-CN" sz="2000" dirty="0">
                <a:solidFill>
                  <a:srgbClr val="0045D4"/>
                </a:solidFill>
                <a:latin typeface="微软雅黑" panose="020B0503020204020204" pitchFamily="34" charset="-122"/>
                <a:ea typeface="微软雅黑" panose="020B0503020204020204" pitchFamily="34" charset="-122"/>
                <a:cs typeface="Alibaba PuHuiTi" pitchFamily="18" charset="-122"/>
              </a:rPr>
              <a:t>2025</a:t>
            </a:r>
            <a:r>
              <a:rPr lang="zh-CN" altLang="en-US" sz="2000" dirty="0">
                <a:solidFill>
                  <a:srgbClr val="0045D4"/>
                </a:solidFill>
                <a:latin typeface="微软雅黑" panose="020B0503020204020204" pitchFamily="34" charset="-122"/>
                <a:ea typeface="微软雅黑" panose="020B0503020204020204" pitchFamily="34" charset="-122"/>
                <a:cs typeface="Alibaba PuHuiTi" pitchFamily="18" charset="-122"/>
              </a:rPr>
              <a:t>年</a:t>
            </a:r>
            <a:br>
              <a:rPr lang="zh-CN" altLang="en-US" sz="2000" dirty="0">
                <a:solidFill>
                  <a:srgbClr val="0045D4"/>
                </a:solidFill>
                <a:latin typeface="微软雅黑" panose="020B0503020204020204" pitchFamily="34" charset="-122"/>
                <a:ea typeface="微软雅黑" panose="020B0503020204020204" pitchFamily="34" charset="-122"/>
                <a:cs typeface="Alibaba PuHuiTi" pitchFamily="18" charset="-122"/>
              </a:rPr>
            </a:br>
            <a:endParaRPr lang="zh-CN" altLang="en-US" sz="2000" dirty="0">
              <a:solidFill>
                <a:srgbClr val="0045D4"/>
              </a:solidFill>
              <a:latin typeface="微软雅黑" panose="020B0503020204020204" pitchFamily="34" charset="-122"/>
              <a:ea typeface="微软雅黑" panose="020B0503020204020204" pitchFamily="34"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300"/>
                                        <p:tgtEl>
                                          <p:spTgt spid="9"/>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300"/>
                                        <p:tgtEl>
                                          <p:spTgt spid="8"/>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1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7"/>
                                        </p:tgtEl>
                                        <p:attrNameLst>
                                          <p:attrName>style.visibility</p:attrName>
                                        </p:attrNameLst>
                                      </p:cBhvr>
                                      <p:to>
                                        <p:strVal val="visible"/>
                                      </p:to>
                                    </p:set>
                                    <p:animEffect transition="in" filter="fade">
                                      <p:cBhvr>
                                        <p:cTn id="26" dur="500"/>
                                        <p:tgtEl>
                                          <p:spTgt spid="1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P spid="7" grpId="0" animBg="1"/>
      <p:bldP spid="8" grpId="0" animBg="1"/>
      <p:bldP spid="9" grpId="0" animBg="1"/>
      <p:bldP spid="10" grpId="0" animBg="1"/>
      <p:bldP spid="11" grpId="0" animBg="1"/>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316690" y="373380"/>
            <a:ext cx="11358059"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38" name="TextBox 8"/>
          <p:cNvSpPr txBox="1"/>
          <p:nvPr/>
        </p:nvSpPr>
        <p:spPr>
          <a:xfrm>
            <a:off x="469900" y="1905000"/>
            <a:ext cx="7369777" cy="4450001"/>
          </a:xfrm>
          <a:prstGeom prst="rect">
            <a:avLst/>
          </a:prstGeom>
          <a:noFill/>
        </p:spPr>
        <p:txBody>
          <a:bodyPr wrap="square" rtlCol="0">
            <a:spAutoFit/>
          </a:bodyPr>
          <a:lstStyle/>
          <a:p>
            <a:pPr marL="171450" indent="-171450">
              <a:lnSpc>
                <a:spcPct val="200000"/>
              </a:lnSpc>
              <a:buFont typeface="Arial" panose="020B0604020202020204" pitchFamily="34" charset="0"/>
              <a:buChar char="•"/>
            </a:pPr>
            <a:r>
              <a:rPr lang="en-US" altLang="zh-CN" sz="1600" dirty="0">
                <a:solidFill>
                  <a:schemeClr val="tx2"/>
                </a:solidFill>
                <a:latin typeface="KaiTi" panose="02010609060101010101" pitchFamily="49" charset="-122"/>
                <a:ea typeface="KaiTi" panose="02010609060101010101" pitchFamily="49" charset="-122"/>
              </a:rPr>
              <a:t>2025 </a:t>
            </a:r>
            <a:r>
              <a:rPr lang="zh-CN" altLang="en-US" sz="1600" dirty="0">
                <a:solidFill>
                  <a:schemeClr val="tx2"/>
                </a:solidFill>
                <a:latin typeface="KaiTi" panose="02010609060101010101" pitchFamily="49" charset="-122"/>
                <a:ea typeface="KaiTi" panose="02010609060101010101" pitchFamily="49" charset="-122"/>
              </a:rPr>
              <a:t>年 </a:t>
            </a:r>
            <a:r>
              <a:rPr lang="en-US" altLang="zh-CN" sz="1600" dirty="0">
                <a:solidFill>
                  <a:schemeClr val="tx2"/>
                </a:solidFill>
                <a:latin typeface="KaiTi" panose="02010609060101010101" pitchFamily="49" charset="-122"/>
                <a:ea typeface="KaiTi" panose="02010609060101010101" pitchFamily="49" charset="-122"/>
              </a:rPr>
              <a:t>3 </a:t>
            </a:r>
            <a:r>
              <a:rPr lang="zh-CN" altLang="en-US" sz="1600" dirty="0">
                <a:solidFill>
                  <a:schemeClr val="tx2"/>
                </a:solidFill>
                <a:latin typeface="KaiTi" panose="02010609060101010101" pitchFamily="49" charset="-122"/>
                <a:ea typeface="KaiTi" panose="02010609060101010101" pitchFamily="49" charset="-122"/>
              </a:rPr>
              <a:t>月美国一家健康科技公司因</a:t>
            </a:r>
            <a:r>
              <a:rPr lang="en-US" altLang="zh-CN" sz="1600" dirty="0">
                <a:solidFill>
                  <a:schemeClr val="tx2"/>
                </a:solidFill>
                <a:latin typeface="KaiTi" panose="02010609060101010101" pitchFamily="49" charset="-122"/>
                <a:ea typeface="KaiTi" panose="02010609060101010101" pitchFamily="49" charset="-122"/>
              </a:rPr>
              <a:t>AWS</a:t>
            </a:r>
            <a:r>
              <a:rPr lang="zh-CN" altLang="en-US" sz="1600" dirty="0">
                <a:solidFill>
                  <a:schemeClr val="tx2"/>
                </a:solidFill>
                <a:latin typeface="KaiTi" panose="02010609060101010101" pitchFamily="49" charset="-122"/>
                <a:ea typeface="KaiTi" panose="02010609060101010101" pitchFamily="49" charset="-122"/>
              </a:rPr>
              <a:t>存储桶配置错误，导致 </a:t>
            </a:r>
            <a:r>
              <a:rPr lang="en-US" altLang="zh-CN" sz="1600" dirty="0">
                <a:solidFill>
                  <a:schemeClr val="tx2"/>
                </a:solidFill>
                <a:latin typeface="KaiTi" panose="02010609060101010101" pitchFamily="49" charset="-122"/>
                <a:ea typeface="KaiTi" panose="02010609060101010101" pitchFamily="49" charset="-122"/>
              </a:rPr>
              <a:t>8.6 </a:t>
            </a:r>
            <a:r>
              <a:rPr lang="zh-CN" altLang="en-US" sz="1600" dirty="0">
                <a:solidFill>
                  <a:schemeClr val="tx2"/>
                </a:solidFill>
                <a:latin typeface="KaiTi" panose="02010609060101010101" pitchFamily="49" charset="-122"/>
                <a:ea typeface="KaiTi" panose="02010609060101010101" pitchFamily="49" charset="-122"/>
              </a:rPr>
              <a:t>万医疗工作者敏感信息泄露，起因是</a:t>
            </a:r>
            <a:r>
              <a:rPr lang="en-US" altLang="zh-CN" sz="1600" dirty="0">
                <a:solidFill>
                  <a:schemeClr val="tx2"/>
                </a:solidFill>
                <a:latin typeface="KaiTi" panose="02010609060101010101" pitchFamily="49" charset="-122"/>
                <a:ea typeface="KaiTi" panose="02010609060101010101" pitchFamily="49" charset="-122"/>
              </a:rPr>
              <a:t>108.8GB </a:t>
            </a:r>
            <a:r>
              <a:rPr lang="zh-CN" altLang="en-US" sz="1600" dirty="0">
                <a:solidFill>
                  <a:schemeClr val="tx2"/>
                </a:solidFill>
                <a:latin typeface="KaiTi" panose="02010609060101010101" pitchFamily="49" charset="-122"/>
                <a:ea typeface="KaiTi" panose="02010609060101010101" pitchFamily="49" charset="-122"/>
              </a:rPr>
              <a:t>未加密数据被公开暴露，存储桶未设密码保护或加密措施。</a:t>
            </a:r>
            <a:endParaRPr lang="en-US" altLang="zh-CN" sz="1600" dirty="0">
              <a:solidFill>
                <a:schemeClr val="tx2"/>
              </a:solidFill>
              <a:latin typeface="KaiTi" panose="02010609060101010101" pitchFamily="49" charset="-122"/>
              <a:ea typeface="KaiTi" panose="02010609060101010101" pitchFamily="49" charset="-122"/>
            </a:endParaRPr>
          </a:p>
          <a:p>
            <a:pPr marL="171450" indent="-171450">
              <a:lnSpc>
                <a:spcPct val="200000"/>
              </a:lnSpc>
              <a:buFont typeface="Arial" panose="020B0604020202020204" pitchFamily="34" charset="0"/>
              <a:buChar char="•"/>
            </a:pPr>
            <a:r>
              <a:rPr lang="en-US" altLang="zh-CN" sz="1600" dirty="0">
                <a:solidFill>
                  <a:schemeClr val="tx2"/>
                </a:solidFill>
                <a:latin typeface="KaiTi" panose="02010609060101010101" pitchFamily="49" charset="-122"/>
                <a:ea typeface="KaiTi" panose="02010609060101010101" pitchFamily="49" charset="-122"/>
              </a:rPr>
              <a:t>2024</a:t>
            </a:r>
            <a:r>
              <a:rPr lang="zh-CN" altLang="en-US" sz="1600" dirty="0">
                <a:solidFill>
                  <a:schemeClr val="tx2"/>
                </a:solidFill>
                <a:latin typeface="KaiTi" panose="02010609060101010101" pitchFamily="49" charset="-122"/>
                <a:ea typeface="KaiTi" panose="02010609060101010101" pitchFamily="49" charset="-122"/>
              </a:rPr>
              <a:t>年</a:t>
            </a:r>
            <a:r>
              <a:rPr lang="en-US" altLang="zh-CN" sz="1600" dirty="0">
                <a:solidFill>
                  <a:schemeClr val="tx2"/>
                </a:solidFill>
                <a:latin typeface="KaiTi" panose="02010609060101010101" pitchFamily="49" charset="-122"/>
                <a:ea typeface="KaiTi" panose="02010609060101010101" pitchFamily="49" charset="-122"/>
              </a:rPr>
              <a:t>3</a:t>
            </a:r>
            <a:r>
              <a:rPr lang="zh-CN" altLang="en-US" sz="1600" dirty="0">
                <a:solidFill>
                  <a:schemeClr val="tx2"/>
                </a:solidFill>
                <a:latin typeface="KaiTi" panose="02010609060101010101" pitchFamily="49" charset="-122"/>
                <a:ea typeface="KaiTi" panose="02010609060101010101" pitchFamily="49" charset="-122"/>
              </a:rPr>
              <a:t>月法国劳动局大规模数据遭泄露，高达</a:t>
            </a:r>
            <a:r>
              <a:rPr lang="en-US" altLang="zh-CN" sz="1600" dirty="0">
                <a:solidFill>
                  <a:schemeClr val="tx2"/>
                </a:solidFill>
                <a:latin typeface="KaiTi" panose="02010609060101010101" pitchFamily="49" charset="-122"/>
                <a:ea typeface="KaiTi" panose="02010609060101010101" pitchFamily="49" charset="-122"/>
              </a:rPr>
              <a:t>4300</a:t>
            </a:r>
            <a:r>
              <a:rPr lang="zh-CN" altLang="en-US" sz="1600" dirty="0">
                <a:solidFill>
                  <a:schemeClr val="tx2"/>
                </a:solidFill>
                <a:latin typeface="KaiTi" panose="02010609060101010101" pitchFamily="49" charset="-122"/>
                <a:ea typeface="KaiTi" panose="02010609060101010101" pitchFamily="49" charset="-122"/>
              </a:rPr>
              <a:t>万公民的信息遭到窃取，泄露的信息包括姓名、出生日期、电子邮件地址、邮政地址和电话号码等。</a:t>
            </a:r>
            <a:endParaRPr lang="en-US" altLang="zh-CN" sz="1600" dirty="0">
              <a:solidFill>
                <a:schemeClr val="tx2"/>
              </a:solidFill>
              <a:latin typeface="KaiTi" panose="02010609060101010101" pitchFamily="49" charset="-122"/>
              <a:ea typeface="KaiTi" panose="02010609060101010101" pitchFamily="49" charset="-122"/>
            </a:endParaRPr>
          </a:p>
          <a:p>
            <a:pPr marL="171450" indent="-171450">
              <a:lnSpc>
                <a:spcPct val="200000"/>
              </a:lnSpc>
              <a:buFont typeface="Arial" panose="020B0604020202020204" pitchFamily="34" charset="0"/>
              <a:buChar char="•"/>
            </a:pPr>
            <a:r>
              <a:rPr lang="en-US" altLang="zh-CN" sz="1600" dirty="0">
                <a:solidFill>
                  <a:schemeClr val="tx2"/>
                </a:solidFill>
                <a:latin typeface="KaiTi" panose="02010609060101010101" pitchFamily="49" charset="-122"/>
                <a:ea typeface="KaiTi" panose="02010609060101010101" pitchFamily="49" charset="-122"/>
              </a:rPr>
              <a:t>2024</a:t>
            </a:r>
            <a:r>
              <a:rPr lang="zh-CN" altLang="en-US" sz="1600" dirty="0">
                <a:solidFill>
                  <a:schemeClr val="tx2"/>
                </a:solidFill>
                <a:latin typeface="KaiTi" panose="02010609060101010101" pitchFamily="49" charset="-122"/>
                <a:ea typeface="KaiTi" panose="02010609060101010101" pitchFamily="49" charset="-122"/>
              </a:rPr>
              <a:t>年</a:t>
            </a:r>
            <a:r>
              <a:rPr lang="en-US" altLang="zh-CN" sz="1600" dirty="0">
                <a:solidFill>
                  <a:schemeClr val="tx2"/>
                </a:solidFill>
                <a:latin typeface="KaiTi" panose="02010609060101010101" pitchFamily="49" charset="-122"/>
                <a:ea typeface="KaiTi" panose="02010609060101010101" pitchFamily="49" charset="-122"/>
              </a:rPr>
              <a:t>1</a:t>
            </a:r>
            <a:r>
              <a:rPr lang="zh-CN" altLang="en-US" sz="1600" dirty="0">
                <a:solidFill>
                  <a:schemeClr val="tx2"/>
                </a:solidFill>
                <a:latin typeface="KaiTi" panose="02010609060101010101" pitchFamily="49" charset="-122"/>
                <a:ea typeface="KaiTi" panose="02010609060101010101" pitchFamily="49" charset="-122"/>
              </a:rPr>
              <a:t>月微软内网遭撞库攻击</a:t>
            </a:r>
            <a:r>
              <a:rPr lang="en-US" altLang="zh-CN" sz="1600" dirty="0">
                <a:solidFill>
                  <a:schemeClr val="tx2"/>
                </a:solidFill>
                <a:latin typeface="KaiTi" panose="02010609060101010101" pitchFamily="49" charset="-122"/>
                <a:ea typeface="KaiTi" panose="02010609060101010101" pitchFamily="49" charset="-122"/>
              </a:rPr>
              <a:t>(</a:t>
            </a:r>
            <a:r>
              <a:rPr lang="zh-CN" altLang="en-US" sz="1600" dirty="0">
                <a:solidFill>
                  <a:schemeClr val="tx2"/>
                </a:solidFill>
                <a:latin typeface="KaiTi" panose="02010609060101010101" pitchFamily="49" charset="-122"/>
                <a:ea typeface="KaiTi" panose="02010609060101010101" pitchFamily="49" charset="-122"/>
              </a:rPr>
              <a:t>黑客组织利用弱密码侵入公司网络</a:t>
            </a:r>
            <a:r>
              <a:rPr lang="en-US" altLang="zh-CN" sz="1600" dirty="0">
                <a:solidFill>
                  <a:schemeClr val="tx2"/>
                </a:solidFill>
                <a:latin typeface="KaiTi" panose="02010609060101010101" pitchFamily="49" charset="-122"/>
                <a:ea typeface="KaiTi" panose="02010609060101010101" pitchFamily="49" charset="-122"/>
              </a:rPr>
              <a:t>)</a:t>
            </a:r>
            <a:r>
              <a:rPr lang="zh-CN" altLang="en-US" sz="1600" dirty="0">
                <a:solidFill>
                  <a:schemeClr val="tx2"/>
                </a:solidFill>
                <a:latin typeface="KaiTi" panose="02010609060101010101" pitchFamily="49" charset="-122"/>
                <a:ea typeface="KaiTi" panose="02010609060101010101" pitchFamily="49" charset="-122"/>
              </a:rPr>
              <a:t>：高管邮件数据被盗，访问了高管及安全、法务团队成员的电子邮件和文件。</a:t>
            </a:r>
            <a:endParaRPr lang="en-US" altLang="zh-CN" sz="1600" dirty="0">
              <a:solidFill>
                <a:schemeClr val="tx2"/>
              </a:solidFill>
              <a:latin typeface="KaiTi" panose="02010609060101010101" pitchFamily="49" charset="-122"/>
              <a:ea typeface="KaiTi" panose="02010609060101010101" pitchFamily="49" charset="-122"/>
            </a:endParaRPr>
          </a:p>
          <a:p>
            <a:pPr marL="171450" indent="-171450">
              <a:lnSpc>
                <a:spcPct val="200000"/>
              </a:lnSpc>
              <a:buFont typeface="Arial" panose="020B0604020202020204" pitchFamily="34" charset="0"/>
              <a:buChar char="•"/>
            </a:pPr>
            <a:r>
              <a:rPr lang="en-US" altLang="zh-CN" sz="1600" dirty="0">
                <a:solidFill>
                  <a:schemeClr val="tx2"/>
                </a:solidFill>
                <a:latin typeface="KaiTi" panose="02010609060101010101" pitchFamily="49" charset="-122"/>
                <a:ea typeface="KaiTi" panose="02010609060101010101" pitchFamily="49" charset="-122"/>
              </a:rPr>
              <a:t>2024</a:t>
            </a:r>
            <a:r>
              <a:rPr lang="zh-CN" altLang="en-US" sz="1600" dirty="0">
                <a:solidFill>
                  <a:schemeClr val="tx2"/>
                </a:solidFill>
                <a:latin typeface="KaiTi" panose="02010609060101010101" pitchFamily="49" charset="-122"/>
                <a:ea typeface="KaiTi" panose="02010609060101010101" pitchFamily="49" charset="-122"/>
              </a:rPr>
              <a:t>年</a:t>
            </a:r>
            <a:r>
              <a:rPr lang="en-US" altLang="zh-CN" sz="1600" dirty="0">
                <a:solidFill>
                  <a:schemeClr val="tx2"/>
                </a:solidFill>
                <a:latin typeface="KaiTi" panose="02010609060101010101" pitchFamily="49" charset="-122"/>
                <a:ea typeface="KaiTi" panose="02010609060101010101" pitchFamily="49" charset="-122"/>
              </a:rPr>
              <a:t>1</a:t>
            </a:r>
            <a:r>
              <a:rPr lang="zh-CN" altLang="en-US" sz="1600" dirty="0">
                <a:solidFill>
                  <a:schemeClr val="tx2"/>
                </a:solidFill>
                <a:latin typeface="KaiTi" panose="02010609060101010101" pitchFamily="49" charset="-122"/>
                <a:ea typeface="KaiTi" panose="02010609060101010101" pitchFamily="49" charset="-122"/>
              </a:rPr>
              <a:t>月一家英国跨国企业的香港分公司，被骗子用伪造的「</a:t>
            </a:r>
            <a:r>
              <a:rPr lang="en-US" altLang="ko-KR" sz="1600" dirty="0">
                <a:solidFill>
                  <a:schemeClr val="tx2"/>
                </a:solidFill>
                <a:latin typeface="KaiTi" panose="02010609060101010101" pitchFamily="49" charset="-122"/>
                <a:ea typeface="KaiTi" panose="02010609060101010101" pitchFamily="49" charset="-122"/>
              </a:rPr>
              <a:t>AI</a:t>
            </a:r>
            <a:r>
              <a:rPr lang="zh-CN" altLang="en-US" sz="1600" dirty="0">
                <a:solidFill>
                  <a:schemeClr val="tx2"/>
                </a:solidFill>
                <a:latin typeface="KaiTi" panose="02010609060101010101" pitchFamily="49" charset="-122"/>
                <a:ea typeface="KaiTi" panose="02010609060101010101" pitchFamily="49" charset="-122"/>
              </a:rPr>
              <a:t>换脸」和</a:t>
            </a:r>
            <a:r>
              <a:rPr lang="en-US" altLang="ko-KR" sz="1600" dirty="0">
                <a:solidFill>
                  <a:schemeClr val="tx2"/>
                </a:solidFill>
                <a:latin typeface="KaiTi" panose="02010609060101010101" pitchFamily="49" charset="-122"/>
                <a:ea typeface="KaiTi" panose="02010609060101010101" pitchFamily="49" charset="-122"/>
              </a:rPr>
              <a:t>AI</a:t>
            </a:r>
            <a:r>
              <a:rPr lang="zh-CN" altLang="en-US" sz="1600" dirty="0">
                <a:solidFill>
                  <a:schemeClr val="tx2"/>
                </a:solidFill>
                <a:latin typeface="KaiTi" panose="02010609060101010101" pitchFamily="49" charset="-122"/>
                <a:ea typeface="KaiTi" panose="02010609060101010101" pitchFamily="49" charset="-122"/>
              </a:rPr>
              <a:t>音频合成的视频内容，冒充总公司的</a:t>
            </a:r>
            <a:r>
              <a:rPr lang="en-US" altLang="ko-KR" sz="1600" dirty="0">
                <a:solidFill>
                  <a:schemeClr val="tx2"/>
                </a:solidFill>
                <a:latin typeface="KaiTi" panose="02010609060101010101" pitchFamily="49" charset="-122"/>
                <a:ea typeface="KaiTi" panose="02010609060101010101" pitchFamily="49" charset="-122"/>
              </a:rPr>
              <a:t>CFO</a:t>
            </a:r>
            <a:r>
              <a:rPr lang="ko-KR" altLang="en-US" sz="1600" dirty="0">
                <a:solidFill>
                  <a:schemeClr val="tx2"/>
                </a:solidFill>
                <a:latin typeface="KaiTi" panose="02010609060101010101" pitchFamily="49" charset="-122"/>
                <a:ea typeface="微软雅黑" panose="020B0503020204020204" pitchFamily="34" charset="-122"/>
              </a:rPr>
              <a:t>，</a:t>
            </a:r>
            <a:r>
              <a:rPr lang="zh-CN" altLang="en-US" sz="1600" dirty="0">
                <a:solidFill>
                  <a:schemeClr val="tx2"/>
                </a:solidFill>
                <a:latin typeface="KaiTi" panose="02010609060101010101" pitchFamily="49" charset="-122"/>
                <a:ea typeface="KaiTi" panose="02010609060101010101" pitchFamily="49" charset="-122"/>
              </a:rPr>
              <a:t>直接骗走了</a:t>
            </a:r>
            <a:r>
              <a:rPr lang="en-US" altLang="zh-CN" sz="1600" dirty="0">
                <a:solidFill>
                  <a:schemeClr val="tx2"/>
                </a:solidFill>
                <a:latin typeface="KaiTi" panose="02010609060101010101" pitchFamily="49" charset="-122"/>
                <a:ea typeface="KaiTi" panose="02010609060101010101" pitchFamily="49" charset="-122"/>
              </a:rPr>
              <a:t>2</a:t>
            </a:r>
            <a:r>
              <a:rPr lang="zh-CN" altLang="en-US" sz="1600" dirty="0">
                <a:solidFill>
                  <a:schemeClr val="tx2"/>
                </a:solidFill>
                <a:latin typeface="KaiTi" panose="02010609060101010101" pitchFamily="49" charset="-122"/>
                <a:ea typeface="KaiTi" panose="02010609060101010101" pitchFamily="49" charset="-122"/>
              </a:rPr>
              <a:t>亿港币。</a:t>
            </a:r>
            <a:endParaRPr lang="en-US" altLang="ko-KR" sz="1600" dirty="0">
              <a:solidFill>
                <a:schemeClr val="tx2"/>
              </a:solidFill>
              <a:latin typeface="KaiTi" panose="02010609060101010101" pitchFamily="49" charset="-122"/>
              <a:ea typeface="KaiTi" panose="02010609060101010101" pitchFamily="49" charset="-122"/>
            </a:endParaRPr>
          </a:p>
        </p:txBody>
      </p:sp>
      <p:grpSp>
        <p:nvGrpSpPr>
          <p:cNvPr id="39" name="组合 3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7910624" y="2610321"/>
            <a:ext cx="4133178" cy="3562543"/>
            <a:chOff x="3038476" y="1058177"/>
            <a:chExt cx="6151563" cy="4737786"/>
          </a:xfrm>
        </p:grpSpPr>
        <p:sp>
          <p:nvSpPr>
            <p:cNvPr id="40" name="i$ľídé"/>
            <p:cNvSpPr/>
            <p:nvPr/>
          </p:nvSpPr>
          <p:spPr bwMode="auto">
            <a:xfrm>
              <a:off x="3038476" y="5230813"/>
              <a:ext cx="6151563" cy="565150"/>
            </a:xfrm>
            <a:custGeom>
              <a:avLst/>
              <a:gdLst>
                <a:gd name="T0" fmla="*/ 1754 w 3786"/>
                <a:gd name="T1" fmla="*/ 0 h 348"/>
                <a:gd name="T2" fmla="*/ 1728 w 3786"/>
                <a:gd name="T3" fmla="*/ 0 h 348"/>
                <a:gd name="T4" fmla="*/ 1495 w 3786"/>
                <a:gd name="T5" fmla="*/ 6 h 348"/>
                <a:gd name="T6" fmla="*/ 1443 w 3786"/>
                <a:gd name="T7" fmla="*/ 182 h 348"/>
                <a:gd name="T8" fmla="*/ 1393 w 3786"/>
                <a:gd name="T9" fmla="*/ 164 h 348"/>
                <a:gd name="T10" fmla="*/ 1418 w 3786"/>
                <a:gd name="T11" fmla="*/ 11 h 348"/>
                <a:gd name="T12" fmla="*/ 1400 w 3786"/>
                <a:gd name="T13" fmla="*/ 13 h 348"/>
                <a:gd name="T14" fmla="*/ 1277 w 3786"/>
                <a:gd name="T15" fmla="*/ 29 h 348"/>
                <a:gd name="T16" fmla="*/ 1031 w 3786"/>
                <a:gd name="T17" fmla="*/ 55 h 348"/>
                <a:gd name="T18" fmla="*/ 831 w 3786"/>
                <a:gd name="T19" fmla="*/ 68 h 348"/>
                <a:gd name="T20" fmla="*/ 755 w 3786"/>
                <a:gd name="T21" fmla="*/ 72 h 348"/>
                <a:gd name="T22" fmla="*/ 638 w 3786"/>
                <a:gd name="T23" fmla="*/ 63 h 348"/>
                <a:gd name="T24" fmla="*/ 501 w 3786"/>
                <a:gd name="T25" fmla="*/ 41 h 348"/>
                <a:gd name="T26" fmla="*/ 347 w 3786"/>
                <a:gd name="T27" fmla="*/ 20 h 348"/>
                <a:gd name="T28" fmla="*/ 344 w 3786"/>
                <a:gd name="T29" fmla="*/ 20 h 348"/>
                <a:gd name="T30" fmla="*/ 125 w 3786"/>
                <a:gd name="T31" fmla="*/ 43 h 348"/>
                <a:gd name="T32" fmla="*/ 50 w 3786"/>
                <a:gd name="T33" fmla="*/ 79 h 348"/>
                <a:gd name="T34" fmla="*/ 44 w 3786"/>
                <a:gd name="T35" fmla="*/ 248 h 348"/>
                <a:gd name="T36" fmla="*/ 377 w 3786"/>
                <a:gd name="T37" fmla="*/ 339 h 348"/>
                <a:gd name="T38" fmla="*/ 405 w 3786"/>
                <a:gd name="T39" fmla="*/ 339 h 348"/>
                <a:gd name="T40" fmla="*/ 712 w 3786"/>
                <a:gd name="T41" fmla="*/ 329 h 348"/>
                <a:gd name="T42" fmla="*/ 1021 w 3786"/>
                <a:gd name="T43" fmla="*/ 320 h 348"/>
                <a:gd name="T44" fmla="*/ 1027 w 3786"/>
                <a:gd name="T45" fmla="*/ 320 h 348"/>
                <a:gd name="T46" fmla="*/ 1111 w 3786"/>
                <a:gd name="T47" fmla="*/ 320 h 348"/>
                <a:gd name="T48" fmla="*/ 1671 w 3786"/>
                <a:gd name="T49" fmla="*/ 308 h 348"/>
                <a:gd name="T50" fmla="*/ 2029 w 3786"/>
                <a:gd name="T51" fmla="*/ 299 h 348"/>
                <a:gd name="T52" fmla="*/ 2276 w 3786"/>
                <a:gd name="T53" fmla="*/ 300 h 348"/>
                <a:gd name="T54" fmla="*/ 2894 w 3786"/>
                <a:gd name="T55" fmla="*/ 325 h 348"/>
                <a:gd name="T56" fmla="*/ 3164 w 3786"/>
                <a:gd name="T57" fmla="*/ 346 h 348"/>
                <a:gd name="T58" fmla="*/ 3234 w 3786"/>
                <a:gd name="T59" fmla="*/ 348 h 348"/>
                <a:gd name="T60" fmla="*/ 3402 w 3786"/>
                <a:gd name="T61" fmla="*/ 340 h 348"/>
                <a:gd name="T62" fmla="*/ 3598 w 3786"/>
                <a:gd name="T63" fmla="*/ 295 h 348"/>
                <a:gd name="T64" fmla="*/ 3748 w 3786"/>
                <a:gd name="T65" fmla="*/ 168 h 348"/>
                <a:gd name="T66" fmla="*/ 3093 w 3786"/>
                <a:gd name="T67" fmla="*/ 40 h 348"/>
                <a:gd name="T68" fmla="*/ 3064 w 3786"/>
                <a:gd name="T69" fmla="*/ 40 h 348"/>
                <a:gd name="T70" fmla="*/ 2856 w 3786"/>
                <a:gd name="T71" fmla="*/ 41 h 348"/>
                <a:gd name="T72" fmla="*/ 2739 w 3786"/>
                <a:gd name="T73" fmla="*/ 40 h 348"/>
                <a:gd name="T74" fmla="*/ 2605 w 3786"/>
                <a:gd name="T75" fmla="*/ 22 h 348"/>
                <a:gd name="T76" fmla="*/ 2472 w 3786"/>
                <a:gd name="T77" fmla="*/ 13 h 348"/>
                <a:gd name="T78" fmla="*/ 2038 w 3786"/>
                <a:gd name="T79" fmla="*/ 0 h 348"/>
                <a:gd name="T80" fmla="*/ 1911 w 3786"/>
                <a:gd name="T81" fmla="*/ 1 h 348"/>
                <a:gd name="T82" fmla="*/ 1754 w 3786"/>
                <a:gd name="T83"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786" h="348">
                  <a:moveTo>
                    <a:pt x="1754" y="0"/>
                  </a:moveTo>
                  <a:cubicBezTo>
                    <a:pt x="1745" y="0"/>
                    <a:pt x="1736" y="0"/>
                    <a:pt x="1728" y="0"/>
                  </a:cubicBezTo>
                  <a:cubicBezTo>
                    <a:pt x="1650" y="0"/>
                    <a:pt x="1572" y="2"/>
                    <a:pt x="1495" y="6"/>
                  </a:cubicBezTo>
                  <a:cubicBezTo>
                    <a:pt x="1443" y="182"/>
                    <a:pt x="1443" y="182"/>
                    <a:pt x="1443" y="182"/>
                  </a:cubicBezTo>
                  <a:cubicBezTo>
                    <a:pt x="1393" y="164"/>
                    <a:pt x="1393" y="164"/>
                    <a:pt x="1393" y="164"/>
                  </a:cubicBezTo>
                  <a:cubicBezTo>
                    <a:pt x="1418" y="11"/>
                    <a:pt x="1418" y="11"/>
                    <a:pt x="1418" y="11"/>
                  </a:cubicBezTo>
                  <a:cubicBezTo>
                    <a:pt x="1412" y="12"/>
                    <a:pt x="1406" y="13"/>
                    <a:pt x="1400" y="13"/>
                  </a:cubicBezTo>
                  <a:cubicBezTo>
                    <a:pt x="1359" y="17"/>
                    <a:pt x="1318" y="25"/>
                    <a:pt x="1277" y="29"/>
                  </a:cubicBezTo>
                  <a:cubicBezTo>
                    <a:pt x="1195" y="36"/>
                    <a:pt x="1114" y="49"/>
                    <a:pt x="1031" y="55"/>
                  </a:cubicBezTo>
                  <a:cubicBezTo>
                    <a:pt x="964" y="59"/>
                    <a:pt x="897" y="62"/>
                    <a:pt x="831" y="68"/>
                  </a:cubicBezTo>
                  <a:cubicBezTo>
                    <a:pt x="806" y="70"/>
                    <a:pt x="781" y="72"/>
                    <a:pt x="755" y="72"/>
                  </a:cubicBezTo>
                  <a:cubicBezTo>
                    <a:pt x="715" y="72"/>
                    <a:pt x="675" y="69"/>
                    <a:pt x="638" y="63"/>
                  </a:cubicBezTo>
                  <a:cubicBezTo>
                    <a:pt x="592" y="56"/>
                    <a:pt x="546" y="52"/>
                    <a:pt x="501" y="41"/>
                  </a:cubicBezTo>
                  <a:cubicBezTo>
                    <a:pt x="452" y="29"/>
                    <a:pt x="398" y="20"/>
                    <a:pt x="347" y="20"/>
                  </a:cubicBezTo>
                  <a:cubicBezTo>
                    <a:pt x="346" y="20"/>
                    <a:pt x="345" y="20"/>
                    <a:pt x="344" y="20"/>
                  </a:cubicBezTo>
                  <a:cubicBezTo>
                    <a:pt x="269" y="21"/>
                    <a:pt x="196" y="21"/>
                    <a:pt x="125" y="43"/>
                  </a:cubicBezTo>
                  <a:cubicBezTo>
                    <a:pt x="100" y="50"/>
                    <a:pt x="69" y="63"/>
                    <a:pt x="50" y="79"/>
                  </a:cubicBezTo>
                  <a:cubicBezTo>
                    <a:pt x="6" y="116"/>
                    <a:pt x="0" y="209"/>
                    <a:pt x="44" y="248"/>
                  </a:cubicBezTo>
                  <a:cubicBezTo>
                    <a:pt x="117" y="312"/>
                    <a:pt x="274" y="338"/>
                    <a:pt x="377" y="339"/>
                  </a:cubicBezTo>
                  <a:cubicBezTo>
                    <a:pt x="386" y="339"/>
                    <a:pt x="396" y="339"/>
                    <a:pt x="405" y="339"/>
                  </a:cubicBezTo>
                  <a:cubicBezTo>
                    <a:pt x="508" y="339"/>
                    <a:pt x="609" y="333"/>
                    <a:pt x="712" y="329"/>
                  </a:cubicBezTo>
                  <a:cubicBezTo>
                    <a:pt x="815" y="325"/>
                    <a:pt x="918" y="320"/>
                    <a:pt x="1021" y="320"/>
                  </a:cubicBezTo>
                  <a:cubicBezTo>
                    <a:pt x="1023" y="320"/>
                    <a:pt x="1025" y="320"/>
                    <a:pt x="1027" y="320"/>
                  </a:cubicBezTo>
                  <a:cubicBezTo>
                    <a:pt x="1055" y="320"/>
                    <a:pt x="1083" y="320"/>
                    <a:pt x="1111" y="320"/>
                  </a:cubicBezTo>
                  <a:cubicBezTo>
                    <a:pt x="1298" y="320"/>
                    <a:pt x="1484" y="318"/>
                    <a:pt x="1671" y="308"/>
                  </a:cubicBezTo>
                  <a:cubicBezTo>
                    <a:pt x="1790" y="301"/>
                    <a:pt x="1910" y="299"/>
                    <a:pt x="2029" y="299"/>
                  </a:cubicBezTo>
                  <a:cubicBezTo>
                    <a:pt x="2111" y="299"/>
                    <a:pt x="2193" y="300"/>
                    <a:pt x="2276" y="300"/>
                  </a:cubicBezTo>
                  <a:cubicBezTo>
                    <a:pt x="2483" y="300"/>
                    <a:pt x="2688" y="302"/>
                    <a:pt x="2894" y="325"/>
                  </a:cubicBezTo>
                  <a:cubicBezTo>
                    <a:pt x="2983" y="335"/>
                    <a:pt x="3074" y="339"/>
                    <a:pt x="3164" y="346"/>
                  </a:cubicBezTo>
                  <a:cubicBezTo>
                    <a:pt x="3188" y="348"/>
                    <a:pt x="3211" y="348"/>
                    <a:pt x="3234" y="348"/>
                  </a:cubicBezTo>
                  <a:cubicBezTo>
                    <a:pt x="3290" y="348"/>
                    <a:pt x="3346" y="344"/>
                    <a:pt x="3402" y="340"/>
                  </a:cubicBezTo>
                  <a:cubicBezTo>
                    <a:pt x="3470" y="335"/>
                    <a:pt x="3537" y="320"/>
                    <a:pt x="3598" y="295"/>
                  </a:cubicBezTo>
                  <a:cubicBezTo>
                    <a:pt x="3647" y="276"/>
                    <a:pt x="3733" y="215"/>
                    <a:pt x="3748" y="168"/>
                  </a:cubicBezTo>
                  <a:cubicBezTo>
                    <a:pt x="3786" y="46"/>
                    <a:pt x="3247" y="40"/>
                    <a:pt x="3093" y="40"/>
                  </a:cubicBezTo>
                  <a:cubicBezTo>
                    <a:pt x="3081" y="40"/>
                    <a:pt x="3071" y="40"/>
                    <a:pt x="3064" y="40"/>
                  </a:cubicBezTo>
                  <a:cubicBezTo>
                    <a:pt x="2995" y="40"/>
                    <a:pt x="2925" y="41"/>
                    <a:pt x="2856" y="41"/>
                  </a:cubicBezTo>
                  <a:cubicBezTo>
                    <a:pt x="2817" y="41"/>
                    <a:pt x="2778" y="41"/>
                    <a:pt x="2739" y="40"/>
                  </a:cubicBezTo>
                  <a:cubicBezTo>
                    <a:pt x="2694" y="38"/>
                    <a:pt x="2649" y="31"/>
                    <a:pt x="2605" y="22"/>
                  </a:cubicBezTo>
                  <a:cubicBezTo>
                    <a:pt x="2561" y="14"/>
                    <a:pt x="2516" y="16"/>
                    <a:pt x="2472" y="13"/>
                  </a:cubicBezTo>
                  <a:cubicBezTo>
                    <a:pt x="2327" y="2"/>
                    <a:pt x="2182" y="0"/>
                    <a:pt x="2038" y="0"/>
                  </a:cubicBezTo>
                  <a:cubicBezTo>
                    <a:pt x="1995" y="0"/>
                    <a:pt x="1953" y="1"/>
                    <a:pt x="1911" y="1"/>
                  </a:cubicBezTo>
                  <a:cubicBezTo>
                    <a:pt x="1858" y="1"/>
                    <a:pt x="1806" y="0"/>
                    <a:pt x="1754" y="0"/>
                  </a:cubicBezTo>
                </a:path>
              </a:pathLst>
            </a:custGeom>
            <a:solidFill>
              <a:schemeClr val="bg1">
                <a:lumMod val="85000"/>
              </a:schemeClr>
            </a:solidFill>
            <a:ln>
              <a:noFill/>
            </a:ln>
          </p:spPr>
          <p:txBody>
            <a:bodyPr anchor="ctr"/>
            <a:lstStyle/>
            <a:p>
              <a:pPr algn="ctr"/>
              <a:endParaRPr/>
            </a:p>
          </p:txBody>
        </p:sp>
        <p:sp>
          <p:nvSpPr>
            <p:cNvPr id="41" name="iṣlîdê"/>
            <p:cNvSpPr/>
            <p:nvPr/>
          </p:nvSpPr>
          <p:spPr bwMode="auto">
            <a:xfrm>
              <a:off x="3196096" y="1847015"/>
              <a:ext cx="792951" cy="298477"/>
            </a:xfrm>
            <a:custGeom>
              <a:avLst/>
              <a:gdLst>
                <a:gd name="connsiteX0" fmla="*/ 714204 w 792951"/>
                <a:gd name="connsiteY0" fmla="*/ 240589 h 298477"/>
                <a:gd name="connsiteX1" fmla="*/ 725499 w 792951"/>
                <a:gd name="connsiteY1" fmla="*/ 247107 h 298477"/>
                <a:gd name="connsiteX2" fmla="*/ 741634 w 792951"/>
                <a:gd name="connsiteY2" fmla="*/ 251994 h 298477"/>
                <a:gd name="connsiteX3" fmla="*/ 752928 w 792951"/>
                <a:gd name="connsiteY3" fmla="*/ 253624 h 298477"/>
                <a:gd name="connsiteX4" fmla="*/ 760996 w 792951"/>
                <a:gd name="connsiteY4" fmla="*/ 265029 h 298477"/>
                <a:gd name="connsiteX5" fmla="*/ 765837 w 792951"/>
                <a:gd name="connsiteY5" fmla="*/ 273175 h 298477"/>
                <a:gd name="connsiteX6" fmla="*/ 777131 w 792951"/>
                <a:gd name="connsiteY6" fmla="*/ 279692 h 298477"/>
                <a:gd name="connsiteX7" fmla="*/ 786813 w 792951"/>
                <a:gd name="connsiteY7" fmla="*/ 284580 h 298477"/>
                <a:gd name="connsiteX8" fmla="*/ 791653 w 792951"/>
                <a:gd name="connsiteY8" fmla="*/ 294356 h 298477"/>
                <a:gd name="connsiteX9" fmla="*/ 783585 w 792951"/>
                <a:gd name="connsiteY9" fmla="*/ 295985 h 298477"/>
                <a:gd name="connsiteX10" fmla="*/ 770677 w 792951"/>
                <a:gd name="connsiteY10" fmla="*/ 289468 h 298477"/>
                <a:gd name="connsiteX11" fmla="*/ 762610 w 792951"/>
                <a:gd name="connsiteY11" fmla="*/ 287839 h 298477"/>
                <a:gd name="connsiteX12" fmla="*/ 760996 w 792951"/>
                <a:gd name="connsiteY12" fmla="*/ 284580 h 298477"/>
                <a:gd name="connsiteX13" fmla="*/ 749701 w 792951"/>
                <a:gd name="connsiteY13" fmla="*/ 281322 h 298477"/>
                <a:gd name="connsiteX14" fmla="*/ 746474 w 792951"/>
                <a:gd name="connsiteY14" fmla="*/ 274804 h 298477"/>
                <a:gd name="connsiteX15" fmla="*/ 733566 w 792951"/>
                <a:gd name="connsiteY15" fmla="*/ 271546 h 298477"/>
                <a:gd name="connsiteX16" fmla="*/ 733566 w 792951"/>
                <a:gd name="connsiteY16" fmla="*/ 265029 h 298477"/>
                <a:gd name="connsiteX17" fmla="*/ 727112 w 792951"/>
                <a:gd name="connsiteY17" fmla="*/ 260141 h 298477"/>
                <a:gd name="connsiteX18" fmla="*/ 720658 w 792951"/>
                <a:gd name="connsiteY18" fmla="*/ 260141 h 298477"/>
                <a:gd name="connsiteX19" fmla="*/ 714204 w 792951"/>
                <a:gd name="connsiteY19" fmla="*/ 258512 h 298477"/>
                <a:gd name="connsiteX20" fmla="*/ 706136 w 792951"/>
                <a:gd name="connsiteY20" fmla="*/ 251994 h 298477"/>
                <a:gd name="connsiteX21" fmla="*/ 707750 w 792951"/>
                <a:gd name="connsiteY21" fmla="*/ 248736 h 298477"/>
                <a:gd name="connsiteX22" fmla="*/ 699682 w 792951"/>
                <a:gd name="connsiteY22" fmla="*/ 242219 h 298477"/>
                <a:gd name="connsiteX23" fmla="*/ 714204 w 792951"/>
                <a:gd name="connsiteY23" fmla="*/ 240589 h 298477"/>
                <a:gd name="connsiteX24" fmla="*/ 661530 w 792951"/>
                <a:gd name="connsiteY24" fmla="*/ 167523 h 298477"/>
                <a:gd name="connsiteX25" fmla="*/ 669468 w 792951"/>
                <a:gd name="connsiteY25" fmla="*/ 175461 h 298477"/>
                <a:gd name="connsiteX26" fmla="*/ 675818 w 792951"/>
                <a:gd name="connsiteY26" fmla="*/ 180223 h 298477"/>
                <a:gd name="connsiteX27" fmla="*/ 674231 w 792951"/>
                <a:gd name="connsiteY27" fmla="*/ 184986 h 298477"/>
                <a:gd name="connsiteX28" fmla="*/ 664705 w 792951"/>
                <a:gd name="connsiteY28" fmla="*/ 177048 h 298477"/>
                <a:gd name="connsiteX29" fmla="*/ 661530 w 792951"/>
                <a:gd name="connsiteY29" fmla="*/ 167523 h 298477"/>
                <a:gd name="connsiteX30" fmla="*/ 619065 w 792951"/>
                <a:gd name="connsiteY30" fmla="*/ 158698 h 298477"/>
                <a:gd name="connsiteX31" fmla="*/ 623431 w 792951"/>
                <a:gd name="connsiteY31" fmla="*/ 159718 h 298477"/>
                <a:gd name="connsiteX32" fmla="*/ 632956 w 792951"/>
                <a:gd name="connsiteY32" fmla="*/ 161350 h 298477"/>
                <a:gd name="connsiteX33" fmla="*/ 640893 w 792951"/>
                <a:gd name="connsiteY33" fmla="*/ 162981 h 298477"/>
                <a:gd name="connsiteX34" fmla="*/ 636131 w 792951"/>
                <a:gd name="connsiteY34" fmla="*/ 171139 h 298477"/>
                <a:gd name="connsiteX35" fmla="*/ 634543 w 792951"/>
                <a:gd name="connsiteY35" fmla="*/ 176034 h 298477"/>
                <a:gd name="connsiteX36" fmla="*/ 637718 w 792951"/>
                <a:gd name="connsiteY36" fmla="*/ 187455 h 298477"/>
                <a:gd name="connsiteX37" fmla="*/ 640893 w 792951"/>
                <a:gd name="connsiteY37" fmla="*/ 192350 h 298477"/>
                <a:gd name="connsiteX38" fmla="*/ 642481 w 792951"/>
                <a:gd name="connsiteY38" fmla="*/ 197245 h 298477"/>
                <a:gd name="connsiteX39" fmla="*/ 645656 w 792951"/>
                <a:gd name="connsiteY39" fmla="*/ 202140 h 298477"/>
                <a:gd name="connsiteX40" fmla="*/ 650418 w 792951"/>
                <a:gd name="connsiteY40" fmla="*/ 207035 h 298477"/>
                <a:gd name="connsiteX41" fmla="*/ 652006 w 792951"/>
                <a:gd name="connsiteY41" fmla="*/ 211929 h 298477"/>
                <a:gd name="connsiteX42" fmla="*/ 648831 w 792951"/>
                <a:gd name="connsiteY42" fmla="*/ 210298 h 298477"/>
                <a:gd name="connsiteX43" fmla="*/ 644068 w 792951"/>
                <a:gd name="connsiteY43" fmla="*/ 207035 h 298477"/>
                <a:gd name="connsiteX44" fmla="*/ 639306 w 792951"/>
                <a:gd name="connsiteY44" fmla="*/ 200508 h 298477"/>
                <a:gd name="connsiteX45" fmla="*/ 634543 w 792951"/>
                <a:gd name="connsiteY45" fmla="*/ 197245 h 298477"/>
                <a:gd name="connsiteX46" fmla="*/ 631368 w 792951"/>
                <a:gd name="connsiteY46" fmla="*/ 190719 h 298477"/>
                <a:gd name="connsiteX47" fmla="*/ 629781 w 792951"/>
                <a:gd name="connsiteY47" fmla="*/ 184192 h 298477"/>
                <a:gd name="connsiteX48" fmla="*/ 625018 w 792951"/>
                <a:gd name="connsiteY48" fmla="*/ 182560 h 298477"/>
                <a:gd name="connsiteX49" fmla="*/ 623431 w 792951"/>
                <a:gd name="connsiteY49" fmla="*/ 177666 h 298477"/>
                <a:gd name="connsiteX50" fmla="*/ 620256 w 792951"/>
                <a:gd name="connsiteY50" fmla="*/ 176034 h 298477"/>
                <a:gd name="connsiteX51" fmla="*/ 617081 w 792951"/>
                <a:gd name="connsiteY51" fmla="*/ 161350 h 298477"/>
                <a:gd name="connsiteX52" fmla="*/ 619065 w 792951"/>
                <a:gd name="connsiteY52" fmla="*/ 158698 h 298477"/>
                <a:gd name="connsiteX53" fmla="*/ 67805 w 792951"/>
                <a:gd name="connsiteY53" fmla="*/ 140535 h 298477"/>
                <a:gd name="connsiteX54" fmla="*/ 72568 w 792951"/>
                <a:gd name="connsiteY54" fmla="*/ 148473 h 298477"/>
                <a:gd name="connsiteX55" fmla="*/ 64630 w 792951"/>
                <a:gd name="connsiteY55" fmla="*/ 150060 h 298477"/>
                <a:gd name="connsiteX56" fmla="*/ 56693 w 792951"/>
                <a:gd name="connsiteY56" fmla="*/ 153236 h 298477"/>
                <a:gd name="connsiteX57" fmla="*/ 47168 w 792951"/>
                <a:gd name="connsiteY57" fmla="*/ 154823 h 298477"/>
                <a:gd name="connsiteX58" fmla="*/ 47168 w 792951"/>
                <a:gd name="connsiteY58" fmla="*/ 148473 h 298477"/>
                <a:gd name="connsiteX59" fmla="*/ 56693 w 792951"/>
                <a:gd name="connsiteY59" fmla="*/ 142123 h 298477"/>
                <a:gd name="connsiteX60" fmla="*/ 67805 w 792951"/>
                <a:gd name="connsiteY60" fmla="*/ 140535 h 298477"/>
                <a:gd name="connsiteX61" fmla="*/ 608349 w 792951"/>
                <a:gd name="connsiteY61" fmla="*/ 104696 h 298477"/>
                <a:gd name="connsiteX62" fmla="*/ 613905 w 792951"/>
                <a:gd name="connsiteY62" fmla="*/ 107368 h 298477"/>
                <a:gd name="connsiteX63" fmla="*/ 617080 w 792951"/>
                <a:gd name="connsiteY63" fmla="*/ 112300 h 298477"/>
                <a:gd name="connsiteX64" fmla="*/ 621843 w 792951"/>
                <a:gd name="connsiteY64" fmla="*/ 115589 h 298477"/>
                <a:gd name="connsiteX65" fmla="*/ 625018 w 792951"/>
                <a:gd name="connsiteY65" fmla="*/ 120521 h 298477"/>
                <a:gd name="connsiteX66" fmla="*/ 628193 w 792951"/>
                <a:gd name="connsiteY66" fmla="*/ 127098 h 298477"/>
                <a:gd name="connsiteX67" fmla="*/ 631368 w 792951"/>
                <a:gd name="connsiteY67" fmla="*/ 135319 h 298477"/>
                <a:gd name="connsiteX68" fmla="*/ 634543 w 792951"/>
                <a:gd name="connsiteY68" fmla="*/ 141896 h 298477"/>
                <a:gd name="connsiteX69" fmla="*/ 634543 w 792951"/>
                <a:gd name="connsiteY69" fmla="*/ 146829 h 298477"/>
                <a:gd name="connsiteX70" fmla="*/ 625018 w 792951"/>
                <a:gd name="connsiteY70" fmla="*/ 145185 h 298477"/>
                <a:gd name="connsiteX71" fmla="*/ 620255 w 792951"/>
                <a:gd name="connsiteY71" fmla="*/ 136964 h 298477"/>
                <a:gd name="connsiteX72" fmla="*/ 609143 w 792951"/>
                <a:gd name="connsiteY72" fmla="*/ 130387 h 298477"/>
                <a:gd name="connsiteX73" fmla="*/ 610730 w 792951"/>
                <a:gd name="connsiteY73" fmla="*/ 122166 h 298477"/>
                <a:gd name="connsiteX74" fmla="*/ 612318 w 792951"/>
                <a:gd name="connsiteY74" fmla="*/ 115589 h 298477"/>
                <a:gd name="connsiteX75" fmla="*/ 607555 w 792951"/>
                <a:gd name="connsiteY75" fmla="*/ 105723 h 298477"/>
                <a:gd name="connsiteX76" fmla="*/ 608349 w 792951"/>
                <a:gd name="connsiteY76" fmla="*/ 104696 h 298477"/>
                <a:gd name="connsiteX77" fmla="*/ 607555 w 792951"/>
                <a:gd name="connsiteY77" fmla="*/ 89736 h 298477"/>
                <a:gd name="connsiteX78" fmla="*/ 613905 w 792951"/>
                <a:gd name="connsiteY78" fmla="*/ 92911 h 298477"/>
                <a:gd name="connsiteX79" fmla="*/ 615493 w 792951"/>
                <a:gd name="connsiteY79" fmla="*/ 97673 h 298477"/>
                <a:gd name="connsiteX80" fmla="*/ 613905 w 792951"/>
                <a:gd name="connsiteY80" fmla="*/ 100849 h 298477"/>
                <a:gd name="connsiteX81" fmla="*/ 607555 w 792951"/>
                <a:gd name="connsiteY81" fmla="*/ 100849 h 298477"/>
                <a:gd name="connsiteX82" fmla="*/ 602793 w 792951"/>
                <a:gd name="connsiteY82" fmla="*/ 99261 h 298477"/>
                <a:gd name="connsiteX83" fmla="*/ 607555 w 792951"/>
                <a:gd name="connsiteY83" fmla="*/ 89736 h 298477"/>
                <a:gd name="connsiteX84" fmla="*/ 594855 w 792951"/>
                <a:gd name="connsiteY84" fmla="*/ 89735 h 298477"/>
                <a:gd name="connsiteX85" fmla="*/ 601205 w 792951"/>
                <a:gd name="connsiteY85" fmla="*/ 100848 h 298477"/>
                <a:gd name="connsiteX86" fmla="*/ 601205 w 792951"/>
                <a:gd name="connsiteY86" fmla="*/ 107198 h 298477"/>
                <a:gd name="connsiteX87" fmla="*/ 599618 w 792951"/>
                <a:gd name="connsiteY87" fmla="*/ 111960 h 298477"/>
                <a:gd name="connsiteX88" fmla="*/ 598030 w 792951"/>
                <a:gd name="connsiteY88" fmla="*/ 118310 h 298477"/>
                <a:gd name="connsiteX89" fmla="*/ 596443 w 792951"/>
                <a:gd name="connsiteY89" fmla="*/ 111960 h 298477"/>
                <a:gd name="connsiteX90" fmla="*/ 594855 w 792951"/>
                <a:gd name="connsiteY90" fmla="*/ 104023 h 298477"/>
                <a:gd name="connsiteX91" fmla="*/ 593268 w 792951"/>
                <a:gd name="connsiteY91" fmla="*/ 96085 h 298477"/>
                <a:gd name="connsiteX92" fmla="*/ 594855 w 792951"/>
                <a:gd name="connsiteY92" fmla="*/ 89735 h 298477"/>
                <a:gd name="connsiteX93" fmla="*/ 578981 w 792951"/>
                <a:gd name="connsiteY93" fmla="*/ 80210 h 298477"/>
                <a:gd name="connsiteX94" fmla="*/ 582156 w 792951"/>
                <a:gd name="connsiteY94" fmla="*/ 83385 h 298477"/>
                <a:gd name="connsiteX95" fmla="*/ 585331 w 792951"/>
                <a:gd name="connsiteY95" fmla="*/ 89735 h 298477"/>
                <a:gd name="connsiteX96" fmla="*/ 586919 w 792951"/>
                <a:gd name="connsiteY96" fmla="*/ 97673 h 298477"/>
                <a:gd name="connsiteX97" fmla="*/ 585331 w 792951"/>
                <a:gd name="connsiteY97" fmla="*/ 108785 h 298477"/>
                <a:gd name="connsiteX98" fmla="*/ 580568 w 792951"/>
                <a:gd name="connsiteY98" fmla="*/ 107198 h 298477"/>
                <a:gd name="connsiteX99" fmla="*/ 578981 w 792951"/>
                <a:gd name="connsiteY99" fmla="*/ 100848 h 298477"/>
                <a:gd name="connsiteX100" fmla="*/ 574218 w 792951"/>
                <a:gd name="connsiteY100" fmla="*/ 94498 h 298477"/>
                <a:gd name="connsiteX101" fmla="*/ 572631 w 792951"/>
                <a:gd name="connsiteY101" fmla="*/ 88148 h 298477"/>
                <a:gd name="connsiteX102" fmla="*/ 572631 w 792951"/>
                <a:gd name="connsiteY102" fmla="*/ 81798 h 298477"/>
                <a:gd name="connsiteX103" fmla="*/ 578981 w 792951"/>
                <a:gd name="connsiteY103" fmla="*/ 80210 h 298477"/>
                <a:gd name="connsiteX104" fmla="*/ 587485 w 792951"/>
                <a:gd name="connsiteY104" fmla="*/ 62748 h 298477"/>
                <a:gd name="connsiteX105" fmla="*/ 595989 w 792951"/>
                <a:gd name="connsiteY105" fmla="*/ 64336 h 298477"/>
                <a:gd name="connsiteX106" fmla="*/ 595989 w 792951"/>
                <a:gd name="connsiteY106" fmla="*/ 69098 h 298477"/>
                <a:gd name="connsiteX107" fmla="*/ 601092 w 792951"/>
                <a:gd name="connsiteY107" fmla="*/ 73861 h 298477"/>
                <a:gd name="connsiteX108" fmla="*/ 597690 w 792951"/>
                <a:gd name="connsiteY108" fmla="*/ 80211 h 298477"/>
                <a:gd name="connsiteX109" fmla="*/ 595989 w 792951"/>
                <a:gd name="connsiteY109" fmla="*/ 84973 h 298477"/>
                <a:gd name="connsiteX110" fmla="*/ 589186 w 792951"/>
                <a:gd name="connsiteY110" fmla="*/ 84973 h 298477"/>
                <a:gd name="connsiteX111" fmla="*/ 587485 w 792951"/>
                <a:gd name="connsiteY111" fmla="*/ 83386 h 298477"/>
                <a:gd name="connsiteX112" fmla="*/ 589186 w 792951"/>
                <a:gd name="connsiteY112" fmla="*/ 75448 h 298477"/>
                <a:gd name="connsiteX113" fmla="*/ 584083 w 792951"/>
                <a:gd name="connsiteY113" fmla="*/ 73861 h 298477"/>
                <a:gd name="connsiteX114" fmla="*/ 582382 w 792951"/>
                <a:gd name="connsiteY114" fmla="*/ 69098 h 298477"/>
                <a:gd name="connsiteX115" fmla="*/ 587485 w 792951"/>
                <a:gd name="connsiteY115" fmla="*/ 62748 h 298477"/>
                <a:gd name="connsiteX116" fmla="*/ 559534 w 792951"/>
                <a:gd name="connsiteY116" fmla="*/ 59573 h 298477"/>
                <a:gd name="connsiteX117" fmla="*/ 563105 w 792951"/>
                <a:gd name="connsiteY117" fmla="*/ 59573 h 298477"/>
                <a:gd name="connsiteX118" fmla="*/ 571043 w 792951"/>
                <a:gd name="connsiteY118" fmla="*/ 61160 h 298477"/>
                <a:gd name="connsiteX119" fmla="*/ 569456 w 792951"/>
                <a:gd name="connsiteY119" fmla="*/ 64335 h 298477"/>
                <a:gd name="connsiteX120" fmla="*/ 567868 w 792951"/>
                <a:gd name="connsiteY120" fmla="*/ 65923 h 298477"/>
                <a:gd name="connsiteX121" fmla="*/ 572631 w 792951"/>
                <a:gd name="connsiteY121" fmla="*/ 72273 h 298477"/>
                <a:gd name="connsiteX122" fmla="*/ 569456 w 792951"/>
                <a:gd name="connsiteY122" fmla="*/ 77035 h 298477"/>
                <a:gd name="connsiteX123" fmla="*/ 567868 w 792951"/>
                <a:gd name="connsiteY123" fmla="*/ 81798 h 298477"/>
                <a:gd name="connsiteX124" fmla="*/ 566280 w 792951"/>
                <a:gd name="connsiteY124" fmla="*/ 88148 h 298477"/>
                <a:gd name="connsiteX125" fmla="*/ 564693 w 792951"/>
                <a:gd name="connsiteY125" fmla="*/ 80210 h 298477"/>
                <a:gd name="connsiteX126" fmla="*/ 558343 w 792951"/>
                <a:gd name="connsiteY126" fmla="*/ 70685 h 298477"/>
                <a:gd name="connsiteX127" fmla="*/ 558343 w 792951"/>
                <a:gd name="connsiteY127" fmla="*/ 64335 h 298477"/>
                <a:gd name="connsiteX128" fmla="*/ 559534 w 792951"/>
                <a:gd name="connsiteY128" fmla="*/ 59573 h 298477"/>
                <a:gd name="connsiteX129" fmla="*/ 266031 w 792951"/>
                <a:gd name="connsiteY129" fmla="*/ 56398 h 298477"/>
                <a:gd name="connsiteX130" fmla="*/ 272593 w 792951"/>
                <a:gd name="connsiteY130" fmla="*/ 57985 h 298477"/>
                <a:gd name="connsiteX131" fmla="*/ 264391 w 792951"/>
                <a:gd name="connsiteY131" fmla="*/ 62748 h 298477"/>
                <a:gd name="connsiteX132" fmla="*/ 267672 w 792951"/>
                <a:gd name="connsiteY132" fmla="*/ 78623 h 298477"/>
                <a:gd name="connsiteX133" fmla="*/ 259470 w 792951"/>
                <a:gd name="connsiteY133" fmla="*/ 84973 h 298477"/>
                <a:gd name="connsiteX134" fmla="*/ 254548 w 792951"/>
                <a:gd name="connsiteY134" fmla="*/ 89736 h 298477"/>
                <a:gd name="connsiteX135" fmla="*/ 239784 w 792951"/>
                <a:gd name="connsiteY135" fmla="*/ 92911 h 298477"/>
                <a:gd name="connsiteX136" fmla="*/ 234863 w 792951"/>
                <a:gd name="connsiteY136" fmla="*/ 91323 h 298477"/>
                <a:gd name="connsiteX137" fmla="*/ 229942 w 792951"/>
                <a:gd name="connsiteY137" fmla="*/ 89736 h 298477"/>
                <a:gd name="connsiteX138" fmla="*/ 226661 w 792951"/>
                <a:gd name="connsiteY138" fmla="*/ 80210 h 298477"/>
                <a:gd name="connsiteX139" fmla="*/ 236504 w 792951"/>
                <a:gd name="connsiteY139" fmla="*/ 73860 h 298477"/>
                <a:gd name="connsiteX140" fmla="*/ 243065 w 792951"/>
                <a:gd name="connsiteY140" fmla="*/ 77035 h 298477"/>
                <a:gd name="connsiteX141" fmla="*/ 249627 w 792951"/>
                <a:gd name="connsiteY141" fmla="*/ 80210 h 298477"/>
                <a:gd name="connsiteX142" fmla="*/ 246346 w 792951"/>
                <a:gd name="connsiteY142" fmla="*/ 73860 h 298477"/>
                <a:gd name="connsiteX143" fmla="*/ 243065 w 792951"/>
                <a:gd name="connsiteY143" fmla="*/ 67510 h 298477"/>
                <a:gd name="connsiteX144" fmla="*/ 251267 w 792951"/>
                <a:gd name="connsiteY144" fmla="*/ 62748 h 298477"/>
                <a:gd name="connsiteX145" fmla="*/ 257829 w 792951"/>
                <a:gd name="connsiteY145" fmla="*/ 61160 h 298477"/>
                <a:gd name="connsiteX146" fmla="*/ 266031 w 792951"/>
                <a:gd name="connsiteY146" fmla="*/ 56398 h 298477"/>
                <a:gd name="connsiteX147" fmla="*/ 18593 w 792951"/>
                <a:gd name="connsiteY147" fmla="*/ 835 h 298477"/>
                <a:gd name="connsiteX148" fmla="*/ 31294 w 792951"/>
                <a:gd name="connsiteY148" fmla="*/ 11948 h 298477"/>
                <a:gd name="connsiteX149" fmla="*/ 20181 w 792951"/>
                <a:gd name="connsiteY149" fmla="*/ 16710 h 298477"/>
                <a:gd name="connsiteX150" fmla="*/ 2718 w 792951"/>
                <a:gd name="connsiteY150" fmla="*/ 13535 h 298477"/>
                <a:gd name="connsiteX151" fmla="*/ 5893 w 792951"/>
                <a:gd name="connsiteY151" fmla="*/ 8773 h 298477"/>
                <a:gd name="connsiteX152" fmla="*/ 18593 w 792951"/>
                <a:gd name="connsiteY152" fmla="*/ 835 h 2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792951" h="298477">
                  <a:moveTo>
                    <a:pt x="714204" y="240589"/>
                  </a:moveTo>
                  <a:cubicBezTo>
                    <a:pt x="717431" y="240589"/>
                    <a:pt x="722272" y="247107"/>
                    <a:pt x="725499" y="247107"/>
                  </a:cubicBezTo>
                  <a:cubicBezTo>
                    <a:pt x="728726" y="245477"/>
                    <a:pt x="738407" y="250365"/>
                    <a:pt x="741634" y="251994"/>
                  </a:cubicBezTo>
                  <a:cubicBezTo>
                    <a:pt x="744861" y="251994"/>
                    <a:pt x="748088" y="248736"/>
                    <a:pt x="752928" y="253624"/>
                  </a:cubicBezTo>
                  <a:cubicBezTo>
                    <a:pt x="756156" y="258512"/>
                    <a:pt x="757769" y="261770"/>
                    <a:pt x="760996" y="265029"/>
                  </a:cubicBezTo>
                  <a:cubicBezTo>
                    <a:pt x="762610" y="269917"/>
                    <a:pt x="762610" y="271546"/>
                    <a:pt x="765837" y="273175"/>
                  </a:cubicBezTo>
                  <a:cubicBezTo>
                    <a:pt x="770677" y="274804"/>
                    <a:pt x="772291" y="278063"/>
                    <a:pt x="777131" y="279692"/>
                  </a:cubicBezTo>
                  <a:cubicBezTo>
                    <a:pt x="781972" y="282951"/>
                    <a:pt x="781972" y="279692"/>
                    <a:pt x="786813" y="284580"/>
                  </a:cubicBezTo>
                  <a:cubicBezTo>
                    <a:pt x="791653" y="291097"/>
                    <a:pt x="794880" y="292727"/>
                    <a:pt x="791653" y="294356"/>
                  </a:cubicBezTo>
                  <a:cubicBezTo>
                    <a:pt x="786813" y="297615"/>
                    <a:pt x="790040" y="300873"/>
                    <a:pt x="783585" y="295985"/>
                  </a:cubicBezTo>
                  <a:cubicBezTo>
                    <a:pt x="777131" y="291097"/>
                    <a:pt x="773904" y="289468"/>
                    <a:pt x="770677" y="289468"/>
                  </a:cubicBezTo>
                  <a:cubicBezTo>
                    <a:pt x="765837" y="289468"/>
                    <a:pt x="764223" y="292727"/>
                    <a:pt x="762610" y="287839"/>
                  </a:cubicBezTo>
                  <a:cubicBezTo>
                    <a:pt x="760996" y="284580"/>
                    <a:pt x="765837" y="284580"/>
                    <a:pt x="760996" y="284580"/>
                  </a:cubicBezTo>
                  <a:cubicBezTo>
                    <a:pt x="754542" y="282951"/>
                    <a:pt x="752928" y="284580"/>
                    <a:pt x="749701" y="281322"/>
                  </a:cubicBezTo>
                  <a:cubicBezTo>
                    <a:pt x="748088" y="278063"/>
                    <a:pt x="749701" y="276434"/>
                    <a:pt x="746474" y="274804"/>
                  </a:cubicBezTo>
                  <a:cubicBezTo>
                    <a:pt x="738407" y="273175"/>
                    <a:pt x="733566" y="276434"/>
                    <a:pt x="733566" y="271546"/>
                  </a:cubicBezTo>
                  <a:cubicBezTo>
                    <a:pt x="733566" y="266658"/>
                    <a:pt x="733566" y="266658"/>
                    <a:pt x="733566" y="265029"/>
                  </a:cubicBezTo>
                  <a:cubicBezTo>
                    <a:pt x="731953" y="263399"/>
                    <a:pt x="727112" y="260141"/>
                    <a:pt x="727112" y="260141"/>
                  </a:cubicBezTo>
                  <a:cubicBezTo>
                    <a:pt x="727112" y="260141"/>
                    <a:pt x="728726" y="261770"/>
                    <a:pt x="720658" y="260141"/>
                  </a:cubicBezTo>
                  <a:cubicBezTo>
                    <a:pt x="714204" y="258512"/>
                    <a:pt x="715817" y="261770"/>
                    <a:pt x="714204" y="258512"/>
                  </a:cubicBezTo>
                  <a:cubicBezTo>
                    <a:pt x="712590" y="253624"/>
                    <a:pt x="706136" y="255253"/>
                    <a:pt x="706136" y="251994"/>
                  </a:cubicBezTo>
                  <a:cubicBezTo>
                    <a:pt x="707750" y="248736"/>
                    <a:pt x="704523" y="253624"/>
                    <a:pt x="707750" y="248736"/>
                  </a:cubicBezTo>
                  <a:cubicBezTo>
                    <a:pt x="710977" y="243848"/>
                    <a:pt x="701296" y="242219"/>
                    <a:pt x="699682" y="242219"/>
                  </a:cubicBezTo>
                  <a:cubicBezTo>
                    <a:pt x="696455" y="242219"/>
                    <a:pt x="709363" y="238960"/>
                    <a:pt x="714204" y="240589"/>
                  </a:cubicBezTo>
                  <a:close/>
                  <a:moveTo>
                    <a:pt x="661530" y="167523"/>
                  </a:moveTo>
                  <a:cubicBezTo>
                    <a:pt x="661530" y="167523"/>
                    <a:pt x="664705" y="172286"/>
                    <a:pt x="669468" y="175461"/>
                  </a:cubicBezTo>
                  <a:cubicBezTo>
                    <a:pt x="672643" y="178636"/>
                    <a:pt x="675818" y="177048"/>
                    <a:pt x="675818" y="180223"/>
                  </a:cubicBezTo>
                  <a:cubicBezTo>
                    <a:pt x="675818" y="181811"/>
                    <a:pt x="675818" y="186573"/>
                    <a:pt x="674231" y="184986"/>
                  </a:cubicBezTo>
                  <a:cubicBezTo>
                    <a:pt x="671055" y="183398"/>
                    <a:pt x="667880" y="180223"/>
                    <a:pt x="664705" y="177048"/>
                  </a:cubicBezTo>
                  <a:cubicBezTo>
                    <a:pt x="661530" y="173873"/>
                    <a:pt x="663118" y="170698"/>
                    <a:pt x="661530" y="167523"/>
                  </a:cubicBezTo>
                  <a:close/>
                  <a:moveTo>
                    <a:pt x="619065" y="158698"/>
                  </a:moveTo>
                  <a:cubicBezTo>
                    <a:pt x="620256" y="159310"/>
                    <a:pt x="621843" y="160534"/>
                    <a:pt x="623431" y="159718"/>
                  </a:cubicBezTo>
                  <a:cubicBezTo>
                    <a:pt x="628193" y="159718"/>
                    <a:pt x="628193" y="161350"/>
                    <a:pt x="632956" y="161350"/>
                  </a:cubicBezTo>
                  <a:cubicBezTo>
                    <a:pt x="639306" y="162981"/>
                    <a:pt x="640893" y="161350"/>
                    <a:pt x="640893" y="162981"/>
                  </a:cubicBezTo>
                  <a:cubicBezTo>
                    <a:pt x="640893" y="166244"/>
                    <a:pt x="639306" y="166244"/>
                    <a:pt x="636131" y="171139"/>
                  </a:cubicBezTo>
                  <a:cubicBezTo>
                    <a:pt x="634543" y="172771"/>
                    <a:pt x="634543" y="172771"/>
                    <a:pt x="634543" y="176034"/>
                  </a:cubicBezTo>
                  <a:cubicBezTo>
                    <a:pt x="634543" y="177666"/>
                    <a:pt x="637718" y="177666"/>
                    <a:pt x="637718" y="187455"/>
                  </a:cubicBezTo>
                  <a:cubicBezTo>
                    <a:pt x="636131" y="197245"/>
                    <a:pt x="639306" y="189087"/>
                    <a:pt x="640893" y="192350"/>
                  </a:cubicBezTo>
                  <a:cubicBezTo>
                    <a:pt x="642481" y="195613"/>
                    <a:pt x="642481" y="192350"/>
                    <a:pt x="642481" y="197245"/>
                  </a:cubicBezTo>
                  <a:cubicBezTo>
                    <a:pt x="642481" y="200508"/>
                    <a:pt x="644068" y="200508"/>
                    <a:pt x="645656" y="202140"/>
                  </a:cubicBezTo>
                  <a:cubicBezTo>
                    <a:pt x="647243" y="205403"/>
                    <a:pt x="648831" y="205403"/>
                    <a:pt x="650418" y="207035"/>
                  </a:cubicBezTo>
                  <a:cubicBezTo>
                    <a:pt x="653593" y="207035"/>
                    <a:pt x="653593" y="208666"/>
                    <a:pt x="652006" y="211929"/>
                  </a:cubicBezTo>
                  <a:cubicBezTo>
                    <a:pt x="650418" y="213561"/>
                    <a:pt x="652006" y="211929"/>
                    <a:pt x="648831" y="210298"/>
                  </a:cubicBezTo>
                  <a:cubicBezTo>
                    <a:pt x="644068" y="208666"/>
                    <a:pt x="647243" y="208666"/>
                    <a:pt x="644068" y="207035"/>
                  </a:cubicBezTo>
                  <a:cubicBezTo>
                    <a:pt x="640893" y="203771"/>
                    <a:pt x="642481" y="202140"/>
                    <a:pt x="639306" y="200508"/>
                  </a:cubicBezTo>
                  <a:cubicBezTo>
                    <a:pt x="634543" y="198877"/>
                    <a:pt x="639306" y="200508"/>
                    <a:pt x="634543" y="197245"/>
                  </a:cubicBezTo>
                  <a:cubicBezTo>
                    <a:pt x="629781" y="193982"/>
                    <a:pt x="632956" y="192350"/>
                    <a:pt x="631368" y="190719"/>
                  </a:cubicBezTo>
                  <a:cubicBezTo>
                    <a:pt x="629781" y="189087"/>
                    <a:pt x="629781" y="189087"/>
                    <a:pt x="629781" y="184192"/>
                  </a:cubicBezTo>
                  <a:cubicBezTo>
                    <a:pt x="628193" y="180929"/>
                    <a:pt x="629781" y="184192"/>
                    <a:pt x="625018" y="182560"/>
                  </a:cubicBezTo>
                  <a:cubicBezTo>
                    <a:pt x="618668" y="180929"/>
                    <a:pt x="625018" y="180929"/>
                    <a:pt x="623431" y="177666"/>
                  </a:cubicBezTo>
                  <a:cubicBezTo>
                    <a:pt x="621843" y="174402"/>
                    <a:pt x="623431" y="177666"/>
                    <a:pt x="620256" y="176034"/>
                  </a:cubicBezTo>
                  <a:cubicBezTo>
                    <a:pt x="615493" y="172771"/>
                    <a:pt x="617081" y="169508"/>
                    <a:pt x="617081" y="161350"/>
                  </a:cubicBezTo>
                  <a:cubicBezTo>
                    <a:pt x="617081" y="158086"/>
                    <a:pt x="617874" y="158086"/>
                    <a:pt x="619065" y="158698"/>
                  </a:cubicBezTo>
                  <a:close/>
                  <a:moveTo>
                    <a:pt x="67805" y="140535"/>
                  </a:moveTo>
                  <a:cubicBezTo>
                    <a:pt x="74155" y="137360"/>
                    <a:pt x="75743" y="145298"/>
                    <a:pt x="72568" y="148473"/>
                  </a:cubicBezTo>
                  <a:cubicBezTo>
                    <a:pt x="70980" y="151648"/>
                    <a:pt x="69393" y="150060"/>
                    <a:pt x="64630" y="150060"/>
                  </a:cubicBezTo>
                  <a:cubicBezTo>
                    <a:pt x="58280" y="150060"/>
                    <a:pt x="61455" y="151648"/>
                    <a:pt x="56693" y="153236"/>
                  </a:cubicBezTo>
                  <a:cubicBezTo>
                    <a:pt x="51930" y="154823"/>
                    <a:pt x="53518" y="154823"/>
                    <a:pt x="47168" y="154823"/>
                  </a:cubicBezTo>
                  <a:cubicBezTo>
                    <a:pt x="40818" y="154823"/>
                    <a:pt x="43993" y="151648"/>
                    <a:pt x="47168" y="148473"/>
                  </a:cubicBezTo>
                  <a:cubicBezTo>
                    <a:pt x="50343" y="143710"/>
                    <a:pt x="51930" y="145298"/>
                    <a:pt x="56693" y="142123"/>
                  </a:cubicBezTo>
                  <a:cubicBezTo>
                    <a:pt x="59868" y="138948"/>
                    <a:pt x="63043" y="140535"/>
                    <a:pt x="67805" y="140535"/>
                  </a:cubicBezTo>
                  <a:close/>
                  <a:moveTo>
                    <a:pt x="608349" y="104696"/>
                  </a:moveTo>
                  <a:cubicBezTo>
                    <a:pt x="609936" y="105312"/>
                    <a:pt x="612318" y="106546"/>
                    <a:pt x="613905" y="107368"/>
                  </a:cubicBezTo>
                  <a:cubicBezTo>
                    <a:pt x="615493" y="109012"/>
                    <a:pt x="615493" y="109012"/>
                    <a:pt x="617080" y="112300"/>
                  </a:cubicBezTo>
                  <a:cubicBezTo>
                    <a:pt x="617080" y="113945"/>
                    <a:pt x="620255" y="115589"/>
                    <a:pt x="621843" y="115589"/>
                  </a:cubicBezTo>
                  <a:cubicBezTo>
                    <a:pt x="623430" y="115589"/>
                    <a:pt x="623430" y="115589"/>
                    <a:pt x="625018" y="120521"/>
                  </a:cubicBezTo>
                  <a:cubicBezTo>
                    <a:pt x="625018" y="125454"/>
                    <a:pt x="625018" y="122166"/>
                    <a:pt x="628193" y="127098"/>
                  </a:cubicBezTo>
                  <a:cubicBezTo>
                    <a:pt x="631368" y="133675"/>
                    <a:pt x="628193" y="130387"/>
                    <a:pt x="631368" y="135319"/>
                  </a:cubicBezTo>
                  <a:cubicBezTo>
                    <a:pt x="631368" y="135319"/>
                    <a:pt x="632956" y="138608"/>
                    <a:pt x="634543" y="141896"/>
                  </a:cubicBezTo>
                  <a:cubicBezTo>
                    <a:pt x="636131" y="143540"/>
                    <a:pt x="637718" y="146829"/>
                    <a:pt x="634543" y="146829"/>
                  </a:cubicBezTo>
                  <a:cubicBezTo>
                    <a:pt x="632956" y="148473"/>
                    <a:pt x="632956" y="148473"/>
                    <a:pt x="625018" y="145185"/>
                  </a:cubicBezTo>
                  <a:cubicBezTo>
                    <a:pt x="617080" y="140252"/>
                    <a:pt x="623430" y="140252"/>
                    <a:pt x="620255" y="136964"/>
                  </a:cubicBezTo>
                  <a:cubicBezTo>
                    <a:pt x="615493" y="135319"/>
                    <a:pt x="613905" y="135319"/>
                    <a:pt x="609143" y="130387"/>
                  </a:cubicBezTo>
                  <a:cubicBezTo>
                    <a:pt x="604380" y="125454"/>
                    <a:pt x="610730" y="127098"/>
                    <a:pt x="610730" y="122166"/>
                  </a:cubicBezTo>
                  <a:cubicBezTo>
                    <a:pt x="610730" y="118877"/>
                    <a:pt x="613905" y="118877"/>
                    <a:pt x="612318" y="115589"/>
                  </a:cubicBezTo>
                  <a:cubicBezTo>
                    <a:pt x="612318" y="112300"/>
                    <a:pt x="612318" y="110656"/>
                    <a:pt x="607555" y="105723"/>
                  </a:cubicBezTo>
                  <a:cubicBezTo>
                    <a:pt x="605968" y="104079"/>
                    <a:pt x="606761" y="104079"/>
                    <a:pt x="608349" y="104696"/>
                  </a:cubicBezTo>
                  <a:close/>
                  <a:moveTo>
                    <a:pt x="607555" y="89736"/>
                  </a:moveTo>
                  <a:cubicBezTo>
                    <a:pt x="609143" y="88148"/>
                    <a:pt x="612318" y="89736"/>
                    <a:pt x="613905" y="92911"/>
                  </a:cubicBezTo>
                  <a:cubicBezTo>
                    <a:pt x="615493" y="96086"/>
                    <a:pt x="618668" y="94498"/>
                    <a:pt x="615493" y="97673"/>
                  </a:cubicBezTo>
                  <a:cubicBezTo>
                    <a:pt x="612318" y="99261"/>
                    <a:pt x="615493" y="99261"/>
                    <a:pt x="613905" y="100849"/>
                  </a:cubicBezTo>
                  <a:cubicBezTo>
                    <a:pt x="612318" y="102436"/>
                    <a:pt x="610730" y="102436"/>
                    <a:pt x="607555" y="100849"/>
                  </a:cubicBezTo>
                  <a:cubicBezTo>
                    <a:pt x="604380" y="97673"/>
                    <a:pt x="604380" y="100849"/>
                    <a:pt x="602793" y="99261"/>
                  </a:cubicBezTo>
                  <a:cubicBezTo>
                    <a:pt x="601205" y="96086"/>
                    <a:pt x="602793" y="91323"/>
                    <a:pt x="607555" y="89736"/>
                  </a:cubicBezTo>
                  <a:close/>
                  <a:moveTo>
                    <a:pt x="594855" y="89735"/>
                  </a:moveTo>
                  <a:cubicBezTo>
                    <a:pt x="599618" y="89735"/>
                    <a:pt x="601205" y="99260"/>
                    <a:pt x="601205" y="100848"/>
                  </a:cubicBezTo>
                  <a:cubicBezTo>
                    <a:pt x="601205" y="104023"/>
                    <a:pt x="601205" y="105610"/>
                    <a:pt x="601205" y="107198"/>
                  </a:cubicBezTo>
                  <a:cubicBezTo>
                    <a:pt x="601205" y="108785"/>
                    <a:pt x="599618" y="110373"/>
                    <a:pt x="599618" y="111960"/>
                  </a:cubicBezTo>
                  <a:cubicBezTo>
                    <a:pt x="598030" y="115135"/>
                    <a:pt x="598030" y="118310"/>
                    <a:pt x="598030" y="118310"/>
                  </a:cubicBezTo>
                  <a:cubicBezTo>
                    <a:pt x="596443" y="118310"/>
                    <a:pt x="596443" y="116723"/>
                    <a:pt x="596443" y="111960"/>
                  </a:cubicBezTo>
                  <a:cubicBezTo>
                    <a:pt x="598030" y="107198"/>
                    <a:pt x="596443" y="105610"/>
                    <a:pt x="594855" y="104023"/>
                  </a:cubicBezTo>
                  <a:cubicBezTo>
                    <a:pt x="591680" y="100848"/>
                    <a:pt x="593268" y="99260"/>
                    <a:pt x="593268" y="96085"/>
                  </a:cubicBezTo>
                  <a:cubicBezTo>
                    <a:pt x="593268" y="92910"/>
                    <a:pt x="591680" y="91323"/>
                    <a:pt x="594855" y="89735"/>
                  </a:cubicBezTo>
                  <a:close/>
                  <a:moveTo>
                    <a:pt x="578981" y="80210"/>
                  </a:moveTo>
                  <a:cubicBezTo>
                    <a:pt x="582156" y="80210"/>
                    <a:pt x="582156" y="81798"/>
                    <a:pt x="582156" y="83385"/>
                  </a:cubicBezTo>
                  <a:cubicBezTo>
                    <a:pt x="583743" y="84973"/>
                    <a:pt x="585331" y="86560"/>
                    <a:pt x="585331" y="89735"/>
                  </a:cubicBezTo>
                  <a:cubicBezTo>
                    <a:pt x="583743" y="92910"/>
                    <a:pt x="586919" y="92910"/>
                    <a:pt x="586919" y="97673"/>
                  </a:cubicBezTo>
                  <a:cubicBezTo>
                    <a:pt x="585331" y="102435"/>
                    <a:pt x="588506" y="104023"/>
                    <a:pt x="585331" y="108785"/>
                  </a:cubicBezTo>
                  <a:cubicBezTo>
                    <a:pt x="583743" y="111960"/>
                    <a:pt x="583743" y="110373"/>
                    <a:pt x="580568" y="107198"/>
                  </a:cubicBezTo>
                  <a:cubicBezTo>
                    <a:pt x="577393" y="104023"/>
                    <a:pt x="582156" y="104023"/>
                    <a:pt x="578981" y="100848"/>
                  </a:cubicBezTo>
                  <a:cubicBezTo>
                    <a:pt x="575806" y="99260"/>
                    <a:pt x="575806" y="97673"/>
                    <a:pt x="574218" y="94498"/>
                  </a:cubicBezTo>
                  <a:cubicBezTo>
                    <a:pt x="572631" y="91323"/>
                    <a:pt x="575806" y="89735"/>
                    <a:pt x="572631" y="88148"/>
                  </a:cubicBezTo>
                  <a:cubicBezTo>
                    <a:pt x="571043" y="84973"/>
                    <a:pt x="574218" y="83385"/>
                    <a:pt x="572631" y="81798"/>
                  </a:cubicBezTo>
                  <a:cubicBezTo>
                    <a:pt x="572631" y="80210"/>
                    <a:pt x="577393" y="80210"/>
                    <a:pt x="578981" y="80210"/>
                  </a:cubicBezTo>
                  <a:close/>
                  <a:moveTo>
                    <a:pt x="587485" y="62748"/>
                  </a:moveTo>
                  <a:cubicBezTo>
                    <a:pt x="587485" y="62748"/>
                    <a:pt x="587485" y="62748"/>
                    <a:pt x="595989" y="64336"/>
                  </a:cubicBezTo>
                  <a:cubicBezTo>
                    <a:pt x="595989" y="64336"/>
                    <a:pt x="595989" y="65923"/>
                    <a:pt x="595989" y="69098"/>
                  </a:cubicBezTo>
                  <a:cubicBezTo>
                    <a:pt x="595989" y="70686"/>
                    <a:pt x="599391" y="72273"/>
                    <a:pt x="601092" y="73861"/>
                  </a:cubicBezTo>
                  <a:cubicBezTo>
                    <a:pt x="602793" y="73861"/>
                    <a:pt x="601092" y="77036"/>
                    <a:pt x="597690" y="80211"/>
                  </a:cubicBezTo>
                  <a:cubicBezTo>
                    <a:pt x="595989" y="81798"/>
                    <a:pt x="597690" y="81798"/>
                    <a:pt x="595989" y="84973"/>
                  </a:cubicBezTo>
                  <a:cubicBezTo>
                    <a:pt x="592588" y="89736"/>
                    <a:pt x="594288" y="88149"/>
                    <a:pt x="589186" y="84973"/>
                  </a:cubicBezTo>
                  <a:cubicBezTo>
                    <a:pt x="585784" y="83386"/>
                    <a:pt x="589186" y="84973"/>
                    <a:pt x="587485" y="83386"/>
                  </a:cubicBezTo>
                  <a:cubicBezTo>
                    <a:pt x="584083" y="81798"/>
                    <a:pt x="590887" y="80211"/>
                    <a:pt x="589186" y="75448"/>
                  </a:cubicBezTo>
                  <a:cubicBezTo>
                    <a:pt x="587485" y="70686"/>
                    <a:pt x="589186" y="75448"/>
                    <a:pt x="584083" y="73861"/>
                  </a:cubicBezTo>
                  <a:cubicBezTo>
                    <a:pt x="578980" y="72273"/>
                    <a:pt x="582382" y="72273"/>
                    <a:pt x="582382" y="69098"/>
                  </a:cubicBezTo>
                  <a:cubicBezTo>
                    <a:pt x="582382" y="67511"/>
                    <a:pt x="585784" y="64336"/>
                    <a:pt x="587485" y="62748"/>
                  </a:cubicBezTo>
                  <a:close/>
                  <a:moveTo>
                    <a:pt x="559534" y="59573"/>
                  </a:moveTo>
                  <a:cubicBezTo>
                    <a:pt x="560724" y="59176"/>
                    <a:pt x="562312" y="59573"/>
                    <a:pt x="563105" y="59573"/>
                  </a:cubicBezTo>
                  <a:cubicBezTo>
                    <a:pt x="563105" y="59573"/>
                    <a:pt x="567868" y="59573"/>
                    <a:pt x="571043" y="61160"/>
                  </a:cubicBezTo>
                  <a:cubicBezTo>
                    <a:pt x="574218" y="61160"/>
                    <a:pt x="571043" y="61160"/>
                    <a:pt x="569456" y="64335"/>
                  </a:cubicBezTo>
                  <a:cubicBezTo>
                    <a:pt x="566280" y="65923"/>
                    <a:pt x="566280" y="65923"/>
                    <a:pt x="567868" y="65923"/>
                  </a:cubicBezTo>
                  <a:cubicBezTo>
                    <a:pt x="571043" y="67510"/>
                    <a:pt x="571043" y="67510"/>
                    <a:pt x="572631" y="72273"/>
                  </a:cubicBezTo>
                  <a:cubicBezTo>
                    <a:pt x="572631" y="73860"/>
                    <a:pt x="572631" y="73860"/>
                    <a:pt x="569456" y="77035"/>
                  </a:cubicBezTo>
                  <a:cubicBezTo>
                    <a:pt x="567868" y="80210"/>
                    <a:pt x="569456" y="78623"/>
                    <a:pt x="567868" y="81798"/>
                  </a:cubicBezTo>
                  <a:cubicBezTo>
                    <a:pt x="566280" y="83385"/>
                    <a:pt x="569456" y="88148"/>
                    <a:pt x="566280" y="88148"/>
                  </a:cubicBezTo>
                  <a:cubicBezTo>
                    <a:pt x="564693" y="86561"/>
                    <a:pt x="566280" y="83385"/>
                    <a:pt x="564693" y="80210"/>
                  </a:cubicBezTo>
                  <a:cubicBezTo>
                    <a:pt x="563105" y="77035"/>
                    <a:pt x="563105" y="75448"/>
                    <a:pt x="558343" y="70685"/>
                  </a:cubicBezTo>
                  <a:cubicBezTo>
                    <a:pt x="553580" y="67510"/>
                    <a:pt x="558343" y="70685"/>
                    <a:pt x="558343" y="64335"/>
                  </a:cubicBezTo>
                  <a:cubicBezTo>
                    <a:pt x="557549" y="61160"/>
                    <a:pt x="558343" y="59970"/>
                    <a:pt x="559534" y="59573"/>
                  </a:cubicBezTo>
                  <a:close/>
                  <a:moveTo>
                    <a:pt x="266031" y="56398"/>
                  </a:moveTo>
                  <a:cubicBezTo>
                    <a:pt x="270953" y="54810"/>
                    <a:pt x="272593" y="54810"/>
                    <a:pt x="272593" y="57985"/>
                  </a:cubicBezTo>
                  <a:cubicBezTo>
                    <a:pt x="272593" y="59573"/>
                    <a:pt x="264391" y="61160"/>
                    <a:pt x="264391" y="62748"/>
                  </a:cubicBezTo>
                  <a:cubicBezTo>
                    <a:pt x="269312" y="73860"/>
                    <a:pt x="270953" y="77035"/>
                    <a:pt x="267672" y="78623"/>
                  </a:cubicBezTo>
                  <a:cubicBezTo>
                    <a:pt x="261110" y="81798"/>
                    <a:pt x="262751" y="81798"/>
                    <a:pt x="259470" y="84973"/>
                  </a:cubicBezTo>
                  <a:cubicBezTo>
                    <a:pt x="256189" y="88148"/>
                    <a:pt x="259470" y="86560"/>
                    <a:pt x="254548" y="89736"/>
                  </a:cubicBezTo>
                  <a:cubicBezTo>
                    <a:pt x="249627" y="92911"/>
                    <a:pt x="243065" y="94498"/>
                    <a:pt x="239784" y="92911"/>
                  </a:cubicBezTo>
                  <a:cubicBezTo>
                    <a:pt x="238144" y="92911"/>
                    <a:pt x="236504" y="91323"/>
                    <a:pt x="234863" y="91323"/>
                  </a:cubicBezTo>
                  <a:cubicBezTo>
                    <a:pt x="233223" y="91323"/>
                    <a:pt x="229942" y="89736"/>
                    <a:pt x="229942" y="89736"/>
                  </a:cubicBezTo>
                  <a:cubicBezTo>
                    <a:pt x="228301" y="86560"/>
                    <a:pt x="223380" y="81798"/>
                    <a:pt x="226661" y="80210"/>
                  </a:cubicBezTo>
                  <a:cubicBezTo>
                    <a:pt x="229942" y="77035"/>
                    <a:pt x="231582" y="73860"/>
                    <a:pt x="236504" y="73860"/>
                  </a:cubicBezTo>
                  <a:cubicBezTo>
                    <a:pt x="241425" y="73860"/>
                    <a:pt x="241425" y="75448"/>
                    <a:pt x="243065" y="77035"/>
                  </a:cubicBezTo>
                  <a:cubicBezTo>
                    <a:pt x="244706" y="80210"/>
                    <a:pt x="247987" y="83385"/>
                    <a:pt x="249627" y="80210"/>
                  </a:cubicBezTo>
                  <a:cubicBezTo>
                    <a:pt x="249627" y="78623"/>
                    <a:pt x="247987" y="78623"/>
                    <a:pt x="246346" y="73860"/>
                  </a:cubicBezTo>
                  <a:cubicBezTo>
                    <a:pt x="243065" y="70685"/>
                    <a:pt x="241425" y="67510"/>
                    <a:pt x="243065" y="67510"/>
                  </a:cubicBezTo>
                  <a:cubicBezTo>
                    <a:pt x="246346" y="65923"/>
                    <a:pt x="246346" y="59573"/>
                    <a:pt x="251267" y="62748"/>
                  </a:cubicBezTo>
                  <a:cubicBezTo>
                    <a:pt x="256189" y="64335"/>
                    <a:pt x="256189" y="62748"/>
                    <a:pt x="257829" y="61160"/>
                  </a:cubicBezTo>
                  <a:cubicBezTo>
                    <a:pt x="261110" y="59573"/>
                    <a:pt x="261110" y="56398"/>
                    <a:pt x="266031" y="56398"/>
                  </a:cubicBezTo>
                  <a:close/>
                  <a:moveTo>
                    <a:pt x="18593" y="835"/>
                  </a:moveTo>
                  <a:cubicBezTo>
                    <a:pt x="24944" y="-2340"/>
                    <a:pt x="29706" y="4010"/>
                    <a:pt x="31294" y="11948"/>
                  </a:cubicBezTo>
                  <a:cubicBezTo>
                    <a:pt x="32881" y="19885"/>
                    <a:pt x="26531" y="16710"/>
                    <a:pt x="20181" y="16710"/>
                  </a:cubicBezTo>
                  <a:cubicBezTo>
                    <a:pt x="13831" y="15123"/>
                    <a:pt x="10656" y="18298"/>
                    <a:pt x="2718" y="13535"/>
                  </a:cubicBezTo>
                  <a:cubicBezTo>
                    <a:pt x="-3632" y="10360"/>
                    <a:pt x="2718" y="10360"/>
                    <a:pt x="5893" y="8773"/>
                  </a:cubicBezTo>
                  <a:cubicBezTo>
                    <a:pt x="9068" y="7185"/>
                    <a:pt x="15418" y="4010"/>
                    <a:pt x="18593" y="835"/>
                  </a:cubicBezTo>
                  <a:close/>
                </a:path>
              </a:pathLst>
            </a:custGeom>
            <a:solidFill>
              <a:schemeClr val="bg1">
                <a:lumMod val="85000"/>
              </a:schemeClr>
            </a:solidFill>
            <a:ln>
              <a:noFill/>
            </a:ln>
          </p:spPr>
          <p:txBody>
            <a:bodyPr anchor="ctr"/>
            <a:lstStyle/>
            <a:p>
              <a:pPr algn="ctr"/>
              <a:endParaRPr/>
            </a:p>
          </p:txBody>
        </p:sp>
        <p:sp>
          <p:nvSpPr>
            <p:cNvPr id="43" name="îŝļîḑê"/>
            <p:cNvSpPr/>
            <p:nvPr/>
          </p:nvSpPr>
          <p:spPr bwMode="auto">
            <a:xfrm>
              <a:off x="6751639" y="1404938"/>
              <a:ext cx="317500" cy="228600"/>
            </a:xfrm>
            <a:custGeom>
              <a:avLst/>
              <a:gdLst>
                <a:gd name="T0" fmla="*/ 8 w 195"/>
                <a:gd name="T1" fmla="*/ 122 h 141"/>
                <a:gd name="T2" fmla="*/ 12 w 195"/>
                <a:gd name="T3" fmla="*/ 126 h 141"/>
                <a:gd name="T4" fmla="*/ 20 w 195"/>
                <a:gd name="T5" fmla="*/ 126 h 141"/>
                <a:gd name="T6" fmla="*/ 25 w 195"/>
                <a:gd name="T7" fmla="*/ 127 h 141"/>
                <a:gd name="T8" fmla="*/ 24 w 195"/>
                <a:gd name="T9" fmla="*/ 132 h 141"/>
                <a:gd name="T10" fmla="*/ 32 w 195"/>
                <a:gd name="T11" fmla="*/ 135 h 141"/>
                <a:gd name="T12" fmla="*/ 46 w 195"/>
                <a:gd name="T13" fmla="*/ 140 h 141"/>
                <a:gd name="T14" fmla="*/ 60 w 195"/>
                <a:gd name="T15" fmla="*/ 139 h 141"/>
                <a:gd name="T16" fmla="*/ 69 w 195"/>
                <a:gd name="T17" fmla="*/ 137 h 141"/>
                <a:gd name="T18" fmla="*/ 55 w 195"/>
                <a:gd name="T19" fmla="*/ 125 h 141"/>
                <a:gd name="T20" fmla="*/ 47 w 195"/>
                <a:gd name="T21" fmla="*/ 106 h 141"/>
                <a:gd name="T22" fmla="*/ 51 w 195"/>
                <a:gd name="T23" fmla="*/ 95 h 141"/>
                <a:gd name="T24" fmla="*/ 65 w 195"/>
                <a:gd name="T25" fmla="*/ 81 h 141"/>
                <a:gd name="T26" fmla="*/ 76 w 195"/>
                <a:gd name="T27" fmla="*/ 66 h 141"/>
                <a:gd name="T28" fmla="*/ 79 w 195"/>
                <a:gd name="T29" fmla="*/ 57 h 141"/>
                <a:gd name="T30" fmla="*/ 86 w 195"/>
                <a:gd name="T31" fmla="*/ 55 h 141"/>
                <a:gd name="T32" fmla="*/ 96 w 195"/>
                <a:gd name="T33" fmla="*/ 52 h 141"/>
                <a:gd name="T34" fmla="*/ 105 w 195"/>
                <a:gd name="T35" fmla="*/ 43 h 141"/>
                <a:gd name="T36" fmla="*/ 114 w 195"/>
                <a:gd name="T37" fmla="*/ 40 h 141"/>
                <a:gd name="T38" fmla="*/ 131 w 195"/>
                <a:gd name="T39" fmla="*/ 32 h 141"/>
                <a:gd name="T40" fmla="*/ 162 w 195"/>
                <a:gd name="T41" fmla="*/ 24 h 141"/>
                <a:gd name="T42" fmla="*/ 177 w 195"/>
                <a:gd name="T43" fmla="*/ 19 h 141"/>
                <a:gd name="T44" fmla="*/ 188 w 195"/>
                <a:gd name="T45" fmla="*/ 15 h 141"/>
                <a:gd name="T46" fmla="*/ 194 w 195"/>
                <a:gd name="T47" fmla="*/ 4 h 141"/>
                <a:gd name="T48" fmla="*/ 178 w 195"/>
                <a:gd name="T49" fmla="*/ 0 h 141"/>
                <a:gd name="T50" fmla="*/ 161 w 195"/>
                <a:gd name="T51" fmla="*/ 6 h 141"/>
                <a:gd name="T52" fmla="*/ 153 w 195"/>
                <a:gd name="T53" fmla="*/ 10 h 141"/>
                <a:gd name="T54" fmla="*/ 142 w 195"/>
                <a:gd name="T55" fmla="*/ 14 h 141"/>
                <a:gd name="T56" fmla="*/ 131 w 195"/>
                <a:gd name="T57" fmla="*/ 17 h 141"/>
                <a:gd name="T58" fmla="*/ 121 w 195"/>
                <a:gd name="T59" fmla="*/ 17 h 141"/>
                <a:gd name="T60" fmla="*/ 107 w 195"/>
                <a:gd name="T61" fmla="*/ 17 h 141"/>
                <a:gd name="T62" fmla="*/ 99 w 195"/>
                <a:gd name="T63" fmla="*/ 21 h 141"/>
                <a:gd name="T64" fmla="*/ 88 w 195"/>
                <a:gd name="T65" fmla="*/ 24 h 141"/>
                <a:gd name="T66" fmla="*/ 78 w 195"/>
                <a:gd name="T67" fmla="*/ 30 h 141"/>
                <a:gd name="T68" fmla="*/ 69 w 195"/>
                <a:gd name="T69" fmla="*/ 37 h 141"/>
                <a:gd name="T70" fmla="*/ 57 w 195"/>
                <a:gd name="T71" fmla="*/ 42 h 141"/>
                <a:gd name="T72" fmla="*/ 51 w 195"/>
                <a:gd name="T73" fmla="*/ 45 h 141"/>
                <a:gd name="T74" fmla="*/ 46 w 195"/>
                <a:gd name="T75" fmla="*/ 55 h 141"/>
                <a:gd name="T76" fmla="*/ 43 w 195"/>
                <a:gd name="T77" fmla="*/ 62 h 141"/>
                <a:gd name="T78" fmla="*/ 34 w 195"/>
                <a:gd name="T79" fmla="*/ 71 h 141"/>
                <a:gd name="T80" fmla="*/ 30 w 195"/>
                <a:gd name="T81" fmla="*/ 76 h 141"/>
                <a:gd name="T82" fmla="*/ 26 w 195"/>
                <a:gd name="T83" fmla="*/ 85 h 141"/>
                <a:gd name="T84" fmla="*/ 16 w 195"/>
                <a:gd name="T85" fmla="*/ 93 h 141"/>
                <a:gd name="T86" fmla="*/ 17 w 195"/>
                <a:gd name="T87" fmla="*/ 97 h 141"/>
                <a:gd name="T88" fmla="*/ 13 w 195"/>
                <a:gd name="T89" fmla="*/ 108 h 141"/>
                <a:gd name="T90" fmla="*/ 4 w 195"/>
                <a:gd name="T91" fmla="*/ 109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5" h="141">
                  <a:moveTo>
                    <a:pt x="2" y="119"/>
                  </a:moveTo>
                  <a:cubicBezTo>
                    <a:pt x="2" y="121"/>
                    <a:pt x="2" y="121"/>
                    <a:pt x="4" y="122"/>
                  </a:cubicBezTo>
                  <a:cubicBezTo>
                    <a:pt x="6" y="122"/>
                    <a:pt x="8" y="122"/>
                    <a:pt x="8" y="122"/>
                  </a:cubicBezTo>
                  <a:cubicBezTo>
                    <a:pt x="12" y="122"/>
                    <a:pt x="14" y="120"/>
                    <a:pt x="15" y="121"/>
                  </a:cubicBezTo>
                  <a:cubicBezTo>
                    <a:pt x="16" y="125"/>
                    <a:pt x="15" y="126"/>
                    <a:pt x="15" y="126"/>
                  </a:cubicBezTo>
                  <a:cubicBezTo>
                    <a:pt x="15" y="126"/>
                    <a:pt x="11" y="125"/>
                    <a:pt x="12" y="126"/>
                  </a:cubicBezTo>
                  <a:cubicBezTo>
                    <a:pt x="13" y="129"/>
                    <a:pt x="13" y="127"/>
                    <a:pt x="15" y="129"/>
                  </a:cubicBezTo>
                  <a:cubicBezTo>
                    <a:pt x="17" y="130"/>
                    <a:pt x="17" y="133"/>
                    <a:pt x="19" y="130"/>
                  </a:cubicBezTo>
                  <a:cubicBezTo>
                    <a:pt x="20" y="127"/>
                    <a:pt x="21" y="127"/>
                    <a:pt x="20" y="126"/>
                  </a:cubicBezTo>
                  <a:cubicBezTo>
                    <a:pt x="19" y="123"/>
                    <a:pt x="15" y="121"/>
                    <a:pt x="19" y="122"/>
                  </a:cubicBezTo>
                  <a:cubicBezTo>
                    <a:pt x="23" y="124"/>
                    <a:pt x="23" y="124"/>
                    <a:pt x="24" y="124"/>
                  </a:cubicBezTo>
                  <a:cubicBezTo>
                    <a:pt x="25" y="125"/>
                    <a:pt x="25" y="126"/>
                    <a:pt x="25" y="127"/>
                  </a:cubicBezTo>
                  <a:cubicBezTo>
                    <a:pt x="25" y="128"/>
                    <a:pt x="27" y="127"/>
                    <a:pt x="29" y="128"/>
                  </a:cubicBezTo>
                  <a:cubicBezTo>
                    <a:pt x="30" y="128"/>
                    <a:pt x="31" y="130"/>
                    <a:pt x="29" y="130"/>
                  </a:cubicBezTo>
                  <a:cubicBezTo>
                    <a:pt x="28" y="130"/>
                    <a:pt x="24" y="131"/>
                    <a:pt x="24" y="132"/>
                  </a:cubicBezTo>
                  <a:cubicBezTo>
                    <a:pt x="24" y="133"/>
                    <a:pt x="23" y="134"/>
                    <a:pt x="24" y="135"/>
                  </a:cubicBezTo>
                  <a:cubicBezTo>
                    <a:pt x="26" y="135"/>
                    <a:pt x="27" y="136"/>
                    <a:pt x="28" y="135"/>
                  </a:cubicBezTo>
                  <a:cubicBezTo>
                    <a:pt x="30" y="135"/>
                    <a:pt x="30" y="133"/>
                    <a:pt x="32" y="135"/>
                  </a:cubicBezTo>
                  <a:cubicBezTo>
                    <a:pt x="35" y="138"/>
                    <a:pt x="38" y="139"/>
                    <a:pt x="38" y="139"/>
                  </a:cubicBezTo>
                  <a:cubicBezTo>
                    <a:pt x="39" y="140"/>
                    <a:pt x="41" y="140"/>
                    <a:pt x="42" y="140"/>
                  </a:cubicBezTo>
                  <a:cubicBezTo>
                    <a:pt x="44" y="141"/>
                    <a:pt x="45" y="140"/>
                    <a:pt x="46" y="140"/>
                  </a:cubicBezTo>
                  <a:cubicBezTo>
                    <a:pt x="49" y="140"/>
                    <a:pt x="51" y="140"/>
                    <a:pt x="52" y="140"/>
                  </a:cubicBezTo>
                  <a:cubicBezTo>
                    <a:pt x="54" y="140"/>
                    <a:pt x="55" y="140"/>
                    <a:pt x="56" y="140"/>
                  </a:cubicBezTo>
                  <a:cubicBezTo>
                    <a:pt x="57" y="140"/>
                    <a:pt x="60" y="139"/>
                    <a:pt x="60" y="139"/>
                  </a:cubicBezTo>
                  <a:cubicBezTo>
                    <a:pt x="60" y="139"/>
                    <a:pt x="61" y="141"/>
                    <a:pt x="62" y="141"/>
                  </a:cubicBezTo>
                  <a:cubicBezTo>
                    <a:pt x="63" y="141"/>
                    <a:pt x="63" y="140"/>
                    <a:pt x="65" y="140"/>
                  </a:cubicBezTo>
                  <a:cubicBezTo>
                    <a:pt x="67" y="140"/>
                    <a:pt x="71" y="141"/>
                    <a:pt x="69" y="137"/>
                  </a:cubicBezTo>
                  <a:cubicBezTo>
                    <a:pt x="69" y="135"/>
                    <a:pt x="61" y="136"/>
                    <a:pt x="61" y="133"/>
                  </a:cubicBezTo>
                  <a:cubicBezTo>
                    <a:pt x="61" y="129"/>
                    <a:pt x="60" y="130"/>
                    <a:pt x="58" y="127"/>
                  </a:cubicBezTo>
                  <a:cubicBezTo>
                    <a:pt x="55" y="125"/>
                    <a:pt x="58" y="127"/>
                    <a:pt x="55" y="125"/>
                  </a:cubicBezTo>
                  <a:cubicBezTo>
                    <a:pt x="52" y="122"/>
                    <a:pt x="50" y="121"/>
                    <a:pt x="50" y="120"/>
                  </a:cubicBezTo>
                  <a:cubicBezTo>
                    <a:pt x="49" y="119"/>
                    <a:pt x="46" y="116"/>
                    <a:pt x="47" y="114"/>
                  </a:cubicBezTo>
                  <a:cubicBezTo>
                    <a:pt x="47" y="111"/>
                    <a:pt x="46" y="108"/>
                    <a:pt x="47" y="106"/>
                  </a:cubicBezTo>
                  <a:cubicBezTo>
                    <a:pt x="47" y="105"/>
                    <a:pt x="45" y="105"/>
                    <a:pt x="46" y="102"/>
                  </a:cubicBezTo>
                  <a:cubicBezTo>
                    <a:pt x="47" y="99"/>
                    <a:pt x="45" y="99"/>
                    <a:pt x="47" y="97"/>
                  </a:cubicBezTo>
                  <a:cubicBezTo>
                    <a:pt x="50" y="96"/>
                    <a:pt x="50" y="94"/>
                    <a:pt x="51" y="95"/>
                  </a:cubicBezTo>
                  <a:cubicBezTo>
                    <a:pt x="51" y="95"/>
                    <a:pt x="53" y="93"/>
                    <a:pt x="54" y="91"/>
                  </a:cubicBezTo>
                  <a:cubicBezTo>
                    <a:pt x="58" y="87"/>
                    <a:pt x="58" y="86"/>
                    <a:pt x="60" y="85"/>
                  </a:cubicBezTo>
                  <a:cubicBezTo>
                    <a:pt x="64" y="82"/>
                    <a:pt x="64" y="82"/>
                    <a:pt x="65" y="81"/>
                  </a:cubicBezTo>
                  <a:cubicBezTo>
                    <a:pt x="68" y="77"/>
                    <a:pt x="67" y="78"/>
                    <a:pt x="68" y="77"/>
                  </a:cubicBezTo>
                  <a:cubicBezTo>
                    <a:pt x="72" y="75"/>
                    <a:pt x="74" y="72"/>
                    <a:pt x="74" y="72"/>
                  </a:cubicBezTo>
                  <a:cubicBezTo>
                    <a:pt x="76" y="69"/>
                    <a:pt x="74" y="68"/>
                    <a:pt x="76" y="66"/>
                  </a:cubicBezTo>
                  <a:cubicBezTo>
                    <a:pt x="79" y="64"/>
                    <a:pt x="79" y="64"/>
                    <a:pt x="79" y="64"/>
                  </a:cubicBezTo>
                  <a:cubicBezTo>
                    <a:pt x="79" y="62"/>
                    <a:pt x="80" y="62"/>
                    <a:pt x="79" y="61"/>
                  </a:cubicBezTo>
                  <a:cubicBezTo>
                    <a:pt x="79" y="60"/>
                    <a:pt x="79" y="57"/>
                    <a:pt x="79" y="57"/>
                  </a:cubicBezTo>
                  <a:cubicBezTo>
                    <a:pt x="82" y="57"/>
                    <a:pt x="82" y="57"/>
                    <a:pt x="82" y="57"/>
                  </a:cubicBezTo>
                  <a:cubicBezTo>
                    <a:pt x="82" y="57"/>
                    <a:pt x="82" y="59"/>
                    <a:pt x="84" y="58"/>
                  </a:cubicBezTo>
                  <a:cubicBezTo>
                    <a:pt x="86" y="57"/>
                    <a:pt x="85" y="56"/>
                    <a:pt x="86" y="55"/>
                  </a:cubicBezTo>
                  <a:cubicBezTo>
                    <a:pt x="86" y="53"/>
                    <a:pt x="86" y="52"/>
                    <a:pt x="87" y="52"/>
                  </a:cubicBezTo>
                  <a:cubicBezTo>
                    <a:pt x="88" y="52"/>
                    <a:pt x="91" y="53"/>
                    <a:pt x="91" y="53"/>
                  </a:cubicBezTo>
                  <a:cubicBezTo>
                    <a:pt x="93" y="53"/>
                    <a:pt x="96" y="52"/>
                    <a:pt x="96" y="52"/>
                  </a:cubicBezTo>
                  <a:cubicBezTo>
                    <a:pt x="97" y="50"/>
                    <a:pt x="96" y="49"/>
                    <a:pt x="98" y="49"/>
                  </a:cubicBezTo>
                  <a:cubicBezTo>
                    <a:pt x="100" y="49"/>
                    <a:pt x="101" y="49"/>
                    <a:pt x="101" y="48"/>
                  </a:cubicBezTo>
                  <a:cubicBezTo>
                    <a:pt x="102" y="45"/>
                    <a:pt x="105" y="43"/>
                    <a:pt x="105" y="43"/>
                  </a:cubicBezTo>
                  <a:cubicBezTo>
                    <a:pt x="105" y="43"/>
                    <a:pt x="107" y="42"/>
                    <a:pt x="108" y="42"/>
                  </a:cubicBezTo>
                  <a:cubicBezTo>
                    <a:pt x="109" y="41"/>
                    <a:pt x="110" y="40"/>
                    <a:pt x="111" y="40"/>
                  </a:cubicBezTo>
                  <a:cubicBezTo>
                    <a:pt x="111" y="40"/>
                    <a:pt x="113" y="41"/>
                    <a:pt x="114" y="40"/>
                  </a:cubicBezTo>
                  <a:cubicBezTo>
                    <a:pt x="116" y="39"/>
                    <a:pt x="117" y="37"/>
                    <a:pt x="118" y="37"/>
                  </a:cubicBezTo>
                  <a:cubicBezTo>
                    <a:pt x="123" y="35"/>
                    <a:pt x="123" y="35"/>
                    <a:pt x="126" y="34"/>
                  </a:cubicBezTo>
                  <a:cubicBezTo>
                    <a:pt x="128" y="33"/>
                    <a:pt x="127" y="33"/>
                    <a:pt x="131" y="32"/>
                  </a:cubicBezTo>
                  <a:cubicBezTo>
                    <a:pt x="134" y="32"/>
                    <a:pt x="152" y="28"/>
                    <a:pt x="152" y="28"/>
                  </a:cubicBezTo>
                  <a:cubicBezTo>
                    <a:pt x="152" y="28"/>
                    <a:pt x="155" y="26"/>
                    <a:pt x="156" y="26"/>
                  </a:cubicBezTo>
                  <a:cubicBezTo>
                    <a:pt x="157" y="26"/>
                    <a:pt x="161" y="24"/>
                    <a:pt x="162" y="24"/>
                  </a:cubicBezTo>
                  <a:cubicBezTo>
                    <a:pt x="163" y="23"/>
                    <a:pt x="164" y="23"/>
                    <a:pt x="166" y="22"/>
                  </a:cubicBezTo>
                  <a:cubicBezTo>
                    <a:pt x="168" y="22"/>
                    <a:pt x="171" y="21"/>
                    <a:pt x="173" y="20"/>
                  </a:cubicBezTo>
                  <a:cubicBezTo>
                    <a:pt x="175" y="19"/>
                    <a:pt x="176" y="19"/>
                    <a:pt x="177" y="19"/>
                  </a:cubicBezTo>
                  <a:cubicBezTo>
                    <a:pt x="179" y="19"/>
                    <a:pt x="179" y="18"/>
                    <a:pt x="181" y="18"/>
                  </a:cubicBezTo>
                  <a:cubicBezTo>
                    <a:pt x="182" y="18"/>
                    <a:pt x="184" y="17"/>
                    <a:pt x="185" y="17"/>
                  </a:cubicBezTo>
                  <a:cubicBezTo>
                    <a:pt x="187" y="16"/>
                    <a:pt x="187" y="15"/>
                    <a:pt x="188" y="15"/>
                  </a:cubicBezTo>
                  <a:cubicBezTo>
                    <a:pt x="190" y="14"/>
                    <a:pt x="190" y="13"/>
                    <a:pt x="191" y="12"/>
                  </a:cubicBezTo>
                  <a:cubicBezTo>
                    <a:pt x="192" y="11"/>
                    <a:pt x="193" y="13"/>
                    <a:pt x="194" y="9"/>
                  </a:cubicBezTo>
                  <a:cubicBezTo>
                    <a:pt x="194" y="6"/>
                    <a:pt x="195" y="5"/>
                    <a:pt x="194" y="4"/>
                  </a:cubicBezTo>
                  <a:cubicBezTo>
                    <a:pt x="193" y="4"/>
                    <a:pt x="192" y="2"/>
                    <a:pt x="191" y="1"/>
                  </a:cubicBezTo>
                  <a:cubicBezTo>
                    <a:pt x="190" y="0"/>
                    <a:pt x="195" y="1"/>
                    <a:pt x="188" y="0"/>
                  </a:cubicBezTo>
                  <a:cubicBezTo>
                    <a:pt x="180" y="0"/>
                    <a:pt x="181" y="0"/>
                    <a:pt x="178" y="0"/>
                  </a:cubicBezTo>
                  <a:cubicBezTo>
                    <a:pt x="175" y="0"/>
                    <a:pt x="172" y="0"/>
                    <a:pt x="170" y="1"/>
                  </a:cubicBezTo>
                  <a:cubicBezTo>
                    <a:pt x="169" y="2"/>
                    <a:pt x="168" y="1"/>
                    <a:pt x="165" y="4"/>
                  </a:cubicBezTo>
                  <a:cubicBezTo>
                    <a:pt x="161" y="6"/>
                    <a:pt x="162" y="5"/>
                    <a:pt x="161" y="6"/>
                  </a:cubicBezTo>
                  <a:cubicBezTo>
                    <a:pt x="160" y="8"/>
                    <a:pt x="161" y="8"/>
                    <a:pt x="160" y="9"/>
                  </a:cubicBezTo>
                  <a:cubicBezTo>
                    <a:pt x="159" y="9"/>
                    <a:pt x="158" y="9"/>
                    <a:pt x="157" y="9"/>
                  </a:cubicBezTo>
                  <a:cubicBezTo>
                    <a:pt x="156" y="10"/>
                    <a:pt x="155" y="8"/>
                    <a:pt x="153" y="10"/>
                  </a:cubicBezTo>
                  <a:cubicBezTo>
                    <a:pt x="151" y="11"/>
                    <a:pt x="151" y="11"/>
                    <a:pt x="149" y="12"/>
                  </a:cubicBezTo>
                  <a:cubicBezTo>
                    <a:pt x="148" y="13"/>
                    <a:pt x="147" y="12"/>
                    <a:pt x="145" y="13"/>
                  </a:cubicBezTo>
                  <a:cubicBezTo>
                    <a:pt x="144" y="14"/>
                    <a:pt x="144" y="13"/>
                    <a:pt x="142" y="14"/>
                  </a:cubicBezTo>
                  <a:cubicBezTo>
                    <a:pt x="141" y="15"/>
                    <a:pt x="137" y="15"/>
                    <a:pt x="137" y="15"/>
                  </a:cubicBezTo>
                  <a:cubicBezTo>
                    <a:pt x="137" y="15"/>
                    <a:pt x="135" y="15"/>
                    <a:pt x="134" y="15"/>
                  </a:cubicBezTo>
                  <a:cubicBezTo>
                    <a:pt x="133" y="16"/>
                    <a:pt x="132" y="16"/>
                    <a:pt x="131" y="17"/>
                  </a:cubicBezTo>
                  <a:cubicBezTo>
                    <a:pt x="129" y="18"/>
                    <a:pt x="127" y="18"/>
                    <a:pt x="126" y="18"/>
                  </a:cubicBezTo>
                  <a:cubicBezTo>
                    <a:pt x="125" y="18"/>
                    <a:pt x="125" y="17"/>
                    <a:pt x="124" y="17"/>
                  </a:cubicBezTo>
                  <a:cubicBezTo>
                    <a:pt x="123" y="17"/>
                    <a:pt x="122" y="18"/>
                    <a:pt x="121" y="17"/>
                  </a:cubicBezTo>
                  <a:cubicBezTo>
                    <a:pt x="119" y="17"/>
                    <a:pt x="116" y="17"/>
                    <a:pt x="115" y="17"/>
                  </a:cubicBezTo>
                  <a:cubicBezTo>
                    <a:pt x="114" y="16"/>
                    <a:pt x="113" y="15"/>
                    <a:pt x="111" y="16"/>
                  </a:cubicBezTo>
                  <a:cubicBezTo>
                    <a:pt x="110" y="16"/>
                    <a:pt x="107" y="16"/>
                    <a:pt x="107" y="17"/>
                  </a:cubicBezTo>
                  <a:cubicBezTo>
                    <a:pt x="105" y="21"/>
                    <a:pt x="107" y="20"/>
                    <a:pt x="105" y="21"/>
                  </a:cubicBezTo>
                  <a:cubicBezTo>
                    <a:pt x="103" y="22"/>
                    <a:pt x="102" y="22"/>
                    <a:pt x="102" y="22"/>
                  </a:cubicBezTo>
                  <a:cubicBezTo>
                    <a:pt x="102" y="22"/>
                    <a:pt x="101" y="20"/>
                    <a:pt x="99" y="21"/>
                  </a:cubicBezTo>
                  <a:cubicBezTo>
                    <a:pt x="97" y="22"/>
                    <a:pt x="99" y="21"/>
                    <a:pt x="97" y="22"/>
                  </a:cubicBezTo>
                  <a:cubicBezTo>
                    <a:pt x="95" y="24"/>
                    <a:pt x="94" y="24"/>
                    <a:pt x="92" y="24"/>
                  </a:cubicBezTo>
                  <a:cubicBezTo>
                    <a:pt x="89" y="24"/>
                    <a:pt x="88" y="24"/>
                    <a:pt x="88" y="24"/>
                  </a:cubicBezTo>
                  <a:cubicBezTo>
                    <a:pt x="84" y="24"/>
                    <a:pt x="84" y="24"/>
                    <a:pt x="84" y="24"/>
                  </a:cubicBezTo>
                  <a:cubicBezTo>
                    <a:pt x="82" y="27"/>
                    <a:pt x="83" y="28"/>
                    <a:pt x="82" y="29"/>
                  </a:cubicBezTo>
                  <a:cubicBezTo>
                    <a:pt x="81" y="29"/>
                    <a:pt x="78" y="30"/>
                    <a:pt x="78" y="30"/>
                  </a:cubicBezTo>
                  <a:cubicBezTo>
                    <a:pt x="78" y="30"/>
                    <a:pt x="75" y="30"/>
                    <a:pt x="74" y="32"/>
                  </a:cubicBezTo>
                  <a:cubicBezTo>
                    <a:pt x="73" y="33"/>
                    <a:pt x="72" y="33"/>
                    <a:pt x="71" y="34"/>
                  </a:cubicBezTo>
                  <a:cubicBezTo>
                    <a:pt x="69" y="36"/>
                    <a:pt x="70" y="36"/>
                    <a:pt x="69" y="37"/>
                  </a:cubicBezTo>
                  <a:cubicBezTo>
                    <a:pt x="68" y="39"/>
                    <a:pt x="68" y="34"/>
                    <a:pt x="65" y="36"/>
                  </a:cubicBezTo>
                  <a:cubicBezTo>
                    <a:pt x="61" y="38"/>
                    <a:pt x="61" y="36"/>
                    <a:pt x="60" y="38"/>
                  </a:cubicBezTo>
                  <a:cubicBezTo>
                    <a:pt x="59" y="40"/>
                    <a:pt x="58" y="41"/>
                    <a:pt x="57" y="42"/>
                  </a:cubicBezTo>
                  <a:cubicBezTo>
                    <a:pt x="56" y="43"/>
                    <a:pt x="55" y="42"/>
                    <a:pt x="54" y="42"/>
                  </a:cubicBezTo>
                  <a:cubicBezTo>
                    <a:pt x="52" y="42"/>
                    <a:pt x="50" y="40"/>
                    <a:pt x="50" y="42"/>
                  </a:cubicBezTo>
                  <a:cubicBezTo>
                    <a:pt x="51" y="44"/>
                    <a:pt x="50" y="45"/>
                    <a:pt x="51" y="45"/>
                  </a:cubicBezTo>
                  <a:cubicBezTo>
                    <a:pt x="52" y="47"/>
                    <a:pt x="51" y="47"/>
                    <a:pt x="51" y="49"/>
                  </a:cubicBezTo>
                  <a:cubicBezTo>
                    <a:pt x="51" y="53"/>
                    <a:pt x="53" y="52"/>
                    <a:pt x="51" y="53"/>
                  </a:cubicBezTo>
                  <a:cubicBezTo>
                    <a:pt x="49" y="54"/>
                    <a:pt x="47" y="52"/>
                    <a:pt x="46" y="55"/>
                  </a:cubicBezTo>
                  <a:cubicBezTo>
                    <a:pt x="45" y="57"/>
                    <a:pt x="44" y="54"/>
                    <a:pt x="45" y="57"/>
                  </a:cubicBezTo>
                  <a:cubicBezTo>
                    <a:pt x="45" y="60"/>
                    <a:pt x="46" y="57"/>
                    <a:pt x="45" y="60"/>
                  </a:cubicBezTo>
                  <a:cubicBezTo>
                    <a:pt x="45" y="62"/>
                    <a:pt x="42" y="60"/>
                    <a:pt x="43" y="62"/>
                  </a:cubicBezTo>
                  <a:cubicBezTo>
                    <a:pt x="44" y="65"/>
                    <a:pt x="39" y="66"/>
                    <a:pt x="39" y="66"/>
                  </a:cubicBezTo>
                  <a:cubicBezTo>
                    <a:pt x="39" y="66"/>
                    <a:pt x="38" y="66"/>
                    <a:pt x="37" y="68"/>
                  </a:cubicBezTo>
                  <a:cubicBezTo>
                    <a:pt x="36" y="69"/>
                    <a:pt x="35" y="69"/>
                    <a:pt x="34" y="71"/>
                  </a:cubicBezTo>
                  <a:cubicBezTo>
                    <a:pt x="33" y="72"/>
                    <a:pt x="29" y="73"/>
                    <a:pt x="29" y="73"/>
                  </a:cubicBezTo>
                  <a:cubicBezTo>
                    <a:pt x="28" y="76"/>
                    <a:pt x="26" y="77"/>
                    <a:pt x="27" y="77"/>
                  </a:cubicBezTo>
                  <a:cubicBezTo>
                    <a:pt x="29" y="77"/>
                    <a:pt x="29" y="75"/>
                    <a:pt x="30" y="76"/>
                  </a:cubicBezTo>
                  <a:cubicBezTo>
                    <a:pt x="32" y="78"/>
                    <a:pt x="31" y="77"/>
                    <a:pt x="32" y="79"/>
                  </a:cubicBezTo>
                  <a:cubicBezTo>
                    <a:pt x="32" y="81"/>
                    <a:pt x="32" y="79"/>
                    <a:pt x="32" y="81"/>
                  </a:cubicBezTo>
                  <a:cubicBezTo>
                    <a:pt x="29" y="84"/>
                    <a:pt x="27" y="85"/>
                    <a:pt x="26" y="85"/>
                  </a:cubicBezTo>
                  <a:cubicBezTo>
                    <a:pt x="25" y="85"/>
                    <a:pt x="22" y="84"/>
                    <a:pt x="22" y="85"/>
                  </a:cubicBezTo>
                  <a:cubicBezTo>
                    <a:pt x="22" y="85"/>
                    <a:pt x="20" y="88"/>
                    <a:pt x="20" y="90"/>
                  </a:cubicBezTo>
                  <a:cubicBezTo>
                    <a:pt x="20" y="91"/>
                    <a:pt x="16" y="92"/>
                    <a:pt x="16" y="93"/>
                  </a:cubicBezTo>
                  <a:cubicBezTo>
                    <a:pt x="15" y="93"/>
                    <a:pt x="13" y="90"/>
                    <a:pt x="13" y="93"/>
                  </a:cubicBezTo>
                  <a:cubicBezTo>
                    <a:pt x="13" y="96"/>
                    <a:pt x="10" y="96"/>
                    <a:pt x="13" y="96"/>
                  </a:cubicBezTo>
                  <a:cubicBezTo>
                    <a:pt x="15" y="97"/>
                    <a:pt x="16" y="97"/>
                    <a:pt x="17" y="97"/>
                  </a:cubicBezTo>
                  <a:cubicBezTo>
                    <a:pt x="18" y="98"/>
                    <a:pt x="19" y="99"/>
                    <a:pt x="18" y="100"/>
                  </a:cubicBezTo>
                  <a:cubicBezTo>
                    <a:pt x="17" y="102"/>
                    <a:pt x="16" y="101"/>
                    <a:pt x="15" y="103"/>
                  </a:cubicBezTo>
                  <a:cubicBezTo>
                    <a:pt x="13" y="106"/>
                    <a:pt x="15" y="108"/>
                    <a:pt x="13" y="108"/>
                  </a:cubicBezTo>
                  <a:cubicBezTo>
                    <a:pt x="11" y="108"/>
                    <a:pt x="13" y="107"/>
                    <a:pt x="11" y="108"/>
                  </a:cubicBezTo>
                  <a:cubicBezTo>
                    <a:pt x="8" y="109"/>
                    <a:pt x="7" y="109"/>
                    <a:pt x="7" y="109"/>
                  </a:cubicBezTo>
                  <a:cubicBezTo>
                    <a:pt x="7" y="109"/>
                    <a:pt x="5" y="108"/>
                    <a:pt x="4" y="109"/>
                  </a:cubicBezTo>
                  <a:cubicBezTo>
                    <a:pt x="2" y="111"/>
                    <a:pt x="0" y="112"/>
                    <a:pt x="1" y="114"/>
                  </a:cubicBezTo>
                  <a:cubicBezTo>
                    <a:pt x="1" y="117"/>
                    <a:pt x="1" y="116"/>
                    <a:pt x="2" y="1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4" name="iṧḻíḋè"/>
            <p:cNvSpPr/>
            <p:nvPr/>
          </p:nvSpPr>
          <p:spPr bwMode="auto">
            <a:xfrm>
              <a:off x="5541963" y="1614068"/>
              <a:ext cx="1473200" cy="904738"/>
            </a:xfrm>
            <a:custGeom>
              <a:avLst/>
              <a:gdLst>
                <a:gd name="connsiteX0" fmla="*/ 569913 w 1473200"/>
                <a:gd name="connsiteY0" fmla="*/ 851458 h 904738"/>
                <a:gd name="connsiteX1" fmla="*/ 563376 w 1473200"/>
                <a:gd name="connsiteY1" fmla="*/ 872993 h 904738"/>
                <a:gd name="connsiteX2" fmla="*/ 566645 w 1473200"/>
                <a:gd name="connsiteY2" fmla="*/ 884589 h 904738"/>
                <a:gd name="connsiteX3" fmla="*/ 555205 w 1473200"/>
                <a:gd name="connsiteY3" fmla="*/ 884589 h 904738"/>
                <a:gd name="connsiteX4" fmla="*/ 535595 w 1473200"/>
                <a:gd name="connsiteY4" fmla="*/ 872993 h 904738"/>
                <a:gd name="connsiteX5" fmla="*/ 514350 w 1473200"/>
                <a:gd name="connsiteY5" fmla="*/ 863054 h 904738"/>
                <a:gd name="connsiteX6" fmla="*/ 529058 w 1473200"/>
                <a:gd name="connsiteY6" fmla="*/ 854771 h 904738"/>
                <a:gd name="connsiteX7" fmla="*/ 525790 w 1473200"/>
                <a:gd name="connsiteY7" fmla="*/ 854771 h 904738"/>
                <a:gd name="connsiteX8" fmla="*/ 548669 w 1473200"/>
                <a:gd name="connsiteY8" fmla="*/ 858084 h 904738"/>
                <a:gd name="connsiteX9" fmla="*/ 569913 w 1473200"/>
                <a:gd name="connsiteY9" fmla="*/ 851458 h 904738"/>
                <a:gd name="connsiteX10" fmla="*/ 454963 w 1473200"/>
                <a:gd name="connsiteY10" fmla="*/ 783057 h 904738"/>
                <a:gd name="connsiteX11" fmla="*/ 459942 w 1473200"/>
                <a:gd name="connsiteY11" fmla="*/ 787955 h 904738"/>
                <a:gd name="connsiteX12" fmla="*/ 456622 w 1473200"/>
                <a:gd name="connsiteY12" fmla="*/ 791221 h 904738"/>
                <a:gd name="connsiteX13" fmla="*/ 468240 w 1473200"/>
                <a:gd name="connsiteY13" fmla="*/ 809183 h 904738"/>
                <a:gd name="connsiteX14" fmla="*/ 468240 w 1473200"/>
                <a:gd name="connsiteY14" fmla="*/ 825511 h 904738"/>
                <a:gd name="connsiteX15" fmla="*/ 458282 w 1473200"/>
                <a:gd name="connsiteY15" fmla="*/ 832043 h 904738"/>
                <a:gd name="connsiteX16" fmla="*/ 446664 w 1473200"/>
                <a:gd name="connsiteY16" fmla="*/ 836941 h 904738"/>
                <a:gd name="connsiteX17" fmla="*/ 446664 w 1473200"/>
                <a:gd name="connsiteY17" fmla="*/ 823878 h 904738"/>
                <a:gd name="connsiteX18" fmla="*/ 438366 w 1473200"/>
                <a:gd name="connsiteY18" fmla="*/ 792854 h 904738"/>
                <a:gd name="connsiteX19" fmla="*/ 454963 w 1473200"/>
                <a:gd name="connsiteY19" fmla="*/ 783057 h 904738"/>
                <a:gd name="connsiteX20" fmla="*/ 170971 w 1473200"/>
                <a:gd name="connsiteY20" fmla="*/ 460822 h 904738"/>
                <a:gd name="connsiteX21" fmla="*/ 175823 w 1473200"/>
                <a:gd name="connsiteY21" fmla="*/ 460822 h 904738"/>
                <a:gd name="connsiteX22" fmla="*/ 180675 w 1473200"/>
                <a:gd name="connsiteY22" fmla="*/ 460822 h 904738"/>
                <a:gd name="connsiteX23" fmla="*/ 183910 w 1473200"/>
                <a:gd name="connsiteY23" fmla="*/ 462438 h 904738"/>
                <a:gd name="connsiteX24" fmla="*/ 187145 w 1473200"/>
                <a:gd name="connsiteY24" fmla="*/ 465668 h 904738"/>
                <a:gd name="connsiteX25" fmla="*/ 193615 w 1473200"/>
                <a:gd name="connsiteY25" fmla="*/ 473745 h 904738"/>
                <a:gd name="connsiteX26" fmla="*/ 195232 w 1473200"/>
                <a:gd name="connsiteY26" fmla="*/ 478591 h 904738"/>
                <a:gd name="connsiteX27" fmla="*/ 195232 w 1473200"/>
                <a:gd name="connsiteY27" fmla="*/ 481822 h 904738"/>
                <a:gd name="connsiteX28" fmla="*/ 190380 w 1473200"/>
                <a:gd name="connsiteY28" fmla="*/ 486668 h 904738"/>
                <a:gd name="connsiteX29" fmla="*/ 185528 w 1473200"/>
                <a:gd name="connsiteY29" fmla="*/ 489899 h 904738"/>
                <a:gd name="connsiteX30" fmla="*/ 179058 w 1473200"/>
                <a:gd name="connsiteY30" fmla="*/ 491514 h 904738"/>
                <a:gd name="connsiteX31" fmla="*/ 174205 w 1473200"/>
                <a:gd name="connsiteY31" fmla="*/ 489899 h 904738"/>
                <a:gd name="connsiteX32" fmla="*/ 169353 w 1473200"/>
                <a:gd name="connsiteY32" fmla="*/ 488283 h 904738"/>
                <a:gd name="connsiteX33" fmla="*/ 169353 w 1473200"/>
                <a:gd name="connsiteY33" fmla="*/ 489899 h 904738"/>
                <a:gd name="connsiteX34" fmla="*/ 175823 w 1473200"/>
                <a:gd name="connsiteY34" fmla="*/ 493129 h 904738"/>
                <a:gd name="connsiteX35" fmla="*/ 180675 w 1473200"/>
                <a:gd name="connsiteY35" fmla="*/ 494745 h 904738"/>
                <a:gd name="connsiteX36" fmla="*/ 183910 w 1473200"/>
                <a:gd name="connsiteY36" fmla="*/ 501206 h 904738"/>
                <a:gd name="connsiteX37" fmla="*/ 183910 w 1473200"/>
                <a:gd name="connsiteY37" fmla="*/ 507667 h 904738"/>
                <a:gd name="connsiteX38" fmla="*/ 177440 w 1473200"/>
                <a:gd name="connsiteY38" fmla="*/ 533513 h 904738"/>
                <a:gd name="connsiteX39" fmla="*/ 174205 w 1473200"/>
                <a:gd name="connsiteY39" fmla="*/ 533513 h 904738"/>
                <a:gd name="connsiteX40" fmla="*/ 167736 w 1473200"/>
                <a:gd name="connsiteY40" fmla="*/ 535128 h 904738"/>
                <a:gd name="connsiteX41" fmla="*/ 162883 w 1473200"/>
                <a:gd name="connsiteY41" fmla="*/ 533513 h 904738"/>
                <a:gd name="connsiteX42" fmla="*/ 158031 w 1473200"/>
                <a:gd name="connsiteY42" fmla="*/ 535128 h 904738"/>
                <a:gd name="connsiteX43" fmla="*/ 153179 w 1473200"/>
                <a:gd name="connsiteY43" fmla="*/ 539974 h 904738"/>
                <a:gd name="connsiteX44" fmla="*/ 149944 w 1473200"/>
                <a:gd name="connsiteY44" fmla="*/ 544820 h 904738"/>
                <a:gd name="connsiteX45" fmla="*/ 143474 w 1473200"/>
                <a:gd name="connsiteY45" fmla="*/ 548051 h 904738"/>
                <a:gd name="connsiteX46" fmla="*/ 133769 w 1473200"/>
                <a:gd name="connsiteY46" fmla="*/ 551282 h 904738"/>
                <a:gd name="connsiteX47" fmla="*/ 125682 w 1473200"/>
                <a:gd name="connsiteY47" fmla="*/ 551282 h 904738"/>
                <a:gd name="connsiteX48" fmla="*/ 120829 w 1473200"/>
                <a:gd name="connsiteY48" fmla="*/ 549667 h 904738"/>
                <a:gd name="connsiteX49" fmla="*/ 115977 w 1473200"/>
                <a:gd name="connsiteY49" fmla="*/ 548051 h 904738"/>
                <a:gd name="connsiteX50" fmla="*/ 112742 w 1473200"/>
                <a:gd name="connsiteY50" fmla="*/ 541590 h 904738"/>
                <a:gd name="connsiteX51" fmla="*/ 112742 w 1473200"/>
                <a:gd name="connsiteY51" fmla="*/ 536744 h 904738"/>
                <a:gd name="connsiteX52" fmla="*/ 115977 w 1473200"/>
                <a:gd name="connsiteY52" fmla="*/ 533513 h 904738"/>
                <a:gd name="connsiteX53" fmla="*/ 120829 w 1473200"/>
                <a:gd name="connsiteY53" fmla="*/ 530282 h 904738"/>
                <a:gd name="connsiteX54" fmla="*/ 125682 w 1473200"/>
                <a:gd name="connsiteY54" fmla="*/ 527052 h 904738"/>
                <a:gd name="connsiteX55" fmla="*/ 128917 w 1473200"/>
                <a:gd name="connsiteY55" fmla="*/ 522206 h 904738"/>
                <a:gd name="connsiteX56" fmla="*/ 127299 w 1473200"/>
                <a:gd name="connsiteY56" fmla="*/ 518975 h 904738"/>
                <a:gd name="connsiteX57" fmla="*/ 128917 w 1473200"/>
                <a:gd name="connsiteY57" fmla="*/ 514129 h 904738"/>
                <a:gd name="connsiteX58" fmla="*/ 130534 w 1473200"/>
                <a:gd name="connsiteY58" fmla="*/ 512513 h 904738"/>
                <a:gd name="connsiteX59" fmla="*/ 130534 w 1473200"/>
                <a:gd name="connsiteY59" fmla="*/ 509283 h 904738"/>
                <a:gd name="connsiteX60" fmla="*/ 124064 w 1473200"/>
                <a:gd name="connsiteY60" fmla="*/ 507667 h 904738"/>
                <a:gd name="connsiteX61" fmla="*/ 119212 w 1473200"/>
                <a:gd name="connsiteY61" fmla="*/ 507667 h 904738"/>
                <a:gd name="connsiteX62" fmla="*/ 115977 w 1473200"/>
                <a:gd name="connsiteY62" fmla="*/ 506052 h 904738"/>
                <a:gd name="connsiteX63" fmla="*/ 117595 w 1473200"/>
                <a:gd name="connsiteY63" fmla="*/ 502821 h 904738"/>
                <a:gd name="connsiteX64" fmla="*/ 120829 w 1473200"/>
                <a:gd name="connsiteY64" fmla="*/ 497975 h 904738"/>
                <a:gd name="connsiteX65" fmla="*/ 117595 w 1473200"/>
                <a:gd name="connsiteY65" fmla="*/ 494745 h 904738"/>
                <a:gd name="connsiteX66" fmla="*/ 114360 w 1473200"/>
                <a:gd name="connsiteY66" fmla="*/ 491514 h 904738"/>
                <a:gd name="connsiteX67" fmla="*/ 114360 w 1473200"/>
                <a:gd name="connsiteY67" fmla="*/ 486668 h 904738"/>
                <a:gd name="connsiteX68" fmla="*/ 114360 w 1473200"/>
                <a:gd name="connsiteY68" fmla="*/ 485052 h 904738"/>
                <a:gd name="connsiteX69" fmla="*/ 119212 w 1473200"/>
                <a:gd name="connsiteY69" fmla="*/ 485052 h 904738"/>
                <a:gd name="connsiteX70" fmla="*/ 124064 w 1473200"/>
                <a:gd name="connsiteY70" fmla="*/ 485052 h 904738"/>
                <a:gd name="connsiteX71" fmla="*/ 128917 w 1473200"/>
                <a:gd name="connsiteY71" fmla="*/ 488283 h 904738"/>
                <a:gd name="connsiteX72" fmla="*/ 133769 w 1473200"/>
                <a:gd name="connsiteY72" fmla="*/ 485052 h 904738"/>
                <a:gd name="connsiteX73" fmla="*/ 138621 w 1473200"/>
                <a:gd name="connsiteY73" fmla="*/ 485052 h 904738"/>
                <a:gd name="connsiteX74" fmla="*/ 140239 w 1473200"/>
                <a:gd name="connsiteY74" fmla="*/ 486668 h 904738"/>
                <a:gd name="connsiteX75" fmla="*/ 145091 w 1473200"/>
                <a:gd name="connsiteY75" fmla="*/ 481822 h 904738"/>
                <a:gd name="connsiteX76" fmla="*/ 148326 w 1473200"/>
                <a:gd name="connsiteY76" fmla="*/ 480206 h 904738"/>
                <a:gd name="connsiteX77" fmla="*/ 149944 w 1473200"/>
                <a:gd name="connsiteY77" fmla="*/ 483437 h 904738"/>
                <a:gd name="connsiteX78" fmla="*/ 151561 w 1473200"/>
                <a:gd name="connsiteY78" fmla="*/ 485052 h 904738"/>
                <a:gd name="connsiteX79" fmla="*/ 159648 w 1473200"/>
                <a:gd name="connsiteY79" fmla="*/ 488283 h 904738"/>
                <a:gd name="connsiteX80" fmla="*/ 153179 w 1473200"/>
                <a:gd name="connsiteY80" fmla="*/ 483437 h 904738"/>
                <a:gd name="connsiteX81" fmla="*/ 153179 w 1473200"/>
                <a:gd name="connsiteY81" fmla="*/ 480206 h 904738"/>
                <a:gd name="connsiteX82" fmla="*/ 158031 w 1473200"/>
                <a:gd name="connsiteY82" fmla="*/ 476976 h 904738"/>
                <a:gd name="connsiteX83" fmla="*/ 162883 w 1473200"/>
                <a:gd name="connsiteY83" fmla="*/ 472130 h 904738"/>
                <a:gd name="connsiteX84" fmla="*/ 162883 w 1473200"/>
                <a:gd name="connsiteY84" fmla="*/ 467284 h 904738"/>
                <a:gd name="connsiteX85" fmla="*/ 170971 w 1473200"/>
                <a:gd name="connsiteY85" fmla="*/ 460822 h 904738"/>
                <a:gd name="connsiteX86" fmla="*/ 205311 w 1473200"/>
                <a:gd name="connsiteY86" fmla="*/ 371895 h 904738"/>
                <a:gd name="connsiteX87" fmla="*/ 213423 w 1473200"/>
                <a:gd name="connsiteY87" fmla="*/ 373518 h 904738"/>
                <a:gd name="connsiteX88" fmla="*/ 218290 w 1473200"/>
                <a:gd name="connsiteY88" fmla="*/ 375141 h 904738"/>
                <a:gd name="connsiteX89" fmla="*/ 228024 w 1473200"/>
                <a:gd name="connsiteY89" fmla="*/ 371895 h 904738"/>
                <a:gd name="connsiteX90" fmla="*/ 236136 w 1473200"/>
                <a:gd name="connsiteY90" fmla="*/ 373518 h 904738"/>
                <a:gd name="connsiteX91" fmla="*/ 236136 w 1473200"/>
                <a:gd name="connsiteY91" fmla="*/ 378387 h 904738"/>
                <a:gd name="connsiteX92" fmla="*/ 234514 w 1473200"/>
                <a:gd name="connsiteY92" fmla="*/ 383256 h 904738"/>
                <a:gd name="connsiteX93" fmla="*/ 229647 w 1473200"/>
                <a:gd name="connsiteY93" fmla="*/ 386502 h 904738"/>
                <a:gd name="connsiteX94" fmla="*/ 226402 w 1473200"/>
                <a:gd name="connsiteY94" fmla="*/ 389748 h 904738"/>
                <a:gd name="connsiteX95" fmla="*/ 223157 w 1473200"/>
                <a:gd name="connsiteY95" fmla="*/ 391371 h 904738"/>
                <a:gd name="connsiteX96" fmla="*/ 223157 w 1473200"/>
                <a:gd name="connsiteY96" fmla="*/ 394618 h 904738"/>
                <a:gd name="connsiteX97" fmla="*/ 224779 w 1473200"/>
                <a:gd name="connsiteY97" fmla="*/ 399487 h 904738"/>
                <a:gd name="connsiteX98" fmla="*/ 226402 w 1473200"/>
                <a:gd name="connsiteY98" fmla="*/ 399487 h 904738"/>
                <a:gd name="connsiteX99" fmla="*/ 229647 w 1473200"/>
                <a:gd name="connsiteY99" fmla="*/ 397864 h 904738"/>
                <a:gd name="connsiteX100" fmla="*/ 232891 w 1473200"/>
                <a:gd name="connsiteY100" fmla="*/ 396241 h 904738"/>
                <a:gd name="connsiteX101" fmla="*/ 236136 w 1473200"/>
                <a:gd name="connsiteY101" fmla="*/ 396241 h 904738"/>
                <a:gd name="connsiteX102" fmla="*/ 247493 w 1473200"/>
                <a:gd name="connsiteY102" fmla="*/ 396241 h 904738"/>
                <a:gd name="connsiteX103" fmla="*/ 250738 w 1473200"/>
                <a:gd name="connsiteY103" fmla="*/ 396241 h 904738"/>
                <a:gd name="connsiteX104" fmla="*/ 253983 w 1473200"/>
                <a:gd name="connsiteY104" fmla="*/ 396241 h 904738"/>
                <a:gd name="connsiteX105" fmla="*/ 258850 w 1473200"/>
                <a:gd name="connsiteY105" fmla="*/ 394618 h 904738"/>
                <a:gd name="connsiteX106" fmla="*/ 262095 w 1473200"/>
                <a:gd name="connsiteY106" fmla="*/ 399487 h 904738"/>
                <a:gd name="connsiteX107" fmla="*/ 262095 w 1473200"/>
                <a:gd name="connsiteY107" fmla="*/ 402733 h 904738"/>
                <a:gd name="connsiteX108" fmla="*/ 262095 w 1473200"/>
                <a:gd name="connsiteY108" fmla="*/ 405979 h 904738"/>
                <a:gd name="connsiteX109" fmla="*/ 260472 w 1473200"/>
                <a:gd name="connsiteY109" fmla="*/ 409225 h 904738"/>
                <a:gd name="connsiteX110" fmla="*/ 258850 w 1473200"/>
                <a:gd name="connsiteY110" fmla="*/ 412471 h 904738"/>
                <a:gd name="connsiteX111" fmla="*/ 255605 w 1473200"/>
                <a:gd name="connsiteY111" fmla="*/ 415717 h 904738"/>
                <a:gd name="connsiteX112" fmla="*/ 255605 w 1473200"/>
                <a:gd name="connsiteY112" fmla="*/ 418963 h 904738"/>
                <a:gd name="connsiteX113" fmla="*/ 250738 w 1473200"/>
                <a:gd name="connsiteY113" fmla="*/ 423832 h 904738"/>
                <a:gd name="connsiteX114" fmla="*/ 249115 w 1473200"/>
                <a:gd name="connsiteY114" fmla="*/ 427078 h 904738"/>
                <a:gd name="connsiteX115" fmla="*/ 245871 w 1473200"/>
                <a:gd name="connsiteY115" fmla="*/ 428702 h 904738"/>
                <a:gd name="connsiteX116" fmla="*/ 247493 w 1473200"/>
                <a:gd name="connsiteY116" fmla="*/ 431948 h 904738"/>
                <a:gd name="connsiteX117" fmla="*/ 245871 w 1473200"/>
                <a:gd name="connsiteY117" fmla="*/ 433571 h 904738"/>
                <a:gd name="connsiteX118" fmla="*/ 242626 w 1473200"/>
                <a:gd name="connsiteY118" fmla="*/ 435194 h 904738"/>
                <a:gd name="connsiteX119" fmla="*/ 239381 w 1473200"/>
                <a:gd name="connsiteY119" fmla="*/ 438440 h 904738"/>
                <a:gd name="connsiteX120" fmla="*/ 239381 w 1473200"/>
                <a:gd name="connsiteY120" fmla="*/ 441686 h 904738"/>
                <a:gd name="connsiteX121" fmla="*/ 245871 w 1473200"/>
                <a:gd name="connsiteY121" fmla="*/ 440063 h 904738"/>
                <a:gd name="connsiteX122" fmla="*/ 249115 w 1473200"/>
                <a:gd name="connsiteY122" fmla="*/ 441686 h 904738"/>
                <a:gd name="connsiteX123" fmla="*/ 250738 w 1473200"/>
                <a:gd name="connsiteY123" fmla="*/ 441686 h 904738"/>
                <a:gd name="connsiteX124" fmla="*/ 253983 w 1473200"/>
                <a:gd name="connsiteY124" fmla="*/ 441686 h 904738"/>
                <a:gd name="connsiteX125" fmla="*/ 255605 w 1473200"/>
                <a:gd name="connsiteY125" fmla="*/ 443309 h 904738"/>
                <a:gd name="connsiteX126" fmla="*/ 257227 w 1473200"/>
                <a:gd name="connsiteY126" fmla="*/ 444932 h 904738"/>
                <a:gd name="connsiteX127" fmla="*/ 258850 w 1473200"/>
                <a:gd name="connsiteY127" fmla="*/ 444932 h 904738"/>
                <a:gd name="connsiteX128" fmla="*/ 262095 w 1473200"/>
                <a:gd name="connsiteY128" fmla="*/ 449801 h 904738"/>
                <a:gd name="connsiteX129" fmla="*/ 263717 w 1473200"/>
                <a:gd name="connsiteY129" fmla="*/ 453047 h 904738"/>
                <a:gd name="connsiteX130" fmla="*/ 265339 w 1473200"/>
                <a:gd name="connsiteY130" fmla="*/ 456293 h 904738"/>
                <a:gd name="connsiteX131" fmla="*/ 266962 w 1473200"/>
                <a:gd name="connsiteY131" fmla="*/ 459539 h 904738"/>
                <a:gd name="connsiteX132" fmla="*/ 268584 w 1473200"/>
                <a:gd name="connsiteY132" fmla="*/ 462785 h 904738"/>
                <a:gd name="connsiteX133" fmla="*/ 270207 w 1473200"/>
                <a:gd name="connsiteY133" fmla="*/ 469278 h 904738"/>
                <a:gd name="connsiteX134" fmla="*/ 273451 w 1473200"/>
                <a:gd name="connsiteY134" fmla="*/ 472524 h 904738"/>
                <a:gd name="connsiteX135" fmla="*/ 279941 w 1473200"/>
                <a:gd name="connsiteY135" fmla="*/ 475770 h 904738"/>
                <a:gd name="connsiteX136" fmla="*/ 284808 w 1473200"/>
                <a:gd name="connsiteY136" fmla="*/ 477393 h 904738"/>
                <a:gd name="connsiteX137" fmla="*/ 288053 w 1473200"/>
                <a:gd name="connsiteY137" fmla="*/ 480639 h 904738"/>
                <a:gd name="connsiteX138" fmla="*/ 288053 w 1473200"/>
                <a:gd name="connsiteY138" fmla="*/ 483885 h 904738"/>
                <a:gd name="connsiteX139" fmla="*/ 288053 w 1473200"/>
                <a:gd name="connsiteY139" fmla="*/ 485508 h 904738"/>
                <a:gd name="connsiteX140" fmla="*/ 291298 w 1473200"/>
                <a:gd name="connsiteY140" fmla="*/ 488754 h 904738"/>
                <a:gd name="connsiteX141" fmla="*/ 291298 w 1473200"/>
                <a:gd name="connsiteY141" fmla="*/ 493623 h 904738"/>
                <a:gd name="connsiteX142" fmla="*/ 292920 w 1473200"/>
                <a:gd name="connsiteY142" fmla="*/ 496869 h 904738"/>
                <a:gd name="connsiteX143" fmla="*/ 296165 w 1473200"/>
                <a:gd name="connsiteY143" fmla="*/ 500115 h 904738"/>
                <a:gd name="connsiteX144" fmla="*/ 297787 w 1473200"/>
                <a:gd name="connsiteY144" fmla="*/ 503361 h 904738"/>
                <a:gd name="connsiteX145" fmla="*/ 301032 w 1473200"/>
                <a:gd name="connsiteY145" fmla="*/ 506608 h 904738"/>
                <a:gd name="connsiteX146" fmla="*/ 302654 w 1473200"/>
                <a:gd name="connsiteY146" fmla="*/ 511477 h 904738"/>
                <a:gd name="connsiteX147" fmla="*/ 301032 w 1473200"/>
                <a:gd name="connsiteY147" fmla="*/ 514723 h 904738"/>
                <a:gd name="connsiteX148" fmla="*/ 299410 w 1473200"/>
                <a:gd name="connsiteY148" fmla="*/ 516346 h 904738"/>
                <a:gd name="connsiteX149" fmla="*/ 299410 w 1473200"/>
                <a:gd name="connsiteY149" fmla="*/ 517969 h 904738"/>
                <a:gd name="connsiteX150" fmla="*/ 304277 w 1473200"/>
                <a:gd name="connsiteY150" fmla="*/ 521215 h 904738"/>
                <a:gd name="connsiteX151" fmla="*/ 309144 w 1473200"/>
                <a:gd name="connsiteY151" fmla="*/ 517969 h 904738"/>
                <a:gd name="connsiteX152" fmla="*/ 314011 w 1473200"/>
                <a:gd name="connsiteY152" fmla="*/ 517969 h 904738"/>
                <a:gd name="connsiteX153" fmla="*/ 317256 w 1473200"/>
                <a:gd name="connsiteY153" fmla="*/ 517969 h 904738"/>
                <a:gd name="connsiteX154" fmla="*/ 323746 w 1473200"/>
                <a:gd name="connsiteY154" fmla="*/ 519592 h 904738"/>
                <a:gd name="connsiteX155" fmla="*/ 326990 w 1473200"/>
                <a:gd name="connsiteY155" fmla="*/ 524461 h 904738"/>
                <a:gd name="connsiteX156" fmla="*/ 328613 w 1473200"/>
                <a:gd name="connsiteY156" fmla="*/ 529330 h 904738"/>
                <a:gd name="connsiteX157" fmla="*/ 326990 w 1473200"/>
                <a:gd name="connsiteY157" fmla="*/ 532576 h 904738"/>
                <a:gd name="connsiteX158" fmla="*/ 325368 w 1473200"/>
                <a:gd name="connsiteY158" fmla="*/ 534199 h 904738"/>
                <a:gd name="connsiteX159" fmla="*/ 325368 w 1473200"/>
                <a:gd name="connsiteY159" fmla="*/ 537445 h 904738"/>
                <a:gd name="connsiteX160" fmla="*/ 320501 w 1473200"/>
                <a:gd name="connsiteY160" fmla="*/ 542315 h 904738"/>
                <a:gd name="connsiteX161" fmla="*/ 315634 w 1473200"/>
                <a:gd name="connsiteY161" fmla="*/ 547184 h 904738"/>
                <a:gd name="connsiteX162" fmla="*/ 312389 w 1473200"/>
                <a:gd name="connsiteY162" fmla="*/ 550430 h 904738"/>
                <a:gd name="connsiteX163" fmla="*/ 305899 w 1473200"/>
                <a:gd name="connsiteY163" fmla="*/ 553676 h 904738"/>
                <a:gd name="connsiteX164" fmla="*/ 305899 w 1473200"/>
                <a:gd name="connsiteY164" fmla="*/ 556922 h 904738"/>
                <a:gd name="connsiteX165" fmla="*/ 312389 w 1473200"/>
                <a:gd name="connsiteY165" fmla="*/ 556922 h 904738"/>
                <a:gd name="connsiteX166" fmla="*/ 317256 w 1473200"/>
                <a:gd name="connsiteY166" fmla="*/ 556922 h 904738"/>
                <a:gd name="connsiteX167" fmla="*/ 320501 w 1473200"/>
                <a:gd name="connsiteY167" fmla="*/ 560168 h 904738"/>
                <a:gd name="connsiteX168" fmla="*/ 318878 w 1473200"/>
                <a:gd name="connsiteY168" fmla="*/ 561791 h 904738"/>
                <a:gd name="connsiteX169" fmla="*/ 314011 w 1473200"/>
                <a:gd name="connsiteY169" fmla="*/ 566660 h 904738"/>
                <a:gd name="connsiteX170" fmla="*/ 302654 w 1473200"/>
                <a:gd name="connsiteY170" fmla="*/ 569906 h 904738"/>
                <a:gd name="connsiteX171" fmla="*/ 297787 w 1473200"/>
                <a:gd name="connsiteY171" fmla="*/ 573152 h 904738"/>
                <a:gd name="connsiteX172" fmla="*/ 292920 w 1473200"/>
                <a:gd name="connsiteY172" fmla="*/ 573152 h 904738"/>
                <a:gd name="connsiteX173" fmla="*/ 278318 w 1473200"/>
                <a:gd name="connsiteY173" fmla="*/ 571529 h 904738"/>
                <a:gd name="connsiteX174" fmla="*/ 276696 w 1473200"/>
                <a:gd name="connsiteY174" fmla="*/ 573152 h 904738"/>
                <a:gd name="connsiteX175" fmla="*/ 268584 w 1473200"/>
                <a:gd name="connsiteY175" fmla="*/ 574775 h 904738"/>
                <a:gd name="connsiteX176" fmla="*/ 265339 w 1473200"/>
                <a:gd name="connsiteY176" fmla="*/ 571529 h 904738"/>
                <a:gd name="connsiteX177" fmla="*/ 260472 w 1473200"/>
                <a:gd name="connsiteY177" fmla="*/ 569906 h 904738"/>
                <a:gd name="connsiteX178" fmla="*/ 257227 w 1473200"/>
                <a:gd name="connsiteY178" fmla="*/ 573152 h 904738"/>
                <a:gd name="connsiteX179" fmla="*/ 252360 w 1473200"/>
                <a:gd name="connsiteY179" fmla="*/ 574775 h 904738"/>
                <a:gd name="connsiteX180" fmla="*/ 245871 w 1473200"/>
                <a:gd name="connsiteY180" fmla="*/ 574775 h 904738"/>
                <a:gd name="connsiteX181" fmla="*/ 241003 w 1473200"/>
                <a:gd name="connsiteY181" fmla="*/ 574775 h 904738"/>
                <a:gd name="connsiteX182" fmla="*/ 236136 w 1473200"/>
                <a:gd name="connsiteY182" fmla="*/ 574775 h 904738"/>
                <a:gd name="connsiteX183" fmla="*/ 234514 w 1473200"/>
                <a:gd name="connsiteY183" fmla="*/ 576399 h 904738"/>
                <a:gd name="connsiteX184" fmla="*/ 232891 w 1473200"/>
                <a:gd name="connsiteY184" fmla="*/ 579645 h 904738"/>
                <a:gd name="connsiteX185" fmla="*/ 231269 w 1473200"/>
                <a:gd name="connsiteY185" fmla="*/ 581268 h 904738"/>
                <a:gd name="connsiteX186" fmla="*/ 224779 w 1473200"/>
                <a:gd name="connsiteY186" fmla="*/ 584514 h 904738"/>
                <a:gd name="connsiteX187" fmla="*/ 223157 w 1473200"/>
                <a:gd name="connsiteY187" fmla="*/ 582891 h 904738"/>
                <a:gd name="connsiteX188" fmla="*/ 219912 w 1473200"/>
                <a:gd name="connsiteY188" fmla="*/ 581268 h 904738"/>
                <a:gd name="connsiteX189" fmla="*/ 216667 w 1473200"/>
                <a:gd name="connsiteY189" fmla="*/ 581268 h 904738"/>
                <a:gd name="connsiteX190" fmla="*/ 213423 w 1473200"/>
                <a:gd name="connsiteY190" fmla="*/ 581268 h 904738"/>
                <a:gd name="connsiteX191" fmla="*/ 210178 w 1473200"/>
                <a:gd name="connsiteY191" fmla="*/ 581268 h 904738"/>
                <a:gd name="connsiteX192" fmla="*/ 205311 w 1473200"/>
                <a:gd name="connsiteY192" fmla="*/ 586137 h 904738"/>
                <a:gd name="connsiteX193" fmla="*/ 202066 w 1473200"/>
                <a:gd name="connsiteY193" fmla="*/ 589383 h 904738"/>
                <a:gd name="connsiteX194" fmla="*/ 200443 w 1473200"/>
                <a:gd name="connsiteY194" fmla="*/ 589383 h 904738"/>
                <a:gd name="connsiteX195" fmla="*/ 197199 w 1473200"/>
                <a:gd name="connsiteY195" fmla="*/ 587760 h 904738"/>
                <a:gd name="connsiteX196" fmla="*/ 198821 w 1473200"/>
                <a:gd name="connsiteY196" fmla="*/ 584514 h 904738"/>
                <a:gd name="connsiteX197" fmla="*/ 200443 w 1473200"/>
                <a:gd name="connsiteY197" fmla="*/ 582891 h 904738"/>
                <a:gd name="connsiteX198" fmla="*/ 205311 w 1473200"/>
                <a:gd name="connsiteY198" fmla="*/ 576399 h 904738"/>
                <a:gd name="connsiteX199" fmla="*/ 210178 w 1473200"/>
                <a:gd name="connsiteY199" fmla="*/ 573152 h 904738"/>
                <a:gd name="connsiteX200" fmla="*/ 213423 w 1473200"/>
                <a:gd name="connsiteY200" fmla="*/ 569906 h 904738"/>
                <a:gd name="connsiteX201" fmla="*/ 215045 w 1473200"/>
                <a:gd name="connsiteY201" fmla="*/ 566660 h 904738"/>
                <a:gd name="connsiteX202" fmla="*/ 218290 w 1473200"/>
                <a:gd name="connsiteY202" fmla="*/ 565037 h 904738"/>
                <a:gd name="connsiteX203" fmla="*/ 223157 w 1473200"/>
                <a:gd name="connsiteY203" fmla="*/ 560168 h 904738"/>
                <a:gd name="connsiteX204" fmla="*/ 228024 w 1473200"/>
                <a:gd name="connsiteY204" fmla="*/ 560168 h 904738"/>
                <a:gd name="connsiteX205" fmla="*/ 229647 w 1473200"/>
                <a:gd name="connsiteY205" fmla="*/ 560168 h 904738"/>
                <a:gd name="connsiteX206" fmla="*/ 231269 w 1473200"/>
                <a:gd name="connsiteY206" fmla="*/ 561791 h 904738"/>
                <a:gd name="connsiteX207" fmla="*/ 234514 w 1473200"/>
                <a:gd name="connsiteY207" fmla="*/ 561791 h 904738"/>
                <a:gd name="connsiteX208" fmla="*/ 236136 w 1473200"/>
                <a:gd name="connsiteY208" fmla="*/ 561791 h 904738"/>
                <a:gd name="connsiteX209" fmla="*/ 241003 w 1473200"/>
                <a:gd name="connsiteY209" fmla="*/ 560168 h 904738"/>
                <a:gd name="connsiteX210" fmla="*/ 242626 w 1473200"/>
                <a:gd name="connsiteY210" fmla="*/ 556922 h 904738"/>
                <a:gd name="connsiteX211" fmla="*/ 245871 w 1473200"/>
                <a:gd name="connsiteY211" fmla="*/ 555299 h 904738"/>
                <a:gd name="connsiteX212" fmla="*/ 247493 w 1473200"/>
                <a:gd name="connsiteY212" fmla="*/ 548807 h 904738"/>
                <a:gd name="connsiteX213" fmla="*/ 245871 w 1473200"/>
                <a:gd name="connsiteY213" fmla="*/ 550430 h 904738"/>
                <a:gd name="connsiteX214" fmla="*/ 244248 w 1473200"/>
                <a:gd name="connsiteY214" fmla="*/ 550430 h 904738"/>
                <a:gd name="connsiteX215" fmla="*/ 241003 w 1473200"/>
                <a:gd name="connsiteY215" fmla="*/ 552053 h 904738"/>
                <a:gd name="connsiteX216" fmla="*/ 237759 w 1473200"/>
                <a:gd name="connsiteY216" fmla="*/ 555299 h 904738"/>
                <a:gd name="connsiteX217" fmla="*/ 232891 w 1473200"/>
                <a:gd name="connsiteY217" fmla="*/ 555299 h 904738"/>
                <a:gd name="connsiteX218" fmla="*/ 231269 w 1473200"/>
                <a:gd name="connsiteY218" fmla="*/ 555299 h 904738"/>
                <a:gd name="connsiteX219" fmla="*/ 228024 w 1473200"/>
                <a:gd name="connsiteY219" fmla="*/ 553676 h 904738"/>
                <a:gd name="connsiteX220" fmla="*/ 226402 w 1473200"/>
                <a:gd name="connsiteY220" fmla="*/ 553676 h 904738"/>
                <a:gd name="connsiteX221" fmla="*/ 219912 w 1473200"/>
                <a:gd name="connsiteY221" fmla="*/ 550430 h 904738"/>
                <a:gd name="connsiteX222" fmla="*/ 215045 w 1473200"/>
                <a:gd name="connsiteY222" fmla="*/ 548807 h 904738"/>
                <a:gd name="connsiteX223" fmla="*/ 211800 w 1473200"/>
                <a:gd name="connsiteY223" fmla="*/ 548807 h 904738"/>
                <a:gd name="connsiteX224" fmla="*/ 208555 w 1473200"/>
                <a:gd name="connsiteY224" fmla="*/ 548807 h 904738"/>
                <a:gd name="connsiteX225" fmla="*/ 205311 w 1473200"/>
                <a:gd name="connsiteY225" fmla="*/ 550430 h 904738"/>
                <a:gd name="connsiteX226" fmla="*/ 202066 w 1473200"/>
                <a:gd name="connsiteY226" fmla="*/ 548807 h 904738"/>
                <a:gd name="connsiteX227" fmla="*/ 203688 w 1473200"/>
                <a:gd name="connsiteY227" fmla="*/ 542315 h 904738"/>
                <a:gd name="connsiteX228" fmla="*/ 206933 w 1473200"/>
                <a:gd name="connsiteY228" fmla="*/ 540692 h 904738"/>
                <a:gd name="connsiteX229" fmla="*/ 210178 w 1473200"/>
                <a:gd name="connsiteY229" fmla="*/ 539068 h 904738"/>
                <a:gd name="connsiteX230" fmla="*/ 213423 w 1473200"/>
                <a:gd name="connsiteY230" fmla="*/ 539068 h 904738"/>
                <a:gd name="connsiteX231" fmla="*/ 218290 w 1473200"/>
                <a:gd name="connsiteY231" fmla="*/ 535822 h 904738"/>
                <a:gd name="connsiteX232" fmla="*/ 218290 w 1473200"/>
                <a:gd name="connsiteY232" fmla="*/ 532576 h 904738"/>
                <a:gd name="connsiteX233" fmla="*/ 219912 w 1473200"/>
                <a:gd name="connsiteY233" fmla="*/ 529330 h 904738"/>
                <a:gd name="connsiteX234" fmla="*/ 223157 w 1473200"/>
                <a:gd name="connsiteY234" fmla="*/ 527707 h 904738"/>
                <a:gd name="connsiteX235" fmla="*/ 223157 w 1473200"/>
                <a:gd name="connsiteY235" fmla="*/ 524461 h 904738"/>
                <a:gd name="connsiteX236" fmla="*/ 221535 w 1473200"/>
                <a:gd name="connsiteY236" fmla="*/ 521215 h 904738"/>
                <a:gd name="connsiteX237" fmla="*/ 218290 w 1473200"/>
                <a:gd name="connsiteY237" fmla="*/ 517969 h 904738"/>
                <a:gd name="connsiteX238" fmla="*/ 218290 w 1473200"/>
                <a:gd name="connsiteY238" fmla="*/ 516346 h 904738"/>
                <a:gd name="connsiteX239" fmla="*/ 218290 w 1473200"/>
                <a:gd name="connsiteY239" fmla="*/ 513100 h 904738"/>
                <a:gd name="connsiteX240" fmla="*/ 219912 w 1473200"/>
                <a:gd name="connsiteY240" fmla="*/ 511477 h 904738"/>
                <a:gd name="connsiteX241" fmla="*/ 221535 w 1473200"/>
                <a:gd name="connsiteY241" fmla="*/ 509854 h 904738"/>
                <a:gd name="connsiteX242" fmla="*/ 223157 w 1473200"/>
                <a:gd name="connsiteY242" fmla="*/ 509854 h 904738"/>
                <a:gd name="connsiteX243" fmla="*/ 226402 w 1473200"/>
                <a:gd name="connsiteY243" fmla="*/ 509854 h 904738"/>
                <a:gd name="connsiteX244" fmla="*/ 229647 w 1473200"/>
                <a:gd name="connsiteY244" fmla="*/ 508231 h 904738"/>
                <a:gd name="connsiteX245" fmla="*/ 234514 w 1473200"/>
                <a:gd name="connsiteY245" fmla="*/ 508231 h 904738"/>
                <a:gd name="connsiteX246" fmla="*/ 237759 w 1473200"/>
                <a:gd name="connsiteY246" fmla="*/ 509854 h 904738"/>
                <a:gd name="connsiteX247" fmla="*/ 239381 w 1473200"/>
                <a:gd name="connsiteY247" fmla="*/ 508231 h 904738"/>
                <a:gd name="connsiteX248" fmla="*/ 239381 w 1473200"/>
                <a:gd name="connsiteY248" fmla="*/ 503361 h 904738"/>
                <a:gd name="connsiteX249" fmla="*/ 239381 w 1473200"/>
                <a:gd name="connsiteY249" fmla="*/ 498492 h 904738"/>
                <a:gd name="connsiteX250" fmla="*/ 239381 w 1473200"/>
                <a:gd name="connsiteY250" fmla="*/ 496869 h 904738"/>
                <a:gd name="connsiteX251" fmla="*/ 239381 w 1473200"/>
                <a:gd name="connsiteY251" fmla="*/ 493623 h 904738"/>
                <a:gd name="connsiteX252" fmla="*/ 241003 w 1473200"/>
                <a:gd name="connsiteY252" fmla="*/ 490377 h 904738"/>
                <a:gd name="connsiteX253" fmla="*/ 241003 w 1473200"/>
                <a:gd name="connsiteY253" fmla="*/ 488754 h 904738"/>
                <a:gd name="connsiteX254" fmla="*/ 237759 w 1473200"/>
                <a:gd name="connsiteY254" fmla="*/ 487131 h 904738"/>
                <a:gd name="connsiteX255" fmla="*/ 236136 w 1473200"/>
                <a:gd name="connsiteY255" fmla="*/ 485508 h 904738"/>
                <a:gd name="connsiteX256" fmla="*/ 236136 w 1473200"/>
                <a:gd name="connsiteY256" fmla="*/ 483885 h 904738"/>
                <a:gd name="connsiteX257" fmla="*/ 232891 w 1473200"/>
                <a:gd name="connsiteY257" fmla="*/ 480639 h 904738"/>
                <a:gd name="connsiteX258" fmla="*/ 229647 w 1473200"/>
                <a:gd name="connsiteY258" fmla="*/ 479016 h 904738"/>
                <a:gd name="connsiteX259" fmla="*/ 229647 w 1473200"/>
                <a:gd name="connsiteY259" fmla="*/ 475770 h 904738"/>
                <a:gd name="connsiteX260" fmla="*/ 232891 w 1473200"/>
                <a:gd name="connsiteY260" fmla="*/ 472524 h 904738"/>
                <a:gd name="connsiteX261" fmla="*/ 234514 w 1473200"/>
                <a:gd name="connsiteY261" fmla="*/ 469278 h 904738"/>
                <a:gd name="connsiteX262" fmla="*/ 232891 w 1473200"/>
                <a:gd name="connsiteY262" fmla="*/ 467655 h 904738"/>
                <a:gd name="connsiteX263" fmla="*/ 228024 w 1473200"/>
                <a:gd name="connsiteY263" fmla="*/ 467655 h 904738"/>
                <a:gd name="connsiteX264" fmla="*/ 226402 w 1473200"/>
                <a:gd name="connsiteY264" fmla="*/ 469278 h 904738"/>
                <a:gd name="connsiteX265" fmla="*/ 224779 w 1473200"/>
                <a:gd name="connsiteY265" fmla="*/ 470901 h 904738"/>
                <a:gd name="connsiteX266" fmla="*/ 221535 w 1473200"/>
                <a:gd name="connsiteY266" fmla="*/ 472524 h 904738"/>
                <a:gd name="connsiteX267" fmla="*/ 218290 w 1473200"/>
                <a:gd name="connsiteY267" fmla="*/ 470901 h 904738"/>
                <a:gd name="connsiteX268" fmla="*/ 216667 w 1473200"/>
                <a:gd name="connsiteY268" fmla="*/ 472524 h 904738"/>
                <a:gd name="connsiteX269" fmla="*/ 211800 w 1473200"/>
                <a:gd name="connsiteY269" fmla="*/ 472524 h 904738"/>
                <a:gd name="connsiteX270" fmla="*/ 205311 w 1473200"/>
                <a:gd name="connsiteY270" fmla="*/ 472524 h 904738"/>
                <a:gd name="connsiteX271" fmla="*/ 203688 w 1473200"/>
                <a:gd name="connsiteY271" fmla="*/ 469278 h 904738"/>
                <a:gd name="connsiteX272" fmla="*/ 202066 w 1473200"/>
                <a:gd name="connsiteY272" fmla="*/ 466032 h 904738"/>
                <a:gd name="connsiteX273" fmla="*/ 205311 w 1473200"/>
                <a:gd name="connsiteY273" fmla="*/ 462785 h 904738"/>
                <a:gd name="connsiteX274" fmla="*/ 206933 w 1473200"/>
                <a:gd name="connsiteY274" fmla="*/ 459539 h 904738"/>
                <a:gd name="connsiteX275" fmla="*/ 208555 w 1473200"/>
                <a:gd name="connsiteY275" fmla="*/ 456293 h 904738"/>
                <a:gd name="connsiteX276" fmla="*/ 211800 w 1473200"/>
                <a:gd name="connsiteY276" fmla="*/ 453047 h 904738"/>
                <a:gd name="connsiteX277" fmla="*/ 208555 w 1473200"/>
                <a:gd name="connsiteY277" fmla="*/ 453047 h 904738"/>
                <a:gd name="connsiteX278" fmla="*/ 210178 w 1473200"/>
                <a:gd name="connsiteY278" fmla="*/ 451424 h 904738"/>
                <a:gd name="connsiteX279" fmla="*/ 210178 w 1473200"/>
                <a:gd name="connsiteY279" fmla="*/ 448178 h 904738"/>
                <a:gd name="connsiteX280" fmla="*/ 206933 w 1473200"/>
                <a:gd name="connsiteY280" fmla="*/ 446555 h 904738"/>
                <a:gd name="connsiteX281" fmla="*/ 206933 w 1473200"/>
                <a:gd name="connsiteY281" fmla="*/ 443309 h 904738"/>
                <a:gd name="connsiteX282" fmla="*/ 208555 w 1473200"/>
                <a:gd name="connsiteY282" fmla="*/ 438440 h 904738"/>
                <a:gd name="connsiteX283" fmla="*/ 205311 w 1473200"/>
                <a:gd name="connsiteY283" fmla="*/ 435194 h 904738"/>
                <a:gd name="connsiteX284" fmla="*/ 203688 w 1473200"/>
                <a:gd name="connsiteY284" fmla="*/ 436817 h 904738"/>
                <a:gd name="connsiteX285" fmla="*/ 198821 w 1473200"/>
                <a:gd name="connsiteY285" fmla="*/ 438440 h 904738"/>
                <a:gd name="connsiteX286" fmla="*/ 197199 w 1473200"/>
                <a:gd name="connsiteY286" fmla="*/ 438440 h 904738"/>
                <a:gd name="connsiteX287" fmla="*/ 193954 w 1473200"/>
                <a:gd name="connsiteY287" fmla="*/ 441686 h 904738"/>
                <a:gd name="connsiteX288" fmla="*/ 190709 w 1473200"/>
                <a:gd name="connsiteY288" fmla="*/ 441686 h 904738"/>
                <a:gd name="connsiteX289" fmla="*/ 192332 w 1473200"/>
                <a:gd name="connsiteY289" fmla="*/ 438440 h 904738"/>
                <a:gd name="connsiteX290" fmla="*/ 192332 w 1473200"/>
                <a:gd name="connsiteY290" fmla="*/ 436817 h 904738"/>
                <a:gd name="connsiteX291" fmla="*/ 195576 w 1473200"/>
                <a:gd name="connsiteY291" fmla="*/ 433571 h 904738"/>
                <a:gd name="connsiteX292" fmla="*/ 195576 w 1473200"/>
                <a:gd name="connsiteY292" fmla="*/ 431948 h 904738"/>
                <a:gd name="connsiteX293" fmla="*/ 200443 w 1473200"/>
                <a:gd name="connsiteY293" fmla="*/ 427078 h 904738"/>
                <a:gd name="connsiteX294" fmla="*/ 202066 w 1473200"/>
                <a:gd name="connsiteY294" fmla="*/ 425455 h 904738"/>
                <a:gd name="connsiteX295" fmla="*/ 198821 w 1473200"/>
                <a:gd name="connsiteY295" fmla="*/ 425455 h 904738"/>
                <a:gd name="connsiteX296" fmla="*/ 197199 w 1473200"/>
                <a:gd name="connsiteY296" fmla="*/ 425455 h 904738"/>
                <a:gd name="connsiteX297" fmla="*/ 195576 w 1473200"/>
                <a:gd name="connsiteY297" fmla="*/ 425455 h 904738"/>
                <a:gd name="connsiteX298" fmla="*/ 193954 w 1473200"/>
                <a:gd name="connsiteY298" fmla="*/ 427078 h 904738"/>
                <a:gd name="connsiteX299" fmla="*/ 193954 w 1473200"/>
                <a:gd name="connsiteY299" fmla="*/ 430325 h 904738"/>
                <a:gd name="connsiteX300" fmla="*/ 192332 w 1473200"/>
                <a:gd name="connsiteY300" fmla="*/ 431948 h 904738"/>
                <a:gd name="connsiteX301" fmla="*/ 189087 w 1473200"/>
                <a:gd name="connsiteY301" fmla="*/ 433571 h 904738"/>
                <a:gd name="connsiteX302" fmla="*/ 187464 w 1473200"/>
                <a:gd name="connsiteY302" fmla="*/ 433571 h 904738"/>
                <a:gd name="connsiteX303" fmla="*/ 189087 w 1473200"/>
                <a:gd name="connsiteY303" fmla="*/ 431948 h 904738"/>
                <a:gd name="connsiteX304" fmla="*/ 189087 w 1473200"/>
                <a:gd name="connsiteY304" fmla="*/ 430325 h 904738"/>
                <a:gd name="connsiteX305" fmla="*/ 189087 w 1473200"/>
                <a:gd name="connsiteY305" fmla="*/ 427078 h 904738"/>
                <a:gd name="connsiteX306" fmla="*/ 187464 w 1473200"/>
                <a:gd name="connsiteY306" fmla="*/ 428702 h 904738"/>
                <a:gd name="connsiteX307" fmla="*/ 185842 w 1473200"/>
                <a:gd name="connsiteY307" fmla="*/ 428702 h 904738"/>
                <a:gd name="connsiteX308" fmla="*/ 182597 w 1473200"/>
                <a:gd name="connsiteY308" fmla="*/ 427078 h 904738"/>
                <a:gd name="connsiteX309" fmla="*/ 185842 w 1473200"/>
                <a:gd name="connsiteY309" fmla="*/ 422209 h 904738"/>
                <a:gd name="connsiteX310" fmla="*/ 190709 w 1473200"/>
                <a:gd name="connsiteY310" fmla="*/ 418963 h 904738"/>
                <a:gd name="connsiteX311" fmla="*/ 195576 w 1473200"/>
                <a:gd name="connsiteY311" fmla="*/ 409225 h 904738"/>
                <a:gd name="connsiteX312" fmla="*/ 192332 w 1473200"/>
                <a:gd name="connsiteY312" fmla="*/ 404356 h 904738"/>
                <a:gd name="connsiteX313" fmla="*/ 190709 w 1473200"/>
                <a:gd name="connsiteY313" fmla="*/ 397864 h 904738"/>
                <a:gd name="connsiteX314" fmla="*/ 192332 w 1473200"/>
                <a:gd name="connsiteY314" fmla="*/ 391371 h 904738"/>
                <a:gd name="connsiteX315" fmla="*/ 200443 w 1473200"/>
                <a:gd name="connsiteY315" fmla="*/ 391371 h 904738"/>
                <a:gd name="connsiteX316" fmla="*/ 198821 w 1473200"/>
                <a:gd name="connsiteY316" fmla="*/ 381633 h 904738"/>
                <a:gd name="connsiteX317" fmla="*/ 202066 w 1473200"/>
                <a:gd name="connsiteY317" fmla="*/ 383256 h 904738"/>
                <a:gd name="connsiteX318" fmla="*/ 205311 w 1473200"/>
                <a:gd name="connsiteY318" fmla="*/ 371895 h 904738"/>
                <a:gd name="connsiteX319" fmla="*/ 146477 w 1473200"/>
                <a:gd name="connsiteY319" fmla="*/ 146470 h 904738"/>
                <a:gd name="connsiteX320" fmla="*/ 151359 w 1473200"/>
                <a:gd name="connsiteY320" fmla="*/ 149699 h 904738"/>
                <a:gd name="connsiteX321" fmla="*/ 152987 w 1473200"/>
                <a:gd name="connsiteY321" fmla="*/ 152928 h 904738"/>
                <a:gd name="connsiteX322" fmla="*/ 154614 w 1473200"/>
                <a:gd name="connsiteY322" fmla="*/ 156156 h 904738"/>
                <a:gd name="connsiteX323" fmla="*/ 156242 w 1473200"/>
                <a:gd name="connsiteY323" fmla="*/ 157771 h 904738"/>
                <a:gd name="connsiteX324" fmla="*/ 159497 w 1473200"/>
                <a:gd name="connsiteY324" fmla="*/ 157771 h 904738"/>
                <a:gd name="connsiteX325" fmla="*/ 162752 w 1473200"/>
                <a:gd name="connsiteY325" fmla="*/ 156156 h 904738"/>
                <a:gd name="connsiteX326" fmla="*/ 162752 w 1473200"/>
                <a:gd name="connsiteY326" fmla="*/ 152928 h 904738"/>
                <a:gd name="connsiteX327" fmla="*/ 166007 w 1473200"/>
                <a:gd name="connsiteY327" fmla="*/ 151313 h 904738"/>
                <a:gd name="connsiteX328" fmla="*/ 170889 w 1473200"/>
                <a:gd name="connsiteY328" fmla="*/ 151313 h 904738"/>
                <a:gd name="connsiteX329" fmla="*/ 169262 w 1473200"/>
                <a:gd name="connsiteY329" fmla="*/ 154542 h 904738"/>
                <a:gd name="connsiteX330" fmla="*/ 167634 w 1473200"/>
                <a:gd name="connsiteY330" fmla="*/ 157771 h 904738"/>
                <a:gd name="connsiteX331" fmla="*/ 167634 w 1473200"/>
                <a:gd name="connsiteY331" fmla="*/ 161000 h 904738"/>
                <a:gd name="connsiteX332" fmla="*/ 170889 w 1473200"/>
                <a:gd name="connsiteY332" fmla="*/ 161000 h 904738"/>
                <a:gd name="connsiteX333" fmla="*/ 172517 w 1473200"/>
                <a:gd name="connsiteY333" fmla="*/ 162614 h 904738"/>
                <a:gd name="connsiteX334" fmla="*/ 170889 w 1473200"/>
                <a:gd name="connsiteY334" fmla="*/ 165843 h 904738"/>
                <a:gd name="connsiteX335" fmla="*/ 169262 w 1473200"/>
                <a:gd name="connsiteY335" fmla="*/ 167457 h 904738"/>
                <a:gd name="connsiteX336" fmla="*/ 170889 w 1473200"/>
                <a:gd name="connsiteY336" fmla="*/ 170686 h 904738"/>
                <a:gd name="connsiteX337" fmla="*/ 177400 w 1473200"/>
                <a:gd name="connsiteY337" fmla="*/ 172300 h 904738"/>
                <a:gd name="connsiteX338" fmla="*/ 175772 w 1473200"/>
                <a:gd name="connsiteY338" fmla="*/ 175529 h 904738"/>
                <a:gd name="connsiteX339" fmla="*/ 180655 w 1473200"/>
                <a:gd name="connsiteY339" fmla="*/ 175529 h 904738"/>
                <a:gd name="connsiteX340" fmla="*/ 183910 w 1473200"/>
                <a:gd name="connsiteY340" fmla="*/ 175529 h 904738"/>
                <a:gd name="connsiteX341" fmla="*/ 188792 w 1473200"/>
                <a:gd name="connsiteY341" fmla="*/ 175529 h 904738"/>
                <a:gd name="connsiteX342" fmla="*/ 193675 w 1473200"/>
                <a:gd name="connsiteY342" fmla="*/ 180372 h 904738"/>
                <a:gd name="connsiteX343" fmla="*/ 190420 w 1473200"/>
                <a:gd name="connsiteY343" fmla="*/ 181987 h 904738"/>
                <a:gd name="connsiteX344" fmla="*/ 192047 w 1473200"/>
                <a:gd name="connsiteY344" fmla="*/ 185216 h 904738"/>
                <a:gd name="connsiteX345" fmla="*/ 192047 w 1473200"/>
                <a:gd name="connsiteY345" fmla="*/ 193288 h 904738"/>
                <a:gd name="connsiteX346" fmla="*/ 190420 w 1473200"/>
                <a:gd name="connsiteY346" fmla="*/ 193288 h 904738"/>
                <a:gd name="connsiteX347" fmla="*/ 187165 w 1473200"/>
                <a:gd name="connsiteY347" fmla="*/ 194902 h 904738"/>
                <a:gd name="connsiteX348" fmla="*/ 185537 w 1473200"/>
                <a:gd name="connsiteY348" fmla="*/ 198131 h 904738"/>
                <a:gd name="connsiteX349" fmla="*/ 183910 w 1473200"/>
                <a:gd name="connsiteY349" fmla="*/ 201360 h 904738"/>
                <a:gd name="connsiteX350" fmla="*/ 180655 w 1473200"/>
                <a:gd name="connsiteY350" fmla="*/ 201360 h 904738"/>
                <a:gd name="connsiteX351" fmla="*/ 177400 w 1473200"/>
                <a:gd name="connsiteY351" fmla="*/ 202974 h 904738"/>
                <a:gd name="connsiteX352" fmla="*/ 177400 w 1473200"/>
                <a:gd name="connsiteY352" fmla="*/ 206203 h 904738"/>
                <a:gd name="connsiteX353" fmla="*/ 175772 w 1473200"/>
                <a:gd name="connsiteY353" fmla="*/ 209432 h 904738"/>
                <a:gd name="connsiteX354" fmla="*/ 172517 w 1473200"/>
                <a:gd name="connsiteY354" fmla="*/ 211046 h 904738"/>
                <a:gd name="connsiteX355" fmla="*/ 170889 w 1473200"/>
                <a:gd name="connsiteY355" fmla="*/ 214275 h 904738"/>
                <a:gd name="connsiteX356" fmla="*/ 167634 w 1473200"/>
                <a:gd name="connsiteY356" fmla="*/ 212661 h 904738"/>
                <a:gd name="connsiteX357" fmla="*/ 161124 w 1473200"/>
                <a:gd name="connsiteY357" fmla="*/ 212661 h 904738"/>
                <a:gd name="connsiteX358" fmla="*/ 157869 w 1473200"/>
                <a:gd name="connsiteY358" fmla="*/ 214275 h 904738"/>
                <a:gd name="connsiteX359" fmla="*/ 154614 w 1473200"/>
                <a:gd name="connsiteY359" fmla="*/ 217504 h 904738"/>
                <a:gd name="connsiteX360" fmla="*/ 149732 w 1473200"/>
                <a:gd name="connsiteY360" fmla="*/ 217504 h 904738"/>
                <a:gd name="connsiteX361" fmla="*/ 148104 w 1473200"/>
                <a:gd name="connsiteY361" fmla="*/ 219118 h 904738"/>
                <a:gd name="connsiteX362" fmla="*/ 143222 w 1473200"/>
                <a:gd name="connsiteY362" fmla="*/ 223961 h 904738"/>
                <a:gd name="connsiteX363" fmla="*/ 139967 w 1473200"/>
                <a:gd name="connsiteY363" fmla="*/ 223961 h 904738"/>
                <a:gd name="connsiteX364" fmla="*/ 136712 w 1473200"/>
                <a:gd name="connsiteY364" fmla="*/ 227190 h 904738"/>
                <a:gd name="connsiteX365" fmla="*/ 133456 w 1473200"/>
                <a:gd name="connsiteY365" fmla="*/ 228805 h 904738"/>
                <a:gd name="connsiteX366" fmla="*/ 130201 w 1473200"/>
                <a:gd name="connsiteY366" fmla="*/ 228805 h 904738"/>
                <a:gd name="connsiteX367" fmla="*/ 125319 w 1473200"/>
                <a:gd name="connsiteY367" fmla="*/ 228805 h 904738"/>
                <a:gd name="connsiteX368" fmla="*/ 120436 w 1473200"/>
                <a:gd name="connsiteY368" fmla="*/ 230419 h 904738"/>
                <a:gd name="connsiteX369" fmla="*/ 117181 w 1473200"/>
                <a:gd name="connsiteY369" fmla="*/ 232033 h 904738"/>
                <a:gd name="connsiteX370" fmla="*/ 115554 w 1473200"/>
                <a:gd name="connsiteY370" fmla="*/ 236877 h 904738"/>
                <a:gd name="connsiteX371" fmla="*/ 110671 w 1473200"/>
                <a:gd name="connsiteY371" fmla="*/ 238491 h 904738"/>
                <a:gd name="connsiteX372" fmla="*/ 109044 w 1473200"/>
                <a:gd name="connsiteY372" fmla="*/ 236877 h 904738"/>
                <a:gd name="connsiteX373" fmla="*/ 105789 w 1473200"/>
                <a:gd name="connsiteY373" fmla="*/ 236877 h 904738"/>
                <a:gd name="connsiteX374" fmla="*/ 102534 w 1473200"/>
                <a:gd name="connsiteY374" fmla="*/ 240106 h 904738"/>
                <a:gd name="connsiteX375" fmla="*/ 97651 w 1473200"/>
                <a:gd name="connsiteY375" fmla="*/ 240106 h 904738"/>
                <a:gd name="connsiteX376" fmla="*/ 92768 w 1473200"/>
                <a:gd name="connsiteY376" fmla="*/ 240106 h 904738"/>
                <a:gd name="connsiteX377" fmla="*/ 84631 w 1473200"/>
                <a:gd name="connsiteY377" fmla="*/ 240106 h 904738"/>
                <a:gd name="connsiteX378" fmla="*/ 79748 w 1473200"/>
                <a:gd name="connsiteY378" fmla="*/ 238491 h 904738"/>
                <a:gd name="connsiteX379" fmla="*/ 74866 w 1473200"/>
                <a:gd name="connsiteY379" fmla="*/ 236877 h 904738"/>
                <a:gd name="connsiteX380" fmla="*/ 71611 w 1473200"/>
                <a:gd name="connsiteY380" fmla="*/ 235262 h 904738"/>
                <a:gd name="connsiteX381" fmla="*/ 68356 w 1473200"/>
                <a:gd name="connsiteY381" fmla="*/ 233648 h 904738"/>
                <a:gd name="connsiteX382" fmla="*/ 68356 w 1473200"/>
                <a:gd name="connsiteY382" fmla="*/ 230419 h 904738"/>
                <a:gd name="connsiteX383" fmla="*/ 61846 w 1473200"/>
                <a:gd name="connsiteY383" fmla="*/ 230419 h 904738"/>
                <a:gd name="connsiteX384" fmla="*/ 60218 w 1473200"/>
                <a:gd name="connsiteY384" fmla="*/ 227190 h 904738"/>
                <a:gd name="connsiteX385" fmla="*/ 56963 w 1473200"/>
                <a:gd name="connsiteY385" fmla="*/ 225576 h 904738"/>
                <a:gd name="connsiteX386" fmla="*/ 55335 w 1473200"/>
                <a:gd name="connsiteY386" fmla="*/ 223961 h 904738"/>
                <a:gd name="connsiteX387" fmla="*/ 50453 w 1473200"/>
                <a:gd name="connsiteY387" fmla="*/ 227190 h 904738"/>
                <a:gd name="connsiteX388" fmla="*/ 47198 w 1473200"/>
                <a:gd name="connsiteY388" fmla="*/ 227190 h 904738"/>
                <a:gd name="connsiteX389" fmla="*/ 37433 w 1473200"/>
                <a:gd name="connsiteY389" fmla="*/ 228805 h 904738"/>
                <a:gd name="connsiteX390" fmla="*/ 30923 w 1473200"/>
                <a:gd name="connsiteY390" fmla="*/ 228805 h 904738"/>
                <a:gd name="connsiteX391" fmla="*/ 26040 w 1473200"/>
                <a:gd name="connsiteY391" fmla="*/ 225576 h 904738"/>
                <a:gd name="connsiteX392" fmla="*/ 27668 w 1473200"/>
                <a:gd name="connsiteY392" fmla="*/ 222347 h 904738"/>
                <a:gd name="connsiteX393" fmla="*/ 37433 w 1473200"/>
                <a:gd name="connsiteY393" fmla="*/ 220733 h 904738"/>
                <a:gd name="connsiteX394" fmla="*/ 40688 w 1473200"/>
                <a:gd name="connsiteY394" fmla="*/ 217504 h 904738"/>
                <a:gd name="connsiteX395" fmla="*/ 43943 w 1473200"/>
                <a:gd name="connsiteY395" fmla="*/ 215889 h 904738"/>
                <a:gd name="connsiteX396" fmla="*/ 40688 w 1473200"/>
                <a:gd name="connsiteY396" fmla="*/ 211046 h 904738"/>
                <a:gd name="connsiteX397" fmla="*/ 40688 w 1473200"/>
                <a:gd name="connsiteY397" fmla="*/ 209432 h 904738"/>
                <a:gd name="connsiteX398" fmla="*/ 42315 w 1473200"/>
                <a:gd name="connsiteY398" fmla="*/ 207817 h 904738"/>
                <a:gd name="connsiteX399" fmla="*/ 43943 w 1473200"/>
                <a:gd name="connsiteY399" fmla="*/ 206203 h 904738"/>
                <a:gd name="connsiteX400" fmla="*/ 35805 w 1473200"/>
                <a:gd name="connsiteY400" fmla="*/ 207817 h 904738"/>
                <a:gd name="connsiteX401" fmla="*/ 34178 w 1473200"/>
                <a:gd name="connsiteY401" fmla="*/ 206203 h 904738"/>
                <a:gd name="connsiteX402" fmla="*/ 32550 w 1473200"/>
                <a:gd name="connsiteY402" fmla="*/ 201360 h 904738"/>
                <a:gd name="connsiteX403" fmla="*/ 30923 w 1473200"/>
                <a:gd name="connsiteY403" fmla="*/ 199745 h 904738"/>
                <a:gd name="connsiteX404" fmla="*/ 27668 w 1473200"/>
                <a:gd name="connsiteY404" fmla="*/ 199745 h 904738"/>
                <a:gd name="connsiteX405" fmla="*/ 24413 w 1473200"/>
                <a:gd name="connsiteY405" fmla="*/ 201360 h 904738"/>
                <a:gd name="connsiteX406" fmla="*/ 22785 w 1473200"/>
                <a:gd name="connsiteY406" fmla="*/ 199745 h 904738"/>
                <a:gd name="connsiteX407" fmla="*/ 14647 w 1473200"/>
                <a:gd name="connsiteY407" fmla="*/ 201360 h 904738"/>
                <a:gd name="connsiteX408" fmla="*/ 11392 w 1473200"/>
                <a:gd name="connsiteY408" fmla="*/ 201360 h 904738"/>
                <a:gd name="connsiteX409" fmla="*/ 8137 w 1473200"/>
                <a:gd name="connsiteY409" fmla="*/ 201360 h 904738"/>
                <a:gd name="connsiteX410" fmla="*/ 6510 w 1473200"/>
                <a:gd name="connsiteY410" fmla="*/ 198131 h 904738"/>
                <a:gd name="connsiteX411" fmla="*/ 9765 w 1473200"/>
                <a:gd name="connsiteY411" fmla="*/ 194902 h 904738"/>
                <a:gd name="connsiteX412" fmla="*/ 17902 w 1473200"/>
                <a:gd name="connsiteY412" fmla="*/ 194902 h 904738"/>
                <a:gd name="connsiteX413" fmla="*/ 22785 w 1473200"/>
                <a:gd name="connsiteY413" fmla="*/ 193288 h 904738"/>
                <a:gd name="connsiteX414" fmla="*/ 30923 w 1473200"/>
                <a:gd name="connsiteY414" fmla="*/ 193288 h 904738"/>
                <a:gd name="connsiteX415" fmla="*/ 32550 w 1473200"/>
                <a:gd name="connsiteY415" fmla="*/ 191673 h 904738"/>
                <a:gd name="connsiteX416" fmla="*/ 35805 w 1473200"/>
                <a:gd name="connsiteY416" fmla="*/ 190059 h 904738"/>
                <a:gd name="connsiteX417" fmla="*/ 37433 w 1473200"/>
                <a:gd name="connsiteY417" fmla="*/ 190059 h 904738"/>
                <a:gd name="connsiteX418" fmla="*/ 40688 w 1473200"/>
                <a:gd name="connsiteY418" fmla="*/ 190059 h 904738"/>
                <a:gd name="connsiteX419" fmla="*/ 32550 w 1473200"/>
                <a:gd name="connsiteY419" fmla="*/ 186830 h 904738"/>
                <a:gd name="connsiteX420" fmla="*/ 37433 w 1473200"/>
                <a:gd name="connsiteY420" fmla="*/ 185216 h 904738"/>
                <a:gd name="connsiteX421" fmla="*/ 39060 w 1473200"/>
                <a:gd name="connsiteY421" fmla="*/ 180372 h 904738"/>
                <a:gd name="connsiteX422" fmla="*/ 39060 w 1473200"/>
                <a:gd name="connsiteY422" fmla="*/ 177144 h 904738"/>
                <a:gd name="connsiteX423" fmla="*/ 32550 w 1473200"/>
                <a:gd name="connsiteY423" fmla="*/ 175529 h 904738"/>
                <a:gd name="connsiteX424" fmla="*/ 27668 w 1473200"/>
                <a:gd name="connsiteY424" fmla="*/ 180372 h 904738"/>
                <a:gd name="connsiteX425" fmla="*/ 24413 w 1473200"/>
                <a:gd name="connsiteY425" fmla="*/ 178758 h 904738"/>
                <a:gd name="connsiteX426" fmla="*/ 17902 w 1473200"/>
                <a:gd name="connsiteY426" fmla="*/ 178758 h 904738"/>
                <a:gd name="connsiteX427" fmla="*/ 8137 w 1473200"/>
                <a:gd name="connsiteY427" fmla="*/ 181987 h 904738"/>
                <a:gd name="connsiteX428" fmla="*/ 1627 w 1473200"/>
                <a:gd name="connsiteY428" fmla="*/ 181987 h 904738"/>
                <a:gd name="connsiteX429" fmla="*/ 0 w 1473200"/>
                <a:gd name="connsiteY429" fmla="*/ 181987 h 904738"/>
                <a:gd name="connsiteX430" fmla="*/ 1627 w 1473200"/>
                <a:gd name="connsiteY430" fmla="*/ 175529 h 904738"/>
                <a:gd name="connsiteX431" fmla="*/ 6510 w 1473200"/>
                <a:gd name="connsiteY431" fmla="*/ 172300 h 904738"/>
                <a:gd name="connsiteX432" fmla="*/ 11392 w 1473200"/>
                <a:gd name="connsiteY432" fmla="*/ 169072 h 904738"/>
                <a:gd name="connsiteX433" fmla="*/ 9765 w 1473200"/>
                <a:gd name="connsiteY433" fmla="*/ 165843 h 904738"/>
                <a:gd name="connsiteX434" fmla="*/ 14647 w 1473200"/>
                <a:gd name="connsiteY434" fmla="*/ 164228 h 904738"/>
                <a:gd name="connsiteX435" fmla="*/ 13020 w 1473200"/>
                <a:gd name="connsiteY435" fmla="*/ 161000 h 904738"/>
                <a:gd name="connsiteX436" fmla="*/ 17902 w 1473200"/>
                <a:gd name="connsiteY436" fmla="*/ 159385 h 904738"/>
                <a:gd name="connsiteX437" fmla="*/ 24413 w 1473200"/>
                <a:gd name="connsiteY437" fmla="*/ 164228 h 904738"/>
                <a:gd name="connsiteX438" fmla="*/ 29295 w 1473200"/>
                <a:gd name="connsiteY438" fmla="*/ 162614 h 904738"/>
                <a:gd name="connsiteX439" fmla="*/ 24413 w 1473200"/>
                <a:gd name="connsiteY439" fmla="*/ 157771 h 904738"/>
                <a:gd name="connsiteX440" fmla="*/ 22785 w 1473200"/>
                <a:gd name="connsiteY440" fmla="*/ 151313 h 904738"/>
                <a:gd name="connsiteX441" fmla="*/ 19530 w 1473200"/>
                <a:gd name="connsiteY441" fmla="*/ 151313 h 904738"/>
                <a:gd name="connsiteX442" fmla="*/ 22785 w 1473200"/>
                <a:gd name="connsiteY442" fmla="*/ 148084 h 904738"/>
                <a:gd name="connsiteX443" fmla="*/ 29295 w 1473200"/>
                <a:gd name="connsiteY443" fmla="*/ 148084 h 904738"/>
                <a:gd name="connsiteX444" fmla="*/ 35805 w 1473200"/>
                <a:gd name="connsiteY444" fmla="*/ 151313 h 904738"/>
                <a:gd name="connsiteX445" fmla="*/ 40688 w 1473200"/>
                <a:gd name="connsiteY445" fmla="*/ 152928 h 904738"/>
                <a:gd name="connsiteX446" fmla="*/ 50453 w 1473200"/>
                <a:gd name="connsiteY446" fmla="*/ 157771 h 904738"/>
                <a:gd name="connsiteX447" fmla="*/ 50453 w 1473200"/>
                <a:gd name="connsiteY447" fmla="*/ 165843 h 904738"/>
                <a:gd name="connsiteX448" fmla="*/ 45570 w 1473200"/>
                <a:gd name="connsiteY448" fmla="*/ 172300 h 904738"/>
                <a:gd name="connsiteX449" fmla="*/ 50453 w 1473200"/>
                <a:gd name="connsiteY449" fmla="*/ 173915 h 904738"/>
                <a:gd name="connsiteX450" fmla="*/ 53708 w 1473200"/>
                <a:gd name="connsiteY450" fmla="*/ 178758 h 904738"/>
                <a:gd name="connsiteX451" fmla="*/ 53708 w 1473200"/>
                <a:gd name="connsiteY451" fmla="*/ 185216 h 904738"/>
                <a:gd name="connsiteX452" fmla="*/ 58591 w 1473200"/>
                <a:gd name="connsiteY452" fmla="*/ 186830 h 904738"/>
                <a:gd name="connsiteX453" fmla="*/ 58591 w 1473200"/>
                <a:gd name="connsiteY453" fmla="*/ 178758 h 904738"/>
                <a:gd name="connsiteX454" fmla="*/ 60218 w 1473200"/>
                <a:gd name="connsiteY454" fmla="*/ 175529 h 904738"/>
                <a:gd name="connsiteX455" fmla="*/ 66728 w 1473200"/>
                <a:gd name="connsiteY455" fmla="*/ 173915 h 904738"/>
                <a:gd name="connsiteX456" fmla="*/ 68356 w 1473200"/>
                <a:gd name="connsiteY456" fmla="*/ 177144 h 904738"/>
                <a:gd name="connsiteX457" fmla="*/ 71611 w 1473200"/>
                <a:gd name="connsiteY457" fmla="*/ 173915 h 904738"/>
                <a:gd name="connsiteX458" fmla="*/ 69983 w 1473200"/>
                <a:gd name="connsiteY458" fmla="*/ 167457 h 904738"/>
                <a:gd name="connsiteX459" fmla="*/ 73238 w 1473200"/>
                <a:gd name="connsiteY459" fmla="*/ 162614 h 904738"/>
                <a:gd name="connsiteX460" fmla="*/ 81376 w 1473200"/>
                <a:gd name="connsiteY460" fmla="*/ 164228 h 904738"/>
                <a:gd name="connsiteX461" fmla="*/ 87886 w 1473200"/>
                <a:gd name="connsiteY461" fmla="*/ 167457 h 904738"/>
                <a:gd name="connsiteX462" fmla="*/ 87886 w 1473200"/>
                <a:gd name="connsiteY462" fmla="*/ 162614 h 904738"/>
                <a:gd name="connsiteX463" fmla="*/ 94396 w 1473200"/>
                <a:gd name="connsiteY463" fmla="*/ 161000 h 904738"/>
                <a:gd name="connsiteX464" fmla="*/ 97651 w 1473200"/>
                <a:gd name="connsiteY464" fmla="*/ 159385 h 904738"/>
                <a:gd name="connsiteX465" fmla="*/ 102534 w 1473200"/>
                <a:gd name="connsiteY465" fmla="*/ 159385 h 904738"/>
                <a:gd name="connsiteX466" fmla="*/ 107416 w 1473200"/>
                <a:gd name="connsiteY466" fmla="*/ 164228 h 904738"/>
                <a:gd name="connsiteX467" fmla="*/ 109044 w 1473200"/>
                <a:gd name="connsiteY467" fmla="*/ 169072 h 904738"/>
                <a:gd name="connsiteX468" fmla="*/ 112299 w 1473200"/>
                <a:gd name="connsiteY468" fmla="*/ 169072 h 904738"/>
                <a:gd name="connsiteX469" fmla="*/ 112299 w 1473200"/>
                <a:gd name="connsiteY469" fmla="*/ 165843 h 904738"/>
                <a:gd name="connsiteX470" fmla="*/ 109044 w 1473200"/>
                <a:gd name="connsiteY470" fmla="*/ 165843 h 904738"/>
                <a:gd name="connsiteX471" fmla="*/ 109044 w 1473200"/>
                <a:gd name="connsiteY471" fmla="*/ 162614 h 904738"/>
                <a:gd name="connsiteX472" fmla="*/ 110671 w 1473200"/>
                <a:gd name="connsiteY472" fmla="*/ 159385 h 904738"/>
                <a:gd name="connsiteX473" fmla="*/ 113926 w 1473200"/>
                <a:gd name="connsiteY473" fmla="*/ 161000 h 904738"/>
                <a:gd name="connsiteX474" fmla="*/ 118809 w 1473200"/>
                <a:gd name="connsiteY474" fmla="*/ 161000 h 904738"/>
                <a:gd name="connsiteX475" fmla="*/ 122064 w 1473200"/>
                <a:gd name="connsiteY475" fmla="*/ 164228 h 904738"/>
                <a:gd name="connsiteX476" fmla="*/ 123691 w 1473200"/>
                <a:gd name="connsiteY476" fmla="*/ 162614 h 904738"/>
                <a:gd name="connsiteX477" fmla="*/ 125319 w 1473200"/>
                <a:gd name="connsiteY477" fmla="*/ 159385 h 904738"/>
                <a:gd name="connsiteX478" fmla="*/ 130201 w 1473200"/>
                <a:gd name="connsiteY478" fmla="*/ 156156 h 904738"/>
                <a:gd name="connsiteX479" fmla="*/ 133456 w 1473200"/>
                <a:gd name="connsiteY479" fmla="*/ 157771 h 904738"/>
                <a:gd name="connsiteX480" fmla="*/ 138339 w 1473200"/>
                <a:gd name="connsiteY480" fmla="*/ 159385 h 904738"/>
                <a:gd name="connsiteX481" fmla="*/ 139967 w 1473200"/>
                <a:gd name="connsiteY481" fmla="*/ 157771 h 904738"/>
                <a:gd name="connsiteX482" fmla="*/ 141594 w 1473200"/>
                <a:gd name="connsiteY482" fmla="*/ 154542 h 904738"/>
                <a:gd name="connsiteX483" fmla="*/ 139967 w 1473200"/>
                <a:gd name="connsiteY483" fmla="*/ 151313 h 904738"/>
                <a:gd name="connsiteX484" fmla="*/ 141594 w 1473200"/>
                <a:gd name="connsiteY484" fmla="*/ 148084 h 904738"/>
                <a:gd name="connsiteX485" fmla="*/ 146477 w 1473200"/>
                <a:gd name="connsiteY485" fmla="*/ 146470 h 904738"/>
                <a:gd name="connsiteX486" fmla="*/ 1163638 w 1473200"/>
                <a:gd name="connsiteY486" fmla="*/ 52983 h 904738"/>
                <a:gd name="connsiteX487" fmla="*/ 1192213 w 1473200"/>
                <a:gd name="connsiteY487" fmla="*/ 63038 h 904738"/>
                <a:gd name="connsiteX488" fmla="*/ 1187451 w 1473200"/>
                <a:gd name="connsiteY488" fmla="*/ 68065 h 904738"/>
                <a:gd name="connsiteX489" fmla="*/ 1184276 w 1473200"/>
                <a:gd name="connsiteY489" fmla="*/ 71416 h 904738"/>
                <a:gd name="connsiteX490" fmla="*/ 1179513 w 1473200"/>
                <a:gd name="connsiteY490" fmla="*/ 74768 h 904738"/>
                <a:gd name="connsiteX491" fmla="*/ 1171576 w 1473200"/>
                <a:gd name="connsiteY491" fmla="*/ 74768 h 904738"/>
                <a:gd name="connsiteX492" fmla="*/ 1165225 w 1473200"/>
                <a:gd name="connsiteY492" fmla="*/ 78119 h 904738"/>
                <a:gd name="connsiteX493" fmla="*/ 1158875 w 1473200"/>
                <a:gd name="connsiteY493" fmla="*/ 78119 h 904738"/>
                <a:gd name="connsiteX494" fmla="*/ 1152525 w 1473200"/>
                <a:gd name="connsiteY494" fmla="*/ 71416 h 904738"/>
                <a:gd name="connsiteX495" fmla="*/ 1155700 w 1473200"/>
                <a:gd name="connsiteY495" fmla="*/ 63038 h 904738"/>
                <a:gd name="connsiteX496" fmla="*/ 1163638 w 1473200"/>
                <a:gd name="connsiteY496" fmla="*/ 52983 h 904738"/>
                <a:gd name="connsiteX497" fmla="*/ 797701 w 1473200"/>
                <a:gd name="connsiteY497" fmla="*/ 454 h 904738"/>
                <a:gd name="connsiteX498" fmla="*/ 804196 w 1473200"/>
                <a:gd name="connsiteY498" fmla="*/ 3697 h 904738"/>
                <a:gd name="connsiteX499" fmla="*/ 804196 w 1473200"/>
                <a:gd name="connsiteY499" fmla="*/ 6940 h 904738"/>
                <a:gd name="connsiteX500" fmla="*/ 799325 w 1473200"/>
                <a:gd name="connsiteY500" fmla="*/ 10183 h 904738"/>
                <a:gd name="connsiteX501" fmla="*/ 796077 w 1473200"/>
                <a:gd name="connsiteY501" fmla="*/ 16669 h 904738"/>
                <a:gd name="connsiteX502" fmla="*/ 799325 w 1473200"/>
                <a:gd name="connsiteY502" fmla="*/ 23156 h 904738"/>
                <a:gd name="connsiteX503" fmla="*/ 800948 w 1473200"/>
                <a:gd name="connsiteY503" fmla="*/ 23156 h 904738"/>
                <a:gd name="connsiteX504" fmla="*/ 809067 w 1473200"/>
                <a:gd name="connsiteY504" fmla="*/ 8561 h 904738"/>
                <a:gd name="connsiteX505" fmla="*/ 812315 w 1473200"/>
                <a:gd name="connsiteY505" fmla="*/ 8561 h 904738"/>
                <a:gd name="connsiteX506" fmla="*/ 822058 w 1473200"/>
                <a:gd name="connsiteY506" fmla="*/ 10183 h 904738"/>
                <a:gd name="connsiteX507" fmla="*/ 825305 w 1473200"/>
                <a:gd name="connsiteY507" fmla="*/ 10183 h 904738"/>
                <a:gd name="connsiteX508" fmla="*/ 830177 w 1473200"/>
                <a:gd name="connsiteY508" fmla="*/ 10183 h 904738"/>
                <a:gd name="connsiteX509" fmla="*/ 838296 w 1473200"/>
                <a:gd name="connsiteY509" fmla="*/ 13426 h 904738"/>
                <a:gd name="connsiteX510" fmla="*/ 846415 w 1473200"/>
                <a:gd name="connsiteY510" fmla="*/ 16669 h 904738"/>
                <a:gd name="connsiteX511" fmla="*/ 848039 w 1473200"/>
                <a:gd name="connsiteY511" fmla="*/ 23156 h 904738"/>
                <a:gd name="connsiteX512" fmla="*/ 846415 w 1473200"/>
                <a:gd name="connsiteY512" fmla="*/ 26399 h 904738"/>
                <a:gd name="connsiteX513" fmla="*/ 839920 w 1473200"/>
                <a:gd name="connsiteY513" fmla="*/ 31264 h 904738"/>
                <a:gd name="connsiteX514" fmla="*/ 828553 w 1473200"/>
                <a:gd name="connsiteY514" fmla="*/ 37750 h 904738"/>
                <a:gd name="connsiteX515" fmla="*/ 823682 w 1473200"/>
                <a:gd name="connsiteY515" fmla="*/ 34507 h 904738"/>
                <a:gd name="connsiteX516" fmla="*/ 818810 w 1473200"/>
                <a:gd name="connsiteY516" fmla="*/ 37750 h 904738"/>
                <a:gd name="connsiteX517" fmla="*/ 826929 w 1473200"/>
                <a:gd name="connsiteY517" fmla="*/ 44236 h 904738"/>
                <a:gd name="connsiteX518" fmla="*/ 831801 w 1473200"/>
                <a:gd name="connsiteY518" fmla="*/ 45858 h 904738"/>
                <a:gd name="connsiteX519" fmla="*/ 836672 w 1473200"/>
                <a:gd name="connsiteY519" fmla="*/ 47479 h 904738"/>
                <a:gd name="connsiteX520" fmla="*/ 843167 w 1473200"/>
                <a:gd name="connsiteY520" fmla="*/ 44236 h 904738"/>
                <a:gd name="connsiteX521" fmla="*/ 851286 w 1473200"/>
                <a:gd name="connsiteY521" fmla="*/ 45858 h 904738"/>
                <a:gd name="connsiteX522" fmla="*/ 856157 w 1473200"/>
                <a:gd name="connsiteY522" fmla="*/ 45858 h 904738"/>
                <a:gd name="connsiteX523" fmla="*/ 859405 w 1473200"/>
                <a:gd name="connsiteY523" fmla="*/ 40993 h 904738"/>
                <a:gd name="connsiteX524" fmla="*/ 864276 w 1473200"/>
                <a:gd name="connsiteY524" fmla="*/ 42615 h 904738"/>
                <a:gd name="connsiteX525" fmla="*/ 869148 w 1473200"/>
                <a:gd name="connsiteY525" fmla="*/ 40993 h 904738"/>
                <a:gd name="connsiteX526" fmla="*/ 880514 w 1473200"/>
                <a:gd name="connsiteY526" fmla="*/ 42615 h 904738"/>
                <a:gd name="connsiteX527" fmla="*/ 883762 w 1473200"/>
                <a:gd name="connsiteY527" fmla="*/ 45858 h 904738"/>
                <a:gd name="connsiteX528" fmla="*/ 877267 w 1473200"/>
                <a:gd name="connsiteY528" fmla="*/ 50722 h 904738"/>
                <a:gd name="connsiteX529" fmla="*/ 874019 w 1473200"/>
                <a:gd name="connsiteY529" fmla="*/ 52344 h 904738"/>
                <a:gd name="connsiteX530" fmla="*/ 880514 w 1473200"/>
                <a:gd name="connsiteY530" fmla="*/ 55587 h 904738"/>
                <a:gd name="connsiteX531" fmla="*/ 883762 w 1473200"/>
                <a:gd name="connsiteY531" fmla="*/ 57209 h 904738"/>
                <a:gd name="connsiteX532" fmla="*/ 885386 w 1473200"/>
                <a:gd name="connsiteY532" fmla="*/ 57209 h 904738"/>
                <a:gd name="connsiteX533" fmla="*/ 888633 w 1473200"/>
                <a:gd name="connsiteY533" fmla="*/ 55587 h 904738"/>
                <a:gd name="connsiteX534" fmla="*/ 891881 w 1473200"/>
                <a:gd name="connsiteY534" fmla="*/ 55587 h 904738"/>
                <a:gd name="connsiteX535" fmla="*/ 891881 w 1473200"/>
                <a:gd name="connsiteY535" fmla="*/ 60452 h 904738"/>
                <a:gd name="connsiteX536" fmla="*/ 895129 w 1473200"/>
                <a:gd name="connsiteY536" fmla="*/ 60452 h 904738"/>
                <a:gd name="connsiteX537" fmla="*/ 896752 w 1473200"/>
                <a:gd name="connsiteY537" fmla="*/ 60452 h 904738"/>
                <a:gd name="connsiteX538" fmla="*/ 901624 w 1473200"/>
                <a:gd name="connsiteY538" fmla="*/ 57209 h 904738"/>
                <a:gd name="connsiteX539" fmla="*/ 906495 w 1473200"/>
                <a:gd name="connsiteY539" fmla="*/ 57209 h 904738"/>
                <a:gd name="connsiteX540" fmla="*/ 911367 w 1473200"/>
                <a:gd name="connsiteY540" fmla="*/ 58830 h 904738"/>
                <a:gd name="connsiteX541" fmla="*/ 914614 w 1473200"/>
                <a:gd name="connsiteY541" fmla="*/ 62074 h 904738"/>
                <a:gd name="connsiteX542" fmla="*/ 925981 w 1473200"/>
                <a:gd name="connsiteY542" fmla="*/ 62074 h 904738"/>
                <a:gd name="connsiteX543" fmla="*/ 932476 w 1473200"/>
                <a:gd name="connsiteY543" fmla="*/ 60452 h 904738"/>
                <a:gd name="connsiteX544" fmla="*/ 938971 w 1473200"/>
                <a:gd name="connsiteY544" fmla="*/ 63695 h 904738"/>
                <a:gd name="connsiteX545" fmla="*/ 942219 w 1473200"/>
                <a:gd name="connsiteY545" fmla="*/ 68560 h 904738"/>
                <a:gd name="connsiteX546" fmla="*/ 948714 w 1473200"/>
                <a:gd name="connsiteY546" fmla="*/ 70181 h 904738"/>
                <a:gd name="connsiteX547" fmla="*/ 955209 w 1473200"/>
                <a:gd name="connsiteY547" fmla="*/ 73425 h 904738"/>
                <a:gd name="connsiteX548" fmla="*/ 964952 w 1473200"/>
                <a:gd name="connsiteY548" fmla="*/ 75046 h 904738"/>
                <a:gd name="connsiteX549" fmla="*/ 969823 w 1473200"/>
                <a:gd name="connsiteY549" fmla="*/ 81532 h 904738"/>
                <a:gd name="connsiteX550" fmla="*/ 971447 w 1473200"/>
                <a:gd name="connsiteY550" fmla="*/ 83154 h 904738"/>
                <a:gd name="connsiteX551" fmla="*/ 977942 w 1473200"/>
                <a:gd name="connsiteY551" fmla="*/ 84776 h 904738"/>
                <a:gd name="connsiteX552" fmla="*/ 989309 w 1473200"/>
                <a:gd name="connsiteY552" fmla="*/ 92884 h 904738"/>
                <a:gd name="connsiteX553" fmla="*/ 997428 w 1473200"/>
                <a:gd name="connsiteY553" fmla="*/ 96127 h 904738"/>
                <a:gd name="connsiteX554" fmla="*/ 1003923 w 1473200"/>
                <a:gd name="connsiteY554" fmla="*/ 97748 h 904738"/>
                <a:gd name="connsiteX555" fmla="*/ 1008794 w 1473200"/>
                <a:gd name="connsiteY555" fmla="*/ 99370 h 904738"/>
                <a:gd name="connsiteX556" fmla="*/ 1015290 w 1473200"/>
                <a:gd name="connsiteY556" fmla="*/ 105856 h 904738"/>
                <a:gd name="connsiteX557" fmla="*/ 1023409 w 1473200"/>
                <a:gd name="connsiteY557" fmla="*/ 112343 h 904738"/>
                <a:gd name="connsiteX558" fmla="*/ 1026656 w 1473200"/>
                <a:gd name="connsiteY558" fmla="*/ 117207 h 904738"/>
                <a:gd name="connsiteX559" fmla="*/ 1029904 w 1473200"/>
                <a:gd name="connsiteY559" fmla="*/ 123694 h 904738"/>
                <a:gd name="connsiteX560" fmla="*/ 1031528 w 1473200"/>
                <a:gd name="connsiteY560" fmla="*/ 130180 h 904738"/>
                <a:gd name="connsiteX561" fmla="*/ 1029904 w 1473200"/>
                <a:gd name="connsiteY561" fmla="*/ 136666 h 904738"/>
                <a:gd name="connsiteX562" fmla="*/ 1023409 w 1473200"/>
                <a:gd name="connsiteY562" fmla="*/ 144774 h 904738"/>
                <a:gd name="connsiteX563" fmla="*/ 1013666 w 1473200"/>
                <a:gd name="connsiteY563" fmla="*/ 151260 h 904738"/>
                <a:gd name="connsiteX564" fmla="*/ 1005547 w 1473200"/>
                <a:gd name="connsiteY564" fmla="*/ 156125 h 904738"/>
                <a:gd name="connsiteX565" fmla="*/ 1002299 w 1473200"/>
                <a:gd name="connsiteY565" fmla="*/ 156125 h 904738"/>
                <a:gd name="connsiteX566" fmla="*/ 997428 w 1473200"/>
                <a:gd name="connsiteY566" fmla="*/ 157747 h 904738"/>
                <a:gd name="connsiteX567" fmla="*/ 986061 w 1473200"/>
                <a:gd name="connsiteY567" fmla="*/ 159368 h 904738"/>
                <a:gd name="connsiteX568" fmla="*/ 964952 w 1473200"/>
                <a:gd name="connsiteY568" fmla="*/ 159368 h 904738"/>
                <a:gd name="connsiteX569" fmla="*/ 955209 w 1473200"/>
                <a:gd name="connsiteY569" fmla="*/ 156125 h 904738"/>
                <a:gd name="connsiteX570" fmla="*/ 943843 w 1473200"/>
                <a:gd name="connsiteY570" fmla="*/ 154504 h 904738"/>
                <a:gd name="connsiteX571" fmla="*/ 942219 w 1473200"/>
                <a:gd name="connsiteY571" fmla="*/ 154504 h 904738"/>
                <a:gd name="connsiteX572" fmla="*/ 932476 w 1473200"/>
                <a:gd name="connsiteY572" fmla="*/ 152882 h 904738"/>
                <a:gd name="connsiteX573" fmla="*/ 921109 w 1473200"/>
                <a:gd name="connsiteY573" fmla="*/ 151260 h 904738"/>
                <a:gd name="connsiteX574" fmla="*/ 912990 w 1473200"/>
                <a:gd name="connsiteY574" fmla="*/ 144774 h 904738"/>
                <a:gd name="connsiteX575" fmla="*/ 904871 w 1473200"/>
                <a:gd name="connsiteY575" fmla="*/ 143153 h 904738"/>
                <a:gd name="connsiteX576" fmla="*/ 900000 w 1473200"/>
                <a:gd name="connsiteY576" fmla="*/ 141531 h 904738"/>
                <a:gd name="connsiteX577" fmla="*/ 895129 w 1473200"/>
                <a:gd name="connsiteY577" fmla="*/ 141531 h 904738"/>
                <a:gd name="connsiteX578" fmla="*/ 888633 w 1473200"/>
                <a:gd name="connsiteY578" fmla="*/ 138288 h 904738"/>
                <a:gd name="connsiteX579" fmla="*/ 883762 w 1473200"/>
                <a:gd name="connsiteY579" fmla="*/ 135045 h 904738"/>
                <a:gd name="connsiteX580" fmla="*/ 878891 w 1473200"/>
                <a:gd name="connsiteY580" fmla="*/ 130180 h 904738"/>
                <a:gd name="connsiteX581" fmla="*/ 875643 w 1473200"/>
                <a:gd name="connsiteY581" fmla="*/ 128558 h 904738"/>
                <a:gd name="connsiteX582" fmla="*/ 870772 w 1473200"/>
                <a:gd name="connsiteY582" fmla="*/ 128558 h 904738"/>
                <a:gd name="connsiteX583" fmla="*/ 875643 w 1473200"/>
                <a:gd name="connsiteY583" fmla="*/ 131801 h 904738"/>
                <a:gd name="connsiteX584" fmla="*/ 878891 w 1473200"/>
                <a:gd name="connsiteY584" fmla="*/ 138288 h 904738"/>
                <a:gd name="connsiteX585" fmla="*/ 883762 w 1473200"/>
                <a:gd name="connsiteY585" fmla="*/ 143153 h 904738"/>
                <a:gd name="connsiteX586" fmla="*/ 888633 w 1473200"/>
                <a:gd name="connsiteY586" fmla="*/ 144774 h 904738"/>
                <a:gd name="connsiteX587" fmla="*/ 891881 w 1473200"/>
                <a:gd name="connsiteY587" fmla="*/ 148017 h 904738"/>
                <a:gd name="connsiteX588" fmla="*/ 895129 w 1473200"/>
                <a:gd name="connsiteY588" fmla="*/ 154504 h 904738"/>
                <a:gd name="connsiteX589" fmla="*/ 900000 w 1473200"/>
                <a:gd name="connsiteY589" fmla="*/ 157747 h 904738"/>
                <a:gd name="connsiteX590" fmla="*/ 908119 w 1473200"/>
                <a:gd name="connsiteY590" fmla="*/ 159368 h 904738"/>
                <a:gd name="connsiteX591" fmla="*/ 911367 w 1473200"/>
                <a:gd name="connsiteY591" fmla="*/ 162611 h 904738"/>
                <a:gd name="connsiteX592" fmla="*/ 916238 w 1473200"/>
                <a:gd name="connsiteY592" fmla="*/ 165855 h 904738"/>
                <a:gd name="connsiteX593" fmla="*/ 916238 w 1473200"/>
                <a:gd name="connsiteY593" fmla="*/ 172341 h 904738"/>
                <a:gd name="connsiteX594" fmla="*/ 912990 w 1473200"/>
                <a:gd name="connsiteY594" fmla="*/ 178827 h 904738"/>
                <a:gd name="connsiteX595" fmla="*/ 911367 w 1473200"/>
                <a:gd name="connsiteY595" fmla="*/ 188557 h 904738"/>
                <a:gd name="connsiteX596" fmla="*/ 916238 w 1473200"/>
                <a:gd name="connsiteY596" fmla="*/ 195043 h 904738"/>
                <a:gd name="connsiteX597" fmla="*/ 917862 w 1473200"/>
                <a:gd name="connsiteY597" fmla="*/ 203151 h 904738"/>
                <a:gd name="connsiteX598" fmla="*/ 916238 w 1473200"/>
                <a:gd name="connsiteY598" fmla="*/ 206394 h 904738"/>
                <a:gd name="connsiteX599" fmla="*/ 919486 w 1473200"/>
                <a:gd name="connsiteY599" fmla="*/ 211259 h 904738"/>
                <a:gd name="connsiteX600" fmla="*/ 929228 w 1473200"/>
                <a:gd name="connsiteY600" fmla="*/ 211259 h 904738"/>
                <a:gd name="connsiteX601" fmla="*/ 930852 w 1473200"/>
                <a:gd name="connsiteY601" fmla="*/ 212880 h 904738"/>
                <a:gd name="connsiteX602" fmla="*/ 934100 w 1473200"/>
                <a:gd name="connsiteY602" fmla="*/ 212880 h 904738"/>
                <a:gd name="connsiteX603" fmla="*/ 940595 w 1473200"/>
                <a:gd name="connsiteY603" fmla="*/ 217745 h 904738"/>
                <a:gd name="connsiteX604" fmla="*/ 947090 w 1473200"/>
                <a:gd name="connsiteY604" fmla="*/ 220988 h 904738"/>
                <a:gd name="connsiteX605" fmla="*/ 951962 w 1473200"/>
                <a:gd name="connsiteY605" fmla="*/ 224231 h 904738"/>
                <a:gd name="connsiteX606" fmla="*/ 960080 w 1473200"/>
                <a:gd name="connsiteY606" fmla="*/ 224231 h 904738"/>
                <a:gd name="connsiteX607" fmla="*/ 964952 w 1473200"/>
                <a:gd name="connsiteY607" fmla="*/ 224231 h 904738"/>
                <a:gd name="connsiteX608" fmla="*/ 969823 w 1473200"/>
                <a:gd name="connsiteY608" fmla="*/ 219367 h 904738"/>
                <a:gd name="connsiteX609" fmla="*/ 971447 w 1473200"/>
                <a:gd name="connsiteY609" fmla="*/ 217745 h 904738"/>
                <a:gd name="connsiteX610" fmla="*/ 963328 w 1473200"/>
                <a:gd name="connsiteY610" fmla="*/ 212880 h 904738"/>
                <a:gd name="connsiteX611" fmla="*/ 955209 w 1473200"/>
                <a:gd name="connsiteY611" fmla="*/ 211259 h 904738"/>
                <a:gd name="connsiteX612" fmla="*/ 950338 w 1473200"/>
                <a:gd name="connsiteY612" fmla="*/ 204773 h 904738"/>
                <a:gd name="connsiteX613" fmla="*/ 947090 w 1473200"/>
                <a:gd name="connsiteY613" fmla="*/ 198286 h 904738"/>
                <a:gd name="connsiteX614" fmla="*/ 945466 w 1473200"/>
                <a:gd name="connsiteY614" fmla="*/ 193421 h 904738"/>
                <a:gd name="connsiteX615" fmla="*/ 951962 w 1473200"/>
                <a:gd name="connsiteY615" fmla="*/ 188557 h 904738"/>
                <a:gd name="connsiteX616" fmla="*/ 956833 w 1473200"/>
                <a:gd name="connsiteY616" fmla="*/ 185314 h 904738"/>
                <a:gd name="connsiteX617" fmla="*/ 966576 w 1473200"/>
                <a:gd name="connsiteY617" fmla="*/ 191800 h 904738"/>
                <a:gd name="connsiteX618" fmla="*/ 973071 w 1473200"/>
                <a:gd name="connsiteY618" fmla="*/ 199908 h 904738"/>
                <a:gd name="connsiteX619" fmla="*/ 979566 w 1473200"/>
                <a:gd name="connsiteY619" fmla="*/ 201529 h 904738"/>
                <a:gd name="connsiteX620" fmla="*/ 984437 w 1473200"/>
                <a:gd name="connsiteY620" fmla="*/ 199908 h 904738"/>
                <a:gd name="connsiteX621" fmla="*/ 987685 w 1473200"/>
                <a:gd name="connsiteY621" fmla="*/ 199908 h 904738"/>
                <a:gd name="connsiteX622" fmla="*/ 995804 w 1473200"/>
                <a:gd name="connsiteY622" fmla="*/ 201529 h 904738"/>
                <a:gd name="connsiteX623" fmla="*/ 997428 w 1473200"/>
                <a:gd name="connsiteY623" fmla="*/ 203151 h 904738"/>
                <a:gd name="connsiteX624" fmla="*/ 1002299 w 1473200"/>
                <a:gd name="connsiteY624" fmla="*/ 203151 h 904738"/>
                <a:gd name="connsiteX625" fmla="*/ 1008794 w 1473200"/>
                <a:gd name="connsiteY625" fmla="*/ 203151 h 904738"/>
                <a:gd name="connsiteX626" fmla="*/ 1016913 w 1473200"/>
                <a:gd name="connsiteY626" fmla="*/ 201529 h 904738"/>
                <a:gd name="connsiteX627" fmla="*/ 1010418 w 1473200"/>
                <a:gd name="connsiteY627" fmla="*/ 188557 h 904738"/>
                <a:gd name="connsiteX628" fmla="*/ 1008794 w 1473200"/>
                <a:gd name="connsiteY628" fmla="*/ 188557 h 904738"/>
                <a:gd name="connsiteX629" fmla="*/ 1003923 w 1473200"/>
                <a:gd name="connsiteY629" fmla="*/ 183692 h 904738"/>
                <a:gd name="connsiteX630" fmla="*/ 1012042 w 1473200"/>
                <a:gd name="connsiteY630" fmla="*/ 172341 h 904738"/>
                <a:gd name="connsiteX631" fmla="*/ 1020161 w 1473200"/>
                <a:gd name="connsiteY631" fmla="*/ 167476 h 904738"/>
                <a:gd name="connsiteX632" fmla="*/ 1025032 w 1473200"/>
                <a:gd name="connsiteY632" fmla="*/ 164233 h 904738"/>
                <a:gd name="connsiteX633" fmla="*/ 1033151 w 1473200"/>
                <a:gd name="connsiteY633" fmla="*/ 160990 h 904738"/>
                <a:gd name="connsiteX634" fmla="*/ 1047766 w 1473200"/>
                <a:gd name="connsiteY634" fmla="*/ 148017 h 904738"/>
                <a:gd name="connsiteX635" fmla="*/ 1054261 w 1473200"/>
                <a:gd name="connsiteY635" fmla="*/ 148017 h 904738"/>
                <a:gd name="connsiteX636" fmla="*/ 1062380 w 1473200"/>
                <a:gd name="connsiteY636" fmla="*/ 149639 h 904738"/>
                <a:gd name="connsiteX637" fmla="*/ 1068875 w 1473200"/>
                <a:gd name="connsiteY637" fmla="*/ 151260 h 904738"/>
                <a:gd name="connsiteX638" fmla="*/ 1073746 w 1473200"/>
                <a:gd name="connsiteY638" fmla="*/ 154504 h 904738"/>
                <a:gd name="connsiteX639" fmla="*/ 1076994 w 1473200"/>
                <a:gd name="connsiteY639" fmla="*/ 159368 h 904738"/>
                <a:gd name="connsiteX640" fmla="*/ 1078618 w 1473200"/>
                <a:gd name="connsiteY640" fmla="*/ 160990 h 904738"/>
                <a:gd name="connsiteX641" fmla="*/ 1080241 w 1473200"/>
                <a:gd name="connsiteY641" fmla="*/ 156125 h 904738"/>
                <a:gd name="connsiteX642" fmla="*/ 1081865 w 1473200"/>
                <a:gd name="connsiteY642" fmla="*/ 148017 h 904738"/>
                <a:gd name="connsiteX643" fmla="*/ 1083489 w 1473200"/>
                <a:gd name="connsiteY643" fmla="*/ 144774 h 904738"/>
                <a:gd name="connsiteX644" fmla="*/ 1086737 w 1473200"/>
                <a:gd name="connsiteY644" fmla="*/ 136666 h 904738"/>
                <a:gd name="connsiteX645" fmla="*/ 1083489 w 1473200"/>
                <a:gd name="connsiteY645" fmla="*/ 130180 h 904738"/>
                <a:gd name="connsiteX646" fmla="*/ 1080241 w 1473200"/>
                <a:gd name="connsiteY646" fmla="*/ 126937 h 904738"/>
                <a:gd name="connsiteX647" fmla="*/ 1075370 w 1473200"/>
                <a:gd name="connsiteY647" fmla="*/ 125315 h 904738"/>
                <a:gd name="connsiteX648" fmla="*/ 1076994 w 1473200"/>
                <a:gd name="connsiteY648" fmla="*/ 120450 h 904738"/>
                <a:gd name="connsiteX649" fmla="*/ 1081865 w 1473200"/>
                <a:gd name="connsiteY649" fmla="*/ 110721 h 904738"/>
                <a:gd name="connsiteX650" fmla="*/ 1081865 w 1473200"/>
                <a:gd name="connsiteY650" fmla="*/ 104235 h 904738"/>
                <a:gd name="connsiteX651" fmla="*/ 1081865 w 1473200"/>
                <a:gd name="connsiteY651" fmla="*/ 100991 h 904738"/>
                <a:gd name="connsiteX652" fmla="*/ 1081865 w 1473200"/>
                <a:gd name="connsiteY652" fmla="*/ 96127 h 904738"/>
                <a:gd name="connsiteX653" fmla="*/ 1081865 w 1473200"/>
                <a:gd name="connsiteY653" fmla="*/ 92884 h 904738"/>
                <a:gd name="connsiteX654" fmla="*/ 1076994 w 1473200"/>
                <a:gd name="connsiteY654" fmla="*/ 88019 h 904738"/>
                <a:gd name="connsiteX655" fmla="*/ 1072122 w 1473200"/>
                <a:gd name="connsiteY655" fmla="*/ 86397 h 904738"/>
                <a:gd name="connsiteX656" fmla="*/ 1067251 w 1473200"/>
                <a:gd name="connsiteY656" fmla="*/ 83154 h 904738"/>
                <a:gd name="connsiteX657" fmla="*/ 1078618 w 1473200"/>
                <a:gd name="connsiteY657" fmla="*/ 84776 h 904738"/>
                <a:gd name="connsiteX658" fmla="*/ 1086737 w 1473200"/>
                <a:gd name="connsiteY658" fmla="*/ 83154 h 904738"/>
                <a:gd name="connsiteX659" fmla="*/ 1089984 w 1473200"/>
                <a:gd name="connsiteY659" fmla="*/ 83154 h 904738"/>
                <a:gd name="connsiteX660" fmla="*/ 1096479 w 1473200"/>
                <a:gd name="connsiteY660" fmla="*/ 83154 h 904738"/>
                <a:gd name="connsiteX661" fmla="*/ 1099727 w 1473200"/>
                <a:gd name="connsiteY661" fmla="*/ 83154 h 904738"/>
                <a:gd name="connsiteX662" fmla="*/ 1102975 w 1473200"/>
                <a:gd name="connsiteY662" fmla="*/ 83154 h 904738"/>
                <a:gd name="connsiteX663" fmla="*/ 1109470 w 1473200"/>
                <a:gd name="connsiteY663" fmla="*/ 84776 h 904738"/>
                <a:gd name="connsiteX664" fmla="*/ 1117589 w 1473200"/>
                <a:gd name="connsiteY664" fmla="*/ 89640 h 904738"/>
                <a:gd name="connsiteX665" fmla="*/ 1127332 w 1473200"/>
                <a:gd name="connsiteY665" fmla="*/ 100991 h 904738"/>
                <a:gd name="connsiteX666" fmla="*/ 1128955 w 1473200"/>
                <a:gd name="connsiteY666" fmla="*/ 104235 h 904738"/>
                <a:gd name="connsiteX667" fmla="*/ 1120836 w 1473200"/>
                <a:gd name="connsiteY667" fmla="*/ 105856 h 904738"/>
                <a:gd name="connsiteX668" fmla="*/ 1112717 w 1473200"/>
                <a:gd name="connsiteY668" fmla="*/ 107478 h 904738"/>
                <a:gd name="connsiteX669" fmla="*/ 1107846 w 1473200"/>
                <a:gd name="connsiteY669" fmla="*/ 107478 h 904738"/>
                <a:gd name="connsiteX670" fmla="*/ 1101351 w 1473200"/>
                <a:gd name="connsiteY670" fmla="*/ 112343 h 904738"/>
                <a:gd name="connsiteX671" fmla="*/ 1098103 w 1473200"/>
                <a:gd name="connsiteY671" fmla="*/ 115586 h 904738"/>
                <a:gd name="connsiteX672" fmla="*/ 1096479 w 1473200"/>
                <a:gd name="connsiteY672" fmla="*/ 120450 h 904738"/>
                <a:gd name="connsiteX673" fmla="*/ 1102975 w 1473200"/>
                <a:gd name="connsiteY673" fmla="*/ 125315 h 904738"/>
                <a:gd name="connsiteX674" fmla="*/ 1106222 w 1473200"/>
                <a:gd name="connsiteY674" fmla="*/ 125315 h 904738"/>
                <a:gd name="connsiteX675" fmla="*/ 1107846 w 1473200"/>
                <a:gd name="connsiteY675" fmla="*/ 125315 h 904738"/>
                <a:gd name="connsiteX676" fmla="*/ 1114341 w 1473200"/>
                <a:gd name="connsiteY676" fmla="*/ 136666 h 904738"/>
                <a:gd name="connsiteX677" fmla="*/ 1120836 w 1473200"/>
                <a:gd name="connsiteY677" fmla="*/ 135045 h 904738"/>
                <a:gd name="connsiteX678" fmla="*/ 1140322 w 1473200"/>
                <a:gd name="connsiteY678" fmla="*/ 131801 h 904738"/>
                <a:gd name="connsiteX679" fmla="*/ 1143570 w 1473200"/>
                <a:gd name="connsiteY679" fmla="*/ 128558 h 904738"/>
                <a:gd name="connsiteX680" fmla="*/ 1148441 w 1473200"/>
                <a:gd name="connsiteY680" fmla="*/ 125315 h 904738"/>
                <a:gd name="connsiteX681" fmla="*/ 1150065 w 1473200"/>
                <a:gd name="connsiteY681" fmla="*/ 115586 h 904738"/>
                <a:gd name="connsiteX682" fmla="*/ 1154936 w 1473200"/>
                <a:gd name="connsiteY682" fmla="*/ 110721 h 904738"/>
                <a:gd name="connsiteX683" fmla="*/ 1180917 w 1473200"/>
                <a:gd name="connsiteY683" fmla="*/ 104235 h 904738"/>
                <a:gd name="connsiteX684" fmla="*/ 1177669 w 1473200"/>
                <a:gd name="connsiteY684" fmla="*/ 102613 h 904738"/>
                <a:gd name="connsiteX685" fmla="*/ 1189036 w 1473200"/>
                <a:gd name="connsiteY685" fmla="*/ 96127 h 904738"/>
                <a:gd name="connsiteX686" fmla="*/ 1195531 w 1473200"/>
                <a:gd name="connsiteY686" fmla="*/ 89640 h 904738"/>
                <a:gd name="connsiteX687" fmla="*/ 1202026 w 1473200"/>
                <a:gd name="connsiteY687" fmla="*/ 88019 h 904738"/>
                <a:gd name="connsiteX688" fmla="*/ 1210145 w 1473200"/>
                <a:gd name="connsiteY688" fmla="*/ 88019 h 904738"/>
                <a:gd name="connsiteX689" fmla="*/ 1218264 w 1473200"/>
                <a:gd name="connsiteY689" fmla="*/ 83154 h 904738"/>
                <a:gd name="connsiteX690" fmla="*/ 1221512 w 1473200"/>
                <a:gd name="connsiteY690" fmla="*/ 83154 h 904738"/>
                <a:gd name="connsiteX691" fmla="*/ 1226383 w 1473200"/>
                <a:gd name="connsiteY691" fmla="*/ 84776 h 904738"/>
                <a:gd name="connsiteX692" fmla="*/ 1228007 w 1473200"/>
                <a:gd name="connsiteY692" fmla="*/ 89640 h 904738"/>
                <a:gd name="connsiteX693" fmla="*/ 1234502 w 1473200"/>
                <a:gd name="connsiteY693" fmla="*/ 83154 h 904738"/>
                <a:gd name="connsiteX694" fmla="*/ 1237750 w 1473200"/>
                <a:gd name="connsiteY694" fmla="*/ 76668 h 904738"/>
                <a:gd name="connsiteX695" fmla="*/ 1245869 w 1473200"/>
                <a:gd name="connsiteY695" fmla="*/ 73425 h 904738"/>
                <a:gd name="connsiteX696" fmla="*/ 1250740 w 1473200"/>
                <a:gd name="connsiteY696" fmla="*/ 70181 h 904738"/>
                <a:gd name="connsiteX697" fmla="*/ 1262107 w 1473200"/>
                <a:gd name="connsiteY697" fmla="*/ 70181 h 904738"/>
                <a:gd name="connsiteX698" fmla="*/ 1255611 w 1473200"/>
                <a:gd name="connsiteY698" fmla="*/ 78289 h 904738"/>
                <a:gd name="connsiteX699" fmla="*/ 1255611 w 1473200"/>
                <a:gd name="connsiteY699" fmla="*/ 83154 h 904738"/>
                <a:gd name="connsiteX700" fmla="*/ 1250740 w 1473200"/>
                <a:gd name="connsiteY700" fmla="*/ 89640 h 904738"/>
                <a:gd name="connsiteX701" fmla="*/ 1245869 w 1473200"/>
                <a:gd name="connsiteY701" fmla="*/ 91262 h 904738"/>
                <a:gd name="connsiteX702" fmla="*/ 1252364 w 1473200"/>
                <a:gd name="connsiteY702" fmla="*/ 92884 h 904738"/>
                <a:gd name="connsiteX703" fmla="*/ 1255611 w 1473200"/>
                <a:gd name="connsiteY703" fmla="*/ 92884 h 904738"/>
                <a:gd name="connsiteX704" fmla="*/ 1268602 w 1473200"/>
                <a:gd name="connsiteY704" fmla="*/ 91262 h 904738"/>
                <a:gd name="connsiteX705" fmla="*/ 1286464 w 1473200"/>
                <a:gd name="connsiteY705" fmla="*/ 84776 h 904738"/>
                <a:gd name="connsiteX706" fmla="*/ 1292959 w 1473200"/>
                <a:gd name="connsiteY706" fmla="*/ 83154 h 904738"/>
                <a:gd name="connsiteX707" fmla="*/ 1296206 w 1473200"/>
                <a:gd name="connsiteY707" fmla="*/ 83154 h 904738"/>
                <a:gd name="connsiteX708" fmla="*/ 1304325 w 1473200"/>
                <a:gd name="connsiteY708" fmla="*/ 81532 h 904738"/>
                <a:gd name="connsiteX709" fmla="*/ 1314068 w 1473200"/>
                <a:gd name="connsiteY709" fmla="*/ 84776 h 904738"/>
                <a:gd name="connsiteX710" fmla="*/ 1320563 w 1473200"/>
                <a:gd name="connsiteY710" fmla="*/ 81532 h 904738"/>
                <a:gd name="connsiteX711" fmla="*/ 1325435 w 1473200"/>
                <a:gd name="connsiteY711" fmla="*/ 78289 h 904738"/>
                <a:gd name="connsiteX712" fmla="*/ 1331930 w 1473200"/>
                <a:gd name="connsiteY712" fmla="*/ 73425 h 904738"/>
                <a:gd name="connsiteX713" fmla="*/ 1335177 w 1473200"/>
                <a:gd name="connsiteY713" fmla="*/ 71803 h 904738"/>
                <a:gd name="connsiteX714" fmla="*/ 1340049 w 1473200"/>
                <a:gd name="connsiteY714" fmla="*/ 71803 h 904738"/>
                <a:gd name="connsiteX715" fmla="*/ 1343296 w 1473200"/>
                <a:gd name="connsiteY715" fmla="*/ 70181 h 904738"/>
                <a:gd name="connsiteX716" fmla="*/ 1349792 w 1473200"/>
                <a:gd name="connsiteY716" fmla="*/ 73425 h 904738"/>
                <a:gd name="connsiteX717" fmla="*/ 1351415 w 1473200"/>
                <a:gd name="connsiteY717" fmla="*/ 78289 h 904738"/>
                <a:gd name="connsiteX718" fmla="*/ 1349792 w 1473200"/>
                <a:gd name="connsiteY718" fmla="*/ 86397 h 904738"/>
                <a:gd name="connsiteX719" fmla="*/ 1353039 w 1473200"/>
                <a:gd name="connsiteY719" fmla="*/ 89640 h 904738"/>
                <a:gd name="connsiteX720" fmla="*/ 1359534 w 1473200"/>
                <a:gd name="connsiteY720" fmla="*/ 91262 h 904738"/>
                <a:gd name="connsiteX721" fmla="*/ 1361158 w 1473200"/>
                <a:gd name="connsiteY721" fmla="*/ 89640 h 904738"/>
                <a:gd name="connsiteX722" fmla="*/ 1364406 w 1473200"/>
                <a:gd name="connsiteY722" fmla="*/ 86397 h 904738"/>
                <a:gd name="connsiteX723" fmla="*/ 1362782 w 1473200"/>
                <a:gd name="connsiteY723" fmla="*/ 83154 h 904738"/>
                <a:gd name="connsiteX724" fmla="*/ 1366030 w 1473200"/>
                <a:gd name="connsiteY724" fmla="*/ 79911 h 904738"/>
                <a:gd name="connsiteX725" fmla="*/ 1374149 w 1473200"/>
                <a:gd name="connsiteY725" fmla="*/ 76668 h 904738"/>
                <a:gd name="connsiteX726" fmla="*/ 1375772 w 1473200"/>
                <a:gd name="connsiteY726" fmla="*/ 73425 h 904738"/>
                <a:gd name="connsiteX727" fmla="*/ 1377396 w 1473200"/>
                <a:gd name="connsiteY727" fmla="*/ 70181 h 904738"/>
                <a:gd name="connsiteX728" fmla="*/ 1374149 w 1473200"/>
                <a:gd name="connsiteY728" fmla="*/ 63695 h 904738"/>
                <a:gd name="connsiteX729" fmla="*/ 1370901 w 1473200"/>
                <a:gd name="connsiteY729" fmla="*/ 58830 h 904738"/>
                <a:gd name="connsiteX730" fmla="*/ 1369277 w 1473200"/>
                <a:gd name="connsiteY730" fmla="*/ 55587 h 904738"/>
                <a:gd name="connsiteX731" fmla="*/ 1366030 w 1473200"/>
                <a:gd name="connsiteY731" fmla="*/ 52344 h 904738"/>
                <a:gd name="connsiteX732" fmla="*/ 1359534 w 1473200"/>
                <a:gd name="connsiteY732" fmla="*/ 49101 h 904738"/>
                <a:gd name="connsiteX733" fmla="*/ 1356287 w 1473200"/>
                <a:gd name="connsiteY733" fmla="*/ 44236 h 904738"/>
                <a:gd name="connsiteX734" fmla="*/ 1349792 w 1473200"/>
                <a:gd name="connsiteY734" fmla="*/ 42615 h 904738"/>
                <a:gd name="connsiteX735" fmla="*/ 1344920 w 1473200"/>
                <a:gd name="connsiteY735" fmla="*/ 39371 h 904738"/>
                <a:gd name="connsiteX736" fmla="*/ 1340049 w 1473200"/>
                <a:gd name="connsiteY736" fmla="*/ 37750 h 904738"/>
                <a:gd name="connsiteX737" fmla="*/ 1340049 w 1473200"/>
                <a:gd name="connsiteY737" fmla="*/ 36128 h 904738"/>
                <a:gd name="connsiteX738" fmla="*/ 1340049 w 1473200"/>
                <a:gd name="connsiteY738" fmla="*/ 28020 h 904738"/>
                <a:gd name="connsiteX739" fmla="*/ 1343296 w 1473200"/>
                <a:gd name="connsiteY739" fmla="*/ 23156 h 904738"/>
                <a:gd name="connsiteX740" fmla="*/ 1344920 w 1473200"/>
                <a:gd name="connsiteY740" fmla="*/ 23156 h 904738"/>
                <a:gd name="connsiteX741" fmla="*/ 1348168 w 1473200"/>
                <a:gd name="connsiteY741" fmla="*/ 23156 h 904738"/>
                <a:gd name="connsiteX742" fmla="*/ 1357911 w 1473200"/>
                <a:gd name="connsiteY742" fmla="*/ 24777 h 904738"/>
                <a:gd name="connsiteX743" fmla="*/ 1362782 w 1473200"/>
                <a:gd name="connsiteY743" fmla="*/ 32885 h 904738"/>
                <a:gd name="connsiteX744" fmla="*/ 1367653 w 1473200"/>
                <a:gd name="connsiteY744" fmla="*/ 36128 h 904738"/>
                <a:gd name="connsiteX745" fmla="*/ 1382268 w 1473200"/>
                <a:gd name="connsiteY745" fmla="*/ 42615 h 904738"/>
                <a:gd name="connsiteX746" fmla="*/ 1390387 w 1473200"/>
                <a:gd name="connsiteY746" fmla="*/ 42615 h 904738"/>
                <a:gd name="connsiteX747" fmla="*/ 1416367 w 1473200"/>
                <a:gd name="connsiteY747" fmla="*/ 45858 h 904738"/>
                <a:gd name="connsiteX748" fmla="*/ 1419615 w 1473200"/>
                <a:gd name="connsiteY748" fmla="*/ 45858 h 904738"/>
                <a:gd name="connsiteX749" fmla="*/ 1421239 w 1473200"/>
                <a:gd name="connsiteY749" fmla="*/ 45858 h 904738"/>
                <a:gd name="connsiteX750" fmla="*/ 1427734 w 1473200"/>
                <a:gd name="connsiteY750" fmla="*/ 49101 h 904738"/>
                <a:gd name="connsiteX751" fmla="*/ 1430981 w 1473200"/>
                <a:gd name="connsiteY751" fmla="*/ 49101 h 904738"/>
                <a:gd name="connsiteX752" fmla="*/ 1434229 w 1473200"/>
                <a:gd name="connsiteY752" fmla="*/ 50722 h 904738"/>
                <a:gd name="connsiteX753" fmla="*/ 1442348 w 1473200"/>
                <a:gd name="connsiteY753" fmla="*/ 53966 h 904738"/>
                <a:gd name="connsiteX754" fmla="*/ 1447219 w 1473200"/>
                <a:gd name="connsiteY754" fmla="*/ 53966 h 904738"/>
                <a:gd name="connsiteX755" fmla="*/ 1450467 w 1473200"/>
                <a:gd name="connsiteY755" fmla="*/ 57209 h 904738"/>
                <a:gd name="connsiteX756" fmla="*/ 1448843 w 1473200"/>
                <a:gd name="connsiteY756" fmla="*/ 66938 h 904738"/>
                <a:gd name="connsiteX757" fmla="*/ 1442348 w 1473200"/>
                <a:gd name="connsiteY757" fmla="*/ 76668 h 904738"/>
                <a:gd name="connsiteX758" fmla="*/ 1460210 w 1473200"/>
                <a:gd name="connsiteY758" fmla="*/ 83154 h 904738"/>
                <a:gd name="connsiteX759" fmla="*/ 1460210 w 1473200"/>
                <a:gd name="connsiteY759" fmla="*/ 89640 h 904738"/>
                <a:gd name="connsiteX760" fmla="*/ 1460210 w 1473200"/>
                <a:gd name="connsiteY760" fmla="*/ 105856 h 904738"/>
                <a:gd name="connsiteX761" fmla="*/ 1461834 w 1473200"/>
                <a:gd name="connsiteY761" fmla="*/ 105856 h 904738"/>
                <a:gd name="connsiteX762" fmla="*/ 1473200 w 1473200"/>
                <a:gd name="connsiteY762" fmla="*/ 109099 h 904738"/>
                <a:gd name="connsiteX763" fmla="*/ 1473200 w 1473200"/>
                <a:gd name="connsiteY763" fmla="*/ 113964 h 904738"/>
                <a:gd name="connsiteX764" fmla="*/ 1469953 w 1473200"/>
                <a:gd name="connsiteY764" fmla="*/ 118829 h 904738"/>
                <a:gd name="connsiteX765" fmla="*/ 1456962 w 1473200"/>
                <a:gd name="connsiteY765" fmla="*/ 136666 h 904738"/>
                <a:gd name="connsiteX766" fmla="*/ 1417991 w 1473200"/>
                <a:gd name="connsiteY766" fmla="*/ 165855 h 904738"/>
                <a:gd name="connsiteX767" fmla="*/ 1395258 w 1473200"/>
                <a:gd name="connsiteY767" fmla="*/ 177206 h 904738"/>
                <a:gd name="connsiteX768" fmla="*/ 1375772 w 1473200"/>
                <a:gd name="connsiteY768" fmla="*/ 195043 h 904738"/>
                <a:gd name="connsiteX769" fmla="*/ 1369277 w 1473200"/>
                <a:gd name="connsiteY769" fmla="*/ 191800 h 904738"/>
                <a:gd name="connsiteX770" fmla="*/ 1366030 w 1473200"/>
                <a:gd name="connsiteY770" fmla="*/ 193421 h 904738"/>
                <a:gd name="connsiteX771" fmla="*/ 1359534 w 1473200"/>
                <a:gd name="connsiteY771" fmla="*/ 204773 h 904738"/>
                <a:gd name="connsiteX772" fmla="*/ 1357911 w 1473200"/>
                <a:gd name="connsiteY772" fmla="*/ 230718 h 904738"/>
                <a:gd name="connsiteX773" fmla="*/ 1354663 w 1473200"/>
                <a:gd name="connsiteY773" fmla="*/ 256663 h 904738"/>
                <a:gd name="connsiteX774" fmla="*/ 1353039 w 1473200"/>
                <a:gd name="connsiteY774" fmla="*/ 284230 h 904738"/>
                <a:gd name="connsiteX775" fmla="*/ 1318940 w 1473200"/>
                <a:gd name="connsiteY775" fmla="*/ 295581 h 904738"/>
                <a:gd name="connsiteX776" fmla="*/ 1299454 w 1473200"/>
                <a:gd name="connsiteY776" fmla="*/ 297203 h 904738"/>
                <a:gd name="connsiteX777" fmla="*/ 1275097 w 1473200"/>
                <a:gd name="connsiteY777" fmla="*/ 306932 h 904738"/>
                <a:gd name="connsiteX778" fmla="*/ 1250740 w 1473200"/>
                <a:gd name="connsiteY778" fmla="*/ 310175 h 904738"/>
                <a:gd name="connsiteX779" fmla="*/ 1245869 w 1473200"/>
                <a:gd name="connsiteY779" fmla="*/ 310175 h 904738"/>
                <a:gd name="connsiteX780" fmla="*/ 1240997 w 1473200"/>
                <a:gd name="connsiteY780" fmla="*/ 306932 h 904738"/>
                <a:gd name="connsiteX781" fmla="*/ 1219888 w 1473200"/>
                <a:gd name="connsiteY781" fmla="*/ 313418 h 904738"/>
                <a:gd name="connsiteX782" fmla="*/ 1219888 w 1473200"/>
                <a:gd name="connsiteY782" fmla="*/ 315040 h 904738"/>
                <a:gd name="connsiteX783" fmla="*/ 1219888 w 1473200"/>
                <a:gd name="connsiteY783" fmla="*/ 318283 h 904738"/>
                <a:gd name="connsiteX784" fmla="*/ 1219888 w 1473200"/>
                <a:gd name="connsiteY784" fmla="*/ 319905 h 904738"/>
                <a:gd name="connsiteX785" fmla="*/ 1221512 w 1473200"/>
                <a:gd name="connsiteY785" fmla="*/ 321526 h 904738"/>
                <a:gd name="connsiteX786" fmla="*/ 1223136 w 1473200"/>
                <a:gd name="connsiteY786" fmla="*/ 323148 h 904738"/>
                <a:gd name="connsiteX787" fmla="*/ 1224759 w 1473200"/>
                <a:gd name="connsiteY787" fmla="*/ 326391 h 904738"/>
                <a:gd name="connsiteX788" fmla="*/ 1226383 w 1473200"/>
                <a:gd name="connsiteY788" fmla="*/ 326391 h 904738"/>
                <a:gd name="connsiteX789" fmla="*/ 1228007 w 1473200"/>
                <a:gd name="connsiteY789" fmla="*/ 328013 h 904738"/>
                <a:gd name="connsiteX790" fmla="*/ 1221512 w 1473200"/>
                <a:gd name="connsiteY790" fmla="*/ 328013 h 904738"/>
                <a:gd name="connsiteX791" fmla="*/ 1215017 w 1473200"/>
                <a:gd name="connsiteY791" fmla="*/ 336120 h 904738"/>
                <a:gd name="connsiteX792" fmla="*/ 1210145 w 1473200"/>
                <a:gd name="connsiteY792" fmla="*/ 336120 h 904738"/>
                <a:gd name="connsiteX793" fmla="*/ 1203650 w 1473200"/>
                <a:gd name="connsiteY793" fmla="*/ 336120 h 904738"/>
                <a:gd name="connsiteX794" fmla="*/ 1193907 w 1473200"/>
                <a:gd name="connsiteY794" fmla="*/ 340985 h 904738"/>
                <a:gd name="connsiteX795" fmla="*/ 1182541 w 1473200"/>
                <a:gd name="connsiteY795" fmla="*/ 355579 h 904738"/>
                <a:gd name="connsiteX796" fmla="*/ 1177669 w 1473200"/>
                <a:gd name="connsiteY796" fmla="*/ 353958 h 904738"/>
                <a:gd name="connsiteX797" fmla="*/ 1174422 w 1473200"/>
                <a:gd name="connsiteY797" fmla="*/ 349093 h 904738"/>
                <a:gd name="connsiteX798" fmla="*/ 1172798 w 1473200"/>
                <a:gd name="connsiteY798" fmla="*/ 349093 h 904738"/>
                <a:gd name="connsiteX799" fmla="*/ 1159807 w 1473200"/>
                <a:gd name="connsiteY799" fmla="*/ 340985 h 904738"/>
                <a:gd name="connsiteX800" fmla="*/ 1158184 w 1473200"/>
                <a:gd name="connsiteY800" fmla="*/ 337742 h 904738"/>
                <a:gd name="connsiteX801" fmla="*/ 1161431 w 1473200"/>
                <a:gd name="connsiteY801" fmla="*/ 323148 h 904738"/>
                <a:gd name="connsiteX802" fmla="*/ 1163055 w 1473200"/>
                <a:gd name="connsiteY802" fmla="*/ 324769 h 904738"/>
                <a:gd name="connsiteX803" fmla="*/ 1159807 w 1473200"/>
                <a:gd name="connsiteY803" fmla="*/ 313418 h 904738"/>
                <a:gd name="connsiteX804" fmla="*/ 1148441 w 1473200"/>
                <a:gd name="connsiteY804" fmla="*/ 308554 h 904738"/>
                <a:gd name="connsiteX805" fmla="*/ 1137074 w 1473200"/>
                <a:gd name="connsiteY805" fmla="*/ 308554 h 904738"/>
                <a:gd name="connsiteX806" fmla="*/ 1130579 w 1473200"/>
                <a:gd name="connsiteY806" fmla="*/ 319905 h 904738"/>
                <a:gd name="connsiteX807" fmla="*/ 1122460 w 1473200"/>
                <a:gd name="connsiteY807" fmla="*/ 331256 h 904738"/>
                <a:gd name="connsiteX808" fmla="*/ 1132203 w 1473200"/>
                <a:gd name="connsiteY808" fmla="*/ 334499 h 904738"/>
                <a:gd name="connsiteX809" fmla="*/ 1133827 w 1473200"/>
                <a:gd name="connsiteY809" fmla="*/ 342607 h 904738"/>
                <a:gd name="connsiteX810" fmla="*/ 1135451 w 1473200"/>
                <a:gd name="connsiteY810" fmla="*/ 352336 h 904738"/>
                <a:gd name="connsiteX811" fmla="*/ 1140322 w 1473200"/>
                <a:gd name="connsiteY811" fmla="*/ 360444 h 904738"/>
                <a:gd name="connsiteX812" fmla="*/ 1140322 w 1473200"/>
                <a:gd name="connsiteY812" fmla="*/ 363687 h 904738"/>
                <a:gd name="connsiteX813" fmla="*/ 1120836 w 1473200"/>
                <a:gd name="connsiteY813" fmla="*/ 388011 h 904738"/>
                <a:gd name="connsiteX814" fmla="*/ 1122460 w 1473200"/>
                <a:gd name="connsiteY814" fmla="*/ 388011 h 904738"/>
                <a:gd name="connsiteX815" fmla="*/ 1137074 w 1473200"/>
                <a:gd name="connsiteY815" fmla="*/ 391254 h 904738"/>
                <a:gd name="connsiteX816" fmla="*/ 1143570 w 1473200"/>
                <a:gd name="connsiteY816" fmla="*/ 392876 h 904738"/>
                <a:gd name="connsiteX817" fmla="*/ 1141946 w 1473200"/>
                <a:gd name="connsiteY817" fmla="*/ 397741 h 904738"/>
                <a:gd name="connsiteX818" fmla="*/ 1130579 w 1473200"/>
                <a:gd name="connsiteY818" fmla="*/ 402605 h 904738"/>
                <a:gd name="connsiteX819" fmla="*/ 1128955 w 1473200"/>
                <a:gd name="connsiteY819" fmla="*/ 417199 h 904738"/>
                <a:gd name="connsiteX820" fmla="*/ 1137074 w 1473200"/>
                <a:gd name="connsiteY820" fmla="*/ 417199 h 904738"/>
                <a:gd name="connsiteX821" fmla="*/ 1141946 w 1473200"/>
                <a:gd name="connsiteY821" fmla="*/ 418821 h 904738"/>
                <a:gd name="connsiteX822" fmla="*/ 1145193 w 1473200"/>
                <a:gd name="connsiteY822" fmla="*/ 417199 h 904738"/>
                <a:gd name="connsiteX823" fmla="*/ 1153312 w 1473200"/>
                <a:gd name="connsiteY823" fmla="*/ 415578 h 904738"/>
                <a:gd name="connsiteX824" fmla="*/ 1163055 w 1473200"/>
                <a:gd name="connsiteY824" fmla="*/ 412335 h 904738"/>
                <a:gd name="connsiteX825" fmla="*/ 1179293 w 1473200"/>
                <a:gd name="connsiteY825" fmla="*/ 415578 h 904738"/>
                <a:gd name="connsiteX826" fmla="*/ 1184164 w 1473200"/>
                <a:gd name="connsiteY826" fmla="*/ 418821 h 904738"/>
                <a:gd name="connsiteX827" fmla="*/ 1187412 w 1473200"/>
                <a:gd name="connsiteY827" fmla="*/ 418821 h 904738"/>
                <a:gd name="connsiteX828" fmla="*/ 1189036 w 1473200"/>
                <a:gd name="connsiteY828" fmla="*/ 426929 h 904738"/>
                <a:gd name="connsiteX829" fmla="*/ 1202026 w 1473200"/>
                <a:gd name="connsiteY829" fmla="*/ 435037 h 904738"/>
                <a:gd name="connsiteX830" fmla="*/ 1206898 w 1473200"/>
                <a:gd name="connsiteY830" fmla="*/ 436658 h 904738"/>
                <a:gd name="connsiteX831" fmla="*/ 1210145 w 1473200"/>
                <a:gd name="connsiteY831" fmla="*/ 438280 h 904738"/>
                <a:gd name="connsiteX832" fmla="*/ 1213393 w 1473200"/>
                <a:gd name="connsiteY832" fmla="*/ 439902 h 904738"/>
                <a:gd name="connsiteX833" fmla="*/ 1218264 w 1473200"/>
                <a:gd name="connsiteY833" fmla="*/ 441523 h 904738"/>
                <a:gd name="connsiteX834" fmla="*/ 1223136 w 1473200"/>
                <a:gd name="connsiteY834" fmla="*/ 441523 h 904738"/>
                <a:gd name="connsiteX835" fmla="*/ 1231254 w 1473200"/>
                <a:gd name="connsiteY835" fmla="*/ 439902 h 904738"/>
                <a:gd name="connsiteX836" fmla="*/ 1234502 w 1473200"/>
                <a:gd name="connsiteY836" fmla="*/ 438280 h 904738"/>
                <a:gd name="connsiteX837" fmla="*/ 1236126 w 1473200"/>
                <a:gd name="connsiteY837" fmla="*/ 435037 h 904738"/>
                <a:gd name="connsiteX838" fmla="*/ 1242621 w 1473200"/>
                <a:gd name="connsiteY838" fmla="*/ 428551 h 904738"/>
                <a:gd name="connsiteX839" fmla="*/ 1240997 w 1473200"/>
                <a:gd name="connsiteY839" fmla="*/ 438280 h 904738"/>
                <a:gd name="connsiteX840" fmla="*/ 1249116 w 1473200"/>
                <a:gd name="connsiteY840" fmla="*/ 436658 h 904738"/>
                <a:gd name="connsiteX841" fmla="*/ 1242621 w 1473200"/>
                <a:gd name="connsiteY841" fmla="*/ 444766 h 904738"/>
                <a:gd name="connsiteX842" fmla="*/ 1255611 w 1473200"/>
                <a:gd name="connsiteY842" fmla="*/ 443145 h 904738"/>
                <a:gd name="connsiteX843" fmla="*/ 1257235 w 1473200"/>
                <a:gd name="connsiteY843" fmla="*/ 443145 h 904738"/>
                <a:gd name="connsiteX844" fmla="*/ 1255611 w 1473200"/>
                <a:gd name="connsiteY844" fmla="*/ 444766 h 904738"/>
                <a:gd name="connsiteX845" fmla="*/ 1258859 w 1473200"/>
                <a:gd name="connsiteY845" fmla="*/ 452874 h 904738"/>
                <a:gd name="connsiteX846" fmla="*/ 1250740 w 1473200"/>
                <a:gd name="connsiteY846" fmla="*/ 465847 h 904738"/>
                <a:gd name="connsiteX847" fmla="*/ 1245869 w 1473200"/>
                <a:gd name="connsiteY847" fmla="*/ 464225 h 904738"/>
                <a:gd name="connsiteX848" fmla="*/ 1244245 w 1473200"/>
                <a:gd name="connsiteY848" fmla="*/ 464225 h 904738"/>
                <a:gd name="connsiteX849" fmla="*/ 1247492 w 1473200"/>
                <a:gd name="connsiteY849" fmla="*/ 490170 h 904738"/>
                <a:gd name="connsiteX850" fmla="*/ 1244245 w 1473200"/>
                <a:gd name="connsiteY850" fmla="*/ 490170 h 904738"/>
                <a:gd name="connsiteX851" fmla="*/ 1239373 w 1473200"/>
                <a:gd name="connsiteY851" fmla="*/ 486927 h 904738"/>
                <a:gd name="connsiteX852" fmla="*/ 1237750 w 1473200"/>
                <a:gd name="connsiteY852" fmla="*/ 485306 h 904738"/>
                <a:gd name="connsiteX853" fmla="*/ 1229631 w 1473200"/>
                <a:gd name="connsiteY853" fmla="*/ 482063 h 904738"/>
                <a:gd name="connsiteX854" fmla="*/ 1229631 w 1473200"/>
                <a:gd name="connsiteY854" fmla="*/ 480441 h 904738"/>
                <a:gd name="connsiteX855" fmla="*/ 1223136 w 1473200"/>
                <a:gd name="connsiteY855" fmla="*/ 480441 h 904738"/>
                <a:gd name="connsiteX856" fmla="*/ 1223136 w 1473200"/>
                <a:gd name="connsiteY856" fmla="*/ 478819 h 904738"/>
                <a:gd name="connsiteX857" fmla="*/ 1211769 w 1473200"/>
                <a:gd name="connsiteY857" fmla="*/ 478819 h 904738"/>
                <a:gd name="connsiteX858" fmla="*/ 1210145 w 1473200"/>
                <a:gd name="connsiteY858" fmla="*/ 478819 h 904738"/>
                <a:gd name="connsiteX859" fmla="*/ 1203650 w 1473200"/>
                <a:gd name="connsiteY859" fmla="*/ 480441 h 904738"/>
                <a:gd name="connsiteX860" fmla="*/ 1200402 w 1473200"/>
                <a:gd name="connsiteY860" fmla="*/ 480441 h 904738"/>
                <a:gd name="connsiteX861" fmla="*/ 1195531 w 1473200"/>
                <a:gd name="connsiteY861" fmla="*/ 480441 h 904738"/>
                <a:gd name="connsiteX862" fmla="*/ 1193907 w 1473200"/>
                <a:gd name="connsiteY862" fmla="*/ 480441 h 904738"/>
                <a:gd name="connsiteX863" fmla="*/ 1192283 w 1473200"/>
                <a:gd name="connsiteY863" fmla="*/ 478819 h 904738"/>
                <a:gd name="connsiteX864" fmla="*/ 1189036 w 1473200"/>
                <a:gd name="connsiteY864" fmla="*/ 478819 h 904738"/>
                <a:gd name="connsiteX865" fmla="*/ 1192283 w 1473200"/>
                <a:gd name="connsiteY865" fmla="*/ 483684 h 904738"/>
                <a:gd name="connsiteX866" fmla="*/ 1193907 w 1473200"/>
                <a:gd name="connsiteY866" fmla="*/ 485306 h 904738"/>
                <a:gd name="connsiteX867" fmla="*/ 1195531 w 1473200"/>
                <a:gd name="connsiteY867" fmla="*/ 488549 h 904738"/>
                <a:gd name="connsiteX868" fmla="*/ 1184164 w 1473200"/>
                <a:gd name="connsiteY868" fmla="*/ 496657 h 904738"/>
                <a:gd name="connsiteX869" fmla="*/ 1177669 w 1473200"/>
                <a:gd name="connsiteY869" fmla="*/ 493414 h 904738"/>
                <a:gd name="connsiteX870" fmla="*/ 1172798 w 1473200"/>
                <a:gd name="connsiteY870" fmla="*/ 495035 h 904738"/>
                <a:gd name="connsiteX871" fmla="*/ 1161431 w 1473200"/>
                <a:gd name="connsiteY871" fmla="*/ 498278 h 904738"/>
                <a:gd name="connsiteX872" fmla="*/ 1151688 w 1473200"/>
                <a:gd name="connsiteY872" fmla="*/ 508008 h 904738"/>
                <a:gd name="connsiteX873" fmla="*/ 1153312 w 1473200"/>
                <a:gd name="connsiteY873" fmla="*/ 511251 h 904738"/>
                <a:gd name="connsiteX874" fmla="*/ 1154936 w 1473200"/>
                <a:gd name="connsiteY874" fmla="*/ 512873 h 904738"/>
                <a:gd name="connsiteX875" fmla="*/ 1154936 w 1473200"/>
                <a:gd name="connsiteY875" fmla="*/ 514494 h 904738"/>
                <a:gd name="connsiteX876" fmla="*/ 1159807 w 1473200"/>
                <a:gd name="connsiteY876" fmla="*/ 519359 h 904738"/>
                <a:gd name="connsiteX877" fmla="*/ 1158184 w 1473200"/>
                <a:gd name="connsiteY877" fmla="*/ 525845 h 904738"/>
                <a:gd name="connsiteX878" fmla="*/ 1164679 w 1473200"/>
                <a:gd name="connsiteY878" fmla="*/ 525845 h 904738"/>
                <a:gd name="connsiteX879" fmla="*/ 1166303 w 1473200"/>
                <a:gd name="connsiteY879" fmla="*/ 527467 h 904738"/>
                <a:gd name="connsiteX880" fmla="*/ 1174422 w 1473200"/>
                <a:gd name="connsiteY880" fmla="*/ 530710 h 904738"/>
                <a:gd name="connsiteX881" fmla="*/ 1176045 w 1473200"/>
                <a:gd name="connsiteY881" fmla="*/ 529088 h 904738"/>
                <a:gd name="connsiteX882" fmla="*/ 1177669 w 1473200"/>
                <a:gd name="connsiteY882" fmla="*/ 530710 h 904738"/>
                <a:gd name="connsiteX883" fmla="*/ 1179293 w 1473200"/>
                <a:gd name="connsiteY883" fmla="*/ 532332 h 904738"/>
                <a:gd name="connsiteX884" fmla="*/ 1182541 w 1473200"/>
                <a:gd name="connsiteY884" fmla="*/ 535575 h 904738"/>
                <a:gd name="connsiteX885" fmla="*/ 1198779 w 1473200"/>
                <a:gd name="connsiteY885" fmla="*/ 542061 h 904738"/>
                <a:gd name="connsiteX886" fmla="*/ 1202026 w 1473200"/>
                <a:gd name="connsiteY886" fmla="*/ 546926 h 904738"/>
                <a:gd name="connsiteX887" fmla="*/ 1203650 w 1473200"/>
                <a:gd name="connsiteY887" fmla="*/ 546926 h 904738"/>
                <a:gd name="connsiteX888" fmla="*/ 1187412 w 1473200"/>
                <a:gd name="connsiteY888" fmla="*/ 559898 h 904738"/>
                <a:gd name="connsiteX889" fmla="*/ 1167926 w 1473200"/>
                <a:gd name="connsiteY889" fmla="*/ 571249 h 904738"/>
                <a:gd name="connsiteX890" fmla="*/ 1164679 w 1473200"/>
                <a:gd name="connsiteY890" fmla="*/ 590708 h 904738"/>
                <a:gd name="connsiteX891" fmla="*/ 1158184 w 1473200"/>
                <a:gd name="connsiteY891" fmla="*/ 592330 h 904738"/>
                <a:gd name="connsiteX892" fmla="*/ 1148441 w 1473200"/>
                <a:gd name="connsiteY892" fmla="*/ 582601 h 904738"/>
                <a:gd name="connsiteX893" fmla="*/ 1140322 w 1473200"/>
                <a:gd name="connsiteY893" fmla="*/ 580979 h 904738"/>
                <a:gd name="connsiteX894" fmla="*/ 1137074 w 1473200"/>
                <a:gd name="connsiteY894" fmla="*/ 589087 h 904738"/>
                <a:gd name="connsiteX895" fmla="*/ 1130579 w 1473200"/>
                <a:gd name="connsiteY895" fmla="*/ 602059 h 904738"/>
                <a:gd name="connsiteX896" fmla="*/ 1132203 w 1473200"/>
                <a:gd name="connsiteY896" fmla="*/ 610167 h 904738"/>
                <a:gd name="connsiteX897" fmla="*/ 1127332 w 1473200"/>
                <a:gd name="connsiteY897" fmla="*/ 621518 h 904738"/>
                <a:gd name="connsiteX898" fmla="*/ 1127332 w 1473200"/>
                <a:gd name="connsiteY898" fmla="*/ 624762 h 904738"/>
                <a:gd name="connsiteX899" fmla="*/ 1132203 w 1473200"/>
                <a:gd name="connsiteY899" fmla="*/ 629626 h 904738"/>
                <a:gd name="connsiteX900" fmla="*/ 1133827 w 1473200"/>
                <a:gd name="connsiteY900" fmla="*/ 631248 h 904738"/>
                <a:gd name="connsiteX901" fmla="*/ 1135451 w 1473200"/>
                <a:gd name="connsiteY901" fmla="*/ 631248 h 904738"/>
                <a:gd name="connsiteX902" fmla="*/ 1138698 w 1473200"/>
                <a:gd name="connsiteY902" fmla="*/ 639356 h 904738"/>
                <a:gd name="connsiteX903" fmla="*/ 1154936 w 1473200"/>
                <a:gd name="connsiteY903" fmla="*/ 642599 h 904738"/>
                <a:gd name="connsiteX904" fmla="*/ 1158184 w 1473200"/>
                <a:gd name="connsiteY904" fmla="*/ 649085 h 904738"/>
                <a:gd name="connsiteX905" fmla="*/ 1161431 w 1473200"/>
                <a:gd name="connsiteY905" fmla="*/ 655572 h 904738"/>
                <a:gd name="connsiteX906" fmla="*/ 1166303 w 1473200"/>
                <a:gd name="connsiteY906" fmla="*/ 663679 h 904738"/>
                <a:gd name="connsiteX907" fmla="*/ 1163055 w 1473200"/>
                <a:gd name="connsiteY907" fmla="*/ 665301 h 904738"/>
                <a:gd name="connsiteX908" fmla="*/ 1161431 w 1473200"/>
                <a:gd name="connsiteY908" fmla="*/ 666923 h 904738"/>
                <a:gd name="connsiteX909" fmla="*/ 1161431 w 1473200"/>
                <a:gd name="connsiteY909" fmla="*/ 668544 h 904738"/>
                <a:gd name="connsiteX910" fmla="*/ 1163055 w 1473200"/>
                <a:gd name="connsiteY910" fmla="*/ 670166 h 904738"/>
                <a:gd name="connsiteX911" fmla="*/ 1163055 w 1473200"/>
                <a:gd name="connsiteY911" fmla="*/ 671787 h 904738"/>
                <a:gd name="connsiteX912" fmla="*/ 1164679 w 1473200"/>
                <a:gd name="connsiteY912" fmla="*/ 671787 h 904738"/>
                <a:gd name="connsiteX913" fmla="*/ 1164679 w 1473200"/>
                <a:gd name="connsiteY913" fmla="*/ 673409 h 904738"/>
                <a:gd name="connsiteX914" fmla="*/ 1166303 w 1473200"/>
                <a:gd name="connsiteY914" fmla="*/ 675031 h 904738"/>
                <a:gd name="connsiteX915" fmla="*/ 1171174 w 1473200"/>
                <a:gd name="connsiteY915" fmla="*/ 678274 h 904738"/>
                <a:gd name="connsiteX916" fmla="*/ 1158184 w 1473200"/>
                <a:gd name="connsiteY916" fmla="*/ 688003 h 904738"/>
                <a:gd name="connsiteX917" fmla="*/ 1143570 w 1473200"/>
                <a:gd name="connsiteY917" fmla="*/ 689625 h 904738"/>
                <a:gd name="connsiteX918" fmla="*/ 1137074 w 1473200"/>
                <a:gd name="connsiteY918" fmla="*/ 704219 h 904738"/>
                <a:gd name="connsiteX919" fmla="*/ 1128955 w 1473200"/>
                <a:gd name="connsiteY919" fmla="*/ 717192 h 904738"/>
                <a:gd name="connsiteX920" fmla="*/ 1143570 w 1473200"/>
                <a:gd name="connsiteY920" fmla="*/ 736651 h 904738"/>
                <a:gd name="connsiteX921" fmla="*/ 1145193 w 1473200"/>
                <a:gd name="connsiteY921" fmla="*/ 751245 h 904738"/>
                <a:gd name="connsiteX922" fmla="*/ 1151688 w 1473200"/>
                <a:gd name="connsiteY922" fmla="*/ 762596 h 904738"/>
                <a:gd name="connsiteX923" fmla="*/ 1163055 w 1473200"/>
                <a:gd name="connsiteY923" fmla="*/ 778812 h 904738"/>
                <a:gd name="connsiteX924" fmla="*/ 1148441 w 1473200"/>
                <a:gd name="connsiteY924" fmla="*/ 786920 h 904738"/>
                <a:gd name="connsiteX925" fmla="*/ 1130579 w 1473200"/>
                <a:gd name="connsiteY925" fmla="*/ 778812 h 904738"/>
                <a:gd name="connsiteX926" fmla="*/ 1127332 w 1473200"/>
                <a:gd name="connsiteY926" fmla="*/ 777190 h 904738"/>
                <a:gd name="connsiteX927" fmla="*/ 1124084 w 1473200"/>
                <a:gd name="connsiteY927" fmla="*/ 777190 h 904738"/>
                <a:gd name="connsiteX928" fmla="*/ 1120836 w 1473200"/>
                <a:gd name="connsiteY928" fmla="*/ 777190 h 904738"/>
                <a:gd name="connsiteX929" fmla="*/ 1120836 w 1473200"/>
                <a:gd name="connsiteY929" fmla="*/ 782055 h 904738"/>
                <a:gd name="connsiteX930" fmla="*/ 1124084 w 1473200"/>
                <a:gd name="connsiteY930" fmla="*/ 783676 h 904738"/>
                <a:gd name="connsiteX931" fmla="*/ 1127332 w 1473200"/>
                <a:gd name="connsiteY931" fmla="*/ 791784 h 904738"/>
                <a:gd name="connsiteX932" fmla="*/ 1124084 w 1473200"/>
                <a:gd name="connsiteY932" fmla="*/ 790163 h 904738"/>
                <a:gd name="connsiteX933" fmla="*/ 1122460 w 1473200"/>
                <a:gd name="connsiteY933" fmla="*/ 788541 h 904738"/>
                <a:gd name="connsiteX934" fmla="*/ 1120836 w 1473200"/>
                <a:gd name="connsiteY934" fmla="*/ 786920 h 904738"/>
                <a:gd name="connsiteX935" fmla="*/ 1117589 w 1473200"/>
                <a:gd name="connsiteY935" fmla="*/ 786920 h 904738"/>
                <a:gd name="connsiteX936" fmla="*/ 1115965 w 1473200"/>
                <a:gd name="connsiteY936" fmla="*/ 785298 h 904738"/>
                <a:gd name="connsiteX937" fmla="*/ 1114341 w 1473200"/>
                <a:gd name="connsiteY937" fmla="*/ 785298 h 904738"/>
                <a:gd name="connsiteX938" fmla="*/ 1101351 w 1473200"/>
                <a:gd name="connsiteY938" fmla="*/ 786920 h 904738"/>
                <a:gd name="connsiteX939" fmla="*/ 1101351 w 1473200"/>
                <a:gd name="connsiteY939" fmla="*/ 788541 h 904738"/>
                <a:gd name="connsiteX940" fmla="*/ 1099727 w 1473200"/>
                <a:gd name="connsiteY940" fmla="*/ 786920 h 904738"/>
                <a:gd name="connsiteX941" fmla="*/ 1099727 w 1473200"/>
                <a:gd name="connsiteY941" fmla="*/ 785298 h 904738"/>
                <a:gd name="connsiteX942" fmla="*/ 1098103 w 1473200"/>
                <a:gd name="connsiteY942" fmla="*/ 785298 h 904738"/>
                <a:gd name="connsiteX943" fmla="*/ 1096479 w 1473200"/>
                <a:gd name="connsiteY943" fmla="*/ 785298 h 904738"/>
                <a:gd name="connsiteX944" fmla="*/ 1099727 w 1473200"/>
                <a:gd name="connsiteY944" fmla="*/ 786920 h 904738"/>
                <a:gd name="connsiteX945" fmla="*/ 1099727 w 1473200"/>
                <a:gd name="connsiteY945" fmla="*/ 788541 h 904738"/>
                <a:gd name="connsiteX946" fmla="*/ 1102975 w 1473200"/>
                <a:gd name="connsiteY946" fmla="*/ 791784 h 904738"/>
                <a:gd name="connsiteX947" fmla="*/ 1106222 w 1473200"/>
                <a:gd name="connsiteY947" fmla="*/ 796649 h 904738"/>
                <a:gd name="connsiteX948" fmla="*/ 1107846 w 1473200"/>
                <a:gd name="connsiteY948" fmla="*/ 801514 h 904738"/>
                <a:gd name="connsiteX949" fmla="*/ 1111094 w 1473200"/>
                <a:gd name="connsiteY949" fmla="*/ 811243 h 904738"/>
                <a:gd name="connsiteX950" fmla="*/ 1114341 w 1473200"/>
                <a:gd name="connsiteY950" fmla="*/ 814486 h 904738"/>
                <a:gd name="connsiteX951" fmla="*/ 1114341 w 1473200"/>
                <a:gd name="connsiteY951" fmla="*/ 816108 h 904738"/>
                <a:gd name="connsiteX952" fmla="*/ 1112717 w 1473200"/>
                <a:gd name="connsiteY952" fmla="*/ 819351 h 904738"/>
                <a:gd name="connsiteX953" fmla="*/ 1119213 w 1473200"/>
                <a:gd name="connsiteY953" fmla="*/ 822594 h 904738"/>
                <a:gd name="connsiteX954" fmla="*/ 1120836 w 1473200"/>
                <a:gd name="connsiteY954" fmla="*/ 825837 h 904738"/>
                <a:gd name="connsiteX955" fmla="*/ 1122460 w 1473200"/>
                <a:gd name="connsiteY955" fmla="*/ 830702 h 904738"/>
                <a:gd name="connsiteX956" fmla="*/ 1125708 w 1473200"/>
                <a:gd name="connsiteY956" fmla="*/ 837189 h 904738"/>
                <a:gd name="connsiteX957" fmla="*/ 1120836 w 1473200"/>
                <a:gd name="connsiteY957" fmla="*/ 838810 h 904738"/>
                <a:gd name="connsiteX958" fmla="*/ 1117589 w 1473200"/>
                <a:gd name="connsiteY958" fmla="*/ 838810 h 904738"/>
                <a:gd name="connsiteX959" fmla="*/ 1107846 w 1473200"/>
                <a:gd name="connsiteY959" fmla="*/ 837189 h 904738"/>
                <a:gd name="connsiteX960" fmla="*/ 1091608 w 1473200"/>
                <a:gd name="connsiteY960" fmla="*/ 822594 h 904738"/>
                <a:gd name="connsiteX961" fmla="*/ 1081865 w 1473200"/>
                <a:gd name="connsiteY961" fmla="*/ 827459 h 904738"/>
                <a:gd name="connsiteX962" fmla="*/ 1083489 w 1473200"/>
                <a:gd name="connsiteY962" fmla="*/ 845296 h 904738"/>
                <a:gd name="connsiteX963" fmla="*/ 1086737 w 1473200"/>
                <a:gd name="connsiteY963" fmla="*/ 863134 h 904738"/>
                <a:gd name="connsiteX964" fmla="*/ 1093232 w 1473200"/>
                <a:gd name="connsiteY964" fmla="*/ 872864 h 904738"/>
                <a:gd name="connsiteX965" fmla="*/ 1094856 w 1473200"/>
                <a:gd name="connsiteY965" fmla="*/ 876107 h 904738"/>
                <a:gd name="connsiteX966" fmla="*/ 1094856 w 1473200"/>
                <a:gd name="connsiteY966" fmla="*/ 877728 h 904738"/>
                <a:gd name="connsiteX967" fmla="*/ 1086737 w 1473200"/>
                <a:gd name="connsiteY967" fmla="*/ 876107 h 904738"/>
                <a:gd name="connsiteX968" fmla="*/ 1073746 w 1473200"/>
                <a:gd name="connsiteY968" fmla="*/ 872864 h 904738"/>
                <a:gd name="connsiteX969" fmla="*/ 1070499 w 1473200"/>
                <a:gd name="connsiteY969" fmla="*/ 872864 h 904738"/>
                <a:gd name="connsiteX970" fmla="*/ 1054261 w 1473200"/>
                <a:gd name="connsiteY970" fmla="*/ 876107 h 904738"/>
                <a:gd name="connsiteX971" fmla="*/ 1051013 w 1473200"/>
                <a:gd name="connsiteY971" fmla="*/ 876107 h 904738"/>
                <a:gd name="connsiteX972" fmla="*/ 1042894 w 1473200"/>
                <a:gd name="connsiteY972" fmla="*/ 874485 h 904738"/>
                <a:gd name="connsiteX973" fmla="*/ 1036399 w 1473200"/>
                <a:gd name="connsiteY973" fmla="*/ 874485 h 904738"/>
                <a:gd name="connsiteX974" fmla="*/ 1018537 w 1473200"/>
                <a:gd name="connsiteY974" fmla="*/ 879350 h 904738"/>
                <a:gd name="connsiteX975" fmla="*/ 1003923 w 1473200"/>
                <a:gd name="connsiteY975" fmla="*/ 884215 h 904738"/>
                <a:gd name="connsiteX976" fmla="*/ 987685 w 1473200"/>
                <a:gd name="connsiteY976" fmla="*/ 882593 h 904738"/>
                <a:gd name="connsiteX977" fmla="*/ 973071 w 1473200"/>
                <a:gd name="connsiteY977" fmla="*/ 882593 h 904738"/>
                <a:gd name="connsiteX978" fmla="*/ 958457 w 1473200"/>
                <a:gd name="connsiteY978" fmla="*/ 884215 h 904738"/>
                <a:gd name="connsiteX979" fmla="*/ 950338 w 1473200"/>
                <a:gd name="connsiteY979" fmla="*/ 884215 h 904738"/>
                <a:gd name="connsiteX980" fmla="*/ 948714 w 1473200"/>
                <a:gd name="connsiteY980" fmla="*/ 884215 h 904738"/>
                <a:gd name="connsiteX981" fmla="*/ 948714 w 1473200"/>
                <a:gd name="connsiteY981" fmla="*/ 889079 h 904738"/>
                <a:gd name="connsiteX982" fmla="*/ 942219 w 1473200"/>
                <a:gd name="connsiteY982" fmla="*/ 902052 h 904738"/>
                <a:gd name="connsiteX983" fmla="*/ 934100 w 1473200"/>
                <a:gd name="connsiteY983" fmla="*/ 903674 h 904738"/>
                <a:gd name="connsiteX984" fmla="*/ 932476 w 1473200"/>
                <a:gd name="connsiteY984" fmla="*/ 903674 h 904738"/>
                <a:gd name="connsiteX985" fmla="*/ 932476 w 1473200"/>
                <a:gd name="connsiteY985" fmla="*/ 900430 h 904738"/>
                <a:gd name="connsiteX986" fmla="*/ 935724 w 1473200"/>
                <a:gd name="connsiteY986" fmla="*/ 893944 h 904738"/>
                <a:gd name="connsiteX987" fmla="*/ 935724 w 1473200"/>
                <a:gd name="connsiteY987" fmla="*/ 882593 h 904738"/>
                <a:gd name="connsiteX988" fmla="*/ 930852 w 1473200"/>
                <a:gd name="connsiteY988" fmla="*/ 884215 h 904738"/>
                <a:gd name="connsiteX989" fmla="*/ 922733 w 1473200"/>
                <a:gd name="connsiteY989" fmla="*/ 885836 h 904738"/>
                <a:gd name="connsiteX990" fmla="*/ 921109 w 1473200"/>
                <a:gd name="connsiteY990" fmla="*/ 885836 h 904738"/>
                <a:gd name="connsiteX991" fmla="*/ 914614 w 1473200"/>
                <a:gd name="connsiteY991" fmla="*/ 884215 h 904738"/>
                <a:gd name="connsiteX992" fmla="*/ 909743 w 1473200"/>
                <a:gd name="connsiteY992" fmla="*/ 882593 h 904738"/>
                <a:gd name="connsiteX993" fmla="*/ 906495 w 1473200"/>
                <a:gd name="connsiteY993" fmla="*/ 889079 h 904738"/>
                <a:gd name="connsiteX994" fmla="*/ 901624 w 1473200"/>
                <a:gd name="connsiteY994" fmla="*/ 890701 h 904738"/>
                <a:gd name="connsiteX995" fmla="*/ 896752 w 1473200"/>
                <a:gd name="connsiteY995" fmla="*/ 895566 h 904738"/>
                <a:gd name="connsiteX996" fmla="*/ 893505 w 1473200"/>
                <a:gd name="connsiteY996" fmla="*/ 895566 h 904738"/>
                <a:gd name="connsiteX997" fmla="*/ 890257 w 1473200"/>
                <a:gd name="connsiteY997" fmla="*/ 895566 h 904738"/>
                <a:gd name="connsiteX998" fmla="*/ 883762 w 1473200"/>
                <a:gd name="connsiteY998" fmla="*/ 898809 h 904738"/>
                <a:gd name="connsiteX999" fmla="*/ 878891 w 1473200"/>
                <a:gd name="connsiteY999" fmla="*/ 900430 h 904738"/>
                <a:gd name="connsiteX1000" fmla="*/ 874019 w 1473200"/>
                <a:gd name="connsiteY1000" fmla="*/ 897187 h 904738"/>
                <a:gd name="connsiteX1001" fmla="*/ 870772 w 1473200"/>
                <a:gd name="connsiteY1001" fmla="*/ 893944 h 904738"/>
                <a:gd name="connsiteX1002" fmla="*/ 867524 w 1473200"/>
                <a:gd name="connsiteY1002" fmla="*/ 890701 h 904738"/>
                <a:gd name="connsiteX1003" fmla="*/ 861029 w 1473200"/>
                <a:gd name="connsiteY1003" fmla="*/ 885836 h 904738"/>
                <a:gd name="connsiteX1004" fmla="*/ 859405 w 1473200"/>
                <a:gd name="connsiteY1004" fmla="*/ 882593 h 904738"/>
                <a:gd name="connsiteX1005" fmla="*/ 857781 w 1473200"/>
                <a:gd name="connsiteY1005" fmla="*/ 882593 h 904738"/>
                <a:gd name="connsiteX1006" fmla="*/ 852910 w 1473200"/>
                <a:gd name="connsiteY1006" fmla="*/ 882593 h 904738"/>
                <a:gd name="connsiteX1007" fmla="*/ 844791 w 1473200"/>
                <a:gd name="connsiteY1007" fmla="*/ 884215 h 904738"/>
                <a:gd name="connsiteX1008" fmla="*/ 843167 w 1473200"/>
                <a:gd name="connsiteY1008" fmla="*/ 890701 h 904738"/>
                <a:gd name="connsiteX1009" fmla="*/ 838296 w 1473200"/>
                <a:gd name="connsiteY1009" fmla="*/ 895566 h 904738"/>
                <a:gd name="connsiteX1010" fmla="*/ 836672 w 1473200"/>
                <a:gd name="connsiteY1010" fmla="*/ 895566 h 904738"/>
                <a:gd name="connsiteX1011" fmla="*/ 835048 w 1473200"/>
                <a:gd name="connsiteY1011" fmla="*/ 895566 h 904738"/>
                <a:gd name="connsiteX1012" fmla="*/ 831801 w 1473200"/>
                <a:gd name="connsiteY1012" fmla="*/ 895566 h 904738"/>
                <a:gd name="connsiteX1013" fmla="*/ 820434 w 1473200"/>
                <a:gd name="connsiteY1013" fmla="*/ 895566 h 904738"/>
                <a:gd name="connsiteX1014" fmla="*/ 817186 w 1473200"/>
                <a:gd name="connsiteY1014" fmla="*/ 892323 h 904738"/>
                <a:gd name="connsiteX1015" fmla="*/ 810691 w 1473200"/>
                <a:gd name="connsiteY1015" fmla="*/ 887458 h 904738"/>
                <a:gd name="connsiteX1016" fmla="*/ 802572 w 1473200"/>
                <a:gd name="connsiteY1016" fmla="*/ 884215 h 904738"/>
                <a:gd name="connsiteX1017" fmla="*/ 800948 w 1473200"/>
                <a:gd name="connsiteY1017" fmla="*/ 884215 h 904738"/>
                <a:gd name="connsiteX1018" fmla="*/ 799325 w 1473200"/>
                <a:gd name="connsiteY1018" fmla="*/ 885836 h 904738"/>
                <a:gd name="connsiteX1019" fmla="*/ 797701 w 1473200"/>
                <a:gd name="connsiteY1019" fmla="*/ 884215 h 904738"/>
                <a:gd name="connsiteX1020" fmla="*/ 792829 w 1473200"/>
                <a:gd name="connsiteY1020" fmla="*/ 879350 h 904738"/>
                <a:gd name="connsiteX1021" fmla="*/ 789582 w 1473200"/>
                <a:gd name="connsiteY1021" fmla="*/ 876107 h 904738"/>
                <a:gd name="connsiteX1022" fmla="*/ 783087 w 1473200"/>
                <a:gd name="connsiteY1022" fmla="*/ 874485 h 904738"/>
                <a:gd name="connsiteX1023" fmla="*/ 779839 w 1473200"/>
                <a:gd name="connsiteY1023" fmla="*/ 869620 h 904738"/>
                <a:gd name="connsiteX1024" fmla="*/ 778215 w 1473200"/>
                <a:gd name="connsiteY1024" fmla="*/ 867999 h 904738"/>
                <a:gd name="connsiteX1025" fmla="*/ 773344 w 1473200"/>
                <a:gd name="connsiteY1025" fmla="*/ 864756 h 904738"/>
                <a:gd name="connsiteX1026" fmla="*/ 779839 w 1473200"/>
                <a:gd name="connsiteY1026" fmla="*/ 861513 h 904738"/>
                <a:gd name="connsiteX1027" fmla="*/ 779839 w 1473200"/>
                <a:gd name="connsiteY1027" fmla="*/ 858269 h 904738"/>
                <a:gd name="connsiteX1028" fmla="*/ 774968 w 1473200"/>
                <a:gd name="connsiteY1028" fmla="*/ 855026 h 904738"/>
                <a:gd name="connsiteX1029" fmla="*/ 771720 w 1473200"/>
                <a:gd name="connsiteY1029" fmla="*/ 853405 h 904738"/>
                <a:gd name="connsiteX1030" fmla="*/ 774968 w 1473200"/>
                <a:gd name="connsiteY1030" fmla="*/ 850161 h 904738"/>
                <a:gd name="connsiteX1031" fmla="*/ 779839 w 1473200"/>
                <a:gd name="connsiteY1031" fmla="*/ 845296 h 904738"/>
                <a:gd name="connsiteX1032" fmla="*/ 778215 w 1473200"/>
                <a:gd name="connsiteY1032" fmla="*/ 843675 h 904738"/>
                <a:gd name="connsiteX1033" fmla="*/ 774968 w 1473200"/>
                <a:gd name="connsiteY1033" fmla="*/ 837189 h 904738"/>
                <a:gd name="connsiteX1034" fmla="*/ 773344 w 1473200"/>
                <a:gd name="connsiteY1034" fmla="*/ 827459 h 904738"/>
                <a:gd name="connsiteX1035" fmla="*/ 768472 w 1473200"/>
                <a:gd name="connsiteY1035" fmla="*/ 822594 h 904738"/>
                <a:gd name="connsiteX1036" fmla="*/ 763601 w 1473200"/>
                <a:gd name="connsiteY1036" fmla="*/ 824216 h 904738"/>
                <a:gd name="connsiteX1037" fmla="*/ 763601 w 1473200"/>
                <a:gd name="connsiteY1037" fmla="*/ 816108 h 904738"/>
                <a:gd name="connsiteX1038" fmla="*/ 766849 w 1473200"/>
                <a:gd name="connsiteY1038" fmla="*/ 811243 h 904738"/>
                <a:gd name="connsiteX1039" fmla="*/ 770096 w 1473200"/>
                <a:gd name="connsiteY1039" fmla="*/ 806378 h 904738"/>
                <a:gd name="connsiteX1040" fmla="*/ 773344 w 1473200"/>
                <a:gd name="connsiteY1040" fmla="*/ 804757 h 904738"/>
                <a:gd name="connsiteX1041" fmla="*/ 781463 w 1473200"/>
                <a:gd name="connsiteY1041" fmla="*/ 804757 h 904738"/>
                <a:gd name="connsiteX1042" fmla="*/ 800948 w 1473200"/>
                <a:gd name="connsiteY1042" fmla="*/ 808000 h 904738"/>
                <a:gd name="connsiteX1043" fmla="*/ 805820 w 1473200"/>
                <a:gd name="connsiteY1043" fmla="*/ 806378 h 904738"/>
                <a:gd name="connsiteX1044" fmla="*/ 809067 w 1473200"/>
                <a:gd name="connsiteY1044" fmla="*/ 804757 h 904738"/>
                <a:gd name="connsiteX1045" fmla="*/ 812315 w 1473200"/>
                <a:gd name="connsiteY1045" fmla="*/ 801514 h 904738"/>
                <a:gd name="connsiteX1046" fmla="*/ 813939 w 1473200"/>
                <a:gd name="connsiteY1046" fmla="*/ 799892 h 904738"/>
                <a:gd name="connsiteX1047" fmla="*/ 818810 w 1473200"/>
                <a:gd name="connsiteY1047" fmla="*/ 796649 h 904738"/>
                <a:gd name="connsiteX1048" fmla="*/ 825305 w 1473200"/>
                <a:gd name="connsiteY1048" fmla="*/ 793406 h 904738"/>
                <a:gd name="connsiteX1049" fmla="*/ 828553 w 1473200"/>
                <a:gd name="connsiteY1049" fmla="*/ 791784 h 904738"/>
                <a:gd name="connsiteX1050" fmla="*/ 838296 w 1473200"/>
                <a:gd name="connsiteY1050" fmla="*/ 790163 h 904738"/>
                <a:gd name="connsiteX1051" fmla="*/ 844791 w 1473200"/>
                <a:gd name="connsiteY1051" fmla="*/ 791784 h 904738"/>
                <a:gd name="connsiteX1052" fmla="*/ 848039 w 1473200"/>
                <a:gd name="connsiteY1052" fmla="*/ 791784 h 904738"/>
                <a:gd name="connsiteX1053" fmla="*/ 851286 w 1473200"/>
                <a:gd name="connsiteY1053" fmla="*/ 791784 h 904738"/>
                <a:gd name="connsiteX1054" fmla="*/ 852910 w 1473200"/>
                <a:gd name="connsiteY1054" fmla="*/ 790163 h 904738"/>
                <a:gd name="connsiteX1055" fmla="*/ 861029 w 1473200"/>
                <a:gd name="connsiteY1055" fmla="*/ 786920 h 904738"/>
                <a:gd name="connsiteX1056" fmla="*/ 882138 w 1473200"/>
                <a:gd name="connsiteY1056" fmla="*/ 772325 h 904738"/>
                <a:gd name="connsiteX1057" fmla="*/ 888633 w 1473200"/>
                <a:gd name="connsiteY1057" fmla="*/ 772325 h 904738"/>
                <a:gd name="connsiteX1058" fmla="*/ 893505 w 1473200"/>
                <a:gd name="connsiteY1058" fmla="*/ 770704 h 904738"/>
                <a:gd name="connsiteX1059" fmla="*/ 898376 w 1473200"/>
                <a:gd name="connsiteY1059" fmla="*/ 770704 h 904738"/>
                <a:gd name="connsiteX1060" fmla="*/ 903248 w 1473200"/>
                <a:gd name="connsiteY1060" fmla="*/ 770704 h 904738"/>
                <a:gd name="connsiteX1061" fmla="*/ 904871 w 1473200"/>
                <a:gd name="connsiteY1061" fmla="*/ 772325 h 904738"/>
                <a:gd name="connsiteX1062" fmla="*/ 909743 w 1473200"/>
                <a:gd name="connsiteY1062" fmla="*/ 772325 h 904738"/>
                <a:gd name="connsiteX1063" fmla="*/ 916238 w 1473200"/>
                <a:gd name="connsiteY1063" fmla="*/ 772325 h 904738"/>
                <a:gd name="connsiteX1064" fmla="*/ 925981 w 1473200"/>
                <a:gd name="connsiteY1064" fmla="*/ 772325 h 904738"/>
                <a:gd name="connsiteX1065" fmla="*/ 925981 w 1473200"/>
                <a:gd name="connsiteY1065" fmla="*/ 775568 h 904738"/>
                <a:gd name="connsiteX1066" fmla="*/ 930852 w 1473200"/>
                <a:gd name="connsiteY1066" fmla="*/ 778812 h 904738"/>
                <a:gd name="connsiteX1067" fmla="*/ 937347 w 1473200"/>
                <a:gd name="connsiteY1067" fmla="*/ 780433 h 904738"/>
                <a:gd name="connsiteX1068" fmla="*/ 940595 w 1473200"/>
                <a:gd name="connsiteY1068" fmla="*/ 782055 h 904738"/>
                <a:gd name="connsiteX1069" fmla="*/ 945466 w 1473200"/>
                <a:gd name="connsiteY1069" fmla="*/ 783676 h 904738"/>
                <a:gd name="connsiteX1070" fmla="*/ 947090 w 1473200"/>
                <a:gd name="connsiteY1070" fmla="*/ 786920 h 904738"/>
                <a:gd name="connsiteX1071" fmla="*/ 955209 w 1473200"/>
                <a:gd name="connsiteY1071" fmla="*/ 790163 h 904738"/>
                <a:gd name="connsiteX1072" fmla="*/ 977942 w 1473200"/>
                <a:gd name="connsiteY1072" fmla="*/ 793406 h 904738"/>
                <a:gd name="connsiteX1073" fmla="*/ 981190 w 1473200"/>
                <a:gd name="connsiteY1073" fmla="*/ 793406 h 904738"/>
                <a:gd name="connsiteX1074" fmla="*/ 986061 w 1473200"/>
                <a:gd name="connsiteY1074" fmla="*/ 791784 h 904738"/>
                <a:gd name="connsiteX1075" fmla="*/ 987685 w 1473200"/>
                <a:gd name="connsiteY1075" fmla="*/ 791784 h 904738"/>
                <a:gd name="connsiteX1076" fmla="*/ 990933 w 1473200"/>
                <a:gd name="connsiteY1076" fmla="*/ 791784 h 904738"/>
                <a:gd name="connsiteX1077" fmla="*/ 997428 w 1473200"/>
                <a:gd name="connsiteY1077" fmla="*/ 791784 h 904738"/>
                <a:gd name="connsiteX1078" fmla="*/ 1002299 w 1473200"/>
                <a:gd name="connsiteY1078" fmla="*/ 790163 h 904738"/>
                <a:gd name="connsiteX1079" fmla="*/ 1007171 w 1473200"/>
                <a:gd name="connsiteY1079" fmla="*/ 791784 h 904738"/>
                <a:gd name="connsiteX1080" fmla="*/ 1010418 w 1473200"/>
                <a:gd name="connsiteY1080" fmla="*/ 791784 h 904738"/>
                <a:gd name="connsiteX1081" fmla="*/ 1012042 w 1473200"/>
                <a:gd name="connsiteY1081" fmla="*/ 791784 h 904738"/>
                <a:gd name="connsiteX1082" fmla="*/ 1016913 w 1473200"/>
                <a:gd name="connsiteY1082" fmla="*/ 791784 h 904738"/>
                <a:gd name="connsiteX1083" fmla="*/ 1023409 w 1473200"/>
                <a:gd name="connsiteY1083" fmla="*/ 788541 h 904738"/>
                <a:gd name="connsiteX1084" fmla="*/ 1029904 w 1473200"/>
                <a:gd name="connsiteY1084" fmla="*/ 783676 h 904738"/>
                <a:gd name="connsiteX1085" fmla="*/ 1033151 w 1473200"/>
                <a:gd name="connsiteY1085" fmla="*/ 782055 h 904738"/>
                <a:gd name="connsiteX1086" fmla="*/ 1034775 w 1473200"/>
                <a:gd name="connsiteY1086" fmla="*/ 780433 h 904738"/>
                <a:gd name="connsiteX1087" fmla="*/ 1036399 w 1473200"/>
                <a:gd name="connsiteY1087" fmla="*/ 778812 h 904738"/>
                <a:gd name="connsiteX1088" fmla="*/ 1038023 w 1473200"/>
                <a:gd name="connsiteY1088" fmla="*/ 773947 h 904738"/>
                <a:gd name="connsiteX1089" fmla="*/ 1038023 w 1473200"/>
                <a:gd name="connsiteY1089" fmla="*/ 772325 h 904738"/>
                <a:gd name="connsiteX1090" fmla="*/ 1034775 w 1473200"/>
                <a:gd name="connsiteY1090" fmla="*/ 767461 h 904738"/>
                <a:gd name="connsiteX1091" fmla="*/ 1033151 w 1473200"/>
                <a:gd name="connsiteY1091" fmla="*/ 765839 h 904738"/>
                <a:gd name="connsiteX1092" fmla="*/ 1033151 w 1473200"/>
                <a:gd name="connsiteY1092" fmla="*/ 762596 h 904738"/>
                <a:gd name="connsiteX1093" fmla="*/ 1031528 w 1473200"/>
                <a:gd name="connsiteY1093" fmla="*/ 759353 h 904738"/>
                <a:gd name="connsiteX1094" fmla="*/ 1029904 w 1473200"/>
                <a:gd name="connsiteY1094" fmla="*/ 756110 h 904738"/>
                <a:gd name="connsiteX1095" fmla="*/ 1026656 w 1473200"/>
                <a:gd name="connsiteY1095" fmla="*/ 752866 h 904738"/>
                <a:gd name="connsiteX1096" fmla="*/ 1021785 w 1473200"/>
                <a:gd name="connsiteY1096" fmla="*/ 749623 h 904738"/>
                <a:gd name="connsiteX1097" fmla="*/ 1020161 w 1473200"/>
                <a:gd name="connsiteY1097" fmla="*/ 748002 h 904738"/>
                <a:gd name="connsiteX1098" fmla="*/ 1013666 w 1473200"/>
                <a:gd name="connsiteY1098" fmla="*/ 746380 h 904738"/>
                <a:gd name="connsiteX1099" fmla="*/ 1010418 w 1473200"/>
                <a:gd name="connsiteY1099" fmla="*/ 743137 h 904738"/>
                <a:gd name="connsiteX1100" fmla="*/ 1005547 w 1473200"/>
                <a:gd name="connsiteY1100" fmla="*/ 741515 h 904738"/>
                <a:gd name="connsiteX1101" fmla="*/ 1002299 w 1473200"/>
                <a:gd name="connsiteY1101" fmla="*/ 739894 h 904738"/>
                <a:gd name="connsiteX1102" fmla="*/ 997428 w 1473200"/>
                <a:gd name="connsiteY1102" fmla="*/ 731786 h 904738"/>
                <a:gd name="connsiteX1103" fmla="*/ 992556 w 1473200"/>
                <a:gd name="connsiteY1103" fmla="*/ 726921 h 904738"/>
                <a:gd name="connsiteX1104" fmla="*/ 986061 w 1473200"/>
                <a:gd name="connsiteY1104" fmla="*/ 722056 h 904738"/>
                <a:gd name="connsiteX1105" fmla="*/ 982814 w 1473200"/>
                <a:gd name="connsiteY1105" fmla="*/ 718813 h 904738"/>
                <a:gd name="connsiteX1106" fmla="*/ 976318 w 1473200"/>
                <a:gd name="connsiteY1106" fmla="*/ 717192 h 904738"/>
                <a:gd name="connsiteX1107" fmla="*/ 973071 w 1473200"/>
                <a:gd name="connsiteY1107" fmla="*/ 713948 h 904738"/>
                <a:gd name="connsiteX1108" fmla="*/ 964952 w 1473200"/>
                <a:gd name="connsiteY1108" fmla="*/ 712327 h 904738"/>
                <a:gd name="connsiteX1109" fmla="*/ 960080 w 1473200"/>
                <a:gd name="connsiteY1109" fmla="*/ 709084 h 904738"/>
                <a:gd name="connsiteX1110" fmla="*/ 953585 w 1473200"/>
                <a:gd name="connsiteY1110" fmla="*/ 702597 h 904738"/>
                <a:gd name="connsiteX1111" fmla="*/ 955209 w 1473200"/>
                <a:gd name="connsiteY1111" fmla="*/ 696111 h 904738"/>
                <a:gd name="connsiteX1112" fmla="*/ 961704 w 1473200"/>
                <a:gd name="connsiteY1112" fmla="*/ 694489 h 904738"/>
                <a:gd name="connsiteX1113" fmla="*/ 966576 w 1473200"/>
                <a:gd name="connsiteY1113" fmla="*/ 692868 h 904738"/>
                <a:gd name="connsiteX1114" fmla="*/ 969823 w 1473200"/>
                <a:gd name="connsiteY1114" fmla="*/ 688003 h 904738"/>
                <a:gd name="connsiteX1115" fmla="*/ 971447 w 1473200"/>
                <a:gd name="connsiteY1115" fmla="*/ 684760 h 904738"/>
                <a:gd name="connsiteX1116" fmla="*/ 974695 w 1473200"/>
                <a:gd name="connsiteY1116" fmla="*/ 679895 h 904738"/>
                <a:gd name="connsiteX1117" fmla="*/ 977942 w 1473200"/>
                <a:gd name="connsiteY1117" fmla="*/ 676652 h 904738"/>
                <a:gd name="connsiteX1118" fmla="*/ 969823 w 1473200"/>
                <a:gd name="connsiteY1118" fmla="*/ 670166 h 904738"/>
                <a:gd name="connsiteX1119" fmla="*/ 973071 w 1473200"/>
                <a:gd name="connsiteY1119" fmla="*/ 666923 h 904738"/>
                <a:gd name="connsiteX1120" fmla="*/ 982814 w 1473200"/>
                <a:gd name="connsiteY1120" fmla="*/ 662058 h 904738"/>
                <a:gd name="connsiteX1121" fmla="*/ 989309 w 1473200"/>
                <a:gd name="connsiteY1121" fmla="*/ 660436 h 904738"/>
                <a:gd name="connsiteX1122" fmla="*/ 990933 w 1473200"/>
                <a:gd name="connsiteY1122" fmla="*/ 657193 h 904738"/>
                <a:gd name="connsiteX1123" fmla="*/ 989309 w 1473200"/>
                <a:gd name="connsiteY1123" fmla="*/ 653950 h 904738"/>
                <a:gd name="connsiteX1124" fmla="*/ 979566 w 1473200"/>
                <a:gd name="connsiteY1124" fmla="*/ 657193 h 904738"/>
                <a:gd name="connsiteX1125" fmla="*/ 976318 w 1473200"/>
                <a:gd name="connsiteY1125" fmla="*/ 657193 h 904738"/>
                <a:gd name="connsiteX1126" fmla="*/ 974695 w 1473200"/>
                <a:gd name="connsiteY1126" fmla="*/ 657193 h 904738"/>
                <a:gd name="connsiteX1127" fmla="*/ 973071 w 1473200"/>
                <a:gd name="connsiteY1127" fmla="*/ 657193 h 904738"/>
                <a:gd name="connsiteX1128" fmla="*/ 969823 w 1473200"/>
                <a:gd name="connsiteY1128" fmla="*/ 658815 h 904738"/>
                <a:gd name="connsiteX1129" fmla="*/ 966576 w 1473200"/>
                <a:gd name="connsiteY1129" fmla="*/ 657193 h 904738"/>
                <a:gd name="connsiteX1130" fmla="*/ 961704 w 1473200"/>
                <a:gd name="connsiteY1130" fmla="*/ 660436 h 904738"/>
                <a:gd name="connsiteX1131" fmla="*/ 951962 w 1473200"/>
                <a:gd name="connsiteY1131" fmla="*/ 665301 h 904738"/>
                <a:gd name="connsiteX1132" fmla="*/ 950338 w 1473200"/>
                <a:gd name="connsiteY1132" fmla="*/ 665301 h 904738"/>
                <a:gd name="connsiteX1133" fmla="*/ 948714 w 1473200"/>
                <a:gd name="connsiteY1133" fmla="*/ 665301 h 904738"/>
                <a:gd name="connsiteX1134" fmla="*/ 938971 w 1473200"/>
                <a:gd name="connsiteY1134" fmla="*/ 668544 h 904738"/>
                <a:gd name="connsiteX1135" fmla="*/ 937347 w 1473200"/>
                <a:gd name="connsiteY1135" fmla="*/ 668544 h 904738"/>
                <a:gd name="connsiteX1136" fmla="*/ 934100 w 1473200"/>
                <a:gd name="connsiteY1136" fmla="*/ 670166 h 904738"/>
                <a:gd name="connsiteX1137" fmla="*/ 922733 w 1473200"/>
                <a:gd name="connsiteY1137" fmla="*/ 678274 h 904738"/>
                <a:gd name="connsiteX1138" fmla="*/ 912990 w 1473200"/>
                <a:gd name="connsiteY1138" fmla="*/ 681517 h 904738"/>
                <a:gd name="connsiteX1139" fmla="*/ 914614 w 1473200"/>
                <a:gd name="connsiteY1139" fmla="*/ 684760 h 904738"/>
                <a:gd name="connsiteX1140" fmla="*/ 917862 w 1473200"/>
                <a:gd name="connsiteY1140" fmla="*/ 691246 h 904738"/>
                <a:gd name="connsiteX1141" fmla="*/ 921109 w 1473200"/>
                <a:gd name="connsiteY1141" fmla="*/ 694489 h 904738"/>
                <a:gd name="connsiteX1142" fmla="*/ 929228 w 1473200"/>
                <a:gd name="connsiteY1142" fmla="*/ 694489 h 904738"/>
                <a:gd name="connsiteX1143" fmla="*/ 932476 w 1473200"/>
                <a:gd name="connsiteY1143" fmla="*/ 696111 h 904738"/>
                <a:gd name="connsiteX1144" fmla="*/ 935724 w 1473200"/>
                <a:gd name="connsiteY1144" fmla="*/ 697733 h 904738"/>
                <a:gd name="connsiteX1145" fmla="*/ 940595 w 1473200"/>
                <a:gd name="connsiteY1145" fmla="*/ 696111 h 904738"/>
                <a:gd name="connsiteX1146" fmla="*/ 943843 w 1473200"/>
                <a:gd name="connsiteY1146" fmla="*/ 696111 h 904738"/>
                <a:gd name="connsiteX1147" fmla="*/ 947090 w 1473200"/>
                <a:gd name="connsiteY1147" fmla="*/ 699354 h 904738"/>
                <a:gd name="connsiteX1148" fmla="*/ 948714 w 1473200"/>
                <a:gd name="connsiteY1148" fmla="*/ 700976 h 904738"/>
                <a:gd name="connsiteX1149" fmla="*/ 942219 w 1473200"/>
                <a:gd name="connsiteY1149" fmla="*/ 704219 h 904738"/>
                <a:gd name="connsiteX1150" fmla="*/ 934100 w 1473200"/>
                <a:gd name="connsiteY1150" fmla="*/ 705841 h 904738"/>
                <a:gd name="connsiteX1151" fmla="*/ 927605 w 1473200"/>
                <a:gd name="connsiteY1151" fmla="*/ 704219 h 904738"/>
                <a:gd name="connsiteX1152" fmla="*/ 924357 w 1473200"/>
                <a:gd name="connsiteY1152" fmla="*/ 704219 h 904738"/>
                <a:gd name="connsiteX1153" fmla="*/ 919486 w 1473200"/>
                <a:gd name="connsiteY1153" fmla="*/ 709084 h 904738"/>
                <a:gd name="connsiteX1154" fmla="*/ 916238 w 1473200"/>
                <a:gd name="connsiteY1154" fmla="*/ 712327 h 904738"/>
                <a:gd name="connsiteX1155" fmla="*/ 912990 w 1473200"/>
                <a:gd name="connsiteY1155" fmla="*/ 710705 h 904738"/>
                <a:gd name="connsiteX1156" fmla="*/ 911367 w 1473200"/>
                <a:gd name="connsiteY1156" fmla="*/ 710705 h 904738"/>
                <a:gd name="connsiteX1157" fmla="*/ 908119 w 1473200"/>
                <a:gd name="connsiteY1157" fmla="*/ 713948 h 904738"/>
                <a:gd name="connsiteX1158" fmla="*/ 903248 w 1473200"/>
                <a:gd name="connsiteY1158" fmla="*/ 717192 h 904738"/>
                <a:gd name="connsiteX1159" fmla="*/ 898376 w 1473200"/>
                <a:gd name="connsiteY1159" fmla="*/ 718813 h 904738"/>
                <a:gd name="connsiteX1160" fmla="*/ 890257 w 1473200"/>
                <a:gd name="connsiteY1160" fmla="*/ 717192 h 904738"/>
                <a:gd name="connsiteX1161" fmla="*/ 887010 w 1473200"/>
                <a:gd name="connsiteY1161" fmla="*/ 713948 h 904738"/>
                <a:gd name="connsiteX1162" fmla="*/ 890257 w 1473200"/>
                <a:gd name="connsiteY1162" fmla="*/ 712327 h 904738"/>
                <a:gd name="connsiteX1163" fmla="*/ 890257 w 1473200"/>
                <a:gd name="connsiteY1163" fmla="*/ 704219 h 904738"/>
                <a:gd name="connsiteX1164" fmla="*/ 885386 w 1473200"/>
                <a:gd name="connsiteY1164" fmla="*/ 700976 h 904738"/>
                <a:gd name="connsiteX1165" fmla="*/ 878891 w 1473200"/>
                <a:gd name="connsiteY1165" fmla="*/ 697733 h 904738"/>
                <a:gd name="connsiteX1166" fmla="*/ 875643 w 1473200"/>
                <a:gd name="connsiteY1166" fmla="*/ 694489 h 904738"/>
                <a:gd name="connsiteX1167" fmla="*/ 882138 w 1473200"/>
                <a:gd name="connsiteY1167" fmla="*/ 689625 h 904738"/>
                <a:gd name="connsiteX1168" fmla="*/ 887010 w 1473200"/>
                <a:gd name="connsiteY1168" fmla="*/ 686382 h 904738"/>
                <a:gd name="connsiteX1169" fmla="*/ 891881 w 1473200"/>
                <a:gd name="connsiteY1169" fmla="*/ 684760 h 904738"/>
                <a:gd name="connsiteX1170" fmla="*/ 891881 w 1473200"/>
                <a:gd name="connsiteY1170" fmla="*/ 681517 h 904738"/>
                <a:gd name="connsiteX1171" fmla="*/ 888633 w 1473200"/>
                <a:gd name="connsiteY1171" fmla="*/ 679895 h 904738"/>
                <a:gd name="connsiteX1172" fmla="*/ 880514 w 1473200"/>
                <a:gd name="connsiteY1172" fmla="*/ 684760 h 904738"/>
                <a:gd name="connsiteX1173" fmla="*/ 877267 w 1473200"/>
                <a:gd name="connsiteY1173" fmla="*/ 683138 h 904738"/>
                <a:gd name="connsiteX1174" fmla="*/ 870772 w 1473200"/>
                <a:gd name="connsiteY1174" fmla="*/ 679895 h 904738"/>
                <a:gd name="connsiteX1175" fmla="*/ 865900 w 1473200"/>
                <a:gd name="connsiteY1175" fmla="*/ 678274 h 904738"/>
                <a:gd name="connsiteX1176" fmla="*/ 862653 w 1473200"/>
                <a:gd name="connsiteY1176" fmla="*/ 676652 h 904738"/>
                <a:gd name="connsiteX1177" fmla="*/ 859405 w 1473200"/>
                <a:gd name="connsiteY1177" fmla="*/ 675031 h 904738"/>
                <a:gd name="connsiteX1178" fmla="*/ 864276 w 1473200"/>
                <a:gd name="connsiteY1178" fmla="*/ 670166 h 904738"/>
                <a:gd name="connsiteX1179" fmla="*/ 864276 w 1473200"/>
                <a:gd name="connsiteY1179" fmla="*/ 666923 h 904738"/>
                <a:gd name="connsiteX1180" fmla="*/ 857781 w 1473200"/>
                <a:gd name="connsiteY1180" fmla="*/ 666923 h 904738"/>
                <a:gd name="connsiteX1181" fmla="*/ 851286 w 1473200"/>
                <a:gd name="connsiteY1181" fmla="*/ 670166 h 904738"/>
                <a:gd name="connsiteX1182" fmla="*/ 848039 w 1473200"/>
                <a:gd name="connsiteY1182" fmla="*/ 673409 h 904738"/>
                <a:gd name="connsiteX1183" fmla="*/ 844791 w 1473200"/>
                <a:gd name="connsiteY1183" fmla="*/ 676652 h 904738"/>
                <a:gd name="connsiteX1184" fmla="*/ 843167 w 1473200"/>
                <a:gd name="connsiteY1184" fmla="*/ 681517 h 904738"/>
                <a:gd name="connsiteX1185" fmla="*/ 835048 w 1473200"/>
                <a:gd name="connsiteY1185" fmla="*/ 689625 h 904738"/>
                <a:gd name="connsiteX1186" fmla="*/ 828553 w 1473200"/>
                <a:gd name="connsiteY1186" fmla="*/ 689625 h 904738"/>
                <a:gd name="connsiteX1187" fmla="*/ 826929 w 1473200"/>
                <a:gd name="connsiteY1187" fmla="*/ 696111 h 904738"/>
                <a:gd name="connsiteX1188" fmla="*/ 826929 w 1473200"/>
                <a:gd name="connsiteY1188" fmla="*/ 697733 h 904738"/>
                <a:gd name="connsiteX1189" fmla="*/ 828553 w 1473200"/>
                <a:gd name="connsiteY1189" fmla="*/ 700976 h 904738"/>
                <a:gd name="connsiteX1190" fmla="*/ 826929 w 1473200"/>
                <a:gd name="connsiteY1190" fmla="*/ 707462 h 904738"/>
                <a:gd name="connsiteX1191" fmla="*/ 822058 w 1473200"/>
                <a:gd name="connsiteY1191" fmla="*/ 710705 h 904738"/>
                <a:gd name="connsiteX1192" fmla="*/ 820434 w 1473200"/>
                <a:gd name="connsiteY1192" fmla="*/ 710705 h 904738"/>
                <a:gd name="connsiteX1193" fmla="*/ 817186 w 1473200"/>
                <a:gd name="connsiteY1193" fmla="*/ 709084 h 904738"/>
                <a:gd name="connsiteX1194" fmla="*/ 815563 w 1473200"/>
                <a:gd name="connsiteY1194" fmla="*/ 712327 h 904738"/>
                <a:gd name="connsiteX1195" fmla="*/ 812315 w 1473200"/>
                <a:gd name="connsiteY1195" fmla="*/ 717192 h 904738"/>
                <a:gd name="connsiteX1196" fmla="*/ 810691 w 1473200"/>
                <a:gd name="connsiteY1196" fmla="*/ 718813 h 904738"/>
                <a:gd name="connsiteX1197" fmla="*/ 807444 w 1473200"/>
                <a:gd name="connsiteY1197" fmla="*/ 722056 h 904738"/>
                <a:gd name="connsiteX1198" fmla="*/ 807444 w 1473200"/>
                <a:gd name="connsiteY1198" fmla="*/ 735029 h 904738"/>
                <a:gd name="connsiteX1199" fmla="*/ 804196 w 1473200"/>
                <a:gd name="connsiteY1199" fmla="*/ 741515 h 904738"/>
                <a:gd name="connsiteX1200" fmla="*/ 796077 w 1473200"/>
                <a:gd name="connsiteY1200" fmla="*/ 744758 h 904738"/>
                <a:gd name="connsiteX1201" fmla="*/ 791206 w 1473200"/>
                <a:gd name="connsiteY1201" fmla="*/ 749623 h 904738"/>
                <a:gd name="connsiteX1202" fmla="*/ 789582 w 1473200"/>
                <a:gd name="connsiteY1202" fmla="*/ 757731 h 904738"/>
                <a:gd name="connsiteX1203" fmla="*/ 789582 w 1473200"/>
                <a:gd name="connsiteY1203" fmla="*/ 764217 h 904738"/>
                <a:gd name="connsiteX1204" fmla="*/ 796077 w 1473200"/>
                <a:gd name="connsiteY1204" fmla="*/ 770704 h 904738"/>
                <a:gd name="connsiteX1205" fmla="*/ 796077 w 1473200"/>
                <a:gd name="connsiteY1205" fmla="*/ 772325 h 904738"/>
                <a:gd name="connsiteX1206" fmla="*/ 797701 w 1473200"/>
                <a:gd name="connsiteY1206" fmla="*/ 777190 h 904738"/>
                <a:gd name="connsiteX1207" fmla="*/ 796077 w 1473200"/>
                <a:gd name="connsiteY1207" fmla="*/ 780433 h 904738"/>
                <a:gd name="connsiteX1208" fmla="*/ 800948 w 1473200"/>
                <a:gd name="connsiteY1208" fmla="*/ 782055 h 904738"/>
                <a:gd name="connsiteX1209" fmla="*/ 807444 w 1473200"/>
                <a:gd name="connsiteY1209" fmla="*/ 785298 h 904738"/>
                <a:gd name="connsiteX1210" fmla="*/ 810691 w 1473200"/>
                <a:gd name="connsiteY1210" fmla="*/ 785298 h 904738"/>
                <a:gd name="connsiteX1211" fmla="*/ 812315 w 1473200"/>
                <a:gd name="connsiteY1211" fmla="*/ 785298 h 904738"/>
                <a:gd name="connsiteX1212" fmla="*/ 815563 w 1473200"/>
                <a:gd name="connsiteY1212" fmla="*/ 786920 h 904738"/>
                <a:gd name="connsiteX1213" fmla="*/ 817186 w 1473200"/>
                <a:gd name="connsiteY1213" fmla="*/ 786920 h 904738"/>
                <a:gd name="connsiteX1214" fmla="*/ 817186 w 1473200"/>
                <a:gd name="connsiteY1214" fmla="*/ 788541 h 904738"/>
                <a:gd name="connsiteX1215" fmla="*/ 818810 w 1473200"/>
                <a:gd name="connsiteY1215" fmla="*/ 791784 h 904738"/>
                <a:gd name="connsiteX1216" fmla="*/ 810691 w 1473200"/>
                <a:gd name="connsiteY1216" fmla="*/ 795027 h 904738"/>
                <a:gd name="connsiteX1217" fmla="*/ 802572 w 1473200"/>
                <a:gd name="connsiteY1217" fmla="*/ 793406 h 904738"/>
                <a:gd name="connsiteX1218" fmla="*/ 794453 w 1473200"/>
                <a:gd name="connsiteY1218" fmla="*/ 793406 h 904738"/>
                <a:gd name="connsiteX1219" fmla="*/ 787958 w 1473200"/>
                <a:gd name="connsiteY1219" fmla="*/ 795027 h 904738"/>
                <a:gd name="connsiteX1220" fmla="*/ 786334 w 1473200"/>
                <a:gd name="connsiteY1220" fmla="*/ 798271 h 904738"/>
                <a:gd name="connsiteX1221" fmla="*/ 783087 w 1473200"/>
                <a:gd name="connsiteY1221" fmla="*/ 799892 h 904738"/>
                <a:gd name="connsiteX1222" fmla="*/ 781463 w 1473200"/>
                <a:gd name="connsiteY1222" fmla="*/ 801514 h 904738"/>
                <a:gd name="connsiteX1223" fmla="*/ 779839 w 1473200"/>
                <a:gd name="connsiteY1223" fmla="*/ 801514 h 904738"/>
                <a:gd name="connsiteX1224" fmla="*/ 774968 w 1473200"/>
                <a:gd name="connsiteY1224" fmla="*/ 803135 h 904738"/>
                <a:gd name="connsiteX1225" fmla="*/ 768472 w 1473200"/>
                <a:gd name="connsiteY1225" fmla="*/ 801514 h 904738"/>
                <a:gd name="connsiteX1226" fmla="*/ 763601 w 1473200"/>
                <a:gd name="connsiteY1226" fmla="*/ 801514 h 904738"/>
                <a:gd name="connsiteX1227" fmla="*/ 760353 w 1473200"/>
                <a:gd name="connsiteY1227" fmla="*/ 799892 h 904738"/>
                <a:gd name="connsiteX1228" fmla="*/ 752235 w 1473200"/>
                <a:gd name="connsiteY1228" fmla="*/ 798271 h 904738"/>
                <a:gd name="connsiteX1229" fmla="*/ 748987 w 1473200"/>
                <a:gd name="connsiteY1229" fmla="*/ 795027 h 904738"/>
                <a:gd name="connsiteX1230" fmla="*/ 742492 w 1473200"/>
                <a:gd name="connsiteY1230" fmla="*/ 796649 h 904738"/>
                <a:gd name="connsiteX1231" fmla="*/ 739244 w 1473200"/>
                <a:gd name="connsiteY1231" fmla="*/ 798271 h 904738"/>
                <a:gd name="connsiteX1232" fmla="*/ 735997 w 1473200"/>
                <a:gd name="connsiteY1232" fmla="*/ 804757 h 904738"/>
                <a:gd name="connsiteX1233" fmla="*/ 731125 w 1473200"/>
                <a:gd name="connsiteY1233" fmla="*/ 798271 h 904738"/>
                <a:gd name="connsiteX1234" fmla="*/ 727878 w 1473200"/>
                <a:gd name="connsiteY1234" fmla="*/ 798271 h 904738"/>
                <a:gd name="connsiteX1235" fmla="*/ 726254 w 1473200"/>
                <a:gd name="connsiteY1235" fmla="*/ 798271 h 904738"/>
                <a:gd name="connsiteX1236" fmla="*/ 724630 w 1473200"/>
                <a:gd name="connsiteY1236" fmla="*/ 798271 h 904738"/>
                <a:gd name="connsiteX1237" fmla="*/ 723006 w 1473200"/>
                <a:gd name="connsiteY1237" fmla="*/ 798271 h 904738"/>
                <a:gd name="connsiteX1238" fmla="*/ 721382 w 1473200"/>
                <a:gd name="connsiteY1238" fmla="*/ 798271 h 904738"/>
                <a:gd name="connsiteX1239" fmla="*/ 724630 w 1473200"/>
                <a:gd name="connsiteY1239" fmla="*/ 804757 h 904738"/>
                <a:gd name="connsiteX1240" fmla="*/ 729501 w 1473200"/>
                <a:gd name="connsiteY1240" fmla="*/ 808000 h 904738"/>
                <a:gd name="connsiteX1241" fmla="*/ 729501 w 1473200"/>
                <a:gd name="connsiteY1241" fmla="*/ 809622 h 904738"/>
                <a:gd name="connsiteX1242" fmla="*/ 724630 w 1473200"/>
                <a:gd name="connsiteY1242" fmla="*/ 812865 h 904738"/>
                <a:gd name="connsiteX1243" fmla="*/ 721382 w 1473200"/>
                <a:gd name="connsiteY1243" fmla="*/ 809622 h 904738"/>
                <a:gd name="connsiteX1244" fmla="*/ 718135 w 1473200"/>
                <a:gd name="connsiteY1244" fmla="*/ 814486 h 904738"/>
                <a:gd name="connsiteX1245" fmla="*/ 711640 w 1473200"/>
                <a:gd name="connsiteY1245" fmla="*/ 812865 h 904738"/>
                <a:gd name="connsiteX1246" fmla="*/ 706768 w 1473200"/>
                <a:gd name="connsiteY1246" fmla="*/ 808000 h 904738"/>
                <a:gd name="connsiteX1247" fmla="*/ 701897 w 1473200"/>
                <a:gd name="connsiteY1247" fmla="*/ 801514 h 904738"/>
                <a:gd name="connsiteX1248" fmla="*/ 698649 w 1473200"/>
                <a:gd name="connsiteY1248" fmla="*/ 809622 h 904738"/>
                <a:gd name="connsiteX1249" fmla="*/ 703521 w 1473200"/>
                <a:gd name="connsiteY1249" fmla="*/ 820973 h 904738"/>
                <a:gd name="connsiteX1250" fmla="*/ 710016 w 1473200"/>
                <a:gd name="connsiteY1250" fmla="*/ 827459 h 904738"/>
                <a:gd name="connsiteX1251" fmla="*/ 710016 w 1473200"/>
                <a:gd name="connsiteY1251" fmla="*/ 830702 h 904738"/>
                <a:gd name="connsiteX1252" fmla="*/ 718135 w 1473200"/>
                <a:gd name="connsiteY1252" fmla="*/ 840432 h 904738"/>
                <a:gd name="connsiteX1253" fmla="*/ 723006 w 1473200"/>
                <a:gd name="connsiteY1253" fmla="*/ 843675 h 904738"/>
                <a:gd name="connsiteX1254" fmla="*/ 726254 w 1473200"/>
                <a:gd name="connsiteY1254" fmla="*/ 845296 h 904738"/>
                <a:gd name="connsiteX1255" fmla="*/ 727878 w 1473200"/>
                <a:gd name="connsiteY1255" fmla="*/ 850161 h 904738"/>
                <a:gd name="connsiteX1256" fmla="*/ 724630 w 1473200"/>
                <a:gd name="connsiteY1256" fmla="*/ 851783 h 904738"/>
                <a:gd name="connsiteX1257" fmla="*/ 721382 w 1473200"/>
                <a:gd name="connsiteY1257" fmla="*/ 850161 h 904738"/>
                <a:gd name="connsiteX1258" fmla="*/ 718135 w 1473200"/>
                <a:gd name="connsiteY1258" fmla="*/ 850161 h 904738"/>
                <a:gd name="connsiteX1259" fmla="*/ 723006 w 1473200"/>
                <a:gd name="connsiteY1259" fmla="*/ 856648 h 904738"/>
                <a:gd name="connsiteX1260" fmla="*/ 724630 w 1473200"/>
                <a:gd name="connsiteY1260" fmla="*/ 861513 h 904738"/>
                <a:gd name="connsiteX1261" fmla="*/ 721382 w 1473200"/>
                <a:gd name="connsiteY1261" fmla="*/ 863134 h 904738"/>
                <a:gd name="connsiteX1262" fmla="*/ 713263 w 1473200"/>
                <a:gd name="connsiteY1262" fmla="*/ 858269 h 904738"/>
                <a:gd name="connsiteX1263" fmla="*/ 708392 w 1473200"/>
                <a:gd name="connsiteY1263" fmla="*/ 853405 h 904738"/>
                <a:gd name="connsiteX1264" fmla="*/ 703521 w 1473200"/>
                <a:gd name="connsiteY1264" fmla="*/ 851783 h 904738"/>
                <a:gd name="connsiteX1265" fmla="*/ 700273 w 1473200"/>
                <a:gd name="connsiteY1265" fmla="*/ 855026 h 904738"/>
                <a:gd name="connsiteX1266" fmla="*/ 700273 w 1473200"/>
                <a:gd name="connsiteY1266" fmla="*/ 858269 h 904738"/>
                <a:gd name="connsiteX1267" fmla="*/ 706768 w 1473200"/>
                <a:gd name="connsiteY1267" fmla="*/ 861513 h 904738"/>
                <a:gd name="connsiteX1268" fmla="*/ 713263 w 1473200"/>
                <a:gd name="connsiteY1268" fmla="*/ 866377 h 904738"/>
                <a:gd name="connsiteX1269" fmla="*/ 716511 w 1473200"/>
                <a:gd name="connsiteY1269" fmla="*/ 867999 h 904738"/>
                <a:gd name="connsiteX1270" fmla="*/ 705144 w 1473200"/>
                <a:gd name="connsiteY1270" fmla="*/ 872864 h 904738"/>
                <a:gd name="connsiteX1271" fmla="*/ 701897 w 1473200"/>
                <a:gd name="connsiteY1271" fmla="*/ 867999 h 904738"/>
                <a:gd name="connsiteX1272" fmla="*/ 705144 w 1473200"/>
                <a:gd name="connsiteY1272" fmla="*/ 877728 h 904738"/>
                <a:gd name="connsiteX1273" fmla="*/ 706768 w 1473200"/>
                <a:gd name="connsiteY1273" fmla="*/ 880971 h 904738"/>
                <a:gd name="connsiteX1274" fmla="*/ 710016 w 1473200"/>
                <a:gd name="connsiteY1274" fmla="*/ 884215 h 904738"/>
                <a:gd name="connsiteX1275" fmla="*/ 708392 w 1473200"/>
                <a:gd name="connsiteY1275" fmla="*/ 889079 h 904738"/>
                <a:gd name="connsiteX1276" fmla="*/ 701897 w 1473200"/>
                <a:gd name="connsiteY1276" fmla="*/ 885836 h 904738"/>
                <a:gd name="connsiteX1277" fmla="*/ 697025 w 1473200"/>
                <a:gd name="connsiteY1277" fmla="*/ 884215 h 904738"/>
                <a:gd name="connsiteX1278" fmla="*/ 690530 w 1473200"/>
                <a:gd name="connsiteY1278" fmla="*/ 884215 h 904738"/>
                <a:gd name="connsiteX1279" fmla="*/ 688906 w 1473200"/>
                <a:gd name="connsiteY1279" fmla="*/ 880971 h 904738"/>
                <a:gd name="connsiteX1280" fmla="*/ 685659 w 1473200"/>
                <a:gd name="connsiteY1280" fmla="*/ 880971 h 904738"/>
                <a:gd name="connsiteX1281" fmla="*/ 682411 w 1473200"/>
                <a:gd name="connsiteY1281" fmla="*/ 877728 h 904738"/>
                <a:gd name="connsiteX1282" fmla="*/ 682411 w 1473200"/>
                <a:gd name="connsiteY1282" fmla="*/ 872864 h 904738"/>
                <a:gd name="connsiteX1283" fmla="*/ 682411 w 1473200"/>
                <a:gd name="connsiteY1283" fmla="*/ 869620 h 904738"/>
                <a:gd name="connsiteX1284" fmla="*/ 672668 w 1473200"/>
                <a:gd name="connsiteY1284" fmla="*/ 863134 h 904738"/>
                <a:gd name="connsiteX1285" fmla="*/ 675916 w 1473200"/>
                <a:gd name="connsiteY1285" fmla="*/ 856648 h 904738"/>
                <a:gd name="connsiteX1286" fmla="*/ 677540 w 1473200"/>
                <a:gd name="connsiteY1286" fmla="*/ 851783 h 904738"/>
                <a:gd name="connsiteX1287" fmla="*/ 679164 w 1473200"/>
                <a:gd name="connsiteY1287" fmla="*/ 846918 h 904738"/>
                <a:gd name="connsiteX1288" fmla="*/ 675916 w 1473200"/>
                <a:gd name="connsiteY1288" fmla="*/ 843675 h 904738"/>
                <a:gd name="connsiteX1289" fmla="*/ 669421 w 1473200"/>
                <a:gd name="connsiteY1289" fmla="*/ 842053 h 904738"/>
                <a:gd name="connsiteX1290" fmla="*/ 666173 w 1473200"/>
                <a:gd name="connsiteY1290" fmla="*/ 837189 h 904738"/>
                <a:gd name="connsiteX1291" fmla="*/ 662926 w 1473200"/>
                <a:gd name="connsiteY1291" fmla="*/ 833945 h 904738"/>
                <a:gd name="connsiteX1292" fmla="*/ 656431 w 1473200"/>
                <a:gd name="connsiteY1292" fmla="*/ 829081 h 904738"/>
                <a:gd name="connsiteX1293" fmla="*/ 654807 w 1473200"/>
                <a:gd name="connsiteY1293" fmla="*/ 827459 h 904738"/>
                <a:gd name="connsiteX1294" fmla="*/ 653183 w 1473200"/>
                <a:gd name="connsiteY1294" fmla="*/ 825837 h 904738"/>
                <a:gd name="connsiteX1295" fmla="*/ 649935 w 1473200"/>
                <a:gd name="connsiteY1295" fmla="*/ 825837 h 904738"/>
                <a:gd name="connsiteX1296" fmla="*/ 646688 w 1473200"/>
                <a:gd name="connsiteY1296" fmla="*/ 825837 h 904738"/>
                <a:gd name="connsiteX1297" fmla="*/ 646688 w 1473200"/>
                <a:gd name="connsiteY1297" fmla="*/ 820973 h 904738"/>
                <a:gd name="connsiteX1298" fmla="*/ 648312 w 1473200"/>
                <a:gd name="connsiteY1298" fmla="*/ 816108 h 904738"/>
                <a:gd name="connsiteX1299" fmla="*/ 643440 w 1473200"/>
                <a:gd name="connsiteY1299" fmla="*/ 812865 h 904738"/>
                <a:gd name="connsiteX1300" fmla="*/ 640193 w 1473200"/>
                <a:gd name="connsiteY1300" fmla="*/ 809622 h 904738"/>
                <a:gd name="connsiteX1301" fmla="*/ 640193 w 1473200"/>
                <a:gd name="connsiteY1301" fmla="*/ 803135 h 904738"/>
                <a:gd name="connsiteX1302" fmla="*/ 640193 w 1473200"/>
                <a:gd name="connsiteY1302" fmla="*/ 795027 h 904738"/>
                <a:gd name="connsiteX1303" fmla="*/ 641816 w 1473200"/>
                <a:gd name="connsiteY1303" fmla="*/ 788541 h 904738"/>
                <a:gd name="connsiteX1304" fmla="*/ 641816 w 1473200"/>
                <a:gd name="connsiteY1304" fmla="*/ 783676 h 904738"/>
                <a:gd name="connsiteX1305" fmla="*/ 643440 w 1473200"/>
                <a:gd name="connsiteY1305" fmla="*/ 783676 h 904738"/>
                <a:gd name="connsiteX1306" fmla="*/ 641816 w 1473200"/>
                <a:gd name="connsiteY1306" fmla="*/ 780433 h 904738"/>
                <a:gd name="connsiteX1307" fmla="*/ 640193 w 1473200"/>
                <a:gd name="connsiteY1307" fmla="*/ 778812 h 904738"/>
                <a:gd name="connsiteX1308" fmla="*/ 635321 w 1473200"/>
                <a:gd name="connsiteY1308" fmla="*/ 773947 h 904738"/>
                <a:gd name="connsiteX1309" fmla="*/ 633697 w 1473200"/>
                <a:gd name="connsiteY1309" fmla="*/ 770704 h 904738"/>
                <a:gd name="connsiteX1310" fmla="*/ 632074 w 1473200"/>
                <a:gd name="connsiteY1310" fmla="*/ 767461 h 904738"/>
                <a:gd name="connsiteX1311" fmla="*/ 625578 w 1473200"/>
                <a:gd name="connsiteY1311" fmla="*/ 760974 h 904738"/>
                <a:gd name="connsiteX1312" fmla="*/ 623955 w 1473200"/>
                <a:gd name="connsiteY1312" fmla="*/ 762596 h 904738"/>
                <a:gd name="connsiteX1313" fmla="*/ 622331 w 1473200"/>
                <a:gd name="connsiteY1313" fmla="*/ 760974 h 904738"/>
                <a:gd name="connsiteX1314" fmla="*/ 615836 w 1473200"/>
                <a:gd name="connsiteY1314" fmla="*/ 756110 h 904738"/>
                <a:gd name="connsiteX1315" fmla="*/ 610964 w 1473200"/>
                <a:gd name="connsiteY1315" fmla="*/ 752866 h 904738"/>
                <a:gd name="connsiteX1316" fmla="*/ 607717 w 1473200"/>
                <a:gd name="connsiteY1316" fmla="*/ 749623 h 904738"/>
                <a:gd name="connsiteX1317" fmla="*/ 602845 w 1473200"/>
                <a:gd name="connsiteY1317" fmla="*/ 749623 h 904738"/>
                <a:gd name="connsiteX1318" fmla="*/ 601221 w 1473200"/>
                <a:gd name="connsiteY1318" fmla="*/ 748002 h 904738"/>
                <a:gd name="connsiteX1319" fmla="*/ 597974 w 1473200"/>
                <a:gd name="connsiteY1319" fmla="*/ 746380 h 904738"/>
                <a:gd name="connsiteX1320" fmla="*/ 594726 w 1473200"/>
                <a:gd name="connsiteY1320" fmla="*/ 743137 h 904738"/>
                <a:gd name="connsiteX1321" fmla="*/ 593102 w 1473200"/>
                <a:gd name="connsiteY1321" fmla="*/ 739894 h 904738"/>
                <a:gd name="connsiteX1322" fmla="*/ 588231 w 1473200"/>
                <a:gd name="connsiteY1322" fmla="*/ 736651 h 904738"/>
                <a:gd name="connsiteX1323" fmla="*/ 581736 w 1473200"/>
                <a:gd name="connsiteY1323" fmla="*/ 736651 h 904738"/>
                <a:gd name="connsiteX1324" fmla="*/ 578488 w 1473200"/>
                <a:gd name="connsiteY1324" fmla="*/ 735029 h 904738"/>
                <a:gd name="connsiteX1325" fmla="*/ 573617 w 1473200"/>
                <a:gd name="connsiteY1325" fmla="*/ 731786 h 904738"/>
                <a:gd name="connsiteX1326" fmla="*/ 570369 w 1473200"/>
                <a:gd name="connsiteY1326" fmla="*/ 728543 h 904738"/>
                <a:gd name="connsiteX1327" fmla="*/ 568746 w 1473200"/>
                <a:gd name="connsiteY1327" fmla="*/ 725300 h 904738"/>
                <a:gd name="connsiteX1328" fmla="*/ 568746 w 1473200"/>
                <a:gd name="connsiteY1328" fmla="*/ 720435 h 904738"/>
                <a:gd name="connsiteX1329" fmla="*/ 567122 w 1473200"/>
                <a:gd name="connsiteY1329" fmla="*/ 717192 h 904738"/>
                <a:gd name="connsiteX1330" fmla="*/ 562250 w 1473200"/>
                <a:gd name="connsiteY1330" fmla="*/ 712327 h 904738"/>
                <a:gd name="connsiteX1331" fmla="*/ 559003 w 1473200"/>
                <a:gd name="connsiteY1331" fmla="*/ 710705 h 904738"/>
                <a:gd name="connsiteX1332" fmla="*/ 559003 w 1473200"/>
                <a:gd name="connsiteY1332" fmla="*/ 704219 h 904738"/>
                <a:gd name="connsiteX1333" fmla="*/ 557379 w 1473200"/>
                <a:gd name="connsiteY1333" fmla="*/ 704219 h 904738"/>
                <a:gd name="connsiteX1334" fmla="*/ 554131 w 1473200"/>
                <a:gd name="connsiteY1334" fmla="*/ 702597 h 904738"/>
                <a:gd name="connsiteX1335" fmla="*/ 546012 w 1473200"/>
                <a:gd name="connsiteY1335" fmla="*/ 705841 h 904738"/>
                <a:gd name="connsiteX1336" fmla="*/ 544389 w 1473200"/>
                <a:gd name="connsiteY1336" fmla="*/ 707462 h 904738"/>
                <a:gd name="connsiteX1337" fmla="*/ 542765 w 1473200"/>
                <a:gd name="connsiteY1337" fmla="*/ 705841 h 904738"/>
                <a:gd name="connsiteX1338" fmla="*/ 539517 w 1473200"/>
                <a:gd name="connsiteY1338" fmla="*/ 700976 h 904738"/>
                <a:gd name="connsiteX1339" fmla="*/ 537893 w 1473200"/>
                <a:gd name="connsiteY1339" fmla="*/ 697733 h 904738"/>
                <a:gd name="connsiteX1340" fmla="*/ 537893 w 1473200"/>
                <a:gd name="connsiteY1340" fmla="*/ 694489 h 904738"/>
                <a:gd name="connsiteX1341" fmla="*/ 537893 w 1473200"/>
                <a:gd name="connsiteY1341" fmla="*/ 689625 h 904738"/>
                <a:gd name="connsiteX1342" fmla="*/ 533022 w 1473200"/>
                <a:gd name="connsiteY1342" fmla="*/ 688003 h 904738"/>
                <a:gd name="connsiteX1343" fmla="*/ 524903 w 1473200"/>
                <a:gd name="connsiteY1343" fmla="*/ 691246 h 904738"/>
                <a:gd name="connsiteX1344" fmla="*/ 521655 w 1473200"/>
                <a:gd name="connsiteY1344" fmla="*/ 694489 h 904738"/>
                <a:gd name="connsiteX1345" fmla="*/ 515160 w 1473200"/>
                <a:gd name="connsiteY1345" fmla="*/ 694489 h 904738"/>
                <a:gd name="connsiteX1346" fmla="*/ 513536 w 1473200"/>
                <a:gd name="connsiteY1346" fmla="*/ 700976 h 904738"/>
                <a:gd name="connsiteX1347" fmla="*/ 516784 w 1473200"/>
                <a:gd name="connsiteY1347" fmla="*/ 707462 h 904738"/>
                <a:gd name="connsiteX1348" fmla="*/ 515160 w 1473200"/>
                <a:gd name="connsiteY1348" fmla="*/ 710705 h 904738"/>
                <a:gd name="connsiteX1349" fmla="*/ 513536 w 1473200"/>
                <a:gd name="connsiteY1349" fmla="*/ 713948 h 904738"/>
                <a:gd name="connsiteX1350" fmla="*/ 515160 w 1473200"/>
                <a:gd name="connsiteY1350" fmla="*/ 718813 h 904738"/>
                <a:gd name="connsiteX1351" fmla="*/ 521655 w 1473200"/>
                <a:gd name="connsiteY1351" fmla="*/ 725300 h 904738"/>
                <a:gd name="connsiteX1352" fmla="*/ 523279 w 1473200"/>
                <a:gd name="connsiteY1352" fmla="*/ 726921 h 904738"/>
                <a:gd name="connsiteX1353" fmla="*/ 528151 w 1473200"/>
                <a:gd name="connsiteY1353" fmla="*/ 730164 h 904738"/>
                <a:gd name="connsiteX1354" fmla="*/ 536270 w 1473200"/>
                <a:gd name="connsiteY1354" fmla="*/ 736651 h 904738"/>
                <a:gd name="connsiteX1355" fmla="*/ 541141 w 1473200"/>
                <a:gd name="connsiteY1355" fmla="*/ 741515 h 904738"/>
                <a:gd name="connsiteX1356" fmla="*/ 542765 w 1473200"/>
                <a:gd name="connsiteY1356" fmla="*/ 746380 h 904738"/>
                <a:gd name="connsiteX1357" fmla="*/ 549260 w 1473200"/>
                <a:gd name="connsiteY1357" fmla="*/ 760974 h 904738"/>
                <a:gd name="connsiteX1358" fmla="*/ 555755 w 1473200"/>
                <a:gd name="connsiteY1358" fmla="*/ 765839 h 904738"/>
                <a:gd name="connsiteX1359" fmla="*/ 559003 w 1473200"/>
                <a:gd name="connsiteY1359" fmla="*/ 770704 h 904738"/>
                <a:gd name="connsiteX1360" fmla="*/ 562250 w 1473200"/>
                <a:gd name="connsiteY1360" fmla="*/ 770704 h 904738"/>
                <a:gd name="connsiteX1361" fmla="*/ 567122 w 1473200"/>
                <a:gd name="connsiteY1361" fmla="*/ 772325 h 904738"/>
                <a:gd name="connsiteX1362" fmla="*/ 578488 w 1473200"/>
                <a:gd name="connsiteY1362" fmla="*/ 772325 h 904738"/>
                <a:gd name="connsiteX1363" fmla="*/ 583360 w 1473200"/>
                <a:gd name="connsiteY1363" fmla="*/ 775568 h 904738"/>
                <a:gd name="connsiteX1364" fmla="*/ 581736 w 1473200"/>
                <a:gd name="connsiteY1364" fmla="*/ 778812 h 904738"/>
                <a:gd name="connsiteX1365" fmla="*/ 581736 w 1473200"/>
                <a:gd name="connsiteY1365" fmla="*/ 783676 h 904738"/>
                <a:gd name="connsiteX1366" fmla="*/ 591479 w 1473200"/>
                <a:gd name="connsiteY1366" fmla="*/ 788541 h 904738"/>
                <a:gd name="connsiteX1367" fmla="*/ 599598 w 1473200"/>
                <a:gd name="connsiteY1367" fmla="*/ 793406 h 904738"/>
                <a:gd name="connsiteX1368" fmla="*/ 604469 w 1473200"/>
                <a:gd name="connsiteY1368" fmla="*/ 795027 h 904738"/>
                <a:gd name="connsiteX1369" fmla="*/ 619083 w 1473200"/>
                <a:gd name="connsiteY1369" fmla="*/ 804757 h 904738"/>
                <a:gd name="connsiteX1370" fmla="*/ 620707 w 1473200"/>
                <a:gd name="connsiteY1370" fmla="*/ 808000 h 904738"/>
                <a:gd name="connsiteX1371" fmla="*/ 623955 w 1473200"/>
                <a:gd name="connsiteY1371" fmla="*/ 812865 h 904738"/>
                <a:gd name="connsiteX1372" fmla="*/ 623955 w 1473200"/>
                <a:gd name="connsiteY1372" fmla="*/ 816108 h 904738"/>
                <a:gd name="connsiteX1373" fmla="*/ 619083 w 1473200"/>
                <a:gd name="connsiteY1373" fmla="*/ 816108 h 904738"/>
                <a:gd name="connsiteX1374" fmla="*/ 612588 w 1473200"/>
                <a:gd name="connsiteY1374" fmla="*/ 811243 h 904738"/>
                <a:gd name="connsiteX1375" fmla="*/ 606093 w 1473200"/>
                <a:gd name="connsiteY1375" fmla="*/ 806378 h 904738"/>
                <a:gd name="connsiteX1376" fmla="*/ 601221 w 1473200"/>
                <a:gd name="connsiteY1376" fmla="*/ 806378 h 904738"/>
                <a:gd name="connsiteX1377" fmla="*/ 599598 w 1473200"/>
                <a:gd name="connsiteY1377" fmla="*/ 806378 h 904738"/>
                <a:gd name="connsiteX1378" fmla="*/ 596350 w 1473200"/>
                <a:gd name="connsiteY1378" fmla="*/ 806378 h 904738"/>
                <a:gd name="connsiteX1379" fmla="*/ 593102 w 1473200"/>
                <a:gd name="connsiteY1379" fmla="*/ 811243 h 904738"/>
                <a:gd name="connsiteX1380" fmla="*/ 591479 w 1473200"/>
                <a:gd name="connsiteY1380" fmla="*/ 816108 h 904738"/>
                <a:gd name="connsiteX1381" fmla="*/ 591479 w 1473200"/>
                <a:gd name="connsiteY1381" fmla="*/ 820973 h 904738"/>
                <a:gd name="connsiteX1382" fmla="*/ 597974 w 1473200"/>
                <a:gd name="connsiteY1382" fmla="*/ 824216 h 904738"/>
                <a:gd name="connsiteX1383" fmla="*/ 602845 w 1473200"/>
                <a:gd name="connsiteY1383" fmla="*/ 827459 h 904738"/>
                <a:gd name="connsiteX1384" fmla="*/ 599598 w 1473200"/>
                <a:gd name="connsiteY1384" fmla="*/ 832324 h 904738"/>
                <a:gd name="connsiteX1385" fmla="*/ 597974 w 1473200"/>
                <a:gd name="connsiteY1385" fmla="*/ 835567 h 904738"/>
                <a:gd name="connsiteX1386" fmla="*/ 591479 w 1473200"/>
                <a:gd name="connsiteY1386" fmla="*/ 843675 h 904738"/>
                <a:gd name="connsiteX1387" fmla="*/ 584983 w 1473200"/>
                <a:gd name="connsiteY1387" fmla="*/ 850161 h 904738"/>
                <a:gd name="connsiteX1388" fmla="*/ 581736 w 1473200"/>
                <a:gd name="connsiteY1388" fmla="*/ 855026 h 904738"/>
                <a:gd name="connsiteX1389" fmla="*/ 575241 w 1473200"/>
                <a:gd name="connsiteY1389" fmla="*/ 856648 h 904738"/>
                <a:gd name="connsiteX1390" fmla="*/ 583360 w 1473200"/>
                <a:gd name="connsiteY1390" fmla="*/ 838810 h 904738"/>
                <a:gd name="connsiteX1391" fmla="*/ 581736 w 1473200"/>
                <a:gd name="connsiteY1391" fmla="*/ 830702 h 904738"/>
                <a:gd name="connsiteX1392" fmla="*/ 576864 w 1473200"/>
                <a:gd name="connsiteY1392" fmla="*/ 822594 h 904738"/>
                <a:gd name="connsiteX1393" fmla="*/ 573617 w 1473200"/>
                <a:gd name="connsiteY1393" fmla="*/ 814486 h 904738"/>
                <a:gd name="connsiteX1394" fmla="*/ 567122 w 1473200"/>
                <a:gd name="connsiteY1394" fmla="*/ 812865 h 904738"/>
                <a:gd name="connsiteX1395" fmla="*/ 560627 w 1473200"/>
                <a:gd name="connsiteY1395" fmla="*/ 809622 h 904738"/>
                <a:gd name="connsiteX1396" fmla="*/ 557379 w 1473200"/>
                <a:gd name="connsiteY1396" fmla="*/ 803135 h 904738"/>
                <a:gd name="connsiteX1397" fmla="*/ 552508 w 1473200"/>
                <a:gd name="connsiteY1397" fmla="*/ 799892 h 904738"/>
                <a:gd name="connsiteX1398" fmla="*/ 544389 w 1473200"/>
                <a:gd name="connsiteY1398" fmla="*/ 798271 h 904738"/>
                <a:gd name="connsiteX1399" fmla="*/ 541141 w 1473200"/>
                <a:gd name="connsiteY1399" fmla="*/ 790163 h 904738"/>
                <a:gd name="connsiteX1400" fmla="*/ 528151 w 1473200"/>
                <a:gd name="connsiteY1400" fmla="*/ 785298 h 904738"/>
                <a:gd name="connsiteX1401" fmla="*/ 515160 w 1473200"/>
                <a:gd name="connsiteY1401" fmla="*/ 780433 h 904738"/>
                <a:gd name="connsiteX1402" fmla="*/ 513536 w 1473200"/>
                <a:gd name="connsiteY1402" fmla="*/ 775568 h 904738"/>
                <a:gd name="connsiteX1403" fmla="*/ 503793 w 1473200"/>
                <a:gd name="connsiteY1403" fmla="*/ 767461 h 904738"/>
                <a:gd name="connsiteX1404" fmla="*/ 495674 w 1473200"/>
                <a:gd name="connsiteY1404" fmla="*/ 760974 h 904738"/>
                <a:gd name="connsiteX1405" fmla="*/ 492427 w 1473200"/>
                <a:gd name="connsiteY1405" fmla="*/ 759353 h 904738"/>
                <a:gd name="connsiteX1406" fmla="*/ 484308 w 1473200"/>
                <a:gd name="connsiteY1406" fmla="*/ 751245 h 904738"/>
                <a:gd name="connsiteX1407" fmla="*/ 481060 w 1473200"/>
                <a:gd name="connsiteY1407" fmla="*/ 743137 h 904738"/>
                <a:gd name="connsiteX1408" fmla="*/ 477812 w 1473200"/>
                <a:gd name="connsiteY1408" fmla="*/ 735029 h 904738"/>
                <a:gd name="connsiteX1409" fmla="*/ 474565 w 1473200"/>
                <a:gd name="connsiteY1409" fmla="*/ 728543 h 904738"/>
                <a:gd name="connsiteX1410" fmla="*/ 466446 w 1473200"/>
                <a:gd name="connsiteY1410" fmla="*/ 725300 h 904738"/>
                <a:gd name="connsiteX1411" fmla="*/ 463198 w 1473200"/>
                <a:gd name="connsiteY1411" fmla="*/ 725300 h 904738"/>
                <a:gd name="connsiteX1412" fmla="*/ 459951 w 1473200"/>
                <a:gd name="connsiteY1412" fmla="*/ 725300 h 904738"/>
                <a:gd name="connsiteX1413" fmla="*/ 455079 w 1473200"/>
                <a:gd name="connsiteY1413" fmla="*/ 722056 h 904738"/>
                <a:gd name="connsiteX1414" fmla="*/ 451832 w 1473200"/>
                <a:gd name="connsiteY1414" fmla="*/ 722056 h 904738"/>
                <a:gd name="connsiteX1415" fmla="*/ 448584 w 1473200"/>
                <a:gd name="connsiteY1415" fmla="*/ 722056 h 904738"/>
                <a:gd name="connsiteX1416" fmla="*/ 445336 w 1473200"/>
                <a:gd name="connsiteY1416" fmla="*/ 722056 h 904738"/>
                <a:gd name="connsiteX1417" fmla="*/ 443713 w 1473200"/>
                <a:gd name="connsiteY1417" fmla="*/ 723678 h 904738"/>
                <a:gd name="connsiteX1418" fmla="*/ 438841 w 1473200"/>
                <a:gd name="connsiteY1418" fmla="*/ 728543 h 904738"/>
                <a:gd name="connsiteX1419" fmla="*/ 435594 w 1473200"/>
                <a:gd name="connsiteY1419" fmla="*/ 730164 h 904738"/>
                <a:gd name="connsiteX1420" fmla="*/ 433970 w 1473200"/>
                <a:gd name="connsiteY1420" fmla="*/ 728543 h 904738"/>
                <a:gd name="connsiteX1421" fmla="*/ 430722 w 1473200"/>
                <a:gd name="connsiteY1421" fmla="*/ 730164 h 904738"/>
                <a:gd name="connsiteX1422" fmla="*/ 424227 w 1473200"/>
                <a:gd name="connsiteY1422" fmla="*/ 736651 h 904738"/>
                <a:gd name="connsiteX1423" fmla="*/ 422603 w 1473200"/>
                <a:gd name="connsiteY1423" fmla="*/ 736651 h 904738"/>
                <a:gd name="connsiteX1424" fmla="*/ 419356 w 1473200"/>
                <a:gd name="connsiteY1424" fmla="*/ 738272 h 904738"/>
                <a:gd name="connsiteX1425" fmla="*/ 406365 w 1473200"/>
                <a:gd name="connsiteY1425" fmla="*/ 748002 h 904738"/>
                <a:gd name="connsiteX1426" fmla="*/ 394999 w 1473200"/>
                <a:gd name="connsiteY1426" fmla="*/ 746380 h 904738"/>
                <a:gd name="connsiteX1427" fmla="*/ 388504 w 1473200"/>
                <a:gd name="connsiteY1427" fmla="*/ 744758 h 904738"/>
                <a:gd name="connsiteX1428" fmla="*/ 382008 w 1473200"/>
                <a:gd name="connsiteY1428" fmla="*/ 739894 h 904738"/>
                <a:gd name="connsiteX1429" fmla="*/ 372266 w 1473200"/>
                <a:gd name="connsiteY1429" fmla="*/ 739894 h 904738"/>
                <a:gd name="connsiteX1430" fmla="*/ 365770 w 1473200"/>
                <a:gd name="connsiteY1430" fmla="*/ 738272 h 904738"/>
                <a:gd name="connsiteX1431" fmla="*/ 357651 w 1473200"/>
                <a:gd name="connsiteY1431" fmla="*/ 743137 h 904738"/>
                <a:gd name="connsiteX1432" fmla="*/ 349532 w 1473200"/>
                <a:gd name="connsiteY1432" fmla="*/ 751245 h 904738"/>
                <a:gd name="connsiteX1433" fmla="*/ 349532 w 1473200"/>
                <a:gd name="connsiteY1433" fmla="*/ 757731 h 904738"/>
                <a:gd name="connsiteX1434" fmla="*/ 349532 w 1473200"/>
                <a:gd name="connsiteY1434" fmla="*/ 762596 h 904738"/>
                <a:gd name="connsiteX1435" fmla="*/ 352780 w 1473200"/>
                <a:gd name="connsiteY1435" fmla="*/ 767461 h 904738"/>
                <a:gd name="connsiteX1436" fmla="*/ 352780 w 1473200"/>
                <a:gd name="connsiteY1436" fmla="*/ 772325 h 904738"/>
                <a:gd name="connsiteX1437" fmla="*/ 347909 w 1473200"/>
                <a:gd name="connsiteY1437" fmla="*/ 777190 h 904738"/>
                <a:gd name="connsiteX1438" fmla="*/ 346285 w 1473200"/>
                <a:gd name="connsiteY1438" fmla="*/ 777190 h 904738"/>
                <a:gd name="connsiteX1439" fmla="*/ 341414 w 1473200"/>
                <a:gd name="connsiteY1439" fmla="*/ 778812 h 904738"/>
                <a:gd name="connsiteX1440" fmla="*/ 333295 w 1473200"/>
                <a:gd name="connsiteY1440" fmla="*/ 786920 h 904738"/>
                <a:gd name="connsiteX1441" fmla="*/ 326799 w 1473200"/>
                <a:gd name="connsiteY1441" fmla="*/ 788541 h 904738"/>
                <a:gd name="connsiteX1442" fmla="*/ 320304 w 1473200"/>
                <a:gd name="connsiteY1442" fmla="*/ 790163 h 904738"/>
                <a:gd name="connsiteX1443" fmla="*/ 313809 w 1473200"/>
                <a:gd name="connsiteY1443" fmla="*/ 795027 h 904738"/>
                <a:gd name="connsiteX1444" fmla="*/ 307314 w 1473200"/>
                <a:gd name="connsiteY1444" fmla="*/ 796649 h 904738"/>
                <a:gd name="connsiteX1445" fmla="*/ 300819 w 1473200"/>
                <a:gd name="connsiteY1445" fmla="*/ 801514 h 904738"/>
                <a:gd name="connsiteX1446" fmla="*/ 297571 w 1473200"/>
                <a:gd name="connsiteY1446" fmla="*/ 806378 h 904738"/>
                <a:gd name="connsiteX1447" fmla="*/ 292700 w 1473200"/>
                <a:gd name="connsiteY1447" fmla="*/ 819351 h 904738"/>
                <a:gd name="connsiteX1448" fmla="*/ 289452 w 1473200"/>
                <a:gd name="connsiteY1448" fmla="*/ 824216 h 904738"/>
                <a:gd name="connsiteX1449" fmla="*/ 289452 w 1473200"/>
                <a:gd name="connsiteY1449" fmla="*/ 830702 h 904738"/>
                <a:gd name="connsiteX1450" fmla="*/ 292700 w 1473200"/>
                <a:gd name="connsiteY1450" fmla="*/ 837189 h 904738"/>
                <a:gd name="connsiteX1451" fmla="*/ 297571 w 1473200"/>
                <a:gd name="connsiteY1451" fmla="*/ 842053 h 904738"/>
                <a:gd name="connsiteX1452" fmla="*/ 295947 w 1473200"/>
                <a:gd name="connsiteY1452" fmla="*/ 846918 h 904738"/>
                <a:gd name="connsiteX1453" fmla="*/ 289452 w 1473200"/>
                <a:gd name="connsiteY1453" fmla="*/ 850161 h 904738"/>
                <a:gd name="connsiteX1454" fmla="*/ 286204 w 1473200"/>
                <a:gd name="connsiteY1454" fmla="*/ 853405 h 904738"/>
                <a:gd name="connsiteX1455" fmla="*/ 282957 w 1473200"/>
                <a:gd name="connsiteY1455" fmla="*/ 859891 h 904738"/>
                <a:gd name="connsiteX1456" fmla="*/ 278085 w 1473200"/>
                <a:gd name="connsiteY1456" fmla="*/ 863134 h 904738"/>
                <a:gd name="connsiteX1457" fmla="*/ 276462 w 1473200"/>
                <a:gd name="connsiteY1457" fmla="*/ 866377 h 904738"/>
                <a:gd name="connsiteX1458" fmla="*/ 266719 w 1473200"/>
                <a:gd name="connsiteY1458" fmla="*/ 871242 h 904738"/>
                <a:gd name="connsiteX1459" fmla="*/ 263471 w 1473200"/>
                <a:gd name="connsiteY1459" fmla="*/ 874485 h 904738"/>
                <a:gd name="connsiteX1460" fmla="*/ 256976 w 1473200"/>
                <a:gd name="connsiteY1460" fmla="*/ 882593 h 904738"/>
                <a:gd name="connsiteX1461" fmla="*/ 252105 w 1473200"/>
                <a:gd name="connsiteY1461" fmla="*/ 884215 h 904738"/>
                <a:gd name="connsiteX1462" fmla="*/ 248857 w 1473200"/>
                <a:gd name="connsiteY1462" fmla="*/ 885836 h 904738"/>
                <a:gd name="connsiteX1463" fmla="*/ 240738 w 1473200"/>
                <a:gd name="connsiteY1463" fmla="*/ 885836 h 904738"/>
                <a:gd name="connsiteX1464" fmla="*/ 235867 w 1473200"/>
                <a:gd name="connsiteY1464" fmla="*/ 887458 h 904738"/>
                <a:gd name="connsiteX1465" fmla="*/ 232619 w 1473200"/>
                <a:gd name="connsiteY1465" fmla="*/ 885836 h 904738"/>
                <a:gd name="connsiteX1466" fmla="*/ 224500 w 1473200"/>
                <a:gd name="connsiteY1466" fmla="*/ 885836 h 904738"/>
                <a:gd name="connsiteX1467" fmla="*/ 219629 w 1473200"/>
                <a:gd name="connsiteY1467" fmla="*/ 885836 h 904738"/>
                <a:gd name="connsiteX1468" fmla="*/ 214757 w 1473200"/>
                <a:gd name="connsiteY1468" fmla="*/ 887458 h 904738"/>
                <a:gd name="connsiteX1469" fmla="*/ 203391 w 1473200"/>
                <a:gd name="connsiteY1469" fmla="*/ 890701 h 904738"/>
                <a:gd name="connsiteX1470" fmla="*/ 200143 w 1473200"/>
                <a:gd name="connsiteY1470" fmla="*/ 895566 h 904738"/>
                <a:gd name="connsiteX1471" fmla="*/ 193648 w 1473200"/>
                <a:gd name="connsiteY1471" fmla="*/ 898809 h 904738"/>
                <a:gd name="connsiteX1472" fmla="*/ 187153 w 1473200"/>
                <a:gd name="connsiteY1472" fmla="*/ 895566 h 904738"/>
                <a:gd name="connsiteX1473" fmla="*/ 179034 w 1473200"/>
                <a:gd name="connsiteY1473" fmla="*/ 887458 h 904738"/>
                <a:gd name="connsiteX1474" fmla="*/ 177410 w 1473200"/>
                <a:gd name="connsiteY1474" fmla="*/ 879350 h 904738"/>
                <a:gd name="connsiteX1475" fmla="*/ 169291 w 1473200"/>
                <a:gd name="connsiteY1475" fmla="*/ 877728 h 904738"/>
                <a:gd name="connsiteX1476" fmla="*/ 166043 w 1473200"/>
                <a:gd name="connsiteY1476" fmla="*/ 876107 h 904738"/>
                <a:gd name="connsiteX1477" fmla="*/ 162796 w 1473200"/>
                <a:gd name="connsiteY1477" fmla="*/ 876107 h 904738"/>
                <a:gd name="connsiteX1478" fmla="*/ 159548 w 1473200"/>
                <a:gd name="connsiteY1478" fmla="*/ 877728 h 904738"/>
                <a:gd name="connsiteX1479" fmla="*/ 156301 w 1473200"/>
                <a:gd name="connsiteY1479" fmla="*/ 879350 h 904738"/>
                <a:gd name="connsiteX1480" fmla="*/ 151429 w 1473200"/>
                <a:gd name="connsiteY1480" fmla="*/ 879350 h 904738"/>
                <a:gd name="connsiteX1481" fmla="*/ 144934 w 1473200"/>
                <a:gd name="connsiteY1481" fmla="*/ 876107 h 904738"/>
                <a:gd name="connsiteX1482" fmla="*/ 140063 w 1473200"/>
                <a:gd name="connsiteY1482" fmla="*/ 876107 h 904738"/>
                <a:gd name="connsiteX1483" fmla="*/ 135191 w 1473200"/>
                <a:gd name="connsiteY1483" fmla="*/ 877728 h 904738"/>
                <a:gd name="connsiteX1484" fmla="*/ 131944 w 1473200"/>
                <a:gd name="connsiteY1484" fmla="*/ 876107 h 904738"/>
                <a:gd name="connsiteX1485" fmla="*/ 135191 w 1473200"/>
                <a:gd name="connsiteY1485" fmla="*/ 866377 h 904738"/>
                <a:gd name="connsiteX1486" fmla="*/ 136815 w 1473200"/>
                <a:gd name="connsiteY1486" fmla="*/ 858269 h 904738"/>
                <a:gd name="connsiteX1487" fmla="*/ 135191 w 1473200"/>
                <a:gd name="connsiteY1487" fmla="*/ 851783 h 904738"/>
                <a:gd name="connsiteX1488" fmla="*/ 133568 w 1473200"/>
                <a:gd name="connsiteY1488" fmla="*/ 846918 h 904738"/>
                <a:gd name="connsiteX1489" fmla="*/ 127072 w 1473200"/>
                <a:gd name="connsiteY1489" fmla="*/ 845296 h 904738"/>
                <a:gd name="connsiteX1490" fmla="*/ 127072 w 1473200"/>
                <a:gd name="connsiteY1490" fmla="*/ 838810 h 904738"/>
                <a:gd name="connsiteX1491" fmla="*/ 125449 w 1473200"/>
                <a:gd name="connsiteY1491" fmla="*/ 835567 h 904738"/>
                <a:gd name="connsiteX1492" fmla="*/ 127072 w 1473200"/>
                <a:gd name="connsiteY1492" fmla="*/ 829081 h 904738"/>
                <a:gd name="connsiteX1493" fmla="*/ 130320 w 1473200"/>
                <a:gd name="connsiteY1493" fmla="*/ 822594 h 904738"/>
                <a:gd name="connsiteX1494" fmla="*/ 138439 w 1473200"/>
                <a:gd name="connsiteY1494" fmla="*/ 798271 h 904738"/>
                <a:gd name="connsiteX1495" fmla="*/ 138439 w 1473200"/>
                <a:gd name="connsiteY1495" fmla="*/ 790163 h 904738"/>
                <a:gd name="connsiteX1496" fmla="*/ 136815 w 1473200"/>
                <a:gd name="connsiteY1496" fmla="*/ 782055 h 904738"/>
                <a:gd name="connsiteX1497" fmla="*/ 135191 w 1473200"/>
                <a:gd name="connsiteY1497" fmla="*/ 777190 h 904738"/>
                <a:gd name="connsiteX1498" fmla="*/ 135191 w 1473200"/>
                <a:gd name="connsiteY1498" fmla="*/ 770704 h 904738"/>
                <a:gd name="connsiteX1499" fmla="*/ 135191 w 1473200"/>
                <a:gd name="connsiteY1499" fmla="*/ 769082 h 904738"/>
                <a:gd name="connsiteX1500" fmla="*/ 135191 w 1473200"/>
                <a:gd name="connsiteY1500" fmla="*/ 762596 h 904738"/>
                <a:gd name="connsiteX1501" fmla="*/ 133568 w 1473200"/>
                <a:gd name="connsiteY1501" fmla="*/ 759353 h 904738"/>
                <a:gd name="connsiteX1502" fmla="*/ 130320 w 1473200"/>
                <a:gd name="connsiteY1502" fmla="*/ 752866 h 904738"/>
                <a:gd name="connsiteX1503" fmla="*/ 127072 w 1473200"/>
                <a:gd name="connsiteY1503" fmla="*/ 749623 h 904738"/>
                <a:gd name="connsiteX1504" fmla="*/ 131944 w 1473200"/>
                <a:gd name="connsiteY1504" fmla="*/ 744758 h 904738"/>
                <a:gd name="connsiteX1505" fmla="*/ 140063 w 1473200"/>
                <a:gd name="connsiteY1505" fmla="*/ 741515 h 904738"/>
                <a:gd name="connsiteX1506" fmla="*/ 144934 w 1473200"/>
                <a:gd name="connsiteY1506" fmla="*/ 741515 h 904738"/>
                <a:gd name="connsiteX1507" fmla="*/ 149805 w 1473200"/>
                <a:gd name="connsiteY1507" fmla="*/ 735029 h 904738"/>
                <a:gd name="connsiteX1508" fmla="*/ 154677 w 1473200"/>
                <a:gd name="connsiteY1508" fmla="*/ 731786 h 904738"/>
                <a:gd name="connsiteX1509" fmla="*/ 161172 w 1473200"/>
                <a:gd name="connsiteY1509" fmla="*/ 735029 h 904738"/>
                <a:gd name="connsiteX1510" fmla="*/ 164420 w 1473200"/>
                <a:gd name="connsiteY1510" fmla="*/ 738272 h 904738"/>
                <a:gd name="connsiteX1511" fmla="*/ 169291 w 1473200"/>
                <a:gd name="connsiteY1511" fmla="*/ 738272 h 904738"/>
                <a:gd name="connsiteX1512" fmla="*/ 175786 w 1473200"/>
                <a:gd name="connsiteY1512" fmla="*/ 736651 h 904738"/>
                <a:gd name="connsiteX1513" fmla="*/ 187153 w 1473200"/>
                <a:gd name="connsiteY1513" fmla="*/ 735029 h 904738"/>
                <a:gd name="connsiteX1514" fmla="*/ 193648 w 1473200"/>
                <a:gd name="connsiteY1514" fmla="*/ 738272 h 904738"/>
                <a:gd name="connsiteX1515" fmla="*/ 195272 w 1473200"/>
                <a:gd name="connsiteY1515" fmla="*/ 738272 h 904738"/>
                <a:gd name="connsiteX1516" fmla="*/ 198519 w 1473200"/>
                <a:gd name="connsiteY1516" fmla="*/ 738272 h 904738"/>
                <a:gd name="connsiteX1517" fmla="*/ 208262 w 1473200"/>
                <a:gd name="connsiteY1517" fmla="*/ 739894 h 904738"/>
                <a:gd name="connsiteX1518" fmla="*/ 213134 w 1473200"/>
                <a:gd name="connsiteY1518" fmla="*/ 739894 h 904738"/>
                <a:gd name="connsiteX1519" fmla="*/ 221253 w 1473200"/>
                <a:gd name="connsiteY1519" fmla="*/ 736651 h 904738"/>
                <a:gd name="connsiteX1520" fmla="*/ 224500 w 1473200"/>
                <a:gd name="connsiteY1520" fmla="*/ 736651 h 904738"/>
                <a:gd name="connsiteX1521" fmla="*/ 232619 w 1473200"/>
                <a:gd name="connsiteY1521" fmla="*/ 739894 h 904738"/>
                <a:gd name="connsiteX1522" fmla="*/ 237491 w 1473200"/>
                <a:gd name="connsiteY1522" fmla="*/ 739894 h 904738"/>
                <a:gd name="connsiteX1523" fmla="*/ 242362 w 1473200"/>
                <a:gd name="connsiteY1523" fmla="*/ 738272 h 904738"/>
                <a:gd name="connsiteX1524" fmla="*/ 243986 w 1473200"/>
                <a:gd name="connsiteY1524" fmla="*/ 739894 h 904738"/>
                <a:gd name="connsiteX1525" fmla="*/ 247233 w 1473200"/>
                <a:gd name="connsiteY1525" fmla="*/ 739894 h 904738"/>
                <a:gd name="connsiteX1526" fmla="*/ 253728 w 1473200"/>
                <a:gd name="connsiteY1526" fmla="*/ 739894 h 904738"/>
                <a:gd name="connsiteX1527" fmla="*/ 255352 w 1473200"/>
                <a:gd name="connsiteY1527" fmla="*/ 739894 h 904738"/>
                <a:gd name="connsiteX1528" fmla="*/ 258600 w 1473200"/>
                <a:gd name="connsiteY1528" fmla="*/ 739894 h 904738"/>
                <a:gd name="connsiteX1529" fmla="*/ 263471 w 1473200"/>
                <a:gd name="connsiteY1529" fmla="*/ 738272 h 904738"/>
                <a:gd name="connsiteX1530" fmla="*/ 265095 w 1473200"/>
                <a:gd name="connsiteY1530" fmla="*/ 738272 h 904738"/>
                <a:gd name="connsiteX1531" fmla="*/ 269966 w 1473200"/>
                <a:gd name="connsiteY1531" fmla="*/ 733407 h 904738"/>
                <a:gd name="connsiteX1532" fmla="*/ 273214 w 1473200"/>
                <a:gd name="connsiteY1532" fmla="*/ 712327 h 904738"/>
                <a:gd name="connsiteX1533" fmla="*/ 271590 w 1473200"/>
                <a:gd name="connsiteY1533" fmla="*/ 699354 h 904738"/>
                <a:gd name="connsiteX1534" fmla="*/ 273214 w 1473200"/>
                <a:gd name="connsiteY1534" fmla="*/ 694489 h 904738"/>
                <a:gd name="connsiteX1535" fmla="*/ 273214 w 1473200"/>
                <a:gd name="connsiteY1535" fmla="*/ 688003 h 904738"/>
                <a:gd name="connsiteX1536" fmla="*/ 271590 w 1473200"/>
                <a:gd name="connsiteY1536" fmla="*/ 681517 h 904738"/>
                <a:gd name="connsiteX1537" fmla="*/ 269966 w 1473200"/>
                <a:gd name="connsiteY1537" fmla="*/ 678274 h 904738"/>
                <a:gd name="connsiteX1538" fmla="*/ 263471 w 1473200"/>
                <a:gd name="connsiteY1538" fmla="*/ 673409 h 904738"/>
                <a:gd name="connsiteX1539" fmla="*/ 258600 w 1473200"/>
                <a:gd name="connsiteY1539" fmla="*/ 668544 h 904738"/>
                <a:gd name="connsiteX1540" fmla="*/ 255352 w 1473200"/>
                <a:gd name="connsiteY1540" fmla="*/ 662058 h 904738"/>
                <a:gd name="connsiteX1541" fmla="*/ 255352 w 1473200"/>
                <a:gd name="connsiteY1541" fmla="*/ 657193 h 904738"/>
                <a:gd name="connsiteX1542" fmla="*/ 252105 w 1473200"/>
                <a:gd name="connsiteY1542" fmla="*/ 653950 h 904738"/>
                <a:gd name="connsiteX1543" fmla="*/ 248857 w 1473200"/>
                <a:gd name="connsiteY1543" fmla="*/ 650707 h 904738"/>
                <a:gd name="connsiteX1544" fmla="*/ 243986 w 1473200"/>
                <a:gd name="connsiteY1544" fmla="*/ 649085 h 904738"/>
                <a:gd name="connsiteX1545" fmla="*/ 239114 w 1473200"/>
                <a:gd name="connsiteY1545" fmla="*/ 647464 h 904738"/>
                <a:gd name="connsiteX1546" fmla="*/ 232619 w 1473200"/>
                <a:gd name="connsiteY1546" fmla="*/ 644221 h 904738"/>
                <a:gd name="connsiteX1547" fmla="*/ 227748 w 1473200"/>
                <a:gd name="connsiteY1547" fmla="*/ 640977 h 904738"/>
                <a:gd name="connsiteX1548" fmla="*/ 224500 w 1473200"/>
                <a:gd name="connsiteY1548" fmla="*/ 639356 h 904738"/>
                <a:gd name="connsiteX1549" fmla="*/ 214757 w 1473200"/>
                <a:gd name="connsiteY1549" fmla="*/ 639356 h 904738"/>
                <a:gd name="connsiteX1550" fmla="*/ 211510 w 1473200"/>
                <a:gd name="connsiteY1550" fmla="*/ 632869 h 904738"/>
                <a:gd name="connsiteX1551" fmla="*/ 209886 w 1473200"/>
                <a:gd name="connsiteY1551" fmla="*/ 624762 h 904738"/>
                <a:gd name="connsiteX1552" fmla="*/ 218005 w 1473200"/>
                <a:gd name="connsiteY1552" fmla="*/ 618275 h 904738"/>
                <a:gd name="connsiteX1553" fmla="*/ 219629 w 1473200"/>
                <a:gd name="connsiteY1553" fmla="*/ 618275 h 904738"/>
                <a:gd name="connsiteX1554" fmla="*/ 222876 w 1473200"/>
                <a:gd name="connsiteY1554" fmla="*/ 618275 h 904738"/>
                <a:gd name="connsiteX1555" fmla="*/ 227748 w 1473200"/>
                <a:gd name="connsiteY1555" fmla="*/ 618275 h 904738"/>
                <a:gd name="connsiteX1556" fmla="*/ 229372 w 1473200"/>
                <a:gd name="connsiteY1556" fmla="*/ 618275 h 904738"/>
                <a:gd name="connsiteX1557" fmla="*/ 234243 w 1473200"/>
                <a:gd name="connsiteY1557" fmla="*/ 615032 h 904738"/>
                <a:gd name="connsiteX1558" fmla="*/ 237491 w 1473200"/>
                <a:gd name="connsiteY1558" fmla="*/ 616654 h 904738"/>
                <a:gd name="connsiteX1559" fmla="*/ 239114 w 1473200"/>
                <a:gd name="connsiteY1559" fmla="*/ 616654 h 904738"/>
                <a:gd name="connsiteX1560" fmla="*/ 242362 w 1473200"/>
                <a:gd name="connsiteY1560" fmla="*/ 616654 h 904738"/>
                <a:gd name="connsiteX1561" fmla="*/ 247233 w 1473200"/>
                <a:gd name="connsiteY1561" fmla="*/ 619897 h 904738"/>
                <a:gd name="connsiteX1562" fmla="*/ 252105 w 1473200"/>
                <a:gd name="connsiteY1562" fmla="*/ 619897 h 904738"/>
                <a:gd name="connsiteX1563" fmla="*/ 256976 w 1473200"/>
                <a:gd name="connsiteY1563" fmla="*/ 619897 h 904738"/>
                <a:gd name="connsiteX1564" fmla="*/ 260224 w 1473200"/>
                <a:gd name="connsiteY1564" fmla="*/ 619897 h 904738"/>
                <a:gd name="connsiteX1565" fmla="*/ 263471 w 1473200"/>
                <a:gd name="connsiteY1565" fmla="*/ 621518 h 904738"/>
                <a:gd name="connsiteX1566" fmla="*/ 266719 w 1473200"/>
                <a:gd name="connsiteY1566" fmla="*/ 621518 h 904738"/>
                <a:gd name="connsiteX1567" fmla="*/ 265095 w 1473200"/>
                <a:gd name="connsiteY1567" fmla="*/ 611789 h 904738"/>
                <a:gd name="connsiteX1568" fmla="*/ 261847 w 1473200"/>
                <a:gd name="connsiteY1568" fmla="*/ 605303 h 904738"/>
                <a:gd name="connsiteX1569" fmla="*/ 258600 w 1473200"/>
                <a:gd name="connsiteY1569" fmla="*/ 600438 h 904738"/>
                <a:gd name="connsiteX1570" fmla="*/ 258600 w 1473200"/>
                <a:gd name="connsiteY1570" fmla="*/ 597195 h 904738"/>
                <a:gd name="connsiteX1571" fmla="*/ 269966 w 1473200"/>
                <a:gd name="connsiteY1571" fmla="*/ 598816 h 904738"/>
                <a:gd name="connsiteX1572" fmla="*/ 278085 w 1473200"/>
                <a:gd name="connsiteY1572" fmla="*/ 602059 h 904738"/>
                <a:gd name="connsiteX1573" fmla="*/ 282957 w 1473200"/>
                <a:gd name="connsiteY1573" fmla="*/ 605303 h 904738"/>
                <a:gd name="connsiteX1574" fmla="*/ 289452 w 1473200"/>
                <a:gd name="connsiteY1574" fmla="*/ 603681 h 904738"/>
                <a:gd name="connsiteX1575" fmla="*/ 294323 w 1473200"/>
                <a:gd name="connsiteY1575" fmla="*/ 603681 h 904738"/>
                <a:gd name="connsiteX1576" fmla="*/ 300819 w 1473200"/>
                <a:gd name="connsiteY1576" fmla="*/ 602059 h 904738"/>
                <a:gd name="connsiteX1577" fmla="*/ 302442 w 1473200"/>
                <a:gd name="connsiteY1577" fmla="*/ 597195 h 904738"/>
                <a:gd name="connsiteX1578" fmla="*/ 304066 w 1473200"/>
                <a:gd name="connsiteY1578" fmla="*/ 592330 h 904738"/>
                <a:gd name="connsiteX1579" fmla="*/ 308938 w 1473200"/>
                <a:gd name="connsiteY1579" fmla="*/ 590708 h 904738"/>
                <a:gd name="connsiteX1580" fmla="*/ 317057 w 1473200"/>
                <a:gd name="connsiteY1580" fmla="*/ 589087 h 904738"/>
                <a:gd name="connsiteX1581" fmla="*/ 325176 w 1473200"/>
                <a:gd name="connsiteY1581" fmla="*/ 582601 h 904738"/>
                <a:gd name="connsiteX1582" fmla="*/ 323552 w 1473200"/>
                <a:gd name="connsiteY1582" fmla="*/ 574493 h 904738"/>
                <a:gd name="connsiteX1583" fmla="*/ 325176 w 1473200"/>
                <a:gd name="connsiteY1583" fmla="*/ 569628 h 904738"/>
                <a:gd name="connsiteX1584" fmla="*/ 333295 w 1473200"/>
                <a:gd name="connsiteY1584" fmla="*/ 563142 h 904738"/>
                <a:gd name="connsiteX1585" fmla="*/ 334918 w 1473200"/>
                <a:gd name="connsiteY1585" fmla="*/ 563142 h 904738"/>
                <a:gd name="connsiteX1586" fmla="*/ 336542 w 1473200"/>
                <a:gd name="connsiteY1586" fmla="*/ 563142 h 904738"/>
                <a:gd name="connsiteX1587" fmla="*/ 339790 w 1473200"/>
                <a:gd name="connsiteY1587" fmla="*/ 561520 h 904738"/>
                <a:gd name="connsiteX1588" fmla="*/ 344661 w 1473200"/>
                <a:gd name="connsiteY1588" fmla="*/ 559898 h 904738"/>
                <a:gd name="connsiteX1589" fmla="*/ 351156 w 1473200"/>
                <a:gd name="connsiteY1589" fmla="*/ 555034 h 904738"/>
                <a:gd name="connsiteX1590" fmla="*/ 356028 w 1473200"/>
                <a:gd name="connsiteY1590" fmla="*/ 550169 h 904738"/>
                <a:gd name="connsiteX1591" fmla="*/ 364147 w 1473200"/>
                <a:gd name="connsiteY1591" fmla="*/ 546926 h 904738"/>
                <a:gd name="connsiteX1592" fmla="*/ 370642 w 1473200"/>
                <a:gd name="connsiteY1592" fmla="*/ 538818 h 904738"/>
                <a:gd name="connsiteX1593" fmla="*/ 373889 w 1473200"/>
                <a:gd name="connsiteY1593" fmla="*/ 533953 h 904738"/>
                <a:gd name="connsiteX1594" fmla="*/ 375513 w 1473200"/>
                <a:gd name="connsiteY1594" fmla="*/ 529088 h 904738"/>
                <a:gd name="connsiteX1595" fmla="*/ 380385 w 1473200"/>
                <a:gd name="connsiteY1595" fmla="*/ 522602 h 904738"/>
                <a:gd name="connsiteX1596" fmla="*/ 386880 w 1473200"/>
                <a:gd name="connsiteY1596" fmla="*/ 516116 h 904738"/>
                <a:gd name="connsiteX1597" fmla="*/ 388504 w 1473200"/>
                <a:gd name="connsiteY1597" fmla="*/ 511251 h 904738"/>
                <a:gd name="connsiteX1598" fmla="*/ 394999 w 1473200"/>
                <a:gd name="connsiteY1598" fmla="*/ 506386 h 904738"/>
                <a:gd name="connsiteX1599" fmla="*/ 401494 w 1473200"/>
                <a:gd name="connsiteY1599" fmla="*/ 503143 h 904738"/>
                <a:gd name="connsiteX1600" fmla="*/ 404742 w 1473200"/>
                <a:gd name="connsiteY1600" fmla="*/ 503143 h 904738"/>
                <a:gd name="connsiteX1601" fmla="*/ 409613 w 1473200"/>
                <a:gd name="connsiteY1601" fmla="*/ 504765 h 904738"/>
                <a:gd name="connsiteX1602" fmla="*/ 417732 w 1473200"/>
                <a:gd name="connsiteY1602" fmla="*/ 503143 h 904738"/>
                <a:gd name="connsiteX1603" fmla="*/ 419356 w 1473200"/>
                <a:gd name="connsiteY1603" fmla="*/ 501522 h 904738"/>
                <a:gd name="connsiteX1604" fmla="*/ 420980 w 1473200"/>
                <a:gd name="connsiteY1604" fmla="*/ 499900 h 904738"/>
                <a:gd name="connsiteX1605" fmla="*/ 425851 w 1473200"/>
                <a:gd name="connsiteY1605" fmla="*/ 498278 h 904738"/>
                <a:gd name="connsiteX1606" fmla="*/ 429099 w 1473200"/>
                <a:gd name="connsiteY1606" fmla="*/ 496657 h 904738"/>
                <a:gd name="connsiteX1607" fmla="*/ 433970 w 1473200"/>
                <a:gd name="connsiteY1607" fmla="*/ 498278 h 904738"/>
                <a:gd name="connsiteX1608" fmla="*/ 443713 w 1473200"/>
                <a:gd name="connsiteY1608" fmla="*/ 501522 h 904738"/>
                <a:gd name="connsiteX1609" fmla="*/ 446960 w 1473200"/>
                <a:gd name="connsiteY1609" fmla="*/ 499900 h 904738"/>
                <a:gd name="connsiteX1610" fmla="*/ 448584 w 1473200"/>
                <a:gd name="connsiteY1610" fmla="*/ 493414 h 904738"/>
                <a:gd name="connsiteX1611" fmla="*/ 453455 w 1473200"/>
                <a:gd name="connsiteY1611" fmla="*/ 491792 h 904738"/>
                <a:gd name="connsiteX1612" fmla="*/ 453455 w 1473200"/>
                <a:gd name="connsiteY1612" fmla="*/ 485306 h 904738"/>
                <a:gd name="connsiteX1613" fmla="*/ 451832 w 1473200"/>
                <a:gd name="connsiteY1613" fmla="*/ 478819 h 904738"/>
                <a:gd name="connsiteX1614" fmla="*/ 446960 w 1473200"/>
                <a:gd name="connsiteY1614" fmla="*/ 477198 h 904738"/>
                <a:gd name="connsiteX1615" fmla="*/ 446960 w 1473200"/>
                <a:gd name="connsiteY1615" fmla="*/ 472333 h 904738"/>
                <a:gd name="connsiteX1616" fmla="*/ 445336 w 1473200"/>
                <a:gd name="connsiteY1616" fmla="*/ 469090 h 904738"/>
                <a:gd name="connsiteX1617" fmla="*/ 443713 w 1473200"/>
                <a:gd name="connsiteY1617" fmla="*/ 462604 h 904738"/>
                <a:gd name="connsiteX1618" fmla="*/ 450208 w 1473200"/>
                <a:gd name="connsiteY1618" fmla="*/ 459361 h 904738"/>
                <a:gd name="connsiteX1619" fmla="*/ 443713 w 1473200"/>
                <a:gd name="connsiteY1619" fmla="*/ 454496 h 904738"/>
                <a:gd name="connsiteX1620" fmla="*/ 438841 w 1473200"/>
                <a:gd name="connsiteY1620" fmla="*/ 452874 h 904738"/>
                <a:gd name="connsiteX1621" fmla="*/ 438841 w 1473200"/>
                <a:gd name="connsiteY1621" fmla="*/ 436658 h 904738"/>
                <a:gd name="connsiteX1622" fmla="*/ 437218 w 1473200"/>
                <a:gd name="connsiteY1622" fmla="*/ 430172 h 904738"/>
                <a:gd name="connsiteX1623" fmla="*/ 438841 w 1473200"/>
                <a:gd name="connsiteY1623" fmla="*/ 420443 h 904738"/>
                <a:gd name="connsiteX1624" fmla="*/ 443713 w 1473200"/>
                <a:gd name="connsiteY1624" fmla="*/ 415578 h 904738"/>
                <a:gd name="connsiteX1625" fmla="*/ 448584 w 1473200"/>
                <a:gd name="connsiteY1625" fmla="*/ 412335 h 904738"/>
                <a:gd name="connsiteX1626" fmla="*/ 451832 w 1473200"/>
                <a:gd name="connsiteY1626" fmla="*/ 410713 h 904738"/>
                <a:gd name="connsiteX1627" fmla="*/ 455079 w 1473200"/>
                <a:gd name="connsiteY1627" fmla="*/ 410713 h 904738"/>
                <a:gd name="connsiteX1628" fmla="*/ 461574 w 1473200"/>
                <a:gd name="connsiteY1628" fmla="*/ 409092 h 904738"/>
                <a:gd name="connsiteX1629" fmla="*/ 469693 w 1473200"/>
                <a:gd name="connsiteY1629" fmla="*/ 404227 h 904738"/>
                <a:gd name="connsiteX1630" fmla="*/ 474565 w 1473200"/>
                <a:gd name="connsiteY1630" fmla="*/ 397741 h 904738"/>
                <a:gd name="connsiteX1631" fmla="*/ 482684 w 1473200"/>
                <a:gd name="connsiteY1631" fmla="*/ 392876 h 904738"/>
                <a:gd name="connsiteX1632" fmla="*/ 485931 w 1473200"/>
                <a:gd name="connsiteY1632" fmla="*/ 397741 h 904738"/>
                <a:gd name="connsiteX1633" fmla="*/ 484308 w 1473200"/>
                <a:gd name="connsiteY1633" fmla="*/ 405848 h 904738"/>
                <a:gd name="connsiteX1634" fmla="*/ 485931 w 1473200"/>
                <a:gd name="connsiteY1634" fmla="*/ 413956 h 904738"/>
                <a:gd name="connsiteX1635" fmla="*/ 479436 w 1473200"/>
                <a:gd name="connsiteY1635" fmla="*/ 418821 h 904738"/>
                <a:gd name="connsiteX1636" fmla="*/ 479436 w 1473200"/>
                <a:gd name="connsiteY1636" fmla="*/ 426929 h 904738"/>
                <a:gd name="connsiteX1637" fmla="*/ 485931 w 1473200"/>
                <a:gd name="connsiteY1637" fmla="*/ 428551 h 904738"/>
                <a:gd name="connsiteX1638" fmla="*/ 490803 w 1473200"/>
                <a:gd name="connsiteY1638" fmla="*/ 431794 h 904738"/>
                <a:gd name="connsiteX1639" fmla="*/ 489179 w 1473200"/>
                <a:gd name="connsiteY1639" fmla="*/ 438280 h 904738"/>
                <a:gd name="connsiteX1640" fmla="*/ 481060 w 1473200"/>
                <a:gd name="connsiteY1640" fmla="*/ 439902 h 904738"/>
                <a:gd name="connsiteX1641" fmla="*/ 474565 w 1473200"/>
                <a:gd name="connsiteY1641" fmla="*/ 443145 h 904738"/>
                <a:gd name="connsiteX1642" fmla="*/ 474565 w 1473200"/>
                <a:gd name="connsiteY1642" fmla="*/ 448009 h 904738"/>
                <a:gd name="connsiteX1643" fmla="*/ 469693 w 1473200"/>
                <a:gd name="connsiteY1643" fmla="*/ 451253 h 904738"/>
                <a:gd name="connsiteX1644" fmla="*/ 464822 w 1473200"/>
                <a:gd name="connsiteY1644" fmla="*/ 456117 h 904738"/>
                <a:gd name="connsiteX1645" fmla="*/ 466446 w 1473200"/>
                <a:gd name="connsiteY1645" fmla="*/ 464225 h 904738"/>
                <a:gd name="connsiteX1646" fmla="*/ 471317 w 1473200"/>
                <a:gd name="connsiteY1646" fmla="*/ 465847 h 904738"/>
                <a:gd name="connsiteX1647" fmla="*/ 476189 w 1473200"/>
                <a:gd name="connsiteY1647" fmla="*/ 470712 h 904738"/>
                <a:gd name="connsiteX1648" fmla="*/ 474565 w 1473200"/>
                <a:gd name="connsiteY1648" fmla="*/ 473955 h 904738"/>
                <a:gd name="connsiteX1649" fmla="*/ 481060 w 1473200"/>
                <a:gd name="connsiteY1649" fmla="*/ 480441 h 904738"/>
                <a:gd name="connsiteX1650" fmla="*/ 490803 w 1473200"/>
                <a:gd name="connsiteY1650" fmla="*/ 482063 h 904738"/>
                <a:gd name="connsiteX1651" fmla="*/ 494050 w 1473200"/>
                <a:gd name="connsiteY1651" fmla="*/ 483684 h 904738"/>
                <a:gd name="connsiteX1652" fmla="*/ 492427 w 1473200"/>
                <a:gd name="connsiteY1652" fmla="*/ 490170 h 904738"/>
                <a:gd name="connsiteX1653" fmla="*/ 495674 w 1473200"/>
                <a:gd name="connsiteY1653" fmla="*/ 490170 h 904738"/>
                <a:gd name="connsiteX1654" fmla="*/ 502169 w 1473200"/>
                <a:gd name="connsiteY1654" fmla="*/ 488549 h 904738"/>
                <a:gd name="connsiteX1655" fmla="*/ 511912 w 1473200"/>
                <a:gd name="connsiteY1655" fmla="*/ 482063 h 904738"/>
                <a:gd name="connsiteX1656" fmla="*/ 518408 w 1473200"/>
                <a:gd name="connsiteY1656" fmla="*/ 478819 h 904738"/>
                <a:gd name="connsiteX1657" fmla="*/ 520032 w 1473200"/>
                <a:gd name="connsiteY1657" fmla="*/ 477198 h 904738"/>
                <a:gd name="connsiteX1658" fmla="*/ 524903 w 1473200"/>
                <a:gd name="connsiteY1658" fmla="*/ 477198 h 904738"/>
                <a:gd name="connsiteX1659" fmla="*/ 541141 w 1473200"/>
                <a:gd name="connsiteY1659" fmla="*/ 488549 h 904738"/>
                <a:gd name="connsiteX1660" fmla="*/ 547636 w 1473200"/>
                <a:gd name="connsiteY1660" fmla="*/ 491792 h 904738"/>
                <a:gd name="connsiteX1661" fmla="*/ 549260 w 1473200"/>
                <a:gd name="connsiteY1661" fmla="*/ 493414 h 904738"/>
                <a:gd name="connsiteX1662" fmla="*/ 550884 w 1473200"/>
                <a:gd name="connsiteY1662" fmla="*/ 493414 h 904738"/>
                <a:gd name="connsiteX1663" fmla="*/ 560627 w 1473200"/>
                <a:gd name="connsiteY1663" fmla="*/ 488549 h 904738"/>
                <a:gd name="connsiteX1664" fmla="*/ 565498 w 1473200"/>
                <a:gd name="connsiteY1664" fmla="*/ 485306 h 904738"/>
                <a:gd name="connsiteX1665" fmla="*/ 573617 w 1473200"/>
                <a:gd name="connsiteY1665" fmla="*/ 485306 h 904738"/>
                <a:gd name="connsiteX1666" fmla="*/ 576864 w 1473200"/>
                <a:gd name="connsiteY1666" fmla="*/ 483684 h 904738"/>
                <a:gd name="connsiteX1667" fmla="*/ 589855 w 1473200"/>
                <a:gd name="connsiteY1667" fmla="*/ 477198 h 904738"/>
                <a:gd name="connsiteX1668" fmla="*/ 601221 w 1473200"/>
                <a:gd name="connsiteY1668" fmla="*/ 472333 h 904738"/>
                <a:gd name="connsiteX1669" fmla="*/ 607717 w 1473200"/>
                <a:gd name="connsiteY1669" fmla="*/ 472333 h 904738"/>
                <a:gd name="connsiteX1670" fmla="*/ 615836 w 1473200"/>
                <a:gd name="connsiteY1670" fmla="*/ 469090 h 904738"/>
                <a:gd name="connsiteX1671" fmla="*/ 623955 w 1473200"/>
                <a:gd name="connsiteY1671" fmla="*/ 473955 h 904738"/>
                <a:gd name="connsiteX1672" fmla="*/ 627202 w 1473200"/>
                <a:gd name="connsiteY1672" fmla="*/ 480441 h 904738"/>
                <a:gd name="connsiteX1673" fmla="*/ 632074 w 1473200"/>
                <a:gd name="connsiteY1673" fmla="*/ 482063 h 904738"/>
                <a:gd name="connsiteX1674" fmla="*/ 641816 w 1473200"/>
                <a:gd name="connsiteY1674" fmla="*/ 480441 h 904738"/>
                <a:gd name="connsiteX1675" fmla="*/ 645064 w 1473200"/>
                <a:gd name="connsiteY1675" fmla="*/ 478819 h 904738"/>
                <a:gd name="connsiteX1676" fmla="*/ 653183 w 1473200"/>
                <a:gd name="connsiteY1676" fmla="*/ 472333 h 904738"/>
                <a:gd name="connsiteX1677" fmla="*/ 656431 w 1473200"/>
                <a:gd name="connsiteY1677" fmla="*/ 470712 h 904738"/>
                <a:gd name="connsiteX1678" fmla="*/ 658054 w 1473200"/>
                <a:gd name="connsiteY1678" fmla="*/ 470712 h 904738"/>
                <a:gd name="connsiteX1679" fmla="*/ 664549 w 1473200"/>
                <a:gd name="connsiteY1679" fmla="*/ 465847 h 904738"/>
                <a:gd name="connsiteX1680" fmla="*/ 667797 w 1473200"/>
                <a:gd name="connsiteY1680" fmla="*/ 459361 h 904738"/>
                <a:gd name="connsiteX1681" fmla="*/ 671045 w 1473200"/>
                <a:gd name="connsiteY1681" fmla="*/ 456117 h 904738"/>
                <a:gd name="connsiteX1682" fmla="*/ 671045 w 1473200"/>
                <a:gd name="connsiteY1682" fmla="*/ 451253 h 904738"/>
                <a:gd name="connsiteX1683" fmla="*/ 667797 w 1473200"/>
                <a:gd name="connsiteY1683" fmla="*/ 446388 h 904738"/>
                <a:gd name="connsiteX1684" fmla="*/ 671045 w 1473200"/>
                <a:gd name="connsiteY1684" fmla="*/ 438280 h 904738"/>
                <a:gd name="connsiteX1685" fmla="*/ 671045 w 1473200"/>
                <a:gd name="connsiteY1685" fmla="*/ 435037 h 904738"/>
                <a:gd name="connsiteX1686" fmla="*/ 667797 w 1473200"/>
                <a:gd name="connsiteY1686" fmla="*/ 431794 h 904738"/>
                <a:gd name="connsiteX1687" fmla="*/ 669421 w 1473200"/>
                <a:gd name="connsiteY1687" fmla="*/ 428551 h 904738"/>
                <a:gd name="connsiteX1688" fmla="*/ 671045 w 1473200"/>
                <a:gd name="connsiteY1688" fmla="*/ 425307 h 904738"/>
                <a:gd name="connsiteX1689" fmla="*/ 669421 w 1473200"/>
                <a:gd name="connsiteY1689" fmla="*/ 418821 h 904738"/>
                <a:gd name="connsiteX1690" fmla="*/ 674292 w 1473200"/>
                <a:gd name="connsiteY1690" fmla="*/ 415578 h 904738"/>
                <a:gd name="connsiteX1691" fmla="*/ 675916 w 1473200"/>
                <a:gd name="connsiteY1691" fmla="*/ 413956 h 904738"/>
                <a:gd name="connsiteX1692" fmla="*/ 677540 w 1473200"/>
                <a:gd name="connsiteY1692" fmla="*/ 407470 h 904738"/>
                <a:gd name="connsiteX1693" fmla="*/ 680787 w 1473200"/>
                <a:gd name="connsiteY1693" fmla="*/ 402605 h 904738"/>
                <a:gd name="connsiteX1694" fmla="*/ 687283 w 1473200"/>
                <a:gd name="connsiteY1694" fmla="*/ 397741 h 904738"/>
                <a:gd name="connsiteX1695" fmla="*/ 692154 w 1473200"/>
                <a:gd name="connsiteY1695" fmla="*/ 396119 h 904738"/>
                <a:gd name="connsiteX1696" fmla="*/ 695402 w 1473200"/>
                <a:gd name="connsiteY1696" fmla="*/ 399362 h 904738"/>
                <a:gd name="connsiteX1697" fmla="*/ 701897 w 1473200"/>
                <a:gd name="connsiteY1697" fmla="*/ 400984 h 904738"/>
                <a:gd name="connsiteX1698" fmla="*/ 703521 w 1473200"/>
                <a:gd name="connsiteY1698" fmla="*/ 400984 h 904738"/>
                <a:gd name="connsiteX1699" fmla="*/ 705144 w 1473200"/>
                <a:gd name="connsiteY1699" fmla="*/ 402605 h 904738"/>
                <a:gd name="connsiteX1700" fmla="*/ 710016 w 1473200"/>
                <a:gd name="connsiteY1700" fmla="*/ 407470 h 904738"/>
                <a:gd name="connsiteX1701" fmla="*/ 719759 w 1473200"/>
                <a:gd name="connsiteY1701" fmla="*/ 412335 h 904738"/>
                <a:gd name="connsiteX1702" fmla="*/ 724630 w 1473200"/>
                <a:gd name="connsiteY1702" fmla="*/ 410713 h 904738"/>
                <a:gd name="connsiteX1703" fmla="*/ 729501 w 1473200"/>
                <a:gd name="connsiteY1703" fmla="*/ 404227 h 904738"/>
                <a:gd name="connsiteX1704" fmla="*/ 729501 w 1473200"/>
                <a:gd name="connsiteY1704" fmla="*/ 397741 h 904738"/>
                <a:gd name="connsiteX1705" fmla="*/ 731125 w 1473200"/>
                <a:gd name="connsiteY1705" fmla="*/ 392876 h 904738"/>
                <a:gd name="connsiteX1706" fmla="*/ 731125 w 1473200"/>
                <a:gd name="connsiteY1706" fmla="*/ 389633 h 904738"/>
                <a:gd name="connsiteX1707" fmla="*/ 726254 w 1473200"/>
                <a:gd name="connsiteY1707" fmla="*/ 383146 h 904738"/>
                <a:gd name="connsiteX1708" fmla="*/ 719759 w 1473200"/>
                <a:gd name="connsiteY1708" fmla="*/ 379903 h 904738"/>
                <a:gd name="connsiteX1709" fmla="*/ 716511 w 1473200"/>
                <a:gd name="connsiteY1709" fmla="*/ 373417 h 904738"/>
                <a:gd name="connsiteX1710" fmla="*/ 714887 w 1473200"/>
                <a:gd name="connsiteY1710" fmla="*/ 366930 h 904738"/>
                <a:gd name="connsiteX1711" fmla="*/ 713263 w 1473200"/>
                <a:gd name="connsiteY1711" fmla="*/ 360444 h 904738"/>
                <a:gd name="connsiteX1712" fmla="*/ 721382 w 1473200"/>
                <a:gd name="connsiteY1712" fmla="*/ 355579 h 904738"/>
                <a:gd name="connsiteX1713" fmla="*/ 726254 w 1473200"/>
                <a:gd name="connsiteY1713" fmla="*/ 349093 h 904738"/>
                <a:gd name="connsiteX1714" fmla="*/ 735997 w 1473200"/>
                <a:gd name="connsiteY1714" fmla="*/ 349093 h 904738"/>
                <a:gd name="connsiteX1715" fmla="*/ 745739 w 1473200"/>
                <a:gd name="connsiteY1715" fmla="*/ 345850 h 904738"/>
                <a:gd name="connsiteX1716" fmla="*/ 750611 w 1473200"/>
                <a:gd name="connsiteY1716" fmla="*/ 345850 h 904738"/>
                <a:gd name="connsiteX1717" fmla="*/ 753858 w 1473200"/>
                <a:gd name="connsiteY1717" fmla="*/ 344228 h 904738"/>
                <a:gd name="connsiteX1718" fmla="*/ 757106 w 1473200"/>
                <a:gd name="connsiteY1718" fmla="*/ 344228 h 904738"/>
                <a:gd name="connsiteX1719" fmla="*/ 761977 w 1473200"/>
                <a:gd name="connsiteY1719" fmla="*/ 344228 h 904738"/>
                <a:gd name="connsiteX1720" fmla="*/ 765225 w 1473200"/>
                <a:gd name="connsiteY1720" fmla="*/ 344228 h 904738"/>
                <a:gd name="connsiteX1721" fmla="*/ 770096 w 1473200"/>
                <a:gd name="connsiteY1721" fmla="*/ 345850 h 904738"/>
                <a:gd name="connsiteX1722" fmla="*/ 773344 w 1473200"/>
                <a:gd name="connsiteY1722" fmla="*/ 345850 h 904738"/>
                <a:gd name="connsiteX1723" fmla="*/ 776591 w 1473200"/>
                <a:gd name="connsiteY1723" fmla="*/ 345850 h 904738"/>
                <a:gd name="connsiteX1724" fmla="*/ 779839 w 1473200"/>
                <a:gd name="connsiteY1724" fmla="*/ 347472 h 904738"/>
                <a:gd name="connsiteX1725" fmla="*/ 784710 w 1473200"/>
                <a:gd name="connsiteY1725" fmla="*/ 347472 h 904738"/>
                <a:gd name="connsiteX1726" fmla="*/ 786334 w 1473200"/>
                <a:gd name="connsiteY1726" fmla="*/ 349093 h 904738"/>
                <a:gd name="connsiteX1727" fmla="*/ 789582 w 1473200"/>
                <a:gd name="connsiteY1727" fmla="*/ 349093 h 904738"/>
                <a:gd name="connsiteX1728" fmla="*/ 792829 w 1473200"/>
                <a:gd name="connsiteY1728" fmla="*/ 349093 h 904738"/>
                <a:gd name="connsiteX1729" fmla="*/ 796077 w 1473200"/>
                <a:gd name="connsiteY1729" fmla="*/ 345850 h 904738"/>
                <a:gd name="connsiteX1730" fmla="*/ 800948 w 1473200"/>
                <a:gd name="connsiteY1730" fmla="*/ 340985 h 904738"/>
                <a:gd name="connsiteX1731" fmla="*/ 804196 w 1473200"/>
                <a:gd name="connsiteY1731" fmla="*/ 340985 h 904738"/>
                <a:gd name="connsiteX1732" fmla="*/ 807444 w 1473200"/>
                <a:gd name="connsiteY1732" fmla="*/ 339364 h 904738"/>
                <a:gd name="connsiteX1733" fmla="*/ 810691 w 1473200"/>
                <a:gd name="connsiteY1733" fmla="*/ 337742 h 904738"/>
                <a:gd name="connsiteX1734" fmla="*/ 815563 w 1473200"/>
                <a:gd name="connsiteY1734" fmla="*/ 336120 h 904738"/>
                <a:gd name="connsiteX1735" fmla="*/ 817186 w 1473200"/>
                <a:gd name="connsiteY1735" fmla="*/ 336120 h 904738"/>
                <a:gd name="connsiteX1736" fmla="*/ 820434 w 1473200"/>
                <a:gd name="connsiteY1736" fmla="*/ 334499 h 904738"/>
                <a:gd name="connsiteX1737" fmla="*/ 822058 w 1473200"/>
                <a:gd name="connsiteY1737" fmla="*/ 334499 h 904738"/>
                <a:gd name="connsiteX1738" fmla="*/ 825305 w 1473200"/>
                <a:gd name="connsiteY1738" fmla="*/ 334499 h 904738"/>
                <a:gd name="connsiteX1739" fmla="*/ 828553 w 1473200"/>
                <a:gd name="connsiteY1739" fmla="*/ 334499 h 904738"/>
                <a:gd name="connsiteX1740" fmla="*/ 831801 w 1473200"/>
                <a:gd name="connsiteY1740" fmla="*/ 334499 h 904738"/>
                <a:gd name="connsiteX1741" fmla="*/ 830177 w 1473200"/>
                <a:gd name="connsiteY1741" fmla="*/ 331256 h 904738"/>
                <a:gd name="connsiteX1742" fmla="*/ 826929 w 1473200"/>
                <a:gd name="connsiteY1742" fmla="*/ 329634 h 904738"/>
                <a:gd name="connsiteX1743" fmla="*/ 823682 w 1473200"/>
                <a:gd name="connsiteY1743" fmla="*/ 329634 h 904738"/>
                <a:gd name="connsiteX1744" fmla="*/ 820434 w 1473200"/>
                <a:gd name="connsiteY1744" fmla="*/ 331256 h 904738"/>
                <a:gd name="connsiteX1745" fmla="*/ 812315 w 1473200"/>
                <a:gd name="connsiteY1745" fmla="*/ 329634 h 904738"/>
                <a:gd name="connsiteX1746" fmla="*/ 807444 w 1473200"/>
                <a:gd name="connsiteY1746" fmla="*/ 326391 h 904738"/>
                <a:gd name="connsiteX1747" fmla="*/ 805820 w 1473200"/>
                <a:gd name="connsiteY1747" fmla="*/ 321526 h 904738"/>
                <a:gd name="connsiteX1748" fmla="*/ 800948 w 1473200"/>
                <a:gd name="connsiteY1748" fmla="*/ 318283 h 904738"/>
                <a:gd name="connsiteX1749" fmla="*/ 797701 w 1473200"/>
                <a:gd name="connsiteY1749" fmla="*/ 319905 h 904738"/>
                <a:gd name="connsiteX1750" fmla="*/ 794453 w 1473200"/>
                <a:gd name="connsiteY1750" fmla="*/ 319905 h 904738"/>
                <a:gd name="connsiteX1751" fmla="*/ 786334 w 1473200"/>
                <a:gd name="connsiteY1751" fmla="*/ 323148 h 904738"/>
                <a:gd name="connsiteX1752" fmla="*/ 774968 w 1473200"/>
                <a:gd name="connsiteY1752" fmla="*/ 321526 h 904738"/>
                <a:gd name="connsiteX1753" fmla="*/ 770096 w 1473200"/>
                <a:gd name="connsiteY1753" fmla="*/ 319905 h 904738"/>
                <a:gd name="connsiteX1754" fmla="*/ 760353 w 1473200"/>
                <a:gd name="connsiteY1754" fmla="*/ 324769 h 904738"/>
                <a:gd name="connsiteX1755" fmla="*/ 758730 w 1473200"/>
                <a:gd name="connsiteY1755" fmla="*/ 324769 h 904738"/>
                <a:gd name="connsiteX1756" fmla="*/ 755482 w 1473200"/>
                <a:gd name="connsiteY1756" fmla="*/ 324769 h 904738"/>
                <a:gd name="connsiteX1757" fmla="*/ 752235 w 1473200"/>
                <a:gd name="connsiteY1757" fmla="*/ 324769 h 904738"/>
                <a:gd name="connsiteX1758" fmla="*/ 748987 w 1473200"/>
                <a:gd name="connsiteY1758" fmla="*/ 324769 h 904738"/>
                <a:gd name="connsiteX1759" fmla="*/ 744116 w 1473200"/>
                <a:gd name="connsiteY1759" fmla="*/ 329634 h 904738"/>
                <a:gd name="connsiteX1760" fmla="*/ 735997 w 1473200"/>
                <a:gd name="connsiteY1760" fmla="*/ 332877 h 904738"/>
                <a:gd name="connsiteX1761" fmla="*/ 734373 w 1473200"/>
                <a:gd name="connsiteY1761" fmla="*/ 332877 h 904738"/>
                <a:gd name="connsiteX1762" fmla="*/ 732749 w 1473200"/>
                <a:gd name="connsiteY1762" fmla="*/ 332877 h 904738"/>
                <a:gd name="connsiteX1763" fmla="*/ 729501 w 1473200"/>
                <a:gd name="connsiteY1763" fmla="*/ 334499 h 904738"/>
                <a:gd name="connsiteX1764" fmla="*/ 723006 w 1473200"/>
                <a:gd name="connsiteY1764" fmla="*/ 337742 h 904738"/>
                <a:gd name="connsiteX1765" fmla="*/ 711640 w 1473200"/>
                <a:gd name="connsiteY1765" fmla="*/ 336120 h 904738"/>
                <a:gd name="connsiteX1766" fmla="*/ 706768 w 1473200"/>
                <a:gd name="connsiteY1766" fmla="*/ 332877 h 904738"/>
                <a:gd name="connsiteX1767" fmla="*/ 703521 w 1473200"/>
                <a:gd name="connsiteY1767" fmla="*/ 326391 h 904738"/>
                <a:gd name="connsiteX1768" fmla="*/ 697025 w 1473200"/>
                <a:gd name="connsiteY1768" fmla="*/ 323148 h 904738"/>
                <a:gd name="connsiteX1769" fmla="*/ 687283 w 1473200"/>
                <a:gd name="connsiteY1769" fmla="*/ 323148 h 904738"/>
                <a:gd name="connsiteX1770" fmla="*/ 682411 w 1473200"/>
                <a:gd name="connsiteY1770" fmla="*/ 319905 h 904738"/>
                <a:gd name="connsiteX1771" fmla="*/ 680787 w 1473200"/>
                <a:gd name="connsiteY1771" fmla="*/ 319905 h 904738"/>
                <a:gd name="connsiteX1772" fmla="*/ 679164 w 1473200"/>
                <a:gd name="connsiteY1772" fmla="*/ 316662 h 904738"/>
                <a:gd name="connsiteX1773" fmla="*/ 682411 w 1473200"/>
                <a:gd name="connsiteY1773" fmla="*/ 292338 h 904738"/>
                <a:gd name="connsiteX1774" fmla="*/ 680787 w 1473200"/>
                <a:gd name="connsiteY1774" fmla="*/ 284230 h 904738"/>
                <a:gd name="connsiteX1775" fmla="*/ 674292 w 1473200"/>
                <a:gd name="connsiteY1775" fmla="*/ 274500 h 904738"/>
                <a:gd name="connsiteX1776" fmla="*/ 671045 w 1473200"/>
                <a:gd name="connsiteY1776" fmla="*/ 266393 h 904738"/>
                <a:gd name="connsiteX1777" fmla="*/ 672668 w 1473200"/>
                <a:gd name="connsiteY1777" fmla="*/ 258285 h 904738"/>
                <a:gd name="connsiteX1778" fmla="*/ 674292 w 1473200"/>
                <a:gd name="connsiteY1778" fmla="*/ 253420 h 904738"/>
                <a:gd name="connsiteX1779" fmla="*/ 679164 w 1473200"/>
                <a:gd name="connsiteY1779" fmla="*/ 246934 h 904738"/>
                <a:gd name="connsiteX1780" fmla="*/ 684035 w 1473200"/>
                <a:gd name="connsiteY1780" fmla="*/ 243690 h 904738"/>
                <a:gd name="connsiteX1781" fmla="*/ 692154 w 1473200"/>
                <a:gd name="connsiteY1781" fmla="*/ 242069 h 904738"/>
                <a:gd name="connsiteX1782" fmla="*/ 698649 w 1473200"/>
                <a:gd name="connsiteY1782" fmla="*/ 238826 h 904738"/>
                <a:gd name="connsiteX1783" fmla="*/ 698649 w 1473200"/>
                <a:gd name="connsiteY1783" fmla="*/ 233961 h 904738"/>
                <a:gd name="connsiteX1784" fmla="*/ 705144 w 1473200"/>
                <a:gd name="connsiteY1784" fmla="*/ 229096 h 904738"/>
                <a:gd name="connsiteX1785" fmla="*/ 711640 w 1473200"/>
                <a:gd name="connsiteY1785" fmla="*/ 225853 h 904738"/>
                <a:gd name="connsiteX1786" fmla="*/ 716511 w 1473200"/>
                <a:gd name="connsiteY1786" fmla="*/ 220988 h 904738"/>
                <a:gd name="connsiteX1787" fmla="*/ 723006 w 1473200"/>
                <a:gd name="connsiteY1787" fmla="*/ 216124 h 904738"/>
                <a:gd name="connsiteX1788" fmla="*/ 726254 w 1473200"/>
                <a:gd name="connsiteY1788" fmla="*/ 211259 h 904738"/>
                <a:gd name="connsiteX1789" fmla="*/ 729501 w 1473200"/>
                <a:gd name="connsiteY1789" fmla="*/ 208016 h 904738"/>
                <a:gd name="connsiteX1790" fmla="*/ 735997 w 1473200"/>
                <a:gd name="connsiteY1790" fmla="*/ 203151 h 904738"/>
                <a:gd name="connsiteX1791" fmla="*/ 737620 w 1473200"/>
                <a:gd name="connsiteY1791" fmla="*/ 195043 h 904738"/>
                <a:gd name="connsiteX1792" fmla="*/ 742492 w 1473200"/>
                <a:gd name="connsiteY1792" fmla="*/ 195043 h 904738"/>
                <a:gd name="connsiteX1793" fmla="*/ 747363 w 1473200"/>
                <a:gd name="connsiteY1793" fmla="*/ 198286 h 904738"/>
                <a:gd name="connsiteX1794" fmla="*/ 747363 w 1473200"/>
                <a:gd name="connsiteY1794" fmla="*/ 188557 h 904738"/>
                <a:gd name="connsiteX1795" fmla="*/ 744116 w 1473200"/>
                <a:gd name="connsiteY1795" fmla="*/ 182070 h 904738"/>
                <a:gd name="connsiteX1796" fmla="*/ 742492 w 1473200"/>
                <a:gd name="connsiteY1796" fmla="*/ 177206 h 904738"/>
                <a:gd name="connsiteX1797" fmla="*/ 735997 w 1473200"/>
                <a:gd name="connsiteY1797" fmla="*/ 173963 h 904738"/>
                <a:gd name="connsiteX1798" fmla="*/ 729501 w 1473200"/>
                <a:gd name="connsiteY1798" fmla="*/ 170719 h 904738"/>
                <a:gd name="connsiteX1799" fmla="*/ 727878 w 1473200"/>
                <a:gd name="connsiteY1799" fmla="*/ 172341 h 904738"/>
                <a:gd name="connsiteX1800" fmla="*/ 724630 w 1473200"/>
                <a:gd name="connsiteY1800" fmla="*/ 173963 h 904738"/>
                <a:gd name="connsiteX1801" fmla="*/ 723006 w 1473200"/>
                <a:gd name="connsiteY1801" fmla="*/ 172341 h 904738"/>
                <a:gd name="connsiteX1802" fmla="*/ 721382 w 1473200"/>
                <a:gd name="connsiteY1802" fmla="*/ 170719 h 904738"/>
                <a:gd name="connsiteX1803" fmla="*/ 718135 w 1473200"/>
                <a:gd name="connsiteY1803" fmla="*/ 170719 h 904738"/>
                <a:gd name="connsiteX1804" fmla="*/ 716511 w 1473200"/>
                <a:gd name="connsiteY1804" fmla="*/ 170719 h 904738"/>
                <a:gd name="connsiteX1805" fmla="*/ 714887 w 1473200"/>
                <a:gd name="connsiteY1805" fmla="*/ 170719 h 904738"/>
                <a:gd name="connsiteX1806" fmla="*/ 713263 w 1473200"/>
                <a:gd name="connsiteY1806" fmla="*/ 170719 h 904738"/>
                <a:gd name="connsiteX1807" fmla="*/ 710016 w 1473200"/>
                <a:gd name="connsiteY1807" fmla="*/ 170719 h 904738"/>
                <a:gd name="connsiteX1808" fmla="*/ 708392 w 1473200"/>
                <a:gd name="connsiteY1808" fmla="*/ 170719 h 904738"/>
                <a:gd name="connsiteX1809" fmla="*/ 705144 w 1473200"/>
                <a:gd name="connsiteY1809" fmla="*/ 169098 h 904738"/>
                <a:gd name="connsiteX1810" fmla="*/ 703521 w 1473200"/>
                <a:gd name="connsiteY1810" fmla="*/ 169098 h 904738"/>
                <a:gd name="connsiteX1811" fmla="*/ 701897 w 1473200"/>
                <a:gd name="connsiteY1811" fmla="*/ 169098 h 904738"/>
                <a:gd name="connsiteX1812" fmla="*/ 698649 w 1473200"/>
                <a:gd name="connsiteY1812" fmla="*/ 170719 h 904738"/>
                <a:gd name="connsiteX1813" fmla="*/ 695402 w 1473200"/>
                <a:gd name="connsiteY1813" fmla="*/ 175584 h 904738"/>
                <a:gd name="connsiteX1814" fmla="*/ 690530 w 1473200"/>
                <a:gd name="connsiteY1814" fmla="*/ 178827 h 904738"/>
                <a:gd name="connsiteX1815" fmla="*/ 685659 w 1473200"/>
                <a:gd name="connsiteY1815" fmla="*/ 182070 h 904738"/>
                <a:gd name="connsiteX1816" fmla="*/ 682411 w 1473200"/>
                <a:gd name="connsiteY1816" fmla="*/ 186935 h 904738"/>
                <a:gd name="connsiteX1817" fmla="*/ 679164 w 1473200"/>
                <a:gd name="connsiteY1817" fmla="*/ 191800 h 904738"/>
                <a:gd name="connsiteX1818" fmla="*/ 674292 w 1473200"/>
                <a:gd name="connsiteY1818" fmla="*/ 198286 h 904738"/>
                <a:gd name="connsiteX1819" fmla="*/ 677540 w 1473200"/>
                <a:gd name="connsiteY1819" fmla="*/ 203151 h 904738"/>
                <a:gd name="connsiteX1820" fmla="*/ 680787 w 1473200"/>
                <a:gd name="connsiteY1820" fmla="*/ 206394 h 904738"/>
                <a:gd name="connsiteX1821" fmla="*/ 679164 w 1473200"/>
                <a:gd name="connsiteY1821" fmla="*/ 212880 h 904738"/>
                <a:gd name="connsiteX1822" fmla="*/ 677540 w 1473200"/>
                <a:gd name="connsiteY1822" fmla="*/ 216124 h 904738"/>
                <a:gd name="connsiteX1823" fmla="*/ 671045 w 1473200"/>
                <a:gd name="connsiteY1823" fmla="*/ 220988 h 904738"/>
                <a:gd name="connsiteX1824" fmla="*/ 666173 w 1473200"/>
                <a:gd name="connsiteY1824" fmla="*/ 227475 h 904738"/>
                <a:gd name="connsiteX1825" fmla="*/ 661302 w 1473200"/>
                <a:gd name="connsiteY1825" fmla="*/ 230718 h 904738"/>
                <a:gd name="connsiteX1826" fmla="*/ 658054 w 1473200"/>
                <a:gd name="connsiteY1826" fmla="*/ 230718 h 904738"/>
                <a:gd name="connsiteX1827" fmla="*/ 656431 w 1473200"/>
                <a:gd name="connsiteY1827" fmla="*/ 232339 h 904738"/>
                <a:gd name="connsiteX1828" fmla="*/ 651559 w 1473200"/>
                <a:gd name="connsiteY1828" fmla="*/ 235583 h 904738"/>
                <a:gd name="connsiteX1829" fmla="*/ 645064 w 1473200"/>
                <a:gd name="connsiteY1829" fmla="*/ 238826 h 904738"/>
                <a:gd name="connsiteX1830" fmla="*/ 636945 w 1473200"/>
                <a:gd name="connsiteY1830" fmla="*/ 243690 h 904738"/>
                <a:gd name="connsiteX1831" fmla="*/ 628826 w 1473200"/>
                <a:gd name="connsiteY1831" fmla="*/ 246934 h 904738"/>
                <a:gd name="connsiteX1832" fmla="*/ 622331 w 1473200"/>
                <a:gd name="connsiteY1832" fmla="*/ 253420 h 904738"/>
                <a:gd name="connsiteX1833" fmla="*/ 619083 w 1473200"/>
                <a:gd name="connsiteY1833" fmla="*/ 251798 h 904738"/>
                <a:gd name="connsiteX1834" fmla="*/ 615836 w 1473200"/>
                <a:gd name="connsiteY1834" fmla="*/ 251798 h 904738"/>
                <a:gd name="connsiteX1835" fmla="*/ 615836 w 1473200"/>
                <a:gd name="connsiteY1835" fmla="*/ 258285 h 904738"/>
                <a:gd name="connsiteX1836" fmla="*/ 617459 w 1473200"/>
                <a:gd name="connsiteY1836" fmla="*/ 261528 h 904738"/>
                <a:gd name="connsiteX1837" fmla="*/ 614212 w 1473200"/>
                <a:gd name="connsiteY1837" fmla="*/ 264771 h 904738"/>
                <a:gd name="connsiteX1838" fmla="*/ 610964 w 1473200"/>
                <a:gd name="connsiteY1838" fmla="*/ 264771 h 904738"/>
                <a:gd name="connsiteX1839" fmla="*/ 609340 w 1473200"/>
                <a:gd name="connsiteY1839" fmla="*/ 264771 h 904738"/>
                <a:gd name="connsiteX1840" fmla="*/ 607717 w 1473200"/>
                <a:gd name="connsiteY1840" fmla="*/ 264771 h 904738"/>
                <a:gd name="connsiteX1841" fmla="*/ 606093 w 1473200"/>
                <a:gd name="connsiteY1841" fmla="*/ 266393 h 904738"/>
                <a:gd name="connsiteX1842" fmla="*/ 609340 w 1473200"/>
                <a:gd name="connsiteY1842" fmla="*/ 271257 h 904738"/>
                <a:gd name="connsiteX1843" fmla="*/ 609340 w 1473200"/>
                <a:gd name="connsiteY1843" fmla="*/ 276122 h 904738"/>
                <a:gd name="connsiteX1844" fmla="*/ 606093 w 1473200"/>
                <a:gd name="connsiteY1844" fmla="*/ 279365 h 904738"/>
                <a:gd name="connsiteX1845" fmla="*/ 606093 w 1473200"/>
                <a:gd name="connsiteY1845" fmla="*/ 282608 h 904738"/>
                <a:gd name="connsiteX1846" fmla="*/ 606093 w 1473200"/>
                <a:gd name="connsiteY1846" fmla="*/ 289095 h 904738"/>
                <a:gd name="connsiteX1847" fmla="*/ 602845 w 1473200"/>
                <a:gd name="connsiteY1847" fmla="*/ 290716 h 904738"/>
                <a:gd name="connsiteX1848" fmla="*/ 602845 w 1473200"/>
                <a:gd name="connsiteY1848" fmla="*/ 293959 h 904738"/>
                <a:gd name="connsiteX1849" fmla="*/ 602845 w 1473200"/>
                <a:gd name="connsiteY1849" fmla="*/ 302067 h 904738"/>
                <a:gd name="connsiteX1850" fmla="*/ 604469 w 1473200"/>
                <a:gd name="connsiteY1850" fmla="*/ 310175 h 904738"/>
                <a:gd name="connsiteX1851" fmla="*/ 602845 w 1473200"/>
                <a:gd name="connsiteY1851" fmla="*/ 315040 h 904738"/>
                <a:gd name="connsiteX1852" fmla="*/ 606093 w 1473200"/>
                <a:gd name="connsiteY1852" fmla="*/ 316662 h 904738"/>
                <a:gd name="connsiteX1853" fmla="*/ 612588 w 1473200"/>
                <a:gd name="connsiteY1853" fmla="*/ 318283 h 904738"/>
                <a:gd name="connsiteX1854" fmla="*/ 617459 w 1473200"/>
                <a:gd name="connsiteY1854" fmla="*/ 321526 h 904738"/>
                <a:gd name="connsiteX1855" fmla="*/ 625578 w 1473200"/>
                <a:gd name="connsiteY1855" fmla="*/ 328013 h 904738"/>
                <a:gd name="connsiteX1856" fmla="*/ 627202 w 1473200"/>
                <a:gd name="connsiteY1856" fmla="*/ 328013 h 904738"/>
                <a:gd name="connsiteX1857" fmla="*/ 630450 w 1473200"/>
                <a:gd name="connsiteY1857" fmla="*/ 329634 h 904738"/>
                <a:gd name="connsiteX1858" fmla="*/ 632074 w 1473200"/>
                <a:gd name="connsiteY1858" fmla="*/ 334499 h 904738"/>
                <a:gd name="connsiteX1859" fmla="*/ 635321 w 1473200"/>
                <a:gd name="connsiteY1859" fmla="*/ 339364 h 904738"/>
                <a:gd name="connsiteX1860" fmla="*/ 633697 w 1473200"/>
                <a:gd name="connsiteY1860" fmla="*/ 342607 h 904738"/>
                <a:gd name="connsiteX1861" fmla="*/ 628826 w 1473200"/>
                <a:gd name="connsiteY1861" fmla="*/ 347472 h 904738"/>
                <a:gd name="connsiteX1862" fmla="*/ 627202 w 1473200"/>
                <a:gd name="connsiteY1862" fmla="*/ 350715 h 904738"/>
                <a:gd name="connsiteX1863" fmla="*/ 628826 w 1473200"/>
                <a:gd name="connsiteY1863" fmla="*/ 352336 h 904738"/>
                <a:gd name="connsiteX1864" fmla="*/ 627202 w 1473200"/>
                <a:gd name="connsiteY1864" fmla="*/ 357201 h 904738"/>
                <a:gd name="connsiteX1865" fmla="*/ 623955 w 1473200"/>
                <a:gd name="connsiteY1865" fmla="*/ 362066 h 904738"/>
                <a:gd name="connsiteX1866" fmla="*/ 619083 w 1473200"/>
                <a:gd name="connsiteY1866" fmla="*/ 363687 h 904738"/>
                <a:gd name="connsiteX1867" fmla="*/ 615836 w 1473200"/>
                <a:gd name="connsiteY1867" fmla="*/ 365309 h 904738"/>
                <a:gd name="connsiteX1868" fmla="*/ 612588 w 1473200"/>
                <a:gd name="connsiteY1868" fmla="*/ 368552 h 904738"/>
                <a:gd name="connsiteX1869" fmla="*/ 607717 w 1473200"/>
                <a:gd name="connsiteY1869" fmla="*/ 368552 h 904738"/>
                <a:gd name="connsiteX1870" fmla="*/ 601221 w 1473200"/>
                <a:gd name="connsiteY1870" fmla="*/ 371795 h 904738"/>
                <a:gd name="connsiteX1871" fmla="*/ 597974 w 1473200"/>
                <a:gd name="connsiteY1871" fmla="*/ 371795 h 904738"/>
                <a:gd name="connsiteX1872" fmla="*/ 594726 w 1473200"/>
                <a:gd name="connsiteY1872" fmla="*/ 376660 h 904738"/>
                <a:gd name="connsiteX1873" fmla="*/ 593102 w 1473200"/>
                <a:gd name="connsiteY1873" fmla="*/ 381525 h 904738"/>
                <a:gd name="connsiteX1874" fmla="*/ 594726 w 1473200"/>
                <a:gd name="connsiteY1874" fmla="*/ 391254 h 904738"/>
                <a:gd name="connsiteX1875" fmla="*/ 593102 w 1473200"/>
                <a:gd name="connsiteY1875" fmla="*/ 396119 h 904738"/>
                <a:gd name="connsiteX1876" fmla="*/ 593102 w 1473200"/>
                <a:gd name="connsiteY1876" fmla="*/ 400984 h 904738"/>
                <a:gd name="connsiteX1877" fmla="*/ 591479 w 1473200"/>
                <a:gd name="connsiteY1877" fmla="*/ 405848 h 904738"/>
                <a:gd name="connsiteX1878" fmla="*/ 591479 w 1473200"/>
                <a:gd name="connsiteY1878" fmla="*/ 410713 h 904738"/>
                <a:gd name="connsiteX1879" fmla="*/ 591479 w 1473200"/>
                <a:gd name="connsiteY1879" fmla="*/ 413956 h 904738"/>
                <a:gd name="connsiteX1880" fmla="*/ 589855 w 1473200"/>
                <a:gd name="connsiteY1880" fmla="*/ 417199 h 904738"/>
                <a:gd name="connsiteX1881" fmla="*/ 589855 w 1473200"/>
                <a:gd name="connsiteY1881" fmla="*/ 418821 h 904738"/>
                <a:gd name="connsiteX1882" fmla="*/ 591479 w 1473200"/>
                <a:gd name="connsiteY1882" fmla="*/ 415578 h 904738"/>
                <a:gd name="connsiteX1883" fmla="*/ 594726 w 1473200"/>
                <a:gd name="connsiteY1883" fmla="*/ 410713 h 904738"/>
                <a:gd name="connsiteX1884" fmla="*/ 597974 w 1473200"/>
                <a:gd name="connsiteY1884" fmla="*/ 409092 h 904738"/>
                <a:gd name="connsiteX1885" fmla="*/ 594726 w 1473200"/>
                <a:gd name="connsiteY1885" fmla="*/ 422064 h 904738"/>
                <a:gd name="connsiteX1886" fmla="*/ 591479 w 1473200"/>
                <a:gd name="connsiteY1886" fmla="*/ 428551 h 904738"/>
                <a:gd name="connsiteX1887" fmla="*/ 588231 w 1473200"/>
                <a:gd name="connsiteY1887" fmla="*/ 436658 h 904738"/>
                <a:gd name="connsiteX1888" fmla="*/ 586607 w 1473200"/>
                <a:gd name="connsiteY1888" fmla="*/ 428551 h 904738"/>
                <a:gd name="connsiteX1889" fmla="*/ 581736 w 1473200"/>
                <a:gd name="connsiteY1889" fmla="*/ 431794 h 904738"/>
                <a:gd name="connsiteX1890" fmla="*/ 578488 w 1473200"/>
                <a:gd name="connsiteY1890" fmla="*/ 436658 h 904738"/>
                <a:gd name="connsiteX1891" fmla="*/ 575241 w 1473200"/>
                <a:gd name="connsiteY1891" fmla="*/ 439902 h 904738"/>
                <a:gd name="connsiteX1892" fmla="*/ 570369 w 1473200"/>
                <a:gd name="connsiteY1892" fmla="*/ 438280 h 904738"/>
                <a:gd name="connsiteX1893" fmla="*/ 567122 w 1473200"/>
                <a:gd name="connsiteY1893" fmla="*/ 438280 h 904738"/>
                <a:gd name="connsiteX1894" fmla="*/ 565498 w 1473200"/>
                <a:gd name="connsiteY1894" fmla="*/ 438280 h 904738"/>
                <a:gd name="connsiteX1895" fmla="*/ 562250 w 1473200"/>
                <a:gd name="connsiteY1895" fmla="*/ 438280 h 904738"/>
                <a:gd name="connsiteX1896" fmla="*/ 560627 w 1473200"/>
                <a:gd name="connsiteY1896" fmla="*/ 438280 h 904738"/>
                <a:gd name="connsiteX1897" fmla="*/ 557379 w 1473200"/>
                <a:gd name="connsiteY1897" fmla="*/ 439902 h 904738"/>
                <a:gd name="connsiteX1898" fmla="*/ 549260 w 1473200"/>
                <a:gd name="connsiteY1898" fmla="*/ 443145 h 904738"/>
                <a:gd name="connsiteX1899" fmla="*/ 550884 w 1473200"/>
                <a:gd name="connsiteY1899" fmla="*/ 449631 h 904738"/>
                <a:gd name="connsiteX1900" fmla="*/ 546012 w 1473200"/>
                <a:gd name="connsiteY1900" fmla="*/ 456117 h 904738"/>
                <a:gd name="connsiteX1901" fmla="*/ 536270 w 1473200"/>
                <a:gd name="connsiteY1901" fmla="*/ 456117 h 904738"/>
                <a:gd name="connsiteX1902" fmla="*/ 528151 w 1473200"/>
                <a:gd name="connsiteY1902" fmla="*/ 457739 h 904738"/>
                <a:gd name="connsiteX1903" fmla="*/ 524903 w 1473200"/>
                <a:gd name="connsiteY1903" fmla="*/ 451253 h 904738"/>
                <a:gd name="connsiteX1904" fmla="*/ 523279 w 1473200"/>
                <a:gd name="connsiteY1904" fmla="*/ 446388 h 904738"/>
                <a:gd name="connsiteX1905" fmla="*/ 520032 w 1473200"/>
                <a:gd name="connsiteY1905" fmla="*/ 443145 h 904738"/>
                <a:gd name="connsiteX1906" fmla="*/ 518408 w 1473200"/>
                <a:gd name="connsiteY1906" fmla="*/ 436658 h 904738"/>
                <a:gd name="connsiteX1907" fmla="*/ 523279 w 1473200"/>
                <a:gd name="connsiteY1907" fmla="*/ 430172 h 904738"/>
                <a:gd name="connsiteX1908" fmla="*/ 523279 w 1473200"/>
                <a:gd name="connsiteY1908" fmla="*/ 425307 h 904738"/>
                <a:gd name="connsiteX1909" fmla="*/ 520032 w 1473200"/>
                <a:gd name="connsiteY1909" fmla="*/ 420443 h 904738"/>
                <a:gd name="connsiteX1910" fmla="*/ 515160 w 1473200"/>
                <a:gd name="connsiteY1910" fmla="*/ 412335 h 904738"/>
                <a:gd name="connsiteX1911" fmla="*/ 508665 w 1473200"/>
                <a:gd name="connsiteY1911" fmla="*/ 405848 h 904738"/>
                <a:gd name="connsiteX1912" fmla="*/ 505417 w 1473200"/>
                <a:gd name="connsiteY1912" fmla="*/ 394497 h 904738"/>
                <a:gd name="connsiteX1913" fmla="*/ 505417 w 1473200"/>
                <a:gd name="connsiteY1913" fmla="*/ 383146 h 904738"/>
                <a:gd name="connsiteX1914" fmla="*/ 500546 w 1473200"/>
                <a:gd name="connsiteY1914" fmla="*/ 379903 h 904738"/>
                <a:gd name="connsiteX1915" fmla="*/ 494050 w 1473200"/>
                <a:gd name="connsiteY1915" fmla="*/ 375038 h 904738"/>
                <a:gd name="connsiteX1916" fmla="*/ 494050 w 1473200"/>
                <a:gd name="connsiteY1916" fmla="*/ 368552 h 904738"/>
                <a:gd name="connsiteX1917" fmla="*/ 495674 w 1473200"/>
                <a:gd name="connsiteY1917" fmla="*/ 363687 h 904738"/>
                <a:gd name="connsiteX1918" fmla="*/ 495674 w 1473200"/>
                <a:gd name="connsiteY1918" fmla="*/ 362066 h 904738"/>
                <a:gd name="connsiteX1919" fmla="*/ 492427 w 1473200"/>
                <a:gd name="connsiteY1919" fmla="*/ 357201 h 904738"/>
                <a:gd name="connsiteX1920" fmla="*/ 485931 w 1473200"/>
                <a:gd name="connsiteY1920" fmla="*/ 353958 h 904738"/>
                <a:gd name="connsiteX1921" fmla="*/ 482684 w 1473200"/>
                <a:gd name="connsiteY1921" fmla="*/ 347472 h 904738"/>
                <a:gd name="connsiteX1922" fmla="*/ 484308 w 1473200"/>
                <a:gd name="connsiteY1922" fmla="*/ 340985 h 904738"/>
                <a:gd name="connsiteX1923" fmla="*/ 479436 w 1473200"/>
                <a:gd name="connsiteY1923" fmla="*/ 353958 h 904738"/>
                <a:gd name="connsiteX1924" fmla="*/ 474565 w 1473200"/>
                <a:gd name="connsiteY1924" fmla="*/ 362066 h 904738"/>
                <a:gd name="connsiteX1925" fmla="*/ 468070 w 1473200"/>
                <a:gd name="connsiteY1925" fmla="*/ 365309 h 904738"/>
                <a:gd name="connsiteX1926" fmla="*/ 463198 w 1473200"/>
                <a:gd name="connsiteY1926" fmla="*/ 366930 h 904738"/>
                <a:gd name="connsiteX1927" fmla="*/ 456703 w 1473200"/>
                <a:gd name="connsiteY1927" fmla="*/ 371795 h 904738"/>
                <a:gd name="connsiteX1928" fmla="*/ 450208 w 1473200"/>
                <a:gd name="connsiteY1928" fmla="*/ 376660 h 904738"/>
                <a:gd name="connsiteX1929" fmla="*/ 445336 w 1473200"/>
                <a:gd name="connsiteY1929" fmla="*/ 381525 h 904738"/>
                <a:gd name="connsiteX1930" fmla="*/ 427475 w 1473200"/>
                <a:gd name="connsiteY1930" fmla="*/ 388011 h 904738"/>
                <a:gd name="connsiteX1931" fmla="*/ 414484 w 1473200"/>
                <a:gd name="connsiteY1931" fmla="*/ 383146 h 904738"/>
                <a:gd name="connsiteX1932" fmla="*/ 406365 w 1473200"/>
                <a:gd name="connsiteY1932" fmla="*/ 379903 h 904738"/>
                <a:gd name="connsiteX1933" fmla="*/ 399870 w 1473200"/>
                <a:gd name="connsiteY1933" fmla="*/ 376660 h 904738"/>
                <a:gd name="connsiteX1934" fmla="*/ 393375 w 1473200"/>
                <a:gd name="connsiteY1934" fmla="*/ 371795 h 904738"/>
                <a:gd name="connsiteX1935" fmla="*/ 394999 w 1473200"/>
                <a:gd name="connsiteY1935" fmla="*/ 365309 h 904738"/>
                <a:gd name="connsiteX1936" fmla="*/ 401494 w 1473200"/>
                <a:gd name="connsiteY1936" fmla="*/ 358823 h 904738"/>
                <a:gd name="connsiteX1937" fmla="*/ 403118 w 1473200"/>
                <a:gd name="connsiteY1937" fmla="*/ 352336 h 904738"/>
                <a:gd name="connsiteX1938" fmla="*/ 398246 w 1473200"/>
                <a:gd name="connsiteY1938" fmla="*/ 350715 h 904738"/>
                <a:gd name="connsiteX1939" fmla="*/ 391751 w 1473200"/>
                <a:gd name="connsiteY1939" fmla="*/ 353958 h 904738"/>
                <a:gd name="connsiteX1940" fmla="*/ 388504 w 1473200"/>
                <a:gd name="connsiteY1940" fmla="*/ 353958 h 904738"/>
                <a:gd name="connsiteX1941" fmla="*/ 390127 w 1473200"/>
                <a:gd name="connsiteY1941" fmla="*/ 347472 h 904738"/>
                <a:gd name="connsiteX1942" fmla="*/ 393375 w 1473200"/>
                <a:gd name="connsiteY1942" fmla="*/ 339364 h 904738"/>
                <a:gd name="connsiteX1943" fmla="*/ 396623 w 1473200"/>
                <a:gd name="connsiteY1943" fmla="*/ 332877 h 904738"/>
                <a:gd name="connsiteX1944" fmla="*/ 393375 w 1473200"/>
                <a:gd name="connsiteY1944" fmla="*/ 328013 h 904738"/>
                <a:gd name="connsiteX1945" fmla="*/ 385256 w 1473200"/>
                <a:gd name="connsiteY1945" fmla="*/ 326391 h 904738"/>
                <a:gd name="connsiteX1946" fmla="*/ 382008 w 1473200"/>
                <a:gd name="connsiteY1946" fmla="*/ 319905 h 904738"/>
                <a:gd name="connsiteX1947" fmla="*/ 385256 w 1473200"/>
                <a:gd name="connsiteY1947" fmla="*/ 310175 h 904738"/>
                <a:gd name="connsiteX1948" fmla="*/ 388504 w 1473200"/>
                <a:gd name="connsiteY1948" fmla="*/ 303689 h 904738"/>
                <a:gd name="connsiteX1949" fmla="*/ 386880 w 1473200"/>
                <a:gd name="connsiteY1949" fmla="*/ 298824 h 904738"/>
                <a:gd name="connsiteX1950" fmla="*/ 383632 w 1473200"/>
                <a:gd name="connsiteY1950" fmla="*/ 295581 h 904738"/>
                <a:gd name="connsiteX1951" fmla="*/ 383632 w 1473200"/>
                <a:gd name="connsiteY1951" fmla="*/ 287473 h 904738"/>
                <a:gd name="connsiteX1952" fmla="*/ 386880 w 1473200"/>
                <a:gd name="connsiteY1952" fmla="*/ 280987 h 904738"/>
                <a:gd name="connsiteX1953" fmla="*/ 388504 w 1473200"/>
                <a:gd name="connsiteY1953" fmla="*/ 276122 h 904738"/>
                <a:gd name="connsiteX1954" fmla="*/ 394999 w 1473200"/>
                <a:gd name="connsiteY1954" fmla="*/ 272879 h 904738"/>
                <a:gd name="connsiteX1955" fmla="*/ 403118 w 1473200"/>
                <a:gd name="connsiteY1955" fmla="*/ 268014 h 904738"/>
                <a:gd name="connsiteX1956" fmla="*/ 409613 w 1473200"/>
                <a:gd name="connsiteY1956" fmla="*/ 263149 h 904738"/>
                <a:gd name="connsiteX1957" fmla="*/ 409613 w 1473200"/>
                <a:gd name="connsiteY1957" fmla="*/ 259906 h 904738"/>
                <a:gd name="connsiteX1958" fmla="*/ 412861 w 1473200"/>
                <a:gd name="connsiteY1958" fmla="*/ 258285 h 904738"/>
                <a:gd name="connsiteX1959" fmla="*/ 419356 w 1473200"/>
                <a:gd name="connsiteY1959" fmla="*/ 258285 h 904738"/>
                <a:gd name="connsiteX1960" fmla="*/ 422603 w 1473200"/>
                <a:gd name="connsiteY1960" fmla="*/ 255042 h 904738"/>
                <a:gd name="connsiteX1961" fmla="*/ 422603 w 1473200"/>
                <a:gd name="connsiteY1961" fmla="*/ 251798 h 904738"/>
                <a:gd name="connsiteX1962" fmla="*/ 427475 w 1473200"/>
                <a:gd name="connsiteY1962" fmla="*/ 248555 h 904738"/>
                <a:gd name="connsiteX1963" fmla="*/ 433970 w 1473200"/>
                <a:gd name="connsiteY1963" fmla="*/ 248555 h 904738"/>
                <a:gd name="connsiteX1964" fmla="*/ 437218 w 1473200"/>
                <a:gd name="connsiteY1964" fmla="*/ 246934 h 904738"/>
                <a:gd name="connsiteX1965" fmla="*/ 443713 w 1473200"/>
                <a:gd name="connsiteY1965" fmla="*/ 246934 h 904738"/>
                <a:gd name="connsiteX1966" fmla="*/ 446960 w 1473200"/>
                <a:gd name="connsiteY1966" fmla="*/ 240447 h 904738"/>
                <a:gd name="connsiteX1967" fmla="*/ 448584 w 1473200"/>
                <a:gd name="connsiteY1967" fmla="*/ 233961 h 904738"/>
                <a:gd name="connsiteX1968" fmla="*/ 451832 w 1473200"/>
                <a:gd name="connsiteY1968" fmla="*/ 230718 h 904738"/>
                <a:gd name="connsiteX1969" fmla="*/ 456703 w 1473200"/>
                <a:gd name="connsiteY1969" fmla="*/ 232339 h 904738"/>
                <a:gd name="connsiteX1970" fmla="*/ 455079 w 1473200"/>
                <a:gd name="connsiteY1970" fmla="*/ 238826 h 904738"/>
                <a:gd name="connsiteX1971" fmla="*/ 458327 w 1473200"/>
                <a:gd name="connsiteY1971" fmla="*/ 237204 h 904738"/>
                <a:gd name="connsiteX1972" fmla="*/ 463198 w 1473200"/>
                <a:gd name="connsiteY1972" fmla="*/ 232339 h 904738"/>
                <a:gd name="connsiteX1973" fmla="*/ 468070 w 1473200"/>
                <a:gd name="connsiteY1973" fmla="*/ 227475 h 904738"/>
                <a:gd name="connsiteX1974" fmla="*/ 469693 w 1473200"/>
                <a:gd name="connsiteY1974" fmla="*/ 219367 h 904738"/>
                <a:gd name="connsiteX1975" fmla="*/ 476189 w 1473200"/>
                <a:gd name="connsiteY1975" fmla="*/ 217745 h 904738"/>
                <a:gd name="connsiteX1976" fmla="*/ 484308 w 1473200"/>
                <a:gd name="connsiteY1976" fmla="*/ 211259 h 904738"/>
                <a:gd name="connsiteX1977" fmla="*/ 487555 w 1473200"/>
                <a:gd name="connsiteY1977" fmla="*/ 206394 h 904738"/>
                <a:gd name="connsiteX1978" fmla="*/ 490803 w 1473200"/>
                <a:gd name="connsiteY1978" fmla="*/ 203151 h 904738"/>
                <a:gd name="connsiteX1979" fmla="*/ 494050 w 1473200"/>
                <a:gd name="connsiteY1979" fmla="*/ 203151 h 904738"/>
                <a:gd name="connsiteX1980" fmla="*/ 498922 w 1473200"/>
                <a:gd name="connsiteY1980" fmla="*/ 203151 h 904738"/>
                <a:gd name="connsiteX1981" fmla="*/ 502169 w 1473200"/>
                <a:gd name="connsiteY1981" fmla="*/ 199908 h 904738"/>
                <a:gd name="connsiteX1982" fmla="*/ 503793 w 1473200"/>
                <a:gd name="connsiteY1982" fmla="*/ 196665 h 904738"/>
                <a:gd name="connsiteX1983" fmla="*/ 505417 w 1473200"/>
                <a:gd name="connsiteY1983" fmla="*/ 188557 h 904738"/>
                <a:gd name="connsiteX1984" fmla="*/ 507041 w 1473200"/>
                <a:gd name="connsiteY1984" fmla="*/ 186935 h 904738"/>
                <a:gd name="connsiteX1985" fmla="*/ 510288 w 1473200"/>
                <a:gd name="connsiteY1985" fmla="*/ 185314 h 904738"/>
                <a:gd name="connsiteX1986" fmla="*/ 515160 w 1473200"/>
                <a:gd name="connsiteY1986" fmla="*/ 183692 h 904738"/>
                <a:gd name="connsiteX1987" fmla="*/ 516784 w 1473200"/>
                <a:gd name="connsiteY1987" fmla="*/ 178827 h 904738"/>
                <a:gd name="connsiteX1988" fmla="*/ 516784 w 1473200"/>
                <a:gd name="connsiteY1988" fmla="*/ 173963 h 904738"/>
                <a:gd name="connsiteX1989" fmla="*/ 518408 w 1473200"/>
                <a:gd name="connsiteY1989" fmla="*/ 169098 h 904738"/>
                <a:gd name="connsiteX1990" fmla="*/ 521655 w 1473200"/>
                <a:gd name="connsiteY1990" fmla="*/ 165855 h 904738"/>
                <a:gd name="connsiteX1991" fmla="*/ 516784 w 1473200"/>
                <a:gd name="connsiteY1991" fmla="*/ 164233 h 904738"/>
                <a:gd name="connsiteX1992" fmla="*/ 520032 w 1473200"/>
                <a:gd name="connsiteY1992" fmla="*/ 156125 h 904738"/>
                <a:gd name="connsiteX1993" fmla="*/ 526527 w 1473200"/>
                <a:gd name="connsiteY1993" fmla="*/ 157747 h 904738"/>
                <a:gd name="connsiteX1994" fmla="*/ 533022 w 1473200"/>
                <a:gd name="connsiteY1994" fmla="*/ 154504 h 904738"/>
                <a:gd name="connsiteX1995" fmla="*/ 531398 w 1473200"/>
                <a:gd name="connsiteY1995" fmla="*/ 151260 h 904738"/>
                <a:gd name="connsiteX1996" fmla="*/ 544389 w 1473200"/>
                <a:gd name="connsiteY1996" fmla="*/ 135045 h 904738"/>
                <a:gd name="connsiteX1997" fmla="*/ 546012 w 1473200"/>
                <a:gd name="connsiteY1997" fmla="*/ 131801 h 904738"/>
                <a:gd name="connsiteX1998" fmla="*/ 550884 w 1473200"/>
                <a:gd name="connsiteY1998" fmla="*/ 125315 h 904738"/>
                <a:gd name="connsiteX1999" fmla="*/ 557379 w 1473200"/>
                <a:gd name="connsiteY1999" fmla="*/ 118829 h 904738"/>
                <a:gd name="connsiteX2000" fmla="*/ 555755 w 1473200"/>
                <a:gd name="connsiteY2000" fmla="*/ 115586 h 904738"/>
                <a:gd name="connsiteX2001" fmla="*/ 560627 w 1473200"/>
                <a:gd name="connsiteY2001" fmla="*/ 109099 h 904738"/>
                <a:gd name="connsiteX2002" fmla="*/ 563874 w 1473200"/>
                <a:gd name="connsiteY2002" fmla="*/ 107478 h 904738"/>
                <a:gd name="connsiteX2003" fmla="*/ 567122 w 1473200"/>
                <a:gd name="connsiteY2003" fmla="*/ 104235 h 904738"/>
                <a:gd name="connsiteX2004" fmla="*/ 567122 w 1473200"/>
                <a:gd name="connsiteY2004" fmla="*/ 99370 h 904738"/>
                <a:gd name="connsiteX2005" fmla="*/ 568746 w 1473200"/>
                <a:gd name="connsiteY2005" fmla="*/ 97748 h 904738"/>
                <a:gd name="connsiteX2006" fmla="*/ 571993 w 1473200"/>
                <a:gd name="connsiteY2006" fmla="*/ 97748 h 904738"/>
                <a:gd name="connsiteX2007" fmla="*/ 575241 w 1473200"/>
                <a:gd name="connsiteY2007" fmla="*/ 97748 h 904738"/>
                <a:gd name="connsiteX2008" fmla="*/ 580112 w 1473200"/>
                <a:gd name="connsiteY2008" fmla="*/ 94505 h 904738"/>
                <a:gd name="connsiteX2009" fmla="*/ 583360 w 1473200"/>
                <a:gd name="connsiteY2009" fmla="*/ 97748 h 904738"/>
                <a:gd name="connsiteX2010" fmla="*/ 588231 w 1473200"/>
                <a:gd name="connsiteY2010" fmla="*/ 99370 h 904738"/>
                <a:gd name="connsiteX2011" fmla="*/ 591479 w 1473200"/>
                <a:gd name="connsiteY2011" fmla="*/ 92884 h 904738"/>
                <a:gd name="connsiteX2012" fmla="*/ 588231 w 1473200"/>
                <a:gd name="connsiteY2012" fmla="*/ 88019 h 904738"/>
                <a:gd name="connsiteX2013" fmla="*/ 584983 w 1473200"/>
                <a:gd name="connsiteY2013" fmla="*/ 88019 h 904738"/>
                <a:gd name="connsiteX2014" fmla="*/ 581736 w 1473200"/>
                <a:gd name="connsiteY2014" fmla="*/ 88019 h 904738"/>
                <a:gd name="connsiteX2015" fmla="*/ 580112 w 1473200"/>
                <a:gd name="connsiteY2015" fmla="*/ 88019 h 904738"/>
                <a:gd name="connsiteX2016" fmla="*/ 576864 w 1473200"/>
                <a:gd name="connsiteY2016" fmla="*/ 89640 h 904738"/>
                <a:gd name="connsiteX2017" fmla="*/ 573617 w 1473200"/>
                <a:gd name="connsiteY2017" fmla="*/ 91262 h 904738"/>
                <a:gd name="connsiteX2018" fmla="*/ 571993 w 1473200"/>
                <a:gd name="connsiteY2018" fmla="*/ 91262 h 904738"/>
                <a:gd name="connsiteX2019" fmla="*/ 570369 w 1473200"/>
                <a:gd name="connsiteY2019" fmla="*/ 89640 h 904738"/>
                <a:gd name="connsiteX2020" fmla="*/ 568746 w 1473200"/>
                <a:gd name="connsiteY2020" fmla="*/ 88019 h 904738"/>
                <a:gd name="connsiteX2021" fmla="*/ 562250 w 1473200"/>
                <a:gd name="connsiteY2021" fmla="*/ 91262 h 904738"/>
                <a:gd name="connsiteX2022" fmla="*/ 567122 w 1473200"/>
                <a:gd name="connsiteY2022" fmla="*/ 83154 h 904738"/>
                <a:gd name="connsiteX2023" fmla="*/ 573617 w 1473200"/>
                <a:gd name="connsiteY2023" fmla="*/ 76668 h 904738"/>
                <a:gd name="connsiteX2024" fmla="*/ 576864 w 1473200"/>
                <a:gd name="connsiteY2024" fmla="*/ 68560 h 904738"/>
                <a:gd name="connsiteX2025" fmla="*/ 583360 w 1473200"/>
                <a:gd name="connsiteY2025" fmla="*/ 63695 h 904738"/>
                <a:gd name="connsiteX2026" fmla="*/ 583360 w 1473200"/>
                <a:gd name="connsiteY2026" fmla="*/ 73425 h 904738"/>
                <a:gd name="connsiteX2027" fmla="*/ 584983 w 1473200"/>
                <a:gd name="connsiteY2027" fmla="*/ 75046 h 904738"/>
                <a:gd name="connsiteX2028" fmla="*/ 591479 w 1473200"/>
                <a:gd name="connsiteY2028" fmla="*/ 71803 h 904738"/>
                <a:gd name="connsiteX2029" fmla="*/ 593102 w 1473200"/>
                <a:gd name="connsiteY2029" fmla="*/ 76668 h 904738"/>
                <a:gd name="connsiteX2030" fmla="*/ 599598 w 1473200"/>
                <a:gd name="connsiteY2030" fmla="*/ 76668 h 904738"/>
                <a:gd name="connsiteX2031" fmla="*/ 602845 w 1473200"/>
                <a:gd name="connsiteY2031" fmla="*/ 73425 h 904738"/>
                <a:gd name="connsiteX2032" fmla="*/ 602845 w 1473200"/>
                <a:gd name="connsiteY2032" fmla="*/ 70181 h 904738"/>
                <a:gd name="connsiteX2033" fmla="*/ 601221 w 1473200"/>
                <a:gd name="connsiteY2033" fmla="*/ 66938 h 904738"/>
                <a:gd name="connsiteX2034" fmla="*/ 609340 w 1473200"/>
                <a:gd name="connsiteY2034" fmla="*/ 68560 h 904738"/>
                <a:gd name="connsiteX2035" fmla="*/ 612588 w 1473200"/>
                <a:gd name="connsiteY2035" fmla="*/ 66938 h 904738"/>
                <a:gd name="connsiteX2036" fmla="*/ 610964 w 1473200"/>
                <a:gd name="connsiteY2036" fmla="*/ 63695 h 904738"/>
                <a:gd name="connsiteX2037" fmla="*/ 609340 w 1473200"/>
                <a:gd name="connsiteY2037" fmla="*/ 55587 h 904738"/>
                <a:gd name="connsiteX2038" fmla="*/ 615836 w 1473200"/>
                <a:gd name="connsiteY2038" fmla="*/ 49101 h 904738"/>
                <a:gd name="connsiteX2039" fmla="*/ 622331 w 1473200"/>
                <a:gd name="connsiteY2039" fmla="*/ 53966 h 904738"/>
                <a:gd name="connsiteX2040" fmla="*/ 625578 w 1473200"/>
                <a:gd name="connsiteY2040" fmla="*/ 58830 h 904738"/>
                <a:gd name="connsiteX2041" fmla="*/ 630450 w 1473200"/>
                <a:gd name="connsiteY2041" fmla="*/ 57209 h 904738"/>
                <a:gd name="connsiteX2042" fmla="*/ 636945 w 1473200"/>
                <a:gd name="connsiteY2042" fmla="*/ 53966 h 904738"/>
                <a:gd name="connsiteX2043" fmla="*/ 636945 w 1473200"/>
                <a:gd name="connsiteY2043" fmla="*/ 49101 h 904738"/>
                <a:gd name="connsiteX2044" fmla="*/ 638569 w 1473200"/>
                <a:gd name="connsiteY2044" fmla="*/ 45858 h 904738"/>
                <a:gd name="connsiteX2045" fmla="*/ 643440 w 1473200"/>
                <a:gd name="connsiteY2045" fmla="*/ 42615 h 904738"/>
                <a:gd name="connsiteX2046" fmla="*/ 648312 w 1473200"/>
                <a:gd name="connsiteY2046" fmla="*/ 45858 h 904738"/>
                <a:gd name="connsiteX2047" fmla="*/ 651559 w 1473200"/>
                <a:gd name="connsiteY2047" fmla="*/ 50722 h 904738"/>
                <a:gd name="connsiteX2048" fmla="*/ 659678 w 1473200"/>
                <a:gd name="connsiteY2048" fmla="*/ 49101 h 904738"/>
                <a:gd name="connsiteX2049" fmla="*/ 672668 w 1473200"/>
                <a:gd name="connsiteY2049" fmla="*/ 40993 h 904738"/>
                <a:gd name="connsiteX2050" fmla="*/ 672668 w 1473200"/>
                <a:gd name="connsiteY2050" fmla="*/ 37750 h 904738"/>
                <a:gd name="connsiteX2051" fmla="*/ 680787 w 1473200"/>
                <a:gd name="connsiteY2051" fmla="*/ 37750 h 904738"/>
                <a:gd name="connsiteX2052" fmla="*/ 684035 w 1473200"/>
                <a:gd name="connsiteY2052" fmla="*/ 39371 h 904738"/>
                <a:gd name="connsiteX2053" fmla="*/ 690530 w 1473200"/>
                <a:gd name="connsiteY2053" fmla="*/ 36128 h 904738"/>
                <a:gd name="connsiteX2054" fmla="*/ 687283 w 1473200"/>
                <a:gd name="connsiteY2054" fmla="*/ 31264 h 904738"/>
                <a:gd name="connsiteX2055" fmla="*/ 687283 w 1473200"/>
                <a:gd name="connsiteY2055" fmla="*/ 29642 h 904738"/>
                <a:gd name="connsiteX2056" fmla="*/ 690530 w 1473200"/>
                <a:gd name="connsiteY2056" fmla="*/ 29642 h 904738"/>
                <a:gd name="connsiteX2057" fmla="*/ 693778 w 1473200"/>
                <a:gd name="connsiteY2057" fmla="*/ 29642 h 904738"/>
                <a:gd name="connsiteX2058" fmla="*/ 700273 w 1473200"/>
                <a:gd name="connsiteY2058" fmla="*/ 32885 h 904738"/>
                <a:gd name="connsiteX2059" fmla="*/ 705144 w 1473200"/>
                <a:gd name="connsiteY2059" fmla="*/ 32885 h 904738"/>
                <a:gd name="connsiteX2060" fmla="*/ 708392 w 1473200"/>
                <a:gd name="connsiteY2060" fmla="*/ 31264 h 904738"/>
                <a:gd name="connsiteX2061" fmla="*/ 711640 w 1473200"/>
                <a:gd name="connsiteY2061" fmla="*/ 29642 h 904738"/>
                <a:gd name="connsiteX2062" fmla="*/ 716511 w 1473200"/>
                <a:gd name="connsiteY2062" fmla="*/ 26399 h 904738"/>
                <a:gd name="connsiteX2063" fmla="*/ 724630 w 1473200"/>
                <a:gd name="connsiteY2063" fmla="*/ 23156 h 904738"/>
                <a:gd name="connsiteX2064" fmla="*/ 727878 w 1473200"/>
                <a:gd name="connsiteY2064" fmla="*/ 18291 h 904738"/>
                <a:gd name="connsiteX2065" fmla="*/ 732749 w 1473200"/>
                <a:gd name="connsiteY2065" fmla="*/ 18291 h 904738"/>
                <a:gd name="connsiteX2066" fmla="*/ 740868 w 1473200"/>
                <a:gd name="connsiteY2066" fmla="*/ 13426 h 904738"/>
                <a:gd name="connsiteX2067" fmla="*/ 742492 w 1473200"/>
                <a:gd name="connsiteY2067" fmla="*/ 6940 h 904738"/>
                <a:gd name="connsiteX2068" fmla="*/ 750611 w 1473200"/>
                <a:gd name="connsiteY2068" fmla="*/ 5318 h 904738"/>
                <a:gd name="connsiteX2069" fmla="*/ 758730 w 1473200"/>
                <a:gd name="connsiteY2069" fmla="*/ 2075 h 904738"/>
                <a:gd name="connsiteX2070" fmla="*/ 753858 w 1473200"/>
                <a:gd name="connsiteY2070" fmla="*/ 11805 h 904738"/>
                <a:gd name="connsiteX2071" fmla="*/ 744116 w 1473200"/>
                <a:gd name="connsiteY2071" fmla="*/ 23156 h 904738"/>
                <a:gd name="connsiteX2072" fmla="*/ 742492 w 1473200"/>
                <a:gd name="connsiteY2072" fmla="*/ 28020 h 904738"/>
                <a:gd name="connsiteX2073" fmla="*/ 753858 w 1473200"/>
                <a:gd name="connsiteY2073" fmla="*/ 26399 h 904738"/>
                <a:gd name="connsiteX2074" fmla="*/ 761977 w 1473200"/>
                <a:gd name="connsiteY2074" fmla="*/ 18291 h 904738"/>
                <a:gd name="connsiteX2075" fmla="*/ 766849 w 1473200"/>
                <a:gd name="connsiteY2075" fmla="*/ 10183 h 904738"/>
                <a:gd name="connsiteX2076" fmla="*/ 770096 w 1473200"/>
                <a:gd name="connsiteY2076" fmla="*/ 6940 h 904738"/>
                <a:gd name="connsiteX2077" fmla="*/ 771720 w 1473200"/>
                <a:gd name="connsiteY2077" fmla="*/ 18291 h 904738"/>
                <a:gd name="connsiteX2078" fmla="*/ 771720 w 1473200"/>
                <a:gd name="connsiteY2078" fmla="*/ 21534 h 904738"/>
                <a:gd name="connsiteX2079" fmla="*/ 774968 w 1473200"/>
                <a:gd name="connsiteY2079" fmla="*/ 19912 h 904738"/>
                <a:gd name="connsiteX2080" fmla="*/ 778215 w 1473200"/>
                <a:gd name="connsiteY2080" fmla="*/ 19912 h 904738"/>
                <a:gd name="connsiteX2081" fmla="*/ 781463 w 1473200"/>
                <a:gd name="connsiteY2081" fmla="*/ 16669 h 904738"/>
                <a:gd name="connsiteX2082" fmla="*/ 784710 w 1473200"/>
                <a:gd name="connsiteY2082" fmla="*/ 6940 h 904738"/>
                <a:gd name="connsiteX2083" fmla="*/ 787958 w 1473200"/>
                <a:gd name="connsiteY2083" fmla="*/ 2075 h 904738"/>
                <a:gd name="connsiteX2084" fmla="*/ 797701 w 1473200"/>
                <a:gd name="connsiteY2084" fmla="*/ 454 h 90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Lst>
              <a:rect l="l" t="t" r="r" b="b"/>
              <a:pathLst>
                <a:path w="1473200" h="904738">
                  <a:moveTo>
                    <a:pt x="569913" y="851458"/>
                  </a:moveTo>
                  <a:cubicBezTo>
                    <a:pt x="569913" y="859741"/>
                    <a:pt x="561742" y="864710"/>
                    <a:pt x="563376" y="872993"/>
                  </a:cubicBezTo>
                  <a:cubicBezTo>
                    <a:pt x="565011" y="876306"/>
                    <a:pt x="569913" y="881276"/>
                    <a:pt x="566645" y="884589"/>
                  </a:cubicBezTo>
                  <a:cubicBezTo>
                    <a:pt x="563376" y="886245"/>
                    <a:pt x="556840" y="884589"/>
                    <a:pt x="555205" y="884589"/>
                  </a:cubicBezTo>
                  <a:cubicBezTo>
                    <a:pt x="548669" y="881276"/>
                    <a:pt x="542132" y="876306"/>
                    <a:pt x="535595" y="872993"/>
                  </a:cubicBezTo>
                  <a:cubicBezTo>
                    <a:pt x="529058" y="868023"/>
                    <a:pt x="524155" y="863054"/>
                    <a:pt x="514350" y="863054"/>
                  </a:cubicBezTo>
                  <a:cubicBezTo>
                    <a:pt x="515984" y="856428"/>
                    <a:pt x="522521" y="848145"/>
                    <a:pt x="529058" y="854771"/>
                  </a:cubicBezTo>
                  <a:cubicBezTo>
                    <a:pt x="529058" y="854771"/>
                    <a:pt x="529058" y="854771"/>
                    <a:pt x="525790" y="854771"/>
                  </a:cubicBezTo>
                  <a:cubicBezTo>
                    <a:pt x="533961" y="854771"/>
                    <a:pt x="540498" y="859741"/>
                    <a:pt x="548669" y="858084"/>
                  </a:cubicBezTo>
                  <a:cubicBezTo>
                    <a:pt x="556840" y="858084"/>
                    <a:pt x="560108" y="848145"/>
                    <a:pt x="569913" y="851458"/>
                  </a:cubicBezTo>
                  <a:close/>
                  <a:moveTo>
                    <a:pt x="454963" y="783057"/>
                  </a:moveTo>
                  <a:cubicBezTo>
                    <a:pt x="456622" y="784690"/>
                    <a:pt x="458282" y="786323"/>
                    <a:pt x="459942" y="787955"/>
                  </a:cubicBezTo>
                  <a:cubicBezTo>
                    <a:pt x="459942" y="787955"/>
                    <a:pt x="459942" y="787955"/>
                    <a:pt x="456622" y="791221"/>
                  </a:cubicBezTo>
                  <a:cubicBezTo>
                    <a:pt x="468240" y="794487"/>
                    <a:pt x="466580" y="796120"/>
                    <a:pt x="468240" y="809183"/>
                  </a:cubicBezTo>
                  <a:cubicBezTo>
                    <a:pt x="468240" y="814081"/>
                    <a:pt x="469900" y="818980"/>
                    <a:pt x="468240" y="825511"/>
                  </a:cubicBezTo>
                  <a:cubicBezTo>
                    <a:pt x="466580" y="832043"/>
                    <a:pt x="464921" y="828777"/>
                    <a:pt x="458282" y="832043"/>
                  </a:cubicBezTo>
                  <a:cubicBezTo>
                    <a:pt x="454963" y="833675"/>
                    <a:pt x="451643" y="840207"/>
                    <a:pt x="446664" y="836941"/>
                  </a:cubicBezTo>
                  <a:cubicBezTo>
                    <a:pt x="441685" y="833675"/>
                    <a:pt x="445005" y="828777"/>
                    <a:pt x="446664" y="823878"/>
                  </a:cubicBezTo>
                  <a:cubicBezTo>
                    <a:pt x="446664" y="812448"/>
                    <a:pt x="433387" y="802651"/>
                    <a:pt x="438366" y="792854"/>
                  </a:cubicBezTo>
                  <a:cubicBezTo>
                    <a:pt x="441685" y="787955"/>
                    <a:pt x="449984" y="786323"/>
                    <a:pt x="454963" y="783057"/>
                  </a:cubicBezTo>
                  <a:close/>
                  <a:moveTo>
                    <a:pt x="170971" y="460822"/>
                  </a:moveTo>
                  <a:cubicBezTo>
                    <a:pt x="170971" y="460822"/>
                    <a:pt x="170971" y="460822"/>
                    <a:pt x="175823" y="460822"/>
                  </a:cubicBezTo>
                  <a:cubicBezTo>
                    <a:pt x="175823" y="460822"/>
                    <a:pt x="180675" y="459207"/>
                    <a:pt x="180675" y="460822"/>
                  </a:cubicBezTo>
                  <a:cubicBezTo>
                    <a:pt x="180675" y="460822"/>
                    <a:pt x="183910" y="462438"/>
                    <a:pt x="183910" y="462438"/>
                  </a:cubicBezTo>
                  <a:cubicBezTo>
                    <a:pt x="183910" y="462438"/>
                    <a:pt x="185528" y="464053"/>
                    <a:pt x="187145" y="465668"/>
                  </a:cubicBezTo>
                  <a:cubicBezTo>
                    <a:pt x="188762" y="467284"/>
                    <a:pt x="193615" y="473745"/>
                    <a:pt x="193615" y="473745"/>
                  </a:cubicBezTo>
                  <a:cubicBezTo>
                    <a:pt x="193615" y="475360"/>
                    <a:pt x="195232" y="476976"/>
                    <a:pt x="195232" y="478591"/>
                  </a:cubicBezTo>
                  <a:cubicBezTo>
                    <a:pt x="195232" y="478591"/>
                    <a:pt x="196850" y="480206"/>
                    <a:pt x="195232" y="481822"/>
                  </a:cubicBezTo>
                  <a:cubicBezTo>
                    <a:pt x="195232" y="483437"/>
                    <a:pt x="191997" y="485052"/>
                    <a:pt x="190380" y="486668"/>
                  </a:cubicBezTo>
                  <a:cubicBezTo>
                    <a:pt x="188762" y="486668"/>
                    <a:pt x="188762" y="488283"/>
                    <a:pt x="185528" y="489899"/>
                  </a:cubicBezTo>
                  <a:cubicBezTo>
                    <a:pt x="182293" y="489899"/>
                    <a:pt x="179058" y="491514"/>
                    <a:pt x="179058" y="491514"/>
                  </a:cubicBezTo>
                  <a:cubicBezTo>
                    <a:pt x="177440" y="491514"/>
                    <a:pt x="175823" y="489899"/>
                    <a:pt x="174205" y="489899"/>
                  </a:cubicBezTo>
                  <a:cubicBezTo>
                    <a:pt x="172588" y="488283"/>
                    <a:pt x="170971" y="486668"/>
                    <a:pt x="169353" y="488283"/>
                  </a:cubicBezTo>
                  <a:cubicBezTo>
                    <a:pt x="169353" y="488283"/>
                    <a:pt x="169353" y="489899"/>
                    <a:pt x="169353" y="489899"/>
                  </a:cubicBezTo>
                  <a:cubicBezTo>
                    <a:pt x="170971" y="489899"/>
                    <a:pt x="174205" y="493129"/>
                    <a:pt x="175823" y="493129"/>
                  </a:cubicBezTo>
                  <a:cubicBezTo>
                    <a:pt x="175823" y="494745"/>
                    <a:pt x="179058" y="494745"/>
                    <a:pt x="180675" y="494745"/>
                  </a:cubicBezTo>
                  <a:cubicBezTo>
                    <a:pt x="182293" y="496360"/>
                    <a:pt x="183910" y="499591"/>
                    <a:pt x="183910" y="501206"/>
                  </a:cubicBezTo>
                  <a:cubicBezTo>
                    <a:pt x="183910" y="502821"/>
                    <a:pt x="183910" y="501206"/>
                    <a:pt x="183910" y="507667"/>
                  </a:cubicBezTo>
                  <a:cubicBezTo>
                    <a:pt x="185528" y="514129"/>
                    <a:pt x="177440" y="533513"/>
                    <a:pt x="177440" y="533513"/>
                  </a:cubicBezTo>
                  <a:cubicBezTo>
                    <a:pt x="177440" y="533513"/>
                    <a:pt x="175823" y="533513"/>
                    <a:pt x="174205" y="533513"/>
                  </a:cubicBezTo>
                  <a:cubicBezTo>
                    <a:pt x="172588" y="533513"/>
                    <a:pt x="169353" y="535128"/>
                    <a:pt x="167736" y="535128"/>
                  </a:cubicBezTo>
                  <a:cubicBezTo>
                    <a:pt x="166118" y="535128"/>
                    <a:pt x="164501" y="533513"/>
                    <a:pt x="162883" y="533513"/>
                  </a:cubicBezTo>
                  <a:cubicBezTo>
                    <a:pt x="161266" y="533513"/>
                    <a:pt x="159648" y="533513"/>
                    <a:pt x="158031" y="535128"/>
                  </a:cubicBezTo>
                  <a:cubicBezTo>
                    <a:pt x="156413" y="536744"/>
                    <a:pt x="156413" y="538359"/>
                    <a:pt x="153179" y="539974"/>
                  </a:cubicBezTo>
                  <a:cubicBezTo>
                    <a:pt x="151561" y="541590"/>
                    <a:pt x="151561" y="543205"/>
                    <a:pt x="149944" y="544820"/>
                  </a:cubicBezTo>
                  <a:cubicBezTo>
                    <a:pt x="146709" y="546436"/>
                    <a:pt x="148326" y="544820"/>
                    <a:pt x="143474" y="548051"/>
                  </a:cubicBezTo>
                  <a:cubicBezTo>
                    <a:pt x="137004" y="549667"/>
                    <a:pt x="138621" y="549667"/>
                    <a:pt x="133769" y="551282"/>
                  </a:cubicBezTo>
                  <a:cubicBezTo>
                    <a:pt x="128917" y="551282"/>
                    <a:pt x="127299" y="551282"/>
                    <a:pt x="125682" y="551282"/>
                  </a:cubicBezTo>
                  <a:cubicBezTo>
                    <a:pt x="124064" y="551282"/>
                    <a:pt x="124064" y="549667"/>
                    <a:pt x="120829" y="549667"/>
                  </a:cubicBezTo>
                  <a:cubicBezTo>
                    <a:pt x="119212" y="549667"/>
                    <a:pt x="117595" y="548051"/>
                    <a:pt x="115977" y="548051"/>
                  </a:cubicBezTo>
                  <a:cubicBezTo>
                    <a:pt x="114360" y="548051"/>
                    <a:pt x="112742" y="543205"/>
                    <a:pt x="112742" y="541590"/>
                  </a:cubicBezTo>
                  <a:cubicBezTo>
                    <a:pt x="112742" y="539974"/>
                    <a:pt x="111125" y="538359"/>
                    <a:pt x="112742" y="536744"/>
                  </a:cubicBezTo>
                  <a:cubicBezTo>
                    <a:pt x="112742" y="536744"/>
                    <a:pt x="115977" y="533513"/>
                    <a:pt x="115977" y="533513"/>
                  </a:cubicBezTo>
                  <a:cubicBezTo>
                    <a:pt x="117595" y="531898"/>
                    <a:pt x="120829" y="530282"/>
                    <a:pt x="120829" y="530282"/>
                  </a:cubicBezTo>
                  <a:cubicBezTo>
                    <a:pt x="120829" y="530282"/>
                    <a:pt x="125682" y="527052"/>
                    <a:pt x="125682" y="527052"/>
                  </a:cubicBezTo>
                  <a:cubicBezTo>
                    <a:pt x="125682" y="527052"/>
                    <a:pt x="125682" y="527052"/>
                    <a:pt x="128917" y="522206"/>
                  </a:cubicBezTo>
                  <a:cubicBezTo>
                    <a:pt x="128917" y="522206"/>
                    <a:pt x="127299" y="520590"/>
                    <a:pt x="127299" y="518975"/>
                  </a:cubicBezTo>
                  <a:cubicBezTo>
                    <a:pt x="125682" y="518975"/>
                    <a:pt x="127299" y="515744"/>
                    <a:pt x="128917" y="514129"/>
                  </a:cubicBezTo>
                  <a:cubicBezTo>
                    <a:pt x="128917" y="514129"/>
                    <a:pt x="130534" y="512513"/>
                    <a:pt x="130534" y="512513"/>
                  </a:cubicBezTo>
                  <a:cubicBezTo>
                    <a:pt x="132152" y="512513"/>
                    <a:pt x="132152" y="509283"/>
                    <a:pt x="130534" y="509283"/>
                  </a:cubicBezTo>
                  <a:cubicBezTo>
                    <a:pt x="128917" y="509283"/>
                    <a:pt x="125682" y="507667"/>
                    <a:pt x="124064" y="507667"/>
                  </a:cubicBezTo>
                  <a:cubicBezTo>
                    <a:pt x="122447" y="507667"/>
                    <a:pt x="120829" y="507667"/>
                    <a:pt x="119212" y="507667"/>
                  </a:cubicBezTo>
                  <a:cubicBezTo>
                    <a:pt x="117595" y="507667"/>
                    <a:pt x="115977" y="507667"/>
                    <a:pt x="115977" y="506052"/>
                  </a:cubicBezTo>
                  <a:cubicBezTo>
                    <a:pt x="115977" y="504437"/>
                    <a:pt x="115977" y="504437"/>
                    <a:pt x="117595" y="502821"/>
                  </a:cubicBezTo>
                  <a:cubicBezTo>
                    <a:pt x="119212" y="501206"/>
                    <a:pt x="120829" y="499591"/>
                    <a:pt x="120829" y="497975"/>
                  </a:cubicBezTo>
                  <a:cubicBezTo>
                    <a:pt x="122447" y="496360"/>
                    <a:pt x="119212" y="494745"/>
                    <a:pt x="117595" y="494745"/>
                  </a:cubicBezTo>
                  <a:cubicBezTo>
                    <a:pt x="117595" y="494745"/>
                    <a:pt x="114360" y="491514"/>
                    <a:pt x="114360" y="491514"/>
                  </a:cubicBezTo>
                  <a:cubicBezTo>
                    <a:pt x="114360" y="491514"/>
                    <a:pt x="112742" y="488283"/>
                    <a:pt x="114360" y="486668"/>
                  </a:cubicBezTo>
                  <a:cubicBezTo>
                    <a:pt x="114360" y="485052"/>
                    <a:pt x="114360" y="485052"/>
                    <a:pt x="114360" y="485052"/>
                  </a:cubicBezTo>
                  <a:cubicBezTo>
                    <a:pt x="115977" y="483437"/>
                    <a:pt x="119212" y="483437"/>
                    <a:pt x="119212" y="485052"/>
                  </a:cubicBezTo>
                  <a:cubicBezTo>
                    <a:pt x="120829" y="485052"/>
                    <a:pt x="122447" y="485052"/>
                    <a:pt x="124064" y="485052"/>
                  </a:cubicBezTo>
                  <a:cubicBezTo>
                    <a:pt x="125682" y="486668"/>
                    <a:pt x="128917" y="488283"/>
                    <a:pt x="128917" y="488283"/>
                  </a:cubicBezTo>
                  <a:cubicBezTo>
                    <a:pt x="130534" y="488283"/>
                    <a:pt x="133769" y="486668"/>
                    <a:pt x="133769" y="485052"/>
                  </a:cubicBezTo>
                  <a:cubicBezTo>
                    <a:pt x="135387" y="485052"/>
                    <a:pt x="138621" y="485052"/>
                    <a:pt x="138621" y="485052"/>
                  </a:cubicBezTo>
                  <a:cubicBezTo>
                    <a:pt x="138621" y="485052"/>
                    <a:pt x="138621" y="485052"/>
                    <a:pt x="140239" y="486668"/>
                  </a:cubicBezTo>
                  <a:cubicBezTo>
                    <a:pt x="140239" y="486668"/>
                    <a:pt x="140239" y="486668"/>
                    <a:pt x="145091" y="481822"/>
                  </a:cubicBezTo>
                  <a:cubicBezTo>
                    <a:pt x="145091" y="481822"/>
                    <a:pt x="145091" y="481822"/>
                    <a:pt x="148326" y="480206"/>
                  </a:cubicBezTo>
                  <a:cubicBezTo>
                    <a:pt x="148326" y="480206"/>
                    <a:pt x="149944" y="481822"/>
                    <a:pt x="149944" y="483437"/>
                  </a:cubicBezTo>
                  <a:cubicBezTo>
                    <a:pt x="149944" y="485052"/>
                    <a:pt x="149944" y="485052"/>
                    <a:pt x="151561" y="485052"/>
                  </a:cubicBezTo>
                  <a:cubicBezTo>
                    <a:pt x="153179" y="486668"/>
                    <a:pt x="159648" y="488283"/>
                    <a:pt x="159648" y="488283"/>
                  </a:cubicBezTo>
                  <a:cubicBezTo>
                    <a:pt x="159648" y="488283"/>
                    <a:pt x="159648" y="488283"/>
                    <a:pt x="153179" y="483437"/>
                  </a:cubicBezTo>
                  <a:cubicBezTo>
                    <a:pt x="153179" y="483437"/>
                    <a:pt x="153179" y="483437"/>
                    <a:pt x="153179" y="480206"/>
                  </a:cubicBezTo>
                  <a:cubicBezTo>
                    <a:pt x="153179" y="480206"/>
                    <a:pt x="156413" y="476976"/>
                    <a:pt x="158031" y="476976"/>
                  </a:cubicBezTo>
                  <a:cubicBezTo>
                    <a:pt x="158031" y="475360"/>
                    <a:pt x="161266" y="472130"/>
                    <a:pt x="162883" y="472130"/>
                  </a:cubicBezTo>
                  <a:cubicBezTo>
                    <a:pt x="162883" y="472130"/>
                    <a:pt x="162883" y="467284"/>
                    <a:pt x="162883" y="467284"/>
                  </a:cubicBezTo>
                  <a:cubicBezTo>
                    <a:pt x="162883" y="467284"/>
                    <a:pt x="162883" y="467284"/>
                    <a:pt x="170971" y="460822"/>
                  </a:cubicBezTo>
                  <a:close/>
                  <a:moveTo>
                    <a:pt x="205311" y="371895"/>
                  </a:moveTo>
                  <a:cubicBezTo>
                    <a:pt x="205311" y="371895"/>
                    <a:pt x="205311" y="371895"/>
                    <a:pt x="213423" y="373518"/>
                  </a:cubicBezTo>
                  <a:cubicBezTo>
                    <a:pt x="213423" y="373518"/>
                    <a:pt x="216667" y="376764"/>
                    <a:pt x="218290" y="375141"/>
                  </a:cubicBezTo>
                  <a:cubicBezTo>
                    <a:pt x="219912" y="373518"/>
                    <a:pt x="228024" y="371895"/>
                    <a:pt x="228024" y="371895"/>
                  </a:cubicBezTo>
                  <a:cubicBezTo>
                    <a:pt x="228024" y="371895"/>
                    <a:pt x="228024" y="371895"/>
                    <a:pt x="236136" y="373518"/>
                  </a:cubicBezTo>
                  <a:cubicBezTo>
                    <a:pt x="236136" y="373518"/>
                    <a:pt x="236136" y="373518"/>
                    <a:pt x="236136" y="378387"/>
                  </a:cubicBezTo>
                  <a:cubicBezTo>
                    <a:pt x="236136" y="378387"/>
                    <a:pt x="236136" y="381633"/>
                    <a:pt x="234514" y="383256"/>
                  </a:cubicBezTo>
                  <a:cubicBezTo>
                    <a:pt x="232891" y="383256"/>
                    <a:pt x="229647" y="384879"/>
                    <a:pt x="229647" y="386502"/>
                  </a:cubicBezTo>
                  <a:cubicBezTo>
                    <a:pt x="226402" y="388125"/>
                    <a:pt x="228024" y="388125"/>
                    <a:pt x="226402" y="389748"/>
                  </a:cubicBezTo>
                  <a:cubicBezTo>
                    <a:pt x="226402" y="391371"/>
                    <a:pt x="226402" y="389748"/>
                    <a:pt x="223157" y="391371"/>
                  </a:cubicBezTo>
                  <a:cubicBezTo>
                    <a:pt x="223157" y="391371"/>
                    <a:pt x="223157" y="392995"/>
                    <a:pt x="223157" y="394618"/>
                  </a:cubicBezTo>
                  <a:cubicBezTo>
                    <a:pt x="224779" y="396241"/>
                    <a:pt x="224779" y="397864"/>
                    <a:pt x="224779" y="399487"/>
                  </a:cubicBezTo>
                  <a:cubicBezTo>
                    <a:pt x="224779" y="399487"/>
                    <a:pt x="226402" y="399487"/>
                    <a:pt x="226402" y="399487"/>
                  </a:cubicBezTo>
                  <a:cubicBezTo>
                    <a:pt x="228024" y="399487"/>
                    <a:pt x="229647" y="397864"/>
                    <a:pt x="229647" y="397864"/>
                  </a:cubicBezTo>
                  <a:cubicBezTo>
                    <a:pt x="229647" y="397864"/>
                    <a:pt x="231269" y="396241"/>
                    <a:pt x="232891" y="396241"/>
                  </a:cubicBezTo>
                  <a:cubicBezTo>
                    <a:pt x="232891" y="394618"/>
                    <a:pt x="236136" y="396241"/>
                    <a:pt x="236136" y="396241"/>
                  </a:cubicBezTo>
                  <a:cubicBezTo>
                    <a:pt x="236136" y="396241"/>
                    <a:pt x="241003" y="397864"/>
                    <a:pt x="247493" y="396241"/>
                  </a:cubicBezTo>
                  <a:cubicBezTo>
                    <a:pt x="253983" y="392995"/>
                    <a:pt x="250738" y="396241"/>
                    <a:pt x="250738" y="396241"/>
                  </a:cubicBezTo>
                  <a:cubicBezTo>
                    <a:pt x="250738" y="396241"/>
                    <a:pt x="252360" y="396241"/>
                    <a:pt x="253983" y="396241"/>
                  </a:cubicBezTo>
                  <a:cubicBezTo>
                    <a:pt x="253983" y="396241"/>
                    <a:pt x="255605" y="396241"/>
                    <a:pt x="258850" y="394618"/>
                  </a:cubicBezTo>
                  <a:cubicBezTo>
                    <a:pt x="262095" y="394618"/>
                    <a:pt x="262095" y="399487"/>
                    <a:pt x="262095" y="399487"/>
                  </a:cubicBezTo>
                  <a:cubicBezTo>
                    <a:pt x="262095" y="401110"/>
                    <a:pt x="262095" y="402733"/>
                    <a:pt x="262095" y="402733"/>
                  </a:cubicBezTo>
                  <a:cubicBezTo>
                    <a:pt x="262095" y="402733"/>
                    <a:pt x="262095" y="402733"/>
                    <a:pt x="262095" y="405979"/>
                  </a:cubicBezTo>
                  <a:cubicBezTo>
                    <a:pt x="262095" y="409225"/>
                    <a:pt x="260472" y="409225"/>
                    <a:pt x="260472" y="409225"/>
                  </a:cubicBezTo>
                  <a:cubicBezTo>
                    <a:pt x="260472" y="409225"/>
                    <a:pt x="260472" y="409225"/>
                    <a:pt x="258850" y="412471"/>
                  </a:cubicBezTo>
                  <a:cubicBezTo>
                    <a:pt x="258850" y="412471"/>
                    <a:pt x="258850" y="412471"/>
                    <a:pt x="255605" y="415717"/>
                  </a:cubicBezTo>
                  <a:cubicBezTo>
                    <a:pt x="255605" y="415717"/>
                    <a:pt x="255605" y="415717"/>
                    <a:pt x="255605" y="418963"/>
                  </a:cubicBezTo>
                  <a:cubicBezTo>
                    <a:pt x="255605" y="418963"/>
                    <a:pt x="252360" y="423832"/>
                    <a:pt x="250738" y="423832"/>
                  </a:cubicBezTo>
                  <a:cubicBezTo>
                    <a:pt x="250738" y="425455"/>
                    <a:pt x="249115" y="427078"/>
                    <a:pt x="249115" y="427078"/>
                  </a:cubicBezTo>
                  <a:cubicBezTo>
                    <a:pt x="249115" y="427078"/>
                    <a:pt x="245871" y="428702"/>
                    <a:pt x="245871" y="428702"/>
                  </a:cubicBezTo>
                  <a:cubicBezTo>
                    <a:pt x="245871" y="428702"/>
                    <a:pt x="245871" y="430325"/>
                    <a:pt x="247493" y="431948"/>
                  </a:cubicBezTo>
                  <a:cubicBezTo>
                    <a:pt x="247493" y="431948"/>
                    <a:pt x="245871" y="433571"/>
                    <a:pt x="245871" y="433571"/>
                  </a:cubicBezTo>
                  <a:cubicBezTo>
                    <a:pt x="245871" y="433571"/>
                    <a:pt x="244248" y="435194"/>
                    <a:pt x="242626" y="435194"/>
                  </a:cubicBezTo>
                  <a:cubicBezTo>
                    <a:pt x="241003" y="436817"/>
                    <a:pt x="241003" y="436817"/>
                    <a:pt x="239381" y="438440"/>
                  </a:cubicBezTo>
                  <a:cubicBezTo>
                    <a:pt x="239381" y="438440"/>
                    <a:pt x="239381" y="441686"/>
                    <a:pt x="239381" y="441686"/>
                  </a:cubicBezTo>
                  <a:cubicBezTo>
                    <a:pt x="239381" y="441686"/>
                    <a:pt x="244248" y="440063"/>
                    <a:pt x="245871" y="440063"/>
                  </a:cubicBezTo>
                  <a:cubicBezTo>
                    <a:pt x="245871" y="440063"/>
                    <a:pt x="249115" y="441686"/>
                    <a:pt x="249115" y="441686"/>
                  </a:cubicBezTo>
                  <a:cubicBezTo>
                    <a:pt x="250738" y="440063"/>
                    <a:pt x="250738" y="441686"/>
                    <a:pt x="250738" y="441686"/>
                  </a:cubicBezTo>
                  <a:cubicBezTo>
                    <a:pt x="250738" y="441686"/>
                    <a:pt x="252360" y="441686"/>
                    <a:pt x="253983" y="441686"/>
                  </a:cubicBezTo>
                  <a:cubicBezTo>
                    <a:pt x="255605" y="441686"/>
                    <a:pt x="255605" y="443309"/>
                    <a:pt x="255605" y="443309"/>
                  </a:cubicBezTo>
                  <a:cubicBezTo>
                    <a:pt x="255605" y="443309"/>
                    <a:pt x="255605" y="443309"/>
                    <a:pt x="257227" y="444932"/>
                  </a:cubicBezTo>
                  <a:cubicBezTo>
                    <a:pt x="257227" y="444932"/>
                    <a:pt x="257227" y="444932"/>
                    <a:pt x="258850" y="444932"/>
                  </a:cubicBezTo>
                  <a:cubicBezTo>
                    <a:pt x="258850" y="444932"/>
                    <a:pt x="262095" y="449801"/>
                    <a:pt x="262095" y="449801"/>
                  </a:cubicBezTo>
                  <a:cubicBezTo>
                    <a:pt x="262095" y="449801"/>
                    <a:pt x="262095" y="451424"/>
                    <a:pt x="263717" y="453047"/>
                  </a:cubicBezTo>
                  <a:cubicBezTo>
                    <a:pt x="263717" y="453047"/>
                    <a:pt x="263717" y="456293"/>
                    <a:pt x="265339" y="456293"/>
                  </a:cubicBezTo>
                  <a:cubicBezTo>
                    <a:pt x="265339" y="456293"/>
                    <a:pt x="266962" y="459539"/>
                    <a:pt x="266962" y="459539"/>
                  </a:cubicBezTo>
                  <a:cubicBezTo>
                    <a:pt x="268584" y="459539"/>
                    <a:pt x="268584" y="462785"/>
                    <a:pt x="268584" y="462785"/>
                  </a:cubicBezTo>
                  <a:cubicBezTo>
                    <a:pt x="268584" y="464408"/>
                    <a:pt x="270207" y="467655"/>
                    <a:pt x="270207" y="469278"/>
                  </a:cubicBezTo>
                  <a:cubicBezTo>
                    <a:pt x="271829" y="469278"/>
                    <a:pt x="273451" y="472524"/>
                    <a:pt x="273451" y="472524"/>
                  </a:cubicBezTo>
                  <a:cubicBezTo>
                    <a:pt x="273451" y="472524"/>
                    <a:pt x="278318" y="475770"/>
                    <a:pt x="279941" y="475770"/>
                  </a:cubicBezTo>
                  <a:cubicBezTo>
                    <a:pt x="281563" y="475770"/>
                    <a:pt x="279941" y="477393"/>
                    <a:pt x="284808" y="477393"/>
                  </a:cubicBezTo>
                  <a:cubicBezTo>
                    <a:pt x="288053" y="479016"/>
                    <a:pt x="286430" y="479016"/>
                    <a:pt x="288053" y="480639"/>
                  </a:cubicBezTo>
                  <a:cubicBezTo>
                    <a:pt x="288053" y="480639"/>
                    <a:pt x="288053" y="482262"/>
                    <a:pt x="288053" y="483885"/>
                  </a:cubicBezTo>
                  <a:cubicBezTo>
                    <a:pt x="288053" y="483885"/>
                    <a:pt x="288053" y="483885"/>
                    <a:pt x="288053" y="485508"/>
                  </a:cubicBezTo>
                  <a:cubicBezTo>
                    <a:pt x="288053" y="485508"/>
                    <a:pt x="291298" y="488754"/>
                    <a:pt x="291298" y="488754"/>
                  </a:cubicBezTo>
                  <a:cubicBezTo>
                    <a:pt x="292920" y="488754"/>
                    <a:pt x="291298" y="492000"/>
                    <a:pt x="291298" y="493623"/>
                  </a:cubicBezTo>
                  <a:cubicBezTo>
                    <a:pt x="291298" y="493623"/>
                    <a:pt x="292920" y="496869"/>
                    <a:pt x="292920" y="496869"/>
                  </a:cubicBezTo>
                  <a:cubicBezTo>
                    <a:pt x="292920" y="496869"/>
                    <a:pt x="292920" y="496869"/>
                    <a:pt x="296165" y="500115"/>
                  </a:cubicBezTo>
                  <a:cubicBezTo>
                    <a:pt x="296165" y="500115"/>
                    <a:pt x="296165" y="500115"/>
                    <a:pt x="297787" y="503361"/>
                  </a:cubicBezTo>
                  <a:cubicBezTo>
                    <a:pt x="297787" y="503361"/>
                    <a:pt x="299410" y="504985"/>
                    <a:pt x="301032" y="506608"/>
                  </a:cubicBezTo>
                  <a:cubicBezTo>
                    <a:pt x="301032" y="508231"/>
                    <a:pt x="301032" y="509854"/>
                    <a:pt x="302654" y="511477"/>
                  </a:cubicBezTo>
                  <a:cubicBezTo>
                    <a:pt x="302654" y="511477"/>
                    <a:pt x="301032" y="513100"/>
                    <a:pt x="301032" y="514723"/>
                  </a:cubicBezTo>
                  <a:cubicBezTo>
                    <a:pt x="301032" y="514723"/>
                    <a:pt x="299410" y="514723"/>
                    <a:pt x="299410" y="516346"/>
                  </a:cubicBezTo>
                  <a:cubicBezTo>
                    <a:pt x="297787" y="516346"/>
                    <a:pt x="297787" y="517969"/>
                    <a:pt x="299410" y="517969"/>
                  </a:cubicBezTo>
                  <a:cubicBezTo>
                    <a:pt x="299410" y="517969"/>
                    <a:pt x="304277" y="521215"/>
                    <a:pt x="304277" y="521215"/>
                  </a:cubicBezTo>
                  <a:cubicBezTo>
                    <a:pt x="305899" y="519592"/>
                    <a:pt x="307522" y="519592"/>
                    <a:pt x="309144" y="517969"/>
                  </a:cubicBezTo>
                  <a:cubicBezTo>
                    <a:pt x="312389" y="516346"/>
                    <a:pt x="312389" y="517969"/>
                    <a:pt x="314011" y="517969"/>
                  </a:cubicBezTo>
                  <a:cubicBezTo>
                    <a:pt x="315634" y="517969"/>
                    <a:pt x="315634" y="517969"/>
                    <a:pt x="317256" y="517969"/>
                  </a:cubicBezTo>
                  <a:cubicBezTo>
                    <a:pt x="320501" y="517969"/>
                    <a:pt x="322123" y="519592"/>
                    <a:pt x="323746" y="519592"/>
                  </a:cubicBezTo>
                  <a:cubicBezTo>
                    <a:pt x="325368" y="519592"/>
                    <a:pt x="325368" y="522838"/>
                    <a:pt x="326990" y="524461"/>
                  </a:cubicBezTo>
                  <a:cubicBezTo>
                    <a:pt x="326990" y="524461"/>
                    <a:pt x="328613" y="529330"/>
                    <a:pt x="328613" y="529330"/>
                  </a:cubicBezTo>
                  <a:cubicBezTo>
                    <a:pt x="328613" y="529330"/>
                    <a:pt x="328613" y="529330"/>
                    <a:pt x="326990" y="532576"/>
                  </a:cubicBezTo>
                  <a:cubicBezTo>
                    <a:pt x="326990" y="532576"/>
                    <a:pt x="326990" y="532576"/>
                    <a:pt x="325368" y="534199"/>
                  </a:cubicBezTo>
                  <a:cubicBezTo>
                    <a:pt x="325368" y="534199"/>
                    <a:pt x="325368" y="537445"/>
                    <a:pt x="325368" y="537445"/>
                  </a:cubicBezTo>
                  <a:cubicBezTo>
                    <a:pt x="325368" y="539068"/>
                    <a:pt x="322123" y="542315"/>
                    <a:pt x="320501" y="542315"/>
                  </a:cubicBezTo>
                  <a:cubicBezTo>
                    <a:pt x="320501" y="543938"/>
                    <a:pt x="317256" y="545561"/>
                    <a:pt x="315634" y="547184"/>
                  </a:cubicBezTo>
                  <a:cubicBezTo>
                    <a:pt x="315634" y="548807"/>
                    <a:pt x="314011" y="548807"/>
                    <a:pt x="312389" y="550430"/>
                  </a:cubicBezTo>
                  <a:cubicBezTo>
                    <a:pt x="312389" y="550430"/>
                    <a:pt x="307522" y="552053"/>
                    <a:pt x="305899" y="553676"/>
                  </a:cubicBezTo>
                  <a:cubicBezTo>
                    <a:pt x="304277" y="555299"/>
                    <a:pt x="304277" y="555299"/>
                    <a:pt x="305899" y="556922"/>
                  </a:cubicBezTo>
                  <a:cubicBezTo>
                    <a:pt x="307522" y="558545"/>
                    <a:pt x="310766" y="558545"/>
                    <a:pt x="312389" y="556922"/>
                  </a:cubicBezTo>
                  <a:cubicBezTo>
                    <a:pt x="314011" y="556922"/>
                    <a:pt x="317256" y="558545"/>
                    <a:pt x="317256" y="556922"/>
                  </a:cubicBezTo>
                  <a:cubicBezTo>
                    <a:pt x="318878" y="556922"/>
                    <a:pt x="320501" y="560168"/>
                    <a:pt x="320501" y="560168"/>
                  </a:cubicBezTo>
                  <a:cubicBezTo>
                    <a:pt x="320501" y="560168"/>
                    <a:pt x="320501" y="560168"/>
                    <a:pt x="318878" y="561791"/>
                  </a:cubicBezTo>
                  <a:cubicBezTo>
                    <a:pt x="318878" y="561791"/>
                    <a:pt x="318878" y="561791"/>
                    <a:pt x="314011" y="566660"/>
                  </a:cubicBezTo>
                  <a:cubicBezTo>
                    <a:pt x="314011" y="566660"/>
                    <a:pt x="302654" y="569906"/>
                    <a:pt x="302654" y="569906"/>
                  </a:cubicBezTo>
                  <a:cubicBezTo>
                    <a:pt x="301032" y="569906"/>
                    <a:pt x="299410" y="571529"/>
                    <a:pt x="297787" y="573152"/>
                  </a:cubicBezTo>
                  <a:cubicBezTo>
                    <a:pt x="296165" y="573152"/>
                    <a:pt x="292920" y="573152"/>
                    <a:pt x="292920" y="573152"/>
                  </a:cubicBezTo>
                  <a:cubicBezTo>
                    <a:pt x="291298" y="573152"/>
                    <a:pt x="279941" y="571529"/>
                    <a:pt x="278318" y="571529"/>
                  </a:cubicBezTo>
                  <a:cubicBezTo>
                    <a:pt x="276696" y="571529"/>
                    <a:pt x="276696" y="573152"/>
                    <a:pt x="276696" y="573152"/>
                  </a:cubicBezTo>
                  <a:cubicBezTo>
                    <a:pt x="276696" y="573152"/>
                    <a:pt x="276696" y="573152"/>
                    <a:pt x="268584" y="574775"/>
                  </a:cubicBezTo>
                  <a:cubicBezTo>
                    <a:pt x="268584" y="574775"/>
                    <a:pt x="265339" y="573152"/>
                    <a:pt x="265339" y="571529"/>
                  </a:cubicBezTo>
                  <a:cubicBezTo>
                    <a:pt x="265339" y="571529"/>
                    <a:pt x="260472" y="569906"/>
                    <a:pt x="260472" y="569906"/>
                  </a:cubicBezTo>
                  <a:cubicBezTo>
                    <a:pt x="260472" y="569906"/>
                    <a:pt x="260472" y="569906"/>
                    <a:pt x="257227" y="573152"/>
                  </a:cubicBezTo>
                  <a:cubicBezTo>
                    <a:pt x="257227" y="573152"/>
                    <a:pt x="253983" y="574775"/>
                    <a:pt x="252360" y="574775"/>
                  </a:cubicBezTo>
                  <a:cubicBezTo>
                    <a:pt x="252360" y="574775"/>
                    <a:pt x="245871" y="574775"/>
                    <a:pt x="245871" y="574775"/>
                  </a:cubicBezTo>
                  <a:cubicBezTo>
                    <a:pt x="244248" y="574775"/>
                    <a:pt x="242626" y="574775"/>
                    <a:pt x="241003" y="574775"/>
                  </a:cubicBezTo>
                  <a:cubicBezTo>
                    <a:pt x="241003" y="574775"/>
                    <a:pt x="237759" y="574775"/>
                    <a:pt x="236136" y="574775"/>
                  </a:cubicBezTo>
                  <a:cubicBezTo>
                    <a:pt x="236136" y="574775"/>
                    <a:pt x="234514" y="576399"/>
                    <a:pt x="234514" y="576399"/>
                  </a:cubicBezTo>
                  <a:cubicBezTo>
                    <a:pt x="234514" y="576399"/>
                    <a:pt x="234514" y="576399"/>
                    <a:pt x="232891" y="579645"/>
                  </a:cubicBezTo>
                  <a:cubicBezTo>
                    <a:pt x="232891" y="579645"/>
                    <a:pt x="232891" y="579645"/>
                    <a:pt x="231269" y="581268"/>
                  </a:cubicBezTo>
                  <a:cubicBezTo>
                    <a:pt x="231269" y="581268"/>
                    <a:pt x="226402" y="584514"/>
                    <a:pt x="224779" y="584514"/>
                  </a:cubicBezTo>
                  <a:cubicBezTo>
                    <a:pt x="224779" y="584514"/>
                    <a:pt x="224779" y="584514"/>
                    <a:pt x="223157" y="582891"/>
                  </a:cubicBezTo>
                  <a:cubicBezTo>
                    <a:pt x="223157" y="582891"/>
                    <a:pt x="221535" y="582891"/>
                    <a:pt x="219912" y="581268"/>
                  </a:cubicBezTo>
                  <a:cubicBezTo>
                    <a:pt x="216667" y="578022"/>
                    <a:pt x="216667" y="581268"/>
                    <a:pt x="216667" y="581268"/>
                  </a:cubicBezTo>
                  <a:cubicBezTo>
                    <a:pt x="215045" y="581268"/>
                    <a:pt x="215045" y="582891"/>
                    <a:pt x="213423" y="581268"/>
                  </a:cubicBezTo>
                  <a:cubicBezTo>
                    <a:pt x="213423" y="581268"/>
                    <a:pt x="211800" y="581268"/>
                    <a:pt x="210178" y="581268"/>
                  </a:cubicBezTo>
                  <a:cubicBezTo>
                    <a:pt x="210178" y="581268"/>
                    <a:pt x="208555" y="582891"/>
                    <a:pt x="205311" y="586137"/>
                  </a:cubicBezTo>
                  <a:cubicBezTo>
                    <a:pt x="202066" y="589383"/>
                    <a:pt x="202066" y="589383"/>
                    <a:pt x="202066" y="589383"/>
                  </a:cubicBezTo>
                  <a:cubicBezTo>
                    <a:pt x="202066" y="589383"/>
                    <a:pt x="200443" y="589383"/>
                    <a:pt x="200443" y="589383"/>
                  </a:cubicBezTo>
                  <a:cubicBezTo>
                    <a:pt x="198821" y="589383"/>
                    <a:pt x="197199" y="589383"/>
                    <a:pt x="197199" y="587760"/>
                  </a:cubicBezTo>
                  <a:cubicBezTo>
                    <a:pt x="197199" y="587760"/>
                    <a:pt x="195576" y="586137"/>
                    <a:pt x="198821" y="584514"/>
                  </a:cubicBezTo>
                  <a:cubicBezTo>
                    <a:pt x="198821" y="582891"/>
                    <a:pt x="200443" y="582891"/>
                    <a:pt x="200443" y="582891"/>
                  </a:cubicBezTo>
                  <a:cubicBezTo>
                    <a:pt x="200443" y="581268"/>
                    <a:pt x="203688" y="579645"/>
                    <a:pt x="205311" y="576399"/>
                  </a:cubicBezTo>
                  <a:cubicBezTo>
                    <a:pt x="208555" y="573152"/>
                    <a:pt x="210178" y="574775"/>
                    <a:pt x="210178" y="573152"/>
                  </a:cubicBezTo>
                  <a:cubicBezTo>
                    <a:pt x="211800" y="571529"/>
                    <a:pt x="211800" y="571529"/>
                    <a:pt x="213423" y="569906"/>
                  </a:cubicBezTo>
                  <a:cubicBezTo>
                    <a:pt x="215045" y="568283"/>
                    <a:pt x="215045" y="568283"/>
                    <a:pt x="215045" y="566660"/>
                  </a:cubicBezTo>
                  <a:cubicBezTo>
                    <a:pt x="216667" y="566660"/>
                    <a:pt x="218290" y="565037"/>
                    <a:pt x="218290" y="565037"/>
                  </a:cubicBezTo>
                  <a:cubicBezTo>
                    <a:pt x="218290" y="565037"/>
                    <a:pt x="223157" y="561791"/>
                    <a:pt x="223157" y="560168"/>
                  </a:cubicBezTo>
                  <a:cubicBezTo>
                    <a:pt x="224779" y="560168"/>
                    <a:pt x="226402" y="560168"/>
                    <a:pt x="228024" y="560168"/>
                  </a:cubicBezTo>
                  <a:cubicBezTo>
                    <a:pt x="228024" y="558545"/>
                    <a:pt x="228024" y="560168"/>
                    <a:pt x="229647" y="560168"/>
                  </a:cubicBezTo>
                  <a:cubicBezTo>
                    <a:pt x="231269" y="560168"/>
                    <a:pt x="231269" y="561791"/>
                    <a:pt x="231269" y="561791"/>
                  </a:cubicBezTo>
                  <a:cubicBezTo>
                    <a:pt x="231269" y="561791"/>
                    <a:pt x="232891" y="561791"/>
                    <a:pt x="234514" y="561791"/>
                  </a:cubicBezTo>
                  <a:cubicBezTo>
                    <a:pt x="234514" y="560168"/>
                    <a:pt x="236136" y="561791"/>
                    <a:pt x="236136" y="561791"/>
                  </a:cubicBezTo>
                  <a:cubicBezTo>
                    <a:pt x="237759" y="561791"/>
                    <a:pt x="239381" y="560168"/>
                    <a:pt x="241003" y="560168"/>
                  </a:cubicBezTo>
                  <a:cubicBezTo>
                    <a:pt x="242626" y="558545"/>
                    <a:pt x="242626" y="558545"/>
                    <a:pt x="242626" y="556922"/>
                  </a:cubicBezTo>
                  <a:cubicBezTo>
                    <a:pt x="242626" y="555299"/>
                    <a:pt x="245871" y="556922"/>
                    <a:pt x="245871" y="555299"/>
                  </a:cubicBezTo>
                  <a:cubicBezTo>
                    <a:pt x="247493" y="555299"/>
                    <a:pt x="247493" y="548807"/>
                    <a:pt x="247493" y="548807"/>
                  </a:cubicBezTo>
                  <a:cubicBezTo>
                    <a:pt x="247493" y="548807"/>
                    <a:pt x="245871" y="550430"/>
                    <a:pt x="245871" y="550430"/>
                  </a:cubicBezTo>
                  <a:cubicBezTo>
                    <a:pt x="244248" y="550430"/>
                    <a:pt x="244248" y="550430"/>
                    <a:pt x="244248" y="550430"/>
                  </a:cubicBezTo>
                  <a:cubicBezTo>
                    <a:pt x="244248" y="550430"/>
                    <a:pt x="244248" y="550430"/>
                    <a:pt x="241003" y="552053"/>
                  </a:cubicBezTo>
                  <a:cubicBezTo>
                    <a:pt x="241003" y="552053"/>
                    <a:pt x="241003" y="552053"/>
                    <a:pt x="237759" y="555299"/>
                  </a:cubicBezTo>
                  <a:cubicBezTo>
                    <a:pt x="237759" y="555299"/>
                    <a:pt x="234514" y="555299"/>
                    <a:pt x="232891" y="555299"/>
                  </a:cubicBezTo>
                  <a:cubicBezTo>
                    <a:pt x="232891" y="555299"/>
                    <a:pt x="231269" y="555299"/>
                    <a:pt x="231269" y="555299"/>
                  </a:cubicBezTo>
                  <a:cubicBezTo>
                    <a:pt x="231269" y="555299"/>
                    <a:pt x="229647" y="553676"/>
                    <a:pt x="228024" y="553676"/>
                  </a:cubicBezTo>
                  <a:cubicBezTo>
                    <a:pt x="228024" y="552053"/>
                    <a:pt x="228024" y="553676"/>
                    <a:pt x="226402" y="553676"/>
                  </a:cubicBezTo>
                  <a:cubicBezTo>
                    <a:pt x="226402" y="553676"/>
                    <a:pt x="219912" y="552053"/>
                    <a:pt x="219912" y="550430"/>
                  </a:cubicBezTo>
                  <a:cubicBezTo>
                    <a:pt x="218290" y="550430"/>
                    <a:pt x="215045" y="548807"/>
                    <a:pt x="215045" y="548807"/>
                  </a:cubicBezTo>
                  <a:cubicBezTo>
                    <a:pt x="215045" y="548807"/>
                    <a:pt x="215045" y="548807"/>
                    <a:pt x="211800" y="548807"/>
                  </a:cubicBezTo>
                  <a:cubicBezTo>
                    <a:pt x="211800" y="548807"/>
                    <a:pt x="211800" y="548807"/>
                    <a:pt x="208555" y="548807"/>
                  </a:cubicBezTo>
                  <a:cubicBezTo>
                    <a:pt x="208555" y="548807"/>
                    <a:pt x="208555" y="548807"/>
                    <a:pt x="205311" y="550430"/>
                  </a:cubicBezTo>
                  <a:cubicBezTo>
                    <a:pt x="205311" y="550430"/>
                    <a:pt x="205311" y="550430"/>
                    <a:pt x="202066" y="548807"/>
                  </a:cubicBezTo>
                  <a:cubicBezTo>
                    <a:pt x="202066" y="547184"/>
                    <a:pt x="203688" y="542315"/>
                    <a:pt x="203688" y="542315"/>
                  </a:cubicBezTo>
                  <a:cubicBezTo>
                    <a:pt x="203688" y="542315"/>
                    <a:pt x="206933" y="542315"/>
                    <a:pt x="206933" y="540692"/>
                  </a:cubicBezTo>
                  <a:cubicBezTo>
                    <a:pt x="208555" y="540692"/>
                    <a:pt x="208555" y="539068"/>
                    <a:pt x="210178" y="539068"/>
                  </a:cubicBezTo>
                  <a:cubicBezTo>
                    <a:pt x="211800" y="537445"/>
                    <a:pt x="211800" y="539068"/>
                    <a:pt x="213423" y="539068"/>
                  </a:cubicBezTo>
                  <a:cubicBezTo>
                    <a:pt x="215045" y="537445"/>
                    <a:pt x="216667" y="537445"/>
                    <a:pt x="218290" y="535822"/>
                  </a:cubicBezTo>
                  <a:cubicBezTo>
                    <a:pt x="219912" y="534199"/>
                    <a:pt x="218290" y="532576"/>
                    <a:pt x="218290" y="532576"/>
                  </a:cubicBezTo>
                  <a:cubicBezTo>
                    <a:pt x="218290" y="530953"/>
                    <a:pt x="219912" y="530953"/>
                    <a:pt x="219912" y="529330"/>
                  </a:cubicBezTo>
                  <a:cubicBezTo>
                    <a:pt x="221535" y="529330"/>
                    <a:pt x="223157" y="529330"/>
                    <a:pt x="223157" y="527707"/>
                  </a:cubicBezTo>
                  <a:cubicBezTo>
                    <a:pt x="223157" y="527707"/>
                    <a:pt x="223157" y="524461"/>
                    <a:pt x="223157" y="524461"/>
                  </a:cubicBezTo>
                  <a:cubicBezTo>
                    <a:pt x="223157" y="522838"/>
                    <a:pt x="221535" y="522838"/>
                    <a:pt x="221535" y="521215"/>
                  </a:cubicBezTo>
                  <a:cubicBezTo>
                    <a:pt x="219912" y="521215"/>
                    <a:pt x="218290" y="519592"/>
                    <a:pt x="218290" y="517969"/>
                  </a:cubicBezTo>
                  <a:cubicBezTo>
                    <a:pt x="218290" y="517969"/>
                    <a:pt x="216667" y="516346"/>
                    <a:pt x="218290" y="516346"/>
                  </a:cubicBezTo>
                  <a:cubicBezTo>
                    <a:pt x="218290" y="514723"/>
                    <a:pt x="218290" y="514723"/>
                    <a:pt x="218290" y="513100"/>
                  </a:cubicBezTo>
                  <a:cubicBezTo>
                    <a:pt x="218290" y="513100"/>
                    <a:pt x="218290" y="513100"/>
                    <a:pt x="219912" y="511477"/>
                  </a:cubicBezTo>
                  <a:cubicBezTo>
                    <a:pt x="221535" y="509854"/>
                    <a:pt x="221535" y="509854"/>
                    <a:pt x="221535" y="509854"/>
                  </a:cubicBezTo>
                  <a:cubicBezTo>
                    <a:pt x="223157" y="509854"/>
                    <a:pt x="221535" y="509854"/>
                    <a:pt x="223157" y="509854"/>
                  </a:cubicBezTo>
                  <a:cubicBezTo>
                    <a:pt x="224779" y="509854"/>
                    <a:pt x="224779" y="509854"/>
                    <a:pt x="226402" y="509854"/>
                  </a:cubicBezTo>
                  <a:cubicBezTo>
                    <a:pt x="226402" y="508231"/>
                    <a:pt x="228024" y="508231"/>
                    <a:pt x="229647" y="508231"/>
                  </a:cubicBezTo>
                  <a:cubicBezTo>
                    <a:pt x="231269" y="508231"/>
                    <a:pt x="232891" y="508231"/>
                    <a:pt x="234514" y="508231"/>
                  </a:cubicBezTo>
                  <a:cubicBezTo>
                    <a:pt x="234514" y="508231"/>
                    <a:pt x="237759" y="509854"/>
                    <a:pt x="237759" y="509854"/>
                  </a:cubicBezTo>
                  <a:cubicBezTo>
                    <a:pt x="237759" y="509854"/>
                    <a:pt x="239381" y="508231"/>
                    <a:pt x="239381" y="508231"/>
                  </a:cubicBezTo>
                  <a:cubicBezTo>
                    <a:pt x="239381" y="506608"/>
                    <a:pt x="241003" y="504985"/>
                    <a:pt x="239381" y="503361"/>
                  </a:cubicBezTo>
                  <a:cubicBezTo>
                    <a:pt x="239381" y="501738"/>
                    <a:pt x="239381" y="501738"/>
                    <a:pt x="239381" y="498492"/>
                  </a:cubicBezTo>
                  <a:cubicBezTo>
                    <a:pt x="241003" y="496869"/>
                    <a:pt x="239381" y="496869"/>
                    <a:pt x="239381" y="496869"/>
                  </a:cubicBezTo>
                  <a:cubicBezTo>
                    <a:pt x="239381" y="495246"/>
                    <a:pt x="239381" y="495246"/>
                    <a:pt x="239381" y="493623"/>
                  </a:cubicBezTo>
                  <a:cubicBezTo>
                    <a:pt x="239381" y="493623"/>
                    <a:pt x="239381" y="493623"/>
                    <a:pt x="241003" y="490377"/>
                  </a:cubicBezTo>
                  <a:cubicBezTo>
                    <a:pt x="242626" y="488754"/>
                    <a:pt x="241003" y="488754"/>
                    <a:pt x="241003" y="488754"/>
                  </a:cubicBezTo>
                  <a:cubicBezTo>
                    <a:pt x="241003" y="488754"/>
                    <a:pt x="239381" y="488754"/>
                    <a:pt x="237759" y="487131"/>
                  </a:cubicBezTo>
                  <a:cubicBezTo>
                    <a:pt x="237759" y="487131"/>
                    <a:pt x="236136" y="487131"/>
                    <a:pt x="236136" y="485508"/>
                  </a:cubicBezTo>
                  <a:cubicBezTo>
                    <a:pt x="236136" y="485508"/>
                    <a:pt x="236136" y="483885"/>
                    <a:pt x="236136" y="483885"/>
                  </a:cubicBezTo>
                  <a:cubicBezTo>
                    <a:pt x="236136" y="482262"/>
                    <a:pt x="232891" y="480639"/>
                    <a:pt x="232891" y="480639"/>
                  </a:cubicBezTo>
                  <a:cubicBezTo>
                    <a:pt x="231269" y="479016"/>
                    <a:pt x="229647" y="479016"/>
                    <a:pt x="229647" y="479016"/>
                  </a:cubicBezTo>
                  <a:cubicBezTo>
                    <a:pt x="229647" y="479016"/>
                    <a:pt x="229647" y="477393"/>
                    <a:pt x="229647" y="475770"/>
                  </a:cubicBezTo>
                  <a:cubicBezTo>
                    <a:pt x="231269" y="474147"/>
                    <a:pt x="231269" y="474147"/>
                    <a:pt x="232891" y="472524"/>
                  </a:cubicBezTo>
                  <a:cubicBezTo>
                    <a:pt x="234514" y="472524"/>
                    <a:pt x="234514" y="470901"/>
                    <a:pt x="234514" y="469278"/>
                  </a:cubicBezTo>
                  <a:cubicBezTo>
                    <a:pt x="234514" y="469278"/>
                    <a:pt x="232891" y="467655"/>
                    <a:pt x="232891" y="467655"/>
                  </a:cubicBezTo>
                  <a:cubicBezTo>
                    <a:pt x="232891" y="467655"/>
                    <a:pt x="231269" y="467655"/>
                    <a:pt x="228024" y="467655"/>
                  </a:cubicBezTo>
                  <a:cubicBezTo>
                    <a:pt x="224779" y="469278"/>
                    <a:pt x="226402" y="469278"/>
                    <a:pt x="226402" y="469278"/>
                  </a:cubicBezTo>
                  <a:cubicBezTo>
                    <a:pt x="226402" y="470901"/>
                    <a:pt x="226402" y="470901"/>
                    <a:pt x="224779" y="470901"/>
                  </a:cubicBezTo>
                  <a:cubicBezTo>
                    <a:pt x="224779" y="470901"/>
                    <a:pt x="224779" y="470901"/>
                    <a:pt x="221535" y="472524"/>
                  </a:cubicBezTo>
                  <a:cubicBezTo>
                    <a:pt x="221535" y="472524"/>
                    <a:pt x="221535" y="472524"/>
                    <a:pt x="218290" y="470901"/>
                  </a:cubicBezTo>
                  <a:cubicBezTo>
                    <a:pt x="218290" y="470901"/>
                    <a:pt x="216667" y="472524"/>
                    <a:pt x="216667" y="472524"/>
                  </a:cubicBezTo>
                  <a:cubicBezTo>
                    <a:pt x="215045" y="472524"/>
                    <a:pt x="213423" y="472524"/>
                    <a:pt x="211800" y="472524"/>
                  </a:cubicBezTo>
                  <a:cubicBezTo>
                    <a:pt x="211800" y="470901"/>
                    <a:pt x="205311" y="472524"/>
                    <a:pt x="205311" y="472524"/>
                  </a:cubicBezTo>
                  <a:cubicBezTo>
                    <a:pt x="205311" y="470901"/>
                    <a:pt x="205311" y="470901"/>
                    <a:pt x="203688" y="469278"/>
                  </a:cubicBezTo>
                  <a:cubicBezTo>
                    <a:pt x="203688" y="469278"/>
                    <a:pt x="202066" y="466032"/>
                    <a:pt x="202066" y="466032"/>
                  </a:cubicBezTo>
                  <a:cubicBezTo>
                    <a:pt x="202066" y="464408"/>
                    <a:pt x="205311" y="462785"/>
                    <a:pt x="205311" y="462785"/>
                  </a:cubicBezTo>
                  <a:cubicBezTo>
                    <a:pt x="206933" y="461162"/>
                    <a:pt x="206933" y="459539"/>
                    <a:pt x="206933" y="459539"/>
                  </a:cubicBezTo>
                  <a:cubicBezTo>
                    <a:pt x="206933" y="459539"/>
                    <a:pt x="208555" y="457916"/>
                    <a:pt x="208555" y="456293"/>
                  </a:cubicBezTo>
                  <a:cubicBezTo>
                    <a:pt x="210178" y="456293"/>
                    <a:pt x="211800" y="454670"/>
                    <a:pt x="211800" y="453047"/>
                  </a:cubicBezTo>
                  <a:cubicBezTo>
                    <a:pt x="211800" y="451424"/>
                    <a:pt x="208555" y="453047"/>
                    <a:pt x="208555" y="453047"/>
                  </a:cubicBezTo>
                  <a:cubicBezTo>
                    <a:pt x="208555" y="453047"/>
                    <a:pt x="210178" y="451424"/>
                    <a:pt x="210178" y="451424"/>
                  </a:cubicBezTo>
                  <a:cubicBezTo>
                    <a:pt x="211800" y="449801"/>
                    <a:pt x="210178" y="448178"/>
                    <a:pt x="210178" y="448178"/>
                  </a:cubicBezTo>
                  <a:cubicBezTo>
                    <a:pt x="210178" y="448178"/>
                    <a:pt x="206933" y="446555"/>
                    <a:pt x="206933" y="446555"/>
                  </a:cubicBezTo>
                  <a:cubicBezTo>
                    <a:pt x="205311" y="446555"/>
                    <a:pt x="206933" y="443309"/>
                    <a:pt x="206933" y="443309"/>
                  </a:cubicBezTo>
                  <a:cubicBezTo>
                    <a:pt x="206933" y="441686"/>
                    <a:pt x="208555" y="440063"/>
                    <a:pt x="208555" y="438440"/>
                  </a:cubicBezTo>
                  <a:cubicBezTo>
                    <a:pt x="208555" y="438440"/>
                    <a:pt x="205311" y="436817"/>
                    <a:pt x="205311" y="435194"/>
                  </a:cubicBezTo>
                  <a:cubicBezTo>
                    <a:pt x="205311" y="435194"/>
                    <a:pt x="203688" y="436817"/>
                    <a:pt x="203688" y="436817"/>
                  </a:cubicBezTo>
                  <a:cubicBezTo>
                    <a:pt x="202066" y="438440"/>
                    <a:pt x="200443" y="440063"/>
                    <a:pt x="198821" y="438440"/>
                  </a:cubicBezTo>
                  <a:cubicBezTo>
                    <a:pt x="198821" y="438440"/>
                    <a:pt x="198821" y="438440"/>
                    <a:pt x="197199" y="438440"/>
                  </a:cubicBezTo>
                  <a:cubicBezTo>
                    <a:pt x="197199" y="438440"/>
                    <a:pt x="197199" y="438440"/>
                    <a:pt x="193954" y="441686"/>
                  </a:cubicBezTo>
                  <a:cubicBezTo>
                    <a:pt x="193954" y="441686"/>
                    <a:pt x="192332" y="441686"/>
                    <a:pt x="190709" y="441686"/>
                  </a:cubicBezTo>
                  <a:cubicBezTo>
                    <a:pt x="190709" y="440063"/>
                    <a:pt x="192332" y="440063"/>
                    <a:pt x="192332" y="438440"/>
                  </a:cubicBezTo>
                  <a:cubicBezTo>
                    <a:pt x="192332" y="436817"/>
                    <a:pt x="192332" y="438440"/>
                    <a:pt x="192332" y="436817"/>
                  </a:cubicBezTo>
                  <a:cubicBezTo>
                    <a:pt x="193954" y="435194"/>
                    <a:pt x="195576" y="435194"/>
                    <a:pt x="195576" y="433571"/>
                  </a:cubicBezTo>
                  <a:cubicBezTo>
                    <a:pt x="195576" y="431948"/>
                    <a:pt x="195576" y="431948"/>
                    <a:pt x="195576" y="431948"/>
                  </a:cubicBezTo>
                  <a:cubicBezTo>
                    <a:pt x="195576" y="431948"/>
                    <a:pt x="200443" y="428702"/>
                    <a:pt x="200443" y="427078"/>
                  </a:cubicBezTo>
                  <a:cubicBezTo>
                    <a:pt x="202066" y="427078"/>
                    <a:pt x="202066" y="425455"/>
                    <a:pt x="202066" y="425455"/>
                  </a:cubicBezTo>
                  <a:cubicBezTo>
                    <a:pt x="202066" y="425455"/>
                    <a:pt x="200443" y="423832"/>
                    <a:pt x="198821" y="425455"/>
                  </a:cubicBezTo>
                  <a:cubicBezTo>
                    <a:pt x="198821" y="425455"/>
                    <a:pt x="198821" y="425455"/>
                    <a:pt x="197199" y="425455"/>
                  </a:cubicBezTo>
                  <a:cubicBezTo>
                    <a:pt x="197199" y="425455"/>
                    <a:pt x="197199" y="425455"/>
                    <a:pt x="195576" y="425455"/>
                  </a:cubicBezTo>
                  <a:cubicBezTo>
                    <a:pt x="195576" y="425455"/>
                    <a:pt x="195576" y="425455"/>
                    <a:pt x="193954" y="427078"/>
                  </a:cubicBezTo>
                  <a:cubicBezTo>
                    <a:pt x="193954" y="427078"/>
                    <a:pt x="193954" y="427078"/>
                    <a:pt x="193954" y="430325"/>
                  </a:cubicBezTo>
                  <a:cubicBezTo>
                    <a:pt x="193954" y="430325"/>
                    <a:pt x="193954" y="430325"/>
                    <a:pt x="192332" y="431948"/>
                  </a:cubicBezTo>
                  <a:cubicBezTo>
                    <a:pt x="192332" y="431948"/>
                    <a:pt x="190709" y="431948"/>
                    <a:pt x="189087" y="433571"/>
                  </a:cubicBezTo>
                  <a:cubicBezTo>
                    <a:pt x="189087" y="433571"/>
                    <a:pt x="187464" y="433571"/>
                    <a:pt x="187464" y="433571"/>
                  </a:cubicBezTo>
                  <a:cubicBezTo>
                    <a:pt x="185842" y="433571"/>
                    <a:pt x="189087" y="431948"/>
                    <a:pt x="189087" y="431948"/>
                  </a:cubicBezTo>
                  <a:cubicBezTo>
                    <a:pt x="189087" y="431948"/>
                    <a:pt x="189087" y="431948"/>
                    <a:pt x="189087" y="430325"/>
                  </a:cubicBezTo>
                  <a:cubicBezTo>
                    <a:pt x="189087" y="430325"/>
                    <a:pt x="189087" y="430325"/>
                    <a:pt x="189087" y="427078"/>
                  </a:cubicBezTo>
                  <a:cubicBezTo>
                    <a:pt x="189087" y="427078"/>
                    <a:pt x="189087" y="427078"/>
                    <a:pt x="187464" y="428702"/>
                  </a:cubicBezTo>
                  <a:cubicBezTo>
                    <a:pt x="187464" y="428702"/>
                    <a:pt x="187464" y="428702"/>
                    <a:pt x="185842" y="428702"/>
                  </a:cubicBezTo>
                  <a:lnTo>
                    <a:pt x="182597" y="427078"/>
                  </a:lnTo>
                  <a:cubicBezTo>
                    <a:pt x="180975" y="427078"/>
                    <a:pt x="185842" y="422209"/>
                    <a:pt x="185842" y="422209"/>
                  </a:cubicBezTo>
                  <a:cubicBezTo>
                    <a:pt x="185842" y="422209"/>
                    <a:pt x="185842" y="422209"/>
                    <a:pt x="190709" y="418963"/>
                  </a:cubicBezTo>
                  <a:cubicBezTo>
                    <a:pt x="190709" y="418963"/>
                    <a:pt x="195576" y="410848"/>
                    <a:pt x="195576" y="409225"/>
                  </a:cubicBezTo>
                  <a:cubicBezTo>
                    <a:pt x="195576" y="407602"/>
                    <a:pt x="192332" y="404356"/>
                    <a:pt x="192332" y="404356"/>
                  </a:cubicBezTo>
                  <a:cubicBezTo>
                    <a:pt x="192332" y="404356"/>
                    <a:pt x="192332" y="401110"/>
                    <a:pt x="190709" y="397864"/>
                  </a:cubicBezTo>
                  <a:cubicBezTo>
                    <a:pt x="189087" y="396241"/>
                    <a:pt x="192332" y="394618"/>
                    <a:pt x="192332" y="391371"/>
                  </a:cubicBezTo>
                  <a:cubicBezTo>
                    <a:pt x="192332" y="389748"/>
                    <a:pt x="200443" y="391371"/>
                    <a:pt x="200443" y="391371"/>
                  </a:cubicBezTo>
                  <a:cubicBezTo>
                    <a:pt x="200443" y="391371"/>
                    <a:pt x="200443" y="391371"/>
                    <a:pt x="198821" y="381633"/>
                  </a:cubicBezTo>
                  <a:cubicBezTo>
                    <a:pt x="198821" y="381633"/>
                    <a:pt x="198821" y="381633"/>
                    <a:pt x="202066" y="383256"/>
                  </a:cubicBezTo>
                  <a:cubicBezTo>
                    <a:pt x="202066" y="383256"/>
                    <a:pt x="205311" y="378387"/>
                    <a:pt x="205311" y="371895"/>
                  </a:cubicBezTo>
                  <a:close/>
                  <a:moveTo>
                    <a:pt x="146477" y="146470"/>
                  </a:moveTo>
                  <a:cubicBezTo>
                    <a:pt x="148104" y="148084"/>
                    <a:pt x="149732" y="149699"/>
                    <a:pt x="151359" y="149699"/>
                  </a:cubicBezTo>
                  <a:cubicBezTo>
                    <a:pt x="151359" y="151313"/>
                    <a:pt x="152987" y="151313"/>
                    <a:pt x="152987" y="152928"/>
                  </a:cubicBezTo>
                  <a:cubicBezTo>
                    <a:pt x="152987" y="152928"/>
                    <a:pt x="154614" y="156156"/>
                    <a:pt x="154614" y="156156"/>
                  </a:cubicBezTo>
                  <a:cubicBezTo>
                    <a:pt x="154614" y="156156"/>
                    <a:pt x="156242" y="156156"/>
                    <a:pt x="156242" y="157771"/>
                  </a:cubicBezTo>
                  <a:cubicBezTo>
                    <a:pt x="157869" y="157771"/>
                    <a:pt x="159497" y="157771"/>
                    <a:pt x="159497" y="157771"/>
                  </a:cubicBezTo>
                  <a:cubicBezTo>
                    <a:pt x="161124" y="156156"/>
                    <a:pt x="161124" y="156156"/>
                    <a:pt x="162752" y="156156"/>
                  </a:cubicBezTo>
                  <a:cubicBezTo>
                    <a:pt x="162752" y="154542"/>
                    <a:pt x="162752" y="152928"/>
                    <a:pt x="162752" y="152928"/>
                  </a:cubicBezTo>
                  <a:cubicBezTo>
                    <a:pt x="162752" y="152928"/>
                    <a:pt x="166007" y="151313"/>
                    <a:pt x="166007" y="151313"/>
                  </a:cubicBezTo>
                  <a:cubicBezTo>
                    <a:pt x="167634" y="151313"/>
                    <a:pt x="169262" y="151313"/>
                    <a:pt x="170889" y="151313"/>
                  </a:cubicBezTo>
                  <a:cubicBezTo>
                    <a:pt x="170889" y="152928"/>
                    <a:pt x="169262" y="154542"/>
                    <a:pt x="169262" y="154542"/>
                  </a:cubicBezTo>
                  <a:cubicBezTo>
                    <a:pt x="167634" y="156156"/>
                    <a:pt x="167634" y="157771"/>
                    <a:pt x="167634" y="157771"/>
                  </a:cubicBezTo>
                  <a:cubicBezTo>
                    <a:pt x="167634" y="157771"/>
                    <a:pt x="167634" y="159385"/>
                    <a:pt x="167634" y="161000"/>
                  </a:cubicBezTo>
                  <a:cubicBezTo>
                    <a:pt x="167634" y="161000"/>
                    <a:pt x="170889" y="161000"/>
                    <a:pt x="170889" y="161000"/>
                  </a:cubicBezTo>
                  <a:cubicBezTo>
                    <a:pt x="172517" y="162614"/>
                    <a:pt x="172517" y="162614"/>
                    <a:pt x="172517" y="162614"/>
                  </a:cubicBezTo>
                  <a:cubicBezTo>
                    <a:pt x="172517" y="162614"/>
                    <a:pt x="170889" y="165843"/>
                    <a:pt x="170889" y="165843"/>
                  </a:cubicBezTo>
                  <a:cubicBezTo>
                    <a:pt x="170889" y="167457"/>
                    <a:pt x="170889" y="167457"/>
                    <a:pt x="169262" y="167457"/>
                  </a:cubicBezTo>
                  <a:cubicBezTo>
                    <a:pt x="169262" y="169072"/>
                    <a:pt x="169262" y="169072"/>
                    <a:pt x="170889" y="170686"/>
                  </a:cubicBezTo>
                  <a:cubicBezTo>
                    <a:pt x="172517" y="170686"/>
                    <a:pt x="177400" y="170686"/>
                    <a:pt x="177400" y="172300"/>
                  </a:cubicBezTo>
                  <a:cubicBezTo>
                    <a:pt x="177400" y="172300"/>
                    <a:pt x="174145" y="175529"/>
                    <a:pt x="175772" y="175529"/>
                  </a:cubicBezTo>
                  <a:cubicBezTo>
                    <a:pt x="177400" y="177144"/>
                    <a:pt x="179027" y="175529"/>
                    <a:pt x="180655" y="175529"/>
                  </a:cubicBezTo>
                  <a:cubicBezTo>
                    <a:pt x="180655" y="175529"/>
                    <a:pt x="183910" y="173915"/>
                    <a:pt x="183910" y="175529"/>
                  </a:cubicBezTo>
                  <a:cubicBezTo>
                    <a:pt x="183910" y="175529"/>
                    <a:pt x="188792" y="175529"/>
                    <a:pt x="188792" y="175529"/>
                  </a:cubicBezTo>
                  <a:cubicBezTo>
                    <a:pt x="188792" y="175529"/>
                    <a:pt x="188792" y="175529"/>
                    <a:pt x="193675" y="180372"/>
                  </a:cubicBezTo>
                  <a:cubicBezTo>
                    <a:pt x="193675" y="180372"/>
                    <a:pt x="190420" y="180372"/>
                    <a:pt x="190420" y="181987"/>
                  </a:cubicBezTo>
                  <a:cubicBezTo>
                    <a:pt x="190420" y="183601"/>
                    <a:pt x="192047" y="185216"/>
                    <a:pt x="192047" y="185216"/>
                  </a:cubicBezTo>
                  <a:cubicBezTo>
                    <a:pt x="192047" y="185216"/>
                    <a:pt x="192047" y="193288"/>
                    <a:pt x="192047" y="193288"/>
                  </a:cubicBezTo>
                  <a:cubicBezTo>
                    <a:pt x="192047" y="193288"/>
                    <a:pt x="192047" y="193288"/>
                    <a:pt x="190420" y="193288"/>
                  </a:cubicBezTo>
                  <a:cubicBezTo>
                    <a:pt x="190420" y="194902"/>
                    <a:pt x="187165" y="193288"/>
                    <a:pt x="187165" y="194902"/>
                  </a:cubicBezTo>
                  <a:cubicBezTo>
                    <a:pt x="185537" y="198131"/>
                    <a:pt x="187165" y="198131"/>
                    <a:pt x="185537" y="198131"/>
                  </a:cubicBezTo>
                  <a:cubicBezTo>
                    <a:pt x="185537" y="199745"/>
                    <a:pt x="183910" y="201360"/>
                    <a:pt x="183910" y="201360"/>
                  </a:cubicBezTo>
                  <a:cubicBezTo>
                    <a:pt x="183910" y="201360"/>
                    <a:pt x="182282" y="199745"/>
                    <a:pt x="180655" y="201360"/>
                  </a:cubicBezTo>
                  <a:cubicBezTo>
                    <a:pt x="179027" y="202974"/>
                    <a:pt x="179027" y="201360"/>
                    <a:pt x="177400" y="202974"/>
                  </a:cubicBezTo>
                  <a:cubicBezTo>
                    <a:pt x="177400" y="206203"/>
                    <a:pt x="177400" y="206203"/>
                    <a:pt x="177400" y="206203"/>
                  </a:cubicBezTo>
                  <a:cubicBezTo>
                    <a:pt x="177400" y="206203"/>
                    <a:pt x="175772" y="209432"/>
                    <a:pt x="175772" y="209432"/>
                  </a:cubicBezTo>
                  <a:cubicBezTo>
                    <a:pt x="174145" y="209432"/>
                    <a:pt x="174145" y="209432"/>
                    <a:pt x="172517" y="211046"/>
                  </a:cubicBezTo>
                  <a:cubicBezTo>
                    <a:pt x="172517" y="212661"/>
                    <a:pt x="170889" y="214275"/>
                    <a:pt x="170889" y="214275"/>
                  </a:cubicBezTo>
                  <a:cubicBezTo>
                    <a:pt x="170889" y="214275"/>
                    <a:pt x="169262" y="212661"/>
                    <a:pt x="167634" y="212661"/>
                  </a:cubicBezTo>
                  <a:cubicBezTo>
                    <a:pt x="166007" y="212661"/>
                    <a:pt x="161124" y="212661"/>
                    <a:pt x="161124" y="212661"/>
                  </a:cubicBezTo>
                  <a:cubicBezTo>
                    <a:pt x="161124" y="212661"/>
                    <a:pt x="159497" y="212661"/>
                    <a:pt x="157869" y="214275"/>
                  </a:cubicBezTo>
                  <a:cubicBezTo>
                    <a:pt x="157869" y="215889"/>
                    <a:pt x="157869" y="215889"/>
                    <a:pt x="154614" y="217504"/>
                  </a:cubicBezTo>
                  <a:cubicBezTo>
                    <a:pt x="151359" y="219118"/>
                    <a:pt x="149732" y="217504"/>
                    <a:pt x="149732" y="217504"/>
                  </a:cubicBezTo>
                  <a:cubicBezTo>
                    <a:pt x="149732" y="219118"/>
                    <a:pt x="151359" y="215889"/>
                    <a:pt x="148104" y="219118"/>
                  </a:cubicBezTo>
                  <a:cubicBezTo>
                    <a:pt x="144849" y="220733"/>
                    <a:pt x="144849" y="222347"/>
                    <a:pt x="143222" y="223961"/>
                  </a:cubicBezTo>
                  <a:cubicBezTo>
                    <a:pt x="141594" y="223961"/>
                    <a:pt x="141594" y="222347"/>
                    <a:pt x="139967" y="223961"/>
                  </a:cubicBezTo>
                  <a:cubicBezTo>
                    <a:pt x="139967" y="225576"/>
                    <a:pt x="139967" y="227190"/>
                    <a:pt x="136712" y="227190"/>
                  </a:cubicBezTo>
                  <a:cubicBezTo>
                    <a:pt x="135084" y="227190"/>
                    <a:pt x="133456" y="227190"/>
                    <a:pt x="133456" y="228805"/>
                  </a:cubicBezTo>
                  <a:cubicBezTo>
                    <a:pt x="131829" y="228805"/>
                    <a:pt x="131829" y="228805"/>
                    <a:pt x="130201" y="228805"/>
                  </a:cubicBezTo>
                  <a:cubicBezTo>
                    <a:pt x="128574" y="228805"/>
                    <a:pt x="125319" y="228805"/>
                    <a:pt x="125319" y="228805"/>
                  </a:cubicBezTo>
                  <a:cubicBezTo>
                    <a:pt x="125319" y="228805"/>
                    <a:pt x="120436" y="230419"/>
                    <a:pt x="120436" y="230419"/>
                  </a:cubicBezTo>
                  <a:cubicBezTo>
                    <a:pt x="120436" y="232033"/>
                    <a:pt x="117181" y="230419"/>
                    <a:pt x="117181" y="232033"/>
                  </a:cubicBezTo>
                  <a:cubicBezTo>
                    <a:pt x="115554" y="233648"/>
                    <a:pt x="115554" y="236877"/>
                    <a:pt x="115554" y="236877"/>
                  </a:cubicBezTo>
                  <a:cubicBezTo>
                    <a:pt x="113926" y="236877"/>
                    <a:pt x="112299" y="236877"/>
                    <a:pt x="110671" y="238491"/>
                  </a:cubicBezTo>
                  <a:cubicBezTo>
                    <a:pt x="109044" y="240106"/>
                    <a:pt x="109044" y="236877"/>
                    <a:pt x="109044" y="236877"/>
                  </a:cubicBezTo>
                  <a:cubicBezTo>
                    <a:pt x="109044" y="236877"/>
                    <a:pt x="105789" y="235262"/>
                    <a:pt x="105789" y="236877"/>
                  </a:cubicBezTo>
                  <a:cubicBezTo>
                    <a:pt x="104161" y="238491"/>
                    <a:pt x="104161" y="238491"/>
                    <a:pt x="102534" y="240106"/>
                  </a:cubicBezTo>
                  <a:cubicBezTo>
                    <a:pt x="100906" y="241720"/>
                    <a:pt x="100906" y="241720"/>
                    <a:pt x="97651" y="240106"/>
                  </a:cubicBezTo>
                  <a:cubicBezTo>
                    <a:pt x="96023" y="240106"/>
                    <a:pt x="96023" y="240106"/>
                    <a:pt x="92768" y="240106"/>
                  </a:cubicBezTo>
                  <a:cubicBezTo>
                    <a:pt x="87886" y="240106"/>
                    <a:pt x="84631" y="240106"/>
                    <a:pt x="84631" y="240106"/>
                  </a:cubicBezTo>
                  <a:cubicBezTo>
                    <a:pt x="84631" y="240106"/>
                    <a:pt x="79748" y="240106"/>
                    <a:pt x="79748" y="238491"/>
                  </a:cubicBezTo>
                  <a:cubicBezTo>
                    <a:pt x="78121" y="236877"/>
                    <a:pt x="76493" y="236877"/>
                    <a:pt x="74866" y="236877"/>
                  </a:cubicBezTo>
                  <a:cubicBezTo>
                    <a:pt x="73238" y="235262"/>
                    <a:pt x="73238" y="235262"/>
                    <a:pt x="71611" y="235262"/>
                  </a:cubicBezTo>
                  <a:cubicBezTo>
                    <a:pt x="69983" y="235262"/>
                    <a:pt x="68356" y="235262"/>
                    <a:pt x="68356" y="233648"/>
                  </a:cubicBezTo>
                  <a:cubicBezTo>
                    <a:pt x="68356" y="232033"/>
                    <a:pt x="68356" y="230419"/>
                    <a:pt x="68356" y="230419"/>
                  </a:cubicBezTo>
                  <a:cubicBezTo>
                    <a:pt x="66728" y="230419"/>
                    <a:pt x="63473" y="230419"/>
                    <a:pt x="61846" y="230419"/>
                  </a:cubicBezTo>
                  <a:cubicBezTo>
                    <a:pt x="61846" y="228805"/>
                    <a:pt x="60218" y="227190"/>
                    <a:pt x="60218" y="227190"/>
                  </a:cubicBezTo>
                  <a:cubicBezTo>
                    <a:pt x="58591" y="227190"/>
                    <a:pt x="58591" y="227190"/>
                    <a:pt x="56963" y="225576"/>
                  </a:cubicBezTo>
                  <a:cubicBezTo>
                    <a:pt x="56963" y="225576"/>
                    <a:pt x="58591" y="220733"/>
                    <a:pt x="55335" y="223961"/>
                  </a:cubicBezTo>
                  <a:cubicBezTo>
                    <a:pt x="53708" y="225576"/>
                    <a:pt x="52080" y="227190"/>
                    <a:pt x="50453" y="227190"/>
                  </a:cubicBezTo>
                  <a:cubicBezTo>
                    <a:pt x="48825" y="228805"/>
                    <a:pt x="48825" y="227190"/>
                    <a:pt x="47198" y="227190"/>
                  </a:cubicBezTo>
                  <a:cubicBezTo>
                    <a:pt x="43943" y="227190"/>
                    <a:pt x="39060" y="227190"/>
                    <a:pt x="37433" y="228805"/>
                  </a:cubicBezTo>
                  <a:cubicBezTo>
                    <a:pt x="35805" y="228805"/>
                    <a:pt x="34178" y="228805"/>
                    <a:pt x="30923" y="228805"/>
                  </a:cubicBezTo>
                  <a:cubicBezTo>
                    <a:pt x="29295" y="227190"/>
                    <a:pt x="26040" y="227190"/>
                    <a:pt x="26040" y="225576"/>
                  </a:cubicBezTo>
                  <a:cubicBezTo>
                    <a:pt x="27668" y="223961"/>
                    <a:pt x="26040" y="222347"/>
                    <a:pt x="27668" y="222347"/>
                  </a:cubicBezTo>
                  <a:cubicBezTo>
                    <a:pt x="29295" y="222347"/>
                    <a:pt x="35805" y="220733"/>
                    <a:pt x="37433" y="220733"/>
                  </a:cubicBezTo>
                  <a:cubicBezTo>
                    <a:pt x="37433" y="219118"/>
                    <a:pt x="40688" y="219118"/>
                    <a:pt x="40688" y="217504"/>
                  </a:cubicBezTo>
                  <a:cubicBezTo>
                    <a:pt x="42315" y="217504"/>
                    <a:pt x="43943" y="215889"/>
                    <a:pt x="43943" y="215889"/>
                  </a:cubicBezTo>
                  <a:cubicBezTo>
                    <a:pt x="43943" y="214275"/>
                    <a:pt x="42315" y="211046"/>
                    <a:pt x="40688" y="211046"/>
                  </a:cubicBezTo>
                  <a:cubicBezTo>
                    <a:pt x="40688" y="211046"/>
                    <a:pt x="39060" y="211046"/>
                    <a:pt x="40688" y="209432"/>
                  </a:cubicBezTo>
                  <a:cubicBezTo>
                    <a:pt x="42315" y="207817"/>
                    <a:pt x="42315" y="207817"/>
                    <a:pt x="42315" y="207817"/>
                  </a:cubicBezTo>
                  <a:cubicBezTo>
                    <a:pt x="43943" y="206203"/>
                    <a:pt x="43943" y="206203"/>
                    <a:pt x="43943" y="206203"/>
                  </a:cubicBezTo>
                  <a:cubicBezTo>
                    <a:pt x="43943" y="206203"/>
                    <a:pt x="43943" y="206203"/>
                    <a:pt x="35805" y="207817"/>
                  </a:cubicBezTo>
                  <a:cubicBezTo>
                    <a:pt x="35805" y="207817"/>
                    <a:pt x="34178" y="207817"/>
                    <a:pt x="34178" y="206203"/>
                  </a:cubicBezTo>
                  <a:cubicBezTo>
                    <a:pt x="32550" y="204589"/>
                    <a:pt x="32550" y="201360"/>
                    <a:pt x="32550" y="201360"/>
                  </a:cubicBezTo>
                  <a:cubicBezTo>
                    <a:pt x="32550" y="199745"/>
                    <a:pt x="32550" y="198131"/>
                    <a:pt x="30923" y="199745"/>
                  </a:cubicBezTo>
                  <a:cubicBezTo>
                    <a:pt x="29295" y="199745"/>
                    <a:pt x="29295" y="198131"/>
                    <a:pt x="27668" y="199745"/>
                  </a:cubicBezTo>
                  <a:cubicBezTo>
                    <a:pt x="26040" y="199745"/>
                    <a:pt x="26040" y="199745"/>
                    <a:pt x="24413" y="201360"/>
                  </a:cubicBezTo>
                  <a:cubicBezTo>
                    <a:pt x="24413" y="201360"/>
                    <a:pt x="22785" y="198131"/>
                    <a:pt x="22785" y="199745"/>
                  </a:cubicBezTo>
                  <a:cubicBezTo>
                    <a:pt x="21158" y="199745"/>
                    <a:pt x="16275" y="201360"/>
                    <a:pt x="14647" y="201360"/>
                  </a:cubicBezTo>
                  <a:cubicBezTo>
                    <a:pt x="14647" y="201360"/>
                    <a:pt x="13020" y="199745"/>
                    <a:pt x="11392" y="201360"/>
                  </a:cubicBezTo>
                  <a:cubicBezTo>
                    <a:pt x="11392" y="201360"/>
                    <a:pt x="9765" y="199745"/>
                    <a:pt x="8137" y="201360"/>
                  </a:cubicBezTo>
                  <a:cubicBezTo>
                    <a:pt x="6510" y="201360"/>
                    <a:pt x="6510" y="198131"/>
                    <a:pt x="6510" y="198131"/>
                  </a:cubicBezTo>
                  <a:cubicBezTo>
                    <a:pt x="8137" y="196517"/>
                    <a:pt x="8137" y="194902"/>
                    <a:pt x="9765" y="194902"/>
                  </a:cubicBezTo>
                  <a:cubicBezTo>
                    <a:pt x="11392" y="194902"/>
                    <a:pt x="16275" y="194902"/>
                    <a:pt x="17902" y="194902"/>
                  </a:cubicBezTo>
                  <a:cubicBezTo>
                    <a:pt x="19530" y="194902"/>
                    <a:pt x="19530" y="193288"/>
                    <a:pt x="22785" y="193288"/>
                  </a:cubicBezTo>
                  <a:cubicBezTo>
                    <a:pt x="24413" y="194902"/>
                    <a:pt x="29295" y="193288"/>
                    <a:pt x="30923" y="193288"/>
                  </a:cubicBezTo>
                  <a:cubicBezTo>
                    <a:pt x="30923" y="193288"/>
                    <a:pt x="32550" y="191673"/>
                    <a:pt x="32550" y="191673"/>
                  </a:cubicBezTo>
                  <a:cubicBezTo>
                    <a:pt x="32550" y="191673"/>
                    <a:pt x="32550" y="191673"/>
                    <a:pt x="35805" y="190059"/>
                  </a:cubicBezTo>
                  <a:cubicBezTo>
                    <a:pt x="35805" y="190059"/>
                    <a:pt x="34178" y="188445"/>
                    <a:pt x="37433" y="190059"/>
                  </a:cubicBezTo>
                  <a:cubicBezTo>
                    <a:pt x="39060" y="193288"/>
                    <a:pt x="40688" y="190059"/>
                    <a:pt x="40688" y="190059"/>
                  </a:cubicBezTo>
                  <a:cubicBezTo>
                    <a:pt x="40688" y="190059"/>
                    <a:pt x="40688" y="190059"/>
                    <a:pt x="32550" y="186830"/>
                  </a:cubicBezTo>
                  <a:cubicBezTo>
                    <a:pt x="32550" y="186830"/>
                    <a:pt x="32550" y="186830"/>
                    <a:pt x="37433" y="185216"/>
                  </a:cubicBezTo>
                  <a:cubicBezTo>
                    <a:pt x="37433" y="185216"/>
                    <a:pt x="39060" y="181987"/>
                    <a:pt x="39060" y="180372"/>
                  </a:cubicBezTo>
                  <a:cubicBezTo>
                    <a:pt x="39060" y="178758"/>
                    <a:pt x="40688" y="175529"/>
                    <a:pt x="39060" y="177144"/>
                  </a:cubicBezTo>
                  <a:cubicBezTo>
                    <a:pt x="39060" y="177144"/>
                    <a:pt x="32550" y="175529"/>
                    <a:pt x="32550" y="175529"/>
                  </a:cubicBezTo>
                  <a:cubicBezTo>
                    <a:pt x="32550" y="175529"/>
                    <a:pt x="32550" y="175529"/>
                    <a:pt x="27668" y="180372"/>
                  </a:cubicBezTo>
                  <a:cubicBezTo>
                    <a:pt x="27668" y="180372"/>
                    <a:pt x="27668" y="180372"/>
                    <a:pt x="24413" y="178758"/>
                  </a:cubicBezTo>
                  <a:cubicBezTo>
                    <a:pt x="19530" y="178758"/>
                    <a:pt x="17902" y="178758"/>
                    <a:pt x="17902" y="178758"/>
                  </a:cubicBezTo>
                  <a:cubicBezTo>
                    <a:pt x="14647" y="183601"/>
                    <a:pt x="8137" y="181987"/>
                    <a:pt x="8137" y="181987"/>
                  </a:cubicBezTo>
                  <a:cubicBezTo>
                    <a:pt x="4882" y="183601"/>
                    <a:pt x="3255" y="180372"/>
                    <a:pt x="1627" y="181987"/>
                  </a:cubicBezTo>
                  <a:cubicBezTo>
                    <a:pt x="0" y="181987"/>
                    <a:pt x="1627" y="186830"/>
                    <a:pt x="0" y="181987"/>
                  </a:cubicBezTo>
                  <a:cubicBezTo>
                    <a:pt x="0" y="177144"/>
                    <a:pt x="0" y="175529"/>
                    <a:pt x="1627" y="175529"/>
                  </a:cubicBezTo>
                  <a:cubicBezTo>
                    <a:pt x="1627" y="175529"/>
                    <a:pt x="1627" y="175529"/>
                    <a:pt x="6510" y="172300"/>
                  </a:cubicBezTo>
                  <a:cubicBezTo>
                    <a:pt x="11392" y="172300"/>
                    <a:pt x="11392" y="169072"/>
                    <a:pt x="11392" y="169072"/>
                  </a:cubicBezTo>
                  <a:cubicBezTo>
                    <a:pt x="11392" y="169072"/>
                    <a:pt x="11392" y="169072"/>
                    <a:pt x="9765" y="165843"/>
                  </a:cubicBezTo>
                  <a:cubicBezTo>
                    <a:pt x="9765" y="165843"/>
                    <a:pt x="9765" y="165843"/>
                    <a:pt x="14647" y="164228"/>
                  </a:cubicBezTo>
                  <a:cubicBezTo>
                    <a:pt x="14647" y="164228"/>
                    <a:pt x="13020" y="159385"/>
                    <a:pt x="13020" y="161000"/>
                  </a:cubicBezTo>
                  <a:cubicBezTo>
                    <a:pt x="13020" y="161000"/>
                    <a:pt x="16275" y="157771"/>
                    <a:pt x="17902" y="159385"/>
                  </a:cubicBezTo>
                  <a:cubicBezTo>
                    <a:pt x="22785" y="162614"/>
                    <a:pt x="22785" y="164228"/>
                    <a:pt x="24413" y="164228"/>
                  </a:cubicBezTo>
                  <a:cubicBezTo>
                    <a:pt x="26040" y="164228"/>
                    <a:pt x="29295" y="162614"/>
                    <a:pt x="29295" y="162614"/>
                  </a:cubicBezTo>
                  <a:cubicBezTo>
                    <a:pt x="29295" y="162614"/>
                    <a:pt x="29295" y="162614"/>
                    <a:pt x="24413" y="157771"/>
                  </a:cubicBezTo>
                  <a:cubicBezTo>
                    <a:pt x="26040" y="152928"/>
                    <a:pt x="24413" y="149699"/>
                    <a:pt x="22785" y="151313"/>
                  </a:cubicBezTo>
                  <a:cubicBezTo>
                    <a:pt x="21158" y="151313"/>
                    <a:pt x="19530" y="151313"/>
                    <a:pt x="19530" y="151313"/>
                  </a:cubicBezTo>
                  <a:cubicBezTo>
                    <a:pt x="19530" y="151313"/>
                    <a:pt x="19530" y="148084"/>
                    <a:pt x="22785" y="148084"/>
                  </a:cubicBezTo>
                  <a:cubicBezTo>
                    <a:pt x="24413" y="148084"/>
                    <a:pt x="27668" y="146470"/>
                    <a:pt x="29295" y="148084"/>
                  </a:cubicBezTo>
                  <a:cubicBezTo>
                    <a:pt x="30923" y="149699"/>
                    <a:pt x="34178" y="149699"/>
                    <a:pt x="35805" y="151313"/>
                  </a:cubicBezTo>
                  <a:cubicBezTo>
                    <a:pt x="37433" y="151313"/>
                    <a:pt x="40688" y="152928"/>
                    <a:pt x="40688" y="152928"/>
                  </a:cubicBezTo>
                  <a:cubicBezTo>
                    <a:pt x="45570" y="156156"/>
                    <a:pt x="50453" y="154542"/>
                    <a:pt x="50453" y="157771"/>
                  </a:cubicBezTo>
                  <a:cubicBezTo>
                    <a:pt x="50453" y="161000"/>
                    <a:pt x="50453" y="165843"/>
                    <a:pt x="50453" y="165843"/>
                  </a:cubicBezTo>
                  <a:cubicBezTo>
                    <a:pt x="50453" y="165843"/>
                    <a:pt x="43943" y="170686"/>
                    <a:pt x="45570" y="172300"/>
                  </a:cubicBezTo>
                  <a:cubicBezTo>
                    <a:pt x="45570" y="173915"/>
                    <a:pt x="48825" y="170686"/>
                    <a:pt x="50453" y="173915"/>
                  </a:cubicBezTo>
                  <a:cubicBezTo>
                    <a:pt x="52080" y="175529"/>
                    <a:pt x="53708" y="178758"/>
                    <a:pt x="53708" y="178758"/>
                  </a:cubicBezTo>
                  <a:cubicBezTo>
                    <a:pt x="53708" y="180372"/>
                    <a:pt x="53708" y="185216"/>
                    <a:pt x="53708" y="185216"/>
                  </a:cubicBezTo>
                  <a:cubicBezTo>
                    <a:pt x="53708" y="185216"/>
                    <a:pt x="53708" y="185216"/>
                    <a:pt x="58591" y="186830"/>
                  </a:cubicBezTo>
                  <a:cubicBezTo>
                    <a:pt x="58591" y="186830"/>
                    <a:pt x="58591" y="186830"/>
                    <a:pt x="58591" y="178758"/>
                  </a:cubicBezTo>
                  <a:cubicBezTo>
                    <a:pt x="60218" y="175529"/>
                    <a:pt x="56963" y="175529"/>
                    <a:pt x="60218" y="175529"/>
                  </a:cubicBezTo>
                  <a:cubicBezTo>
                    <a:pt x="65101" y="177144"/>
                    <a:pt x="66728" y="172300"/>
                    <a:pt x="66728" y="173915"/>
                  </a:cubicBezTo>
                  <a:cubicBezTo>
                    <a:pt x="68356" y="177144"/>
                    <a:pt x="68356" y="177144"/>
                    <a:pt x="68356" y="177144"/>
                  </a:cubicBezTo>
                  <a:cubicBezTo>
                    <a:pt x="68356" y="177144"/>
                    <a:pt x="71611" y="175529"/>
                    <a:pt x="71611" y="173915"/>
                  </a:cubicBezTo>
                  <a:cubicBezTo>
                    <a:pt x="71611" y="172300"/>
                    <a:pt x="69983" y="167457"/>
                    <a:pt x="69983" y="167457"/>
                  </a:cubicBezTo>
                  <a:cubicBezTo>
                    <a:pt x="73238" y="162614"/>
                    <a:pt x="69983" y="161000"/>
                    <a:pt x="73238" y="162614"/>
                  </a:cubicBezTo>
                  <a:cubicBezTo>
                    <a:pt x="76493" y="164228"/>
                    <a:pt x="81376" y="162614"/>
                    <a:pt x="81376" y="164228"/>
                  </a:cubicBezTo>
                  <a:cubicBezTo>
                    <a:pt x="86258" y="169072"/>
                    <a:pt x="87886" y="169072"/>
                    <a:pt x="87886" y="167457"/>
                  </a:cubicBezTo>
                  <a:cubicBezTo>
                    <a:pt x="89513" y="165843"/>
                    <a:pt x="87886" y="162614"/>
                    <a:pt x="87886" y="162614"/>
                  </a:cubicBezTo>
                  <a:cubicBezTo>
                    <a:pt x="87886" y="162614"/>
                    <a:pt x="91141" y="161000"/>
                    <a:pt x="94396" y="161000"/>
                  </a:cubicBezTo>
                  <a:cubicBezTo>
                    <a:pt x="94396" y="161000"/>
                    <a:pt x="94396" y="161000"/>
                    <a:pt x="97651" y="159385"/>
                  </a:cubicBezTo>
                  <a:cubicBezTo>
                    <a:pt x="97651" y="159385"/>
                    <a:pt x="102534" y="156156"/>
                    <a:pt x="102534" y="159385"/>
                  </a:cubicBezTo>
                  <a:cubicBezTo>
                    <a:pt x="102534" y="162614"/>
                    <a:pt x="107416" y="161000"/>
                    <a:pt x="107416" y="164228"/>
                  </a:cubicBezTo>
                  <a:cubicBezTo>
                    <a:pt x="107416" y="165843"/>
                    <a:pt x="107416" y="167457"/>
                    <a:pt x="109044" y="169072"/>
                  </a:cubicBezTo>
                  <a:cubicBezTo>
                    <a:pt x="109044" y="170686"/>
                    <a:pt x="112299" y="167457"/>
                    <a:pt x="112299" y="169072"/>
                  </a:cubicBezTo>
                  <a:cubicBezTo>
                    <a:pt x="112299" y="169072"/>
                    <a:pt x="112299" y="169072"/>
                    <a:pt x="112299" y="165843"/>
                  </a:cubicBezTo>
                  <a:cubicBezTo>
                    <a:pt x="110671" y="165843"/>
                    <a:pt x="109044" y="165843"/>
                    <a:pt x="109044" y="165843"/>
                  </a:cubicBezTo>
                  <a:cubicBezTo>
                    <a:pt x="109044" y="164228"/>
                    <a:pt x="109044" y="162614"/>
                    <a:pt x="109044" y="162614"/>
                  </a:cubicBezTo>
                  <a:cubicBezTo>
                    <a:pt x="109044" y="161000"/>
                    <a:pt x="109044" y="159385"/>
                    <a:pt x="110671" y="159385"/>
                  </a:cubicBezTo>
                  <a:cubicBezTo>
                    <a:pt x="110671" y="159385"/>
                    <a:pt x="112299" y="159385"/>
                    <a:pt x="113926" y="161000"/>
                  </a:cubicBezTo>
                  <a:cubicBezTo>
                    <a:pt x="115554" y="161000"/>
                    <a:pt x="118809" y="159385"/>
                    <a:pt x="118809" y="161000"/>
                  </a:cubicBezTo>
                  <a:cubicBezTo>
                    <a:pt x="118809" y="162614"/>
                    <a:pt x="122064" y="164228"/>
                    <a:pt x="122064" y="164228"/>
                  </a:cubicBezTo>
                  <a:cubicBezTo>
                    <a:pt x="122064" y="164228"/>
                    <a:pt x="123691" y="164228"/>
                    <a:pt x="123691" y="162614"/>
                  </a:cubicBezTo>
                  <a:cubicBezTo>
                    <a:pt x="123691" y="161000"/>
                    <a:pt x="125319" y="159385"/>
                    <a:pt x="125319" y="159385"/>
                  </a:cubicBezTo>
                  <a:cubicBezTo>
                    <a:pt x="128574" y="156156"/>
                    <a:pt x="128574" y="154542"/>
                    <a:pt x="130201" y="156156"/>
                  </a:cubicBezTo>
                  <a:cubicBezTo>
                    <a:pt x="131829" y="157771"/>
                    <a:pt x="131829" y="156156"/>
                    <a:pt x="133456" y="157771"/>
                  </a:cubicBezTo>
                  <a:cubicBezTo>
                    <a:pt x="135084" y="157771"/>
                    <a:pt x="136712" y="157771"/>
                    <a:pt x="138339" y="159385"/>
                  </a:cubicBezTo>
                  <a:cubicBezTo>
                    <a:pt x="138339" y="159385"/>
                    <a:pt x="138339" y="157771"/>
                    <a:pt x="139967" y="157771"/>
                  </a:cubicBezTo>
                  <a:cubicBezTo>
                    <a:pt x="139967" y="157771"/>
                    <a:pt x="141594" y="154542"/>
                    <a:pt x="141594" y="154542"/>
                  </a:cubicBezTo>
                  <a:cubicBezTo>
                    <a:pt x="141594" y="154542"/>
                    <a:pt x="141594" y="152928"/>
                    <a:pt x="139967" y="151313"/>
                  </a:cubicBezTo>
                  <a:cubicBezTo>
                    <a:pt x="139967" y="149699"/>
                    <a:pt x="141594" y="146470"/>
                    <a:pt x="141594" y="148084"/>
                  </a:cubicBezTo>
                  <a:cubicBezTo>
                    <a:pt x="143222" y="148084"/>
                    <a:pt x="144849" y="146470"/>
                    <a:pt x="146477" y="146470"/>
                  </a:cubicBezTo>
                  <a:close/>
                  <a:moveTo>
                    <a:pt x="1163638" y="52983"/>
                  </a:moveTo>
                  <a:cubicBezTo>
                    <a:pt x="1173163" y="49632"/>
                    <a:pt x="1192213" y="59686"/>
                    <a:pt x="1192213" y="63038"/>
                  </a:cubicBezTo>
                  <a:cubicBezTo>
                    <a:pt x="1192213" y="66389"/>
                    <a:pt x="1192213" y="66389"/>
                    <a:pt x="1187451" y="68065"/>
                  </a:cubicBezTo>
                  <a:cubicBezTo>
                    <a:pt x="1185863" y="69741"/>
                    <a:pt x="1185863" y="69741"/>
                    <a:pt x="1184276" y="71416"/>
                  </a:cubicBezTo>
                  <a:cubicBezTo>
                    <a:pt x="1182688" y="73092"/>
                    <a:pt x="1181101" y="73092"/>
                    <a:pt x="1179513" y="74768"/>
                  </a:cubicBezTo>
                  <a:cubicBezTo>
                    <a:pt x="1177926" y="78119"/>
                    <a:pt x="1173163" y="76443"/>
                    <a:pt x="1171576" y="74768"/>
                  </a:cubicBezTo>
                  <a:cubicBezTo>
                    <a:pt x="1171576" y="73092"/>
                    <a:pt x="1169988" y="76443"/>
                    <a:pt x="1165225" y="78119"/>
                  </a:cubicBezTo>
                  <a:cubicBezTo>
                    <a:pt x="1162050" y="79795"/>
                    <a:pt x="1160463" y="78119"/>
                    <a:pt x="1158875" y="78119"/>
                  </a:cubicBezTo>
                  <a:cubicBezTo>
                    <a:pt x="1157288" y="78119"/>
                    <a:pt x="1155700" y="74768"/>
                    <a:pt x="1152525" y="71416"/>
                  </a:cubicBezTo>
                  <a:cubicBezTo>
                    <a:pt x="1149350" y="68065"/>
                    <a:pt x="1154113" y="66389"/>
                    <a:pt x="1155700" y="63038"/>
                  </a:cubicBezTo>
                  <a:cubicBezTo>
                    <a:pt x="1155700" y="59686"/>
                    <a:pt x="1160463" y="54659"/>
                    <a:pt x="1163638" y="52983"/>
                  </a:cubicBezTo>
                  <a:close/>
                  <a:moveTo>
                    <a:pt x="797701" y="454"/>
                  </a:moveTo>
                  <a:cubicBezTo>
                    <a:pt x="800948" y="2075"/>
                    <a:pt x="802572" y="454"/>
                    <a:pt x="804196" y="3697"/>
                  </a:cubicBezTo>
                  <a:cubicBezTo>
                    <a:pt x="805820" y="6940"/>
                    <a:pt x="805820" y="6940"/>
                    <a:pt x="804196" y="6940"/>
                  </a:cubicBezTo>
                  <a:cubicBezTo>
                    <a:pt x="802572" y="8561"/>
                    <a:pt x="799325" y="8561"/>
                    <a:pt x="799325" y="10183"/>
                  </a:cubicBezTo>
                  <a:cubicBezTo>
                    <a:pt x="797701" y="11805"/>
                    <a:pt x="796077" y="13426"/>
                    <a:pt x="796077" y="16669"/>
                  </a:cubicBezTo>
                  <a:cubicBezTo>
                    <a:pt x="796077" y="18291"/>
                    <a:pt x="799325" y="23156"/>
                    <a:pt x="799325" y="23156"/>
                  </a:cubicBezTo>
                  <a:cubicBezTo>
                    <a:pt x="799325" y="23156"/>
                    <a:pt x="800948" y="23156"/>
                    <a:pt x="800948" y="23156"/>
                  </a:cubicBezTo>
                  <a:cubicBezTo>
                    <a:pt x="802572" y="21534"/>
                    <a:pt x="807444" y="8561"/>
                    <a:pt x="809067" y="8561"/>
                  </a:cubicBezTo>
                  <a:cubicBezTo>
                    <a:pt x="809067" y="8561"/>
                    <a:pt x="810691" y="6940"/>
                    <a:pt x="812315" y="8561"/>
                  </a:cubicBezTo>
                  <a:cubicBezTo>
                    <a:pt x="813939" y="8561"/>
                    <a:pt x="820434" y="8561"/>
                    <a:pt x="822058" y="10183"/>
                  </a:cubicBezTo>
                  <a:cubicBezTo>
                    <a:pt x="822058" y="10183"/>
                    <a:pt x="823682" y="10183"/>
                    <a:pt x="825305" y="10183"/>
                  </a:cubicBezTo>
                  <a:cubicBezTo>
                    <a:pt x="826929" y="8561"/>
                    <a:pt x="828553" y="8561"/>
                    <a:pt x="830177" y="10183"/>
                  </a:cubicBezTo>
                  <a:cubicBezTo>
                    <a:pt x="831801" y="11805"/>
                    <a:pt x="836672" y="11805"/>
                    <a:pt x="838296" y="13426"/>
                  </a:cubicBezTo>
                  <a:cubicBezTo>
                    <a:pt x="838296" y="16669"/>
                    <a:pt x="846415" y="13426"/>
                    <a:pt x="846415" y="16669"/>
                  </a:cubicBezTo>
                  <a:cubicBezTo>
                    <a:pt x="848039" y="18291"/>
                    <a:pt x="848039" y="23156"/>
                    <a:pt x="848039" y="23156"/>
                  </a:cubicBezTo>
                  <a:cubicBezTo>
                    <a:pt x="848039" y="23156"/>
                    <a:pt x="851286" y="24777"/>
                    <a:pt x="846415" y="26399"/>
                  </a:cubicBezTo>
                  <a:cubicBezTo>
                    <a:pt x="843167" y="29642"/>
                    <a:pt x="844791" y="28020"/>
                    <a:pt x="839920" y="31264"/>
                  </a:cubicBezTo>
                  <a:cubicBezTo>
                    <a:pt x="835048" y="36128"/>
                    <a:pt x="831801" y="37750"/>
                    <a:pt x="828553" y="37750"/>
                  </a:cubicBezTo>
                  <a:cubicBezTo>
                    <a:pt x="826929" y="37750"/>
                    <a:pt x="825305" y="34507"/>
                    <a:pt x="823682" y="34507"/>
                  </a:cubicBezTo>
                  <a:cubicBezTo>
                    <a:pt x="822058" y="36128"/>
                    <a:pt x="818810" y="37750"/>
                    <a:pt x="818810" y="37750"/>
                  </a:cubicBezTo>
                  <a:cubicBezTo>
                    <a:pt x="818810" y="37750"/>
                    <a:pt x="825305" y="44236"/>
                    <a:pt x="826929" y="44236"/>
                  </a:cubicBezTo>
                  <a:cubicBezTo>
                    <a:pt x="826929" y="44236"/>
                    <a:pt x="831801" y="45858"/>
                    <a:pt x="831801" y="45858"/>
                  </a:cubicBezTo>
                  <a:cubicBezTo>
                    <a:pt x="831801" y="45858"/>
                    <a:pt x="831801" y="49101"/>
                    <a:pt x="836672" y="47479"/>
                  </a:cubicBezTo>
                  <a:cubicBezTo>
                    <a:pt x="841543" y="45858"/>
                    <a:pt x="843167" y="44236"/>
                    <a:pt x="843167" y="44236"/>
                  </a:cubicBezTo>
                  <a:cubicBezTo>
                    <a:pt x="843167" y="44236"/>
                    <a:pt x="849662" y="45858"/>
                    <a:pt x="851286" y="45858"/>
                  </a:cubicBezTo>
                  <a:cubicBezTo>
                    <a:pt x="852910" y="45858"/>
                    <a:pt x="856157" y="45858"/>
                    <a:pt x="856157" y="45858"/>
                  </a:cubicBezTo>
                  <a:cubicBezTo>
                    <a:pt x="856157" y="45858"/>
                    <a:pt x="856157" y="45858"/>
                    <a:pt x="859405" y="40993"/>
                  </a:cubicBezTo>
                  <a:cubicBezTo>
                    <a:pt x="859405" y="40993"/>
                    <a:pt x="864276" y="40993"/>
                    <a:pt x="864276" y="42615"/>
                  </a:cubicBezTo>
                  <a:cubicBezTo>
                    <a:pt x="865900" y="44236"/>
                    <a:pt x="869148" y="40993"/>
                    <a:pt x="869148" y="40993"/>
                  </a:cubicBezTo>
                  <a:cubicBezTo>
                    <a:pt x="869148" y="40993"/>
                    <a:pt x="880514" y="40993"/>
                    <a:pt x="880514" y="42615"/>
                  </a:cubicBezTo>
                  <a:cubicBezTo>
                    <a:pt x="882138" y="44236"/>
                    <a:pt x="882138" y="44236"/>
                    <a:pt x="883762" y="45858"/>
                  </a:cubicBezTo>
                  <a:cubicBezTo>
                    <a:pt x="885386" y="49101"/>
                    <a:pt x="877267" y="50722"/>
                    <a:pt x="877267" y="50722"/>
                  </a:cubicBezTo>
                  <a:cubicBezTo>
                    <a:pt x="875643" y="50722"/>
                    <a:pt x="872395" y="49101"/>
                    <a:pt x="874019" y="52344"/>
                  </a:cubicBezTo>
                  <a:cubicBezTo>
                    <a:pt x="875643" y="55587"/>
                    <a:pt x="878891" y="53966"/>
                    <a:pt x="880514" y="55587"/>
                  </a:cubicBezTo>
                  <a:cubicBezTo>
                    <a:pt x="880514" y="57209"/>
                    <a:pt x="883762" y="57209"/>
                    <a:pt x="883762" y="57209"/>
                  </a:cubicBezTo>
                  <a:cubicBezTo>
                    <a:pt x="885386" y="57209"/>
                    <a:pt x="885386" y="57209"/>
                    <a:pt x="885386" y="57209"/>
                  </a:cubicBezTo>
                  <a:cubicBezTo>
                    <a:pt x="885386" y="57209"/>
                    <a:pt x="887010" y="57209"/>
                    <a:pt x="888633" y="55587"/>
                  </a:cubicBezTo>
                  <a:cubicBezTo>
                    <a:pt x="890257" y="55587"/>
                    <a:pt x="891881" y="53966"/>
                    <a:pt x="891881" y="55587"/>
                  </a:cubicBezTo>
                  <a:cubicBezTo>
                    <a:pt x="891881" y="55587"/>
                    <a:pt x="891881" y="58830"/>
                    <a:pt x="891881" y="60452"/>
                  </a:cubicBezTo>
                  <a:cubicBezTo>
                    <a:pt x="893505" y="60452"/>
                    <a:pt x="893505" y="60452"/>
                    <a:pt x="895129" y="60452"/>
                  </a:cubicBezTo>
                  <a:cubicBezTo>
                    <a:pt x="896752" y="60452"/>
                    <a:pt x="896752" y="58830"/>
                    <a:pt x="896752" y="60452"/>
                  </a:cubicBezTo>
                  <a:cubicBezTo>
                    <a:pt x="898376" y="60452"/>
                    <a:pt x="901624" y="57209"/>
                    <a:pt x="901624" y="57209"/>
                  </a:cubicBezTo>
                  <a:cubicBezTo>
                    <a:pt x="901624" y="57209"/>
                    <a:pt x="901624" y="57209"/>
                    <a:pt x="906495" y="57209"/>
                  </a:cubicBezTo>
                  <a:cubicBezTo>
                    <a:pt x="906495" y="57209"/>
                    <a:pt x="911367" y="57209"/>
                    <a:pt x="911367" y="58830"/>
                  </a:cubicBezTo>
                  <a:cubicBezTo>
                    <a:pt x="911367" y="60452"/>
                    <a:pt x="914614" y="60452"/>
                    <a:pt x="914614" y="62074"/>
                  </a:cubicBezTo>
                  <a:cubicBezTo>
                    <a:pt x="916238" y="63695"/>
                    <a:pt x="924357" y="62074"/>
                    <a:pt x="925981" y="62074"/>
                  </a:cubicBezTo>
                  <a:cubicBezTo>
                    <a:pt x="925981" y="62074"/>
                    <a:pt x="930852" y="60452"/>
                    <a:pt x="932476" y="60452"/>
                  </a:cubicBezTo>
                  <a:cubicBezTo>
                    <a:pt x="934100" y="62074"/>
                    <a:pt x="937347" y="62074"/>
                    <a:pt x="938971" y="63695"/>
                  </a:cubicBezTo>
                  <a:cubicBezTo>
                    <a:pt x="938971" y="65317"/>
                    <a:pt x="940595" y="66938"/>
                    <a:pt x="942219" y="68560"/>
                  </a:cubicBezTo>
                  <a:cubicBezTo>
                    <a:pt x="943843" y="68560"/>
                    <a:pt x="948714" y="70181"/>
                    <a:pt x="948714" y="70181"/>
                  </a:cubicBezTo>
                  <a:cubicBezTo>
                    <a:pt x="950338" y="70181"/>
                    <a:pt x="953585" y="71803"/>
                    <a:pt x="955209" y="73425"/>
                  </a:cubicBezTo>
                  <a:cubicBezTo>
                    <a:pt x="956833" y="75046"/>
                    <a:pt x="961704" y="73425"/>
                    <a:pt x="964952" y="75046"/>
                  </a:cubicBezTo>
                  <a:cubicBezTo>
                    <a:pt x="966576" y="78289"/>
                    <a:pt x="968199" y="79911"/>
                    <a:pt x="969823" y="81532"/>
                  </a:cubicBezTo>
                  <a:cubicBezTo>
                    <a:pt x="969823" y="83154"/>
                    <a:pt x="971447" y="83154"/>
                    <a:pt x="971447" y="83154"/>
                  </a:cubicBezTo>
                  <a:cubicBezTo>
                    <a:pt x="973071" y="81532"/>
                    <a:pt x="976318" y="81532"/>
                    <a:pt x="977942" y="84776"/>
                  </a:cubicBezTo>
                  <a:cubicBezTo>
                    <a:pt x="981190" y="88019"/>
                    <a:pt x="989309" y="92884"/>
                    <a:pt x="989309" y="92884"/>
                  </a:cubicBezTo>
                  <a:cubicBezTo>
                    <a:pt x="990933" y="94505"/>
                    <a:pt x="995804" y="96127"/>
                    <a:pt x="997428" y="96127"/>
                  </a:cubicBezTo>
                  <a:cubicBezTo>
                    <a:pt x="999052" y="97748"/>
                    <a:pt x="1000675" y="97748"/>
                    <a:pt x="1003923" y="97748"/>
                  </a:cubicBezTo>
                  <a:cubicBezTo>
                    <a:pt x="1007171" y="97748"/>
                    <a:pt x="1007171" y="97748"/>
                    <a:pt x="1008794" y="99370"/>
                  </a:cubicBezTo>
                  <a:cubicBezTo>
                    <a:pt x="1010418" y="102613"/>
                    <a:pt x="1013666" y="100991"/>
                    <a:pt x="1015290" y="105856"/>
                  </a:cubicBezTo>
                  <a:cubicBezTo>
                    <a:pt x="1018537" y="110721"/>
                    <a:pt x="1021785" y="110721"/>
                    <a:pt x="1023409" y="112343"/>
                  </a:cubicBezTo>
                  <a:cubicBezTo>
                    <a:pt x="1025032" y="115586"/>
                    <a:pt x="1026656" y="115586"/>
                    <a:pt x="1026656" y="117207"/>
                  </a:cubicBezTo>
                  <a:cubicBezTo>
                    <a:pt x="1028280" y="120450"/>
                    <a:pt x="1029904" y="122072"/>
                    <a:pt x="1029904" y="123694"/>
                  </a:cubicBezTo>
                  <a:cubicBezTo>
                    <a:pt x="1031528" y="126937"/>
                    <a:pt x="1031528" y="128558"/>
                    <a:pt x="1031528" y="130180"/>
                  </a:cubicBezTo>
                  <a:cubicBezTo>
                    <a:pt x="1031528" y="133423"/>
                    <a:pt x="1031528" y="135045"/>
                    <a:pt x="1029904" y="136666"/>
                  </a:cubicBezTo>
                  <a:cubicBezTo>
                    <a:pt x="1026656" y="139909"/>
                    <a:pt x="1026656" y="139909"/>
                    <a:pt x="1023409" y="144774"/>
                  </a:cubicBezTo>
                  <a:cubicBezTo>
                    <a:pt x="1020161" y="148017"/>
                    <a:pt x="1016913" y="149639"/>
                    <a:pt x="1013666" y="151260"/>
                  </a:cubicBezTo>
                  <a:cubicBezTo>
                    <a:pt x="1012042" y="152882"/>
                    <a:pt x="1005547" y="156125"/>
                    <a:pt x="1005547" y="156125"/>
                  </a:cubicBezTo>
                  <a:cubicBezTo>
                    <a:pt x="1005547" y="156125"/>
                    <a:pt x="1005547" y="156125"/>
                    <a:pt x="1002299" y="156125"/>
                  </a:cubicBezTo>
                  <a:cubicBezTo>
                    <a:pt x="1002299" y="156125"/>
                    <a:pt x="1002299" y="156125"/>
                    <a:pt x="997428" y="157747"/>
                  </a:cubicBezTo>
                  <a:cubicBezTo>
                    <a:pt x="990933" y="159368"/>
                    <a:pt x="987685" y="157747"/>
                    <a:pt x="986061" y="159368"/>
                  </a:cubicBezTo>
                  <a:cubicBezTo>
                    <a:pt x="984437" y="160990"/>
                    <a:pt x="968199" y="159368"/>
                    <a:pt x="964952" y="159368"/>
                  </a:cubicBezTo>
                  <a:cubicBezTo>
                    <a:pt x="961704" y="157747"/>
                    <a:pt x="960080" y="157747"/>
                    <a:pt x="955209" y="156125"/>
                  </a:cubicBezTo>
                  <a:cubicBezTo>
                    <a:pt x="951962" y="154504"/>
                    <a:pt x="945466" y="154504"/>
                    <a:pt x="943843" y="154504"/>
                  </a:cubicBezTo>
                  <a:cubicBezTo>
                    <a:pt x="943843" y="154504"/>
                    <a:pt x="943843" y="154504"/>
                    <a:pt x="942219" y="154504"/>
                  </a:cubicBezTo>
                  <a:cubicBezTo>
                    <a:pt x="938971" y="154504"/>
                    <a:pt x="935724" y="154504"/>
                    <a:pt x="932476" y="152882"/>
                  </a:cubicBezTo>
                  <a:cubicBezTo>
                    <a:pt x="927605" y="151260"/>
                    <a:pt x="924357" y="151260"/>
                    <a:pt x="921109" y="151260"/>
                  </a:cubicBezTo>
                  <a:cubicBezTo>
                    <a:pt x="919486" y="149639"/>
                    <a:pt x="916238" y="144774"/>
                    <a:pt x="912990" y="144774"/>
                  </a:cubicBezTo>
                  <a:cubicBezTo>
                    <a:pt x="911367" y="144774"/>
                    <a:pt x="906495" y="144774"/>
                    <a:pt x="904871" y="143153"/>
                  </a:cubicBezTo>
                  <a:cubicBezTo>
                    <a:pt x="903248" y="143153"/>
                    <a:pt x="900000" y="143153"/>
                    <a:pt x="900000" y="141531"/>
                  </a:cubicBezTo>
                  <a:cubicBezTo>
                    <a:pt x="898376" y="141531"/>
                    <a:pt x="898376" y="141531"/>
                    <a:pt x="895129" y="141531"/>
                  </a:cubicBezTo>
                  <a:cubicBezTo>
                    <a:pt x="891881" y="139909"/>
                    <a:pt x="891881" y="141531"/>
                    <a:pt x="888633" y="138288"/>
                  </a:cubicBezTo>
                  <a:cubicBezTo>
                    <a:pt x="885386" y="136666"/>
                    <a:pt x="885386" y="136666"/>
                    <a:pt x="883762" y="135045"/>
                  </a:cubicBezTo>
                  <a:cubicBezTo>
                    <a:pt x="880514" y="133423"/>
                    <a:pt x="880514" y="130180"/>
                    <a:pt x="878891" y="130180"/>
                  </a:cubicBezTo>
                  <a:cubicBezTo>
                    <a:pt x="877267" y="130180"/>
                    <a:pt x="878891" y="128558"/>
                    <a:pt x="875643" y="128558"/>
                  </a:cubicBezTo>
                  <a:cubicBezTo>
                    <a:pt x="872395" y="128558"/>
                    <a:pt x="870772" y="128558"/>
                    <a:pt x="870772" y="128558"/>
                  </a:cubicBezTo>
                  <a:cubicBezTo>
                    <a:pt x="870772" y="128558"/>
                    <a:pt x="870772" y="128558"/>
                    <a:pt x="875643" y="131801"/>
                  </a:cubicBezTo>
                  <a:cubicBezTo>
                    <a:pt x="875643" y="131801"/>
                    <a:pt x="877267" y="138288"/>
                    <a:pt x="878891" y="138288"/>
                  </a:cubicBezTo>
                  <a:cubicBezTo>
                    <a:pt x="878891" y="139909"/>
                    <a:pt x="882138" y="143153"/>
                    <a:pt x="883762" y="143153"/>
                  </a:cubicBezTo>
                  <a:cubicBezTo>
                    <a:pt x="885386" y="144774"/>
                    <a:pt x="887010" y="143153"/>
                    <a:pt x="888633" y="144774"/>
                  </a:cubicBezTo>
                  <a:cubicBezTo>
                    <a:pt x="888633" y="146396"/>
                    <a:pt x="890257" y="146396"/>
                    <a:pt x="891881" y="148017"/>
                  </a:cubicBezTo>
                  <a:cubicBezTo>
                    <a:pt x="893505" y="149639"/>
                    <a:pt x="893505" y="151260"/>
                    <a:pt x="895129" y="154504"/>
                  </a:cubicBezTo>
                  <a:cubicBezTo>
                    <a:pt x="896752" y="156125"/>
                    <a:pt x="896752" y="156125"/>
                    <a:pt x="900000" y="157747"/>
                  </a:cubicBezTo>
                  <a:cubicBezTo>
                    <a:pt x="903248" y="159368"/>
                    <a:pt x="904871" y="157747"/>
                    <a:pt x="908119" y="159368"/>
                  </a:cubicBezTo>
                  <a:cubicBezTo>
                    <a:pt x="909743" y="160990"/>
                    <a:pt x="906495" y="160990"/>
                    <a:pt x="911367" y="162611"/>
                  </a:cubicBezTo>
                  <a:cubicBezTo>
                    <a:pt x="914614" y="164233"/>
                    <a:pt x="916238" y="162611"/>
                    <a:pt x="916238" y="165855"/>
                  </a:cubicBezTo>
                  <a:cubicBezTo>
                    <a:pt x="916238" y="169098"/>
                    <a:pt x="916238" y="170719"/>
                    <a:pt x="916238" y="172341"/>
                  </a:cubicBezTo>
                  <a:cubicBezTo>
                    <a:pt x="916238" y="175584"/>
                    <a:pt x="912990" y="178827"/>
                    <a:pt x="912990" y="178827"/>
                  </a:cubicBezTo>
                  <a:cubicBezTo>
                    <a:pt x="909743" y="183692"/>
                    <a:pt x="911367" y="186935"/>
                    <a:pt x="911367" y="188557"/>
                  </a:cubicBezTo>
                  <a:cubicBezTo>
                    <a:pt x="912990" y="190178"/>
                    <a:pt x="914614" y="193421"/>
                    <a:pt x="916238" y="195043"/>
                  </a:cubicBezTo>
                  <a:cubicBezTo>
                    <a:pt x="917862" y="196665"/>
                    <a:pt x="917862" y="201529"/>
                    <a:pt x="917862" y="203151"/>
                  </a:cubicBezTo>
                  <a:cubicBezTo>
                    <a:pt x="917862" y="204773"/>
                    <a:pt x="917862" y="204773"/>
                    <a:pt x="916238" y="206394"/>
                  </a:cubicBezTo>
                  <a:cubicBezTo>
                    <a:pt x="916238" y="209637"/>
                    <a:pt x="917862" y="209637"/>
                    <a:pt x="919486" y="211259"/>
                  </a:cubicBezTo>
                  <a:cubicBezTo>
                    <a:pt x="921109" y="211259"/>
                    <a:pt x="925981" y="211259"/>
                    <a:pt x="929228" y="211259"/>
                  </a:cubicBezTo>
                  <a:cubicBezTo>
                    <a:pt x="929228" y="212880"/>
                    <a:pt x="930852" y="212880"/>
                    <a:pt x="930852" y="212880"/>
                  </a:cubicBezTo>
                  <a:cubicBezTo>
                    <a:pt x="930852" y="211259"/>
                    <a:pt x="930852" y="211259"/>
                    <a:pt x="934100" y="212880"/>
                  </a:cubicBezTo>
                  <a:cubicBezTo>
                    <a:pt x="937347" y="214502"/>
                    <a:pt x="938971" y="216124"/>
                    <a:pt x="940595" y="217745"/>
                  </a:cubicBezTo>
                  <a:cubicBezTo>
                    <a:pt x="942219" y="219367"/>
                    <a:pt x="947090" y="220988"/>
                    <a:pt x="947090" y="220988"/>
                  </a:cubicBezTo>
                  <a:cubicBezTo>
                    <a:pt x="948714" y="222610"/>
                    <a:pt x="948714" y="224231"/>
                    <a:pt x="951962" y="224231"/>
                  </a:cubicBezTo>
                  <a:cubicBezTo>
                    <a:pt x="955209" y="225853"/>
                    <a:pt x="958457" y="224231"/>
                    <a:pt x="960080" y="224231"/>
                  </a:cubicBezTo>
                  <a:cubicBezTo>
                    <a:pt x="961704" y="224231"/>
                    <a:pt x="963328" y="225853"/>
                    <a:pt x="964952" y="224231"/>
                  </a:cubicBezTo>
                  <a:cubicBezTo>
                    <a:pt x="966576" y="222610"/>
                    <a:pt x="968199" y="220988"/>
                    <a:pt x="969823" y="219367"/>
                  </a:cubicBezTo>
                  <a:cubicBezTo>
                    <a:pt x="971447" y="219367"/>
                    <a:pt x="971447" y="217745"/>
                    <a:pt x="971447" y="217745"/>
                  </a:cubicBezTo>
                  <a:cubicBezTo>
                    <a:pt x="971447" y="216124"/>
                    <a:pt x="964952" y="212880"/>
                    <a:pt x="963328" y="212880"/>
                  </a:cubicBezTo>
                  <a:cubicBezTo>
                    <a:pt x="961704" y="212880"/>
                    <a:pt x="956833" y="212880"/>
                    <a:pt x="955209" y="211259"/>
                  </a:cubicBezTo>
                  <a:cubicBezTo>
                    <a:pt x="953585" y="209637"/>
                    <a:pt x="950338" y="206394"/>
                    <a:pt x="950338" y="204773"/>
                  </a:cubicBezTo>
                  <a:cubicBezTo>
                    <a:pt x="948714" y="203151"/>
                    <a:pt x="948714" y="199908"/>
                    <a:pt x="947090" y="198286"/>
                  </a:cubicBezTo>
                  <a:cubicBezTo>
                    <a:pt x="945466" y="198286"/>
                    <a:pt x="945466" y="195043"/>
                    <a:pt x="945466" y="193421"/>
                  </a:cubicBezTo>
                  <a:cubicBezTo>
                    <a:pt x="947090" y="193421"/>
                    <a:pt x="950338" y="188557"/>
                    <a:pt x="951962" y="188557"/>
                  </a:cubicBezTo>
                  <a:cubicBezTo>
                    <a:pt x="951962" y="188557"/>
                    <a:pt x="956833" y="185314"/>
                    <a:pt x="956833" y="185314"/>
                  </a:cubicBezTo>
                  <a:cubicBezTo>
                    <a:pt x="956833" y="185314"/>
                    <a:pt x="964952" y="188557"/>
                    <a:pt x="966576" y="191800"/>
                  </a:cubicBezTo>
                  <a:cubicBezTo>
                    <a:pt x="966576" y="193421"/>
                    <a:pt x="973071" y="198286"/>
                    <a:pt x="973071" y="199908"/>
                  </a:cubicBezTo>
                  <a:cubicBezTo>
                    <a:pt x="974695" y="199908"/>
                    <a:pt x="979566" y="199908"/>
                    <a:pt x="979566" y="201529"/>
                  </a:cubicBezTo>
                  <a:cubicBezTo>
                    <a:pt x="979566" y="201529"/>
                    <a:pt x="981190" y="201529"/>
                    <a:pt x="984437" y="199908"/>
                  </a:cubicBezTo>
                  <a:cubicBezTo>
                    <a:pt x="986061" y="199908"/>
                    <a:pt x="986061" y="199908"/>
                    <a:pt x="987685" y="199908"/>
                  </a:cubicBezTo>
                  <a:cubicBezTo>
                    <a:pt x="989309" y="199908"/>
                    <a:pt x="994180" y="201529"/>
                    <a:pt x="995804" y="201529"/>
                  </a:cubicBezTo>
                  <a:cubicBezTo>
                    <a:pt x="995804" y="203151"/>
                    <a:pt x="997428" y="203151"/>
                    <a:pt x="997428" y="203151"/>
                  </a:cubicBezTo>
                  <a:cubicBezTo>
                    <a:pt x="999052" y="203151"/>
                    <a:pt x="1000675" y="203151"/>
                    <a:pt x="1002299" y="203151"/>
                  </a:cubicBezTo>
                  <a:cubicBezTo>
                    <a:pt x="1003923" y="203151"/>
                    <a:pt x="1003923" y="203151"/>
                    <a:pt x="1008794" y="203151"/>
                  </a:cubicBezTo>
                  <a:cubicBezTo>
                    <a:pt x="1015290" y="201529"/>
                    <a:pt x="1016913" y="201529"/>
                    <a:pt x="1016913" y="201529"/>
                  </a:cubicBezTo>
                  <a:cubicBezTo>
                    <a:pt x="1016913" y="201529"/>
                    <a:pt x="1012042" y="190178"/>
                    <a:pt x="1010418" y="188557"/>
                  </a:cubicBezTo>
                  <a:cubicBezTo>
                    <a:pt x="1010418" y="188557"/>
                    <a:pt x="1008794" y="188557"/>
                    <a:pt x="1008794" y="188557"/>
                  </a:cubicBezTo>
                  <a:cubicBezTo>
                    <a:pt x="1007171" y="188557"/>
                    <a:pt x="1005547" y="188557"/>
                    <a:pt x="1003923" y="183692"/>
                  </a:cubicBezTo>
                  <a:cubicBezTo>
                    <a:pt x="1003923" y="177206"/>
                    <a:pt x="1010418" y="172341"/>
                    <a:pt x="1012042" y="172341"/>
                  </a:cubicBezTo>
                  <a:cubicBezTo>
                    <a:pt x="1012042" y="172341"/>
                    <a:pt x="1018537" y="167476"/>
                    <a:pt x="1020161" y="167476"/>
                  </a:cubicBezTo>
                  <a:cubicBezTo>
                    <a:pt x="1020161" y="165855"/>
                    <a:pt x="1021785" y="165855"/>
                    <a:pt x="1025032" y="164233"/>
                  </a:cubicBezTo>
                  <a:cubicBezTo>
                    <a:pt x="1029904" y="162611"/>
                    <a:pt x="1031528" y="160990"/>
                    <a:pt x="1033151" y="160990"/>
                  </a:cubicBezTo>
                  <a:cubicBezTo>
                    <a:pt x="1036399" y="159368"/>
                    <a:pt x="1047766" y="148017"/>
                    <a:pt x="1047766" y="148017"/>
                  </a:cubicBezTo>
                  <a:cubicBezTo>
                    <a:pt x="1047766" y="148017"/>
                    <a:pt x="1051013" y="146396"/>
                    <a:pt x="1054261" y="148017"/>
                  </a:cubicBezTo>
                  <a:cubicBezTo>
                    <a:pt x="1055884" y="149639"/>
                    <a:pt x="1059132" y="149639"/>
                    <a:pt x="1062380" y="149639"/>
                  </a:cubicBezTo>
                  <a:cubicBezTo>
                    <a:pt x="1064003" y="151260"/>
                    <a:pt x="1067251" y="149639"/>
                    <a:pt x="1068875" y="151260"/>
                  </a:cubicBezTo>
                  <a:cubicBezTo>
                    <a:pt x="1068875" y="152882"/>
                    <a:pt x="1072122" y="152882"/>
                    <a:pt x="1073746" y="154504"/>
                  </a:cubicBezTo>
                  <a:cubicBezTo>
                    <a:pt x="1073746" y="156125"/>
                    <a:pt x="1075370" y="157747"/>
                    <a:pt x="1076994" y="159368"/>
                  </a:cubicBezTo>
                  <a:cubicBezTo>
                    <a:pt x="1076994" y="160990"/>
                    <a:pt x="1078618" y="159368"/>
                    <a:pt x="1078618" y="160990"/>
                  </a:cubicBezTo>
                  <a:cubicBezTo>
                    <a:pt x="1080241" y="164233"/>
                    <a:pt x="1080241" y="159368"/>
                    <a:pt x="1080241" y="156125"/>
                  </a:cubicBezTo>
                  <a:cubicBezTo>
                    <a:pt x="1081865" y="152882"/>
                    <a:pt x="1081865" y="149639"/>
                    <a:pt x="1081865" y="148017"/>
                  </a:cubicBezTo>
                  <a:cubicBezTo>
                    <a:pt x="1083489" y="146396"/>
                    <a:pt x="1083489" y="146396"/>
                    <a:pt x="1083489" y="144774"/>
                  </a:cubicBezTo>
                  <a:cubicBezTo>
                    <a:pt x="1085113" y="141531"/>
                    <a:pt x="1086737" y="138288"/>
                    <a:pt x="1086737" y="136666"/>
                  </a:cubicBezTo>
                  <a:cubicBezTo>
                    <a:pt x="1085113" y="135045"/>
                    <a:pt x="1085113" y="131801"/>
                    <a:pt x="1083489" y="130180"/>
                  </a:cubicBezTo>
                  <a:cubicBezTo>
                    <a:pt x="1083489" y="128558"/>
                    <a:pt x="1081865" y="128558"/>
                    <a:pt x="1080241" y="126937"/>
                  </a:cubicBezTo>
                  <a:cubicBezTo>
                    <a:pt x="1076994" y="126937"/>
                    <a:pt x="1075370" y="126937"/>
                    <a:pt x="1075370" y="125315"/>
                  </a:cubicBezTo>
                  <a:cubicBezTo>
                    <a:pt x="1073746" y="125315"/>
                    <a:pt x="1075370" y="122072"/>
                    <a:pt x="1076994" y="120450"/>
                  </a:cubicBezTo>
                  <a:cubicBezTo>
                    <a:pt x="1078618" y="117207"/>
                    <a:pt x="1081865" y="112343"/>
                    <a:pt x="1081865" y="110721"/>
                  </a:cubicBezTo>
                  <a:cubicBezTo>
                    <a:pt x="1081865" y="107478"/>
                    <a:pt x="1083489" y="105856"/>
                    <a:pt x="1081865" y="104235"/>
                  </a:cubicBezTo>
                  <a:cubicBezTo>
                    <a:pt x="1081865" y="104235"/>
                    <a:pt x="1081865" y="102613"/>
                    <a:pt x="1081865" y="100991"/>
                  </a:cubicBezTo>
                  <a:cubicBezTo>
                    <a:pt x="1081865" y="99370"/>
                    <a:pt x="1081865" y="97748"/>
                    <a:pt x="1081865" y="96127"/>
                  </a:cubicBezTo>
                  <a:cubicBezTo>
                    <a:pt x="1081865" y="96127"/>
                    <a:pt x="1081865" y="94505"/>
                    <a:pt x="1081865" y="92884"/>
                  </a:cubicBezTo>
                  <a:cubicBezTo>
                    <a:pt x="1080241" y="91262"/>
                    <a:pt x="1076994" y="88019"/>
                    <a:pt x="1076994" y="88019"/>
                  </a:cubicBezTo>
                  <a:cubicBezTo>
                    <a:pt x="1075370" y="88019"/>
                    <a:pt x="1073746" y="86397"/>
                    <a:pt x="1072122" y="86397"/>
                  </a:cubicBezTo>
                  <a:cubicBezTo>
                    <a:pt x="1068875" y="86397"/>
                    <a:pt x="1067251" y="83154"/>
                    <a:pt x="1067251" y="83154"/>
                  </a:cubicBezTo>
                  <a:cubicBezTo>
                    <a:pt x="1067251" y="83154"/>
                    <a:pt x="1075370" y="84776"/>
                    <a:pt x="1078618" y="84776"/>
                  </a:cubicBezTo>
                  <a:cubicBezTo>
                    <a:pt x="1080241" y="83154"/>
                    <a:pt x="1083489" y="83154"/>
                    <a:pt x="1086737" y="83154"/>
                  </a:cubicBezTo>
                  <a:cubicBezTo>
                    <a:pt x="1088360" y="83154"/>
                    <a:pt x="1088360" y="83154"/>
                    <a:pt x="1089984" y="83154"/>
                  </a:cubicBezTo>
                  <a:cubicBezTo>
                    <a:pt x="1093232" y="83154"/>
                    <a:pt x="1094856" y="83154"/>
                    <a:pt x="1096479" y="83154"/>
                  </a:cubicBezTo>
                  <a:cubicBezTo>
                    <a:pt x="1096479" y="83154"/>
                    <a:pt x="1098103" y="83154"/>
                    <a:pt x="1099727" y="83154"/>
                  </a:cubicBezTo>
                  <a:cubicBezTo>
                    <a:pt x="1099727" y="83154"/>
                    <a:pt x="1102975" y="83154"/>
                    <a:pt x="1102975" y="83154"/>
                  </a:cubicBezTo>
                  <a:cubicBezTo>
                    <a:pt x="1106222" y="84776"/>
                    <a:pt x="1109470" y="83154"/>
                    <a:pt x="1109470" y="84776"/>
                  </a:cubicBezTo>
                  <a:cubicBezTo>
                    <a:pt x="1111094" y="86397"/>
                    <a:pt x="1117589" y="88019"/>
                    <a:pt x="1117589" y="89640"/>
                  </a:cubicBezTo>
                  <a:cubicBezTo>
                    <a:pt x="1117589" y="91262"/>
                    <a:pt x="1127332" y="97748"/>
                    <a:pt x="1127332" y="100991"/>
                  </a:cubicBezTo>
                  <a:cubicBezTo>
                    <a:pt x="1127332" y="104235"/>
                    <a:pt x="1130579" y="104235"/>
                    <a:pt x="1128955" y="104235"/>
                  </a:cubicBezTo>
                  <a:cubicBezTo>
                    <a:pt x="1127332" y="105856"/>
                    <a:pt x="1120836" y="105856"/>
                    <a:pt x="1120836" y="105856"/>
                  </a:cubicBezTo>
                  <a:cubicBezTo>
                    <a:pt x="1120836" y="105856"/>
                    <a:pt x="1120836" y="105856"/>
                    <a:pt x="1112717" y="107478"/>
                  </a:cubicBezTo>
                  <a:cubicBezTo>
                    <a:pt x="1112717" y="107478"/>
                    <a:pt x="1109470" y="105856"/>
                    <a:pt x="1107846" y="107478"/>
                  </a:cubicBezTo>
                  <a:cubicBezTo>
                    <a:pt x="1104598" y="109099"/>
                    <a:pt x="1102975" y="109099"/>
                    <a:pt x="1101351" y="112343"/>
                  </a:cubicBezTo>
                  <a:cubicBezTo>
                    <a:pt x="1101351" y="113964"/>
                    <a:pt x="1099727" y="112343"/>
                    <a:pt x="1098103" y="115586"/>
                  </a:cubicBezTo>
                  <a:cubicBezTo>
                    <a:pt x="1098103" y="117207"/>
                    <a:pt x="1094856" y="118829"/>
                    <a:pt x="1096479" y="120450"/>
                  </a:cubicBezTo>
                  <a:cubicBezTo>
                    <a:pt x="1098103" y="122072"/>
                    <a:pt x="1098103" y="123694"/>
                    <a:pt x="1102975" y="125315"/>
                  </a:cubicBezTo>
                  <a:cubicBezTo>
                    <a:pt x="1104598" y="125315"/>
                    <a:pt x="1104598" y="125315"/>
                    <a:pt x="1106222" y="125315"/>
                  </a:cubicBezTo>
                  <a:cubicBezTo>
                    <a:pt x="1107846" y="123694"/>
                    <a:pt x="1107846" y="123694"/>
                    <a:pt x="1107846" y="125315"/>
                  </a:cubicBezTo>
                  <a:cubicBezTo>
                    <a:pt x="1107846" y="128558"/>
                    <a:pt x="1112717" y="135045"/>
                    <a:pt x="1114341" y="136666"/>
                  </a:cubicBezTo>
                  <a:cubicBezTo>
                    <a:pt x="1115965" y="136666"/>
                    <a:pt x="1120836" y="135045"/>
                    <a:pt x="1120836" y="135045"/>
                  </a:cubicBezTo>
                  <a:cubicBezTo>
                    <a:pt x="1120836" y="135045"/>
                    <a:pt x="1120836" y="135045"/>
                    <a:pt x="1140322" y="131801"/>
                  </a:cubicBezTo>
                  <a:cubicBezTo>
                    <a:pt x="1140322" y="131801"/>
                    <a:pt x="1141946" y="130180"/>
                    <a:pt x="1143570" y="128558"/>
                  </a:cubicBezTo>
                  <a:cubicBezTo>
                    <a:pt x="1145193" y="126937"/>
                    <a:pt x="1148441" y="123694"/>
                    <a:pt x="1148441" y="125315"/>
                  </a:cubicBezTo>
                  <a:cubicBezTo>
                    <a:pt x="1148441" y="125315"/>
                    <a:pt x="1148441" y="115586"/>
                    <a:pt x="1150065" y="115586"/>
                  </a:cubicBezTo>
                  <a:cubicBezTo>
                    <a:pt x="1150065" y="113964"/>
                    <a:pt x="1150065" y="112343"/>
                    <a:pt x="1154936" y="110721"/>
                  </a:cubicBezTo>
                  <a:cubicBezTo>
                    <a:pt x="1159807" y="110721"/>
                    <a:pt x="1180917" y="104235"/>
                    <a:pt x="1180917" y="104235"/>
                  </a:cubicBezTo>
                  <a:cubicBezTo>
                    <a:pt x="1180917" y="104235"/>
                    <a:pt x="1176045" y="102613"/>
                    <a:pt x="1177669" y="102613"/>
                  </a:cubicBezTo>
                  <a:cubicBezTo>
                    <a:pt x="1177669" y="102613"/>
                    <a:pt x="1187412" y="97748"/>
                    <a:pt x="1189036" y="96127"/>
                  </a:cubicBezTo>
                  <a:cubicBezTo>
                    <a:pt x="1190660" y="94505"/>
                    <a:pt x="1195531" y="91262"/>
                    <a:pt x="1195531" y="89640"/>
                  </a:cubicBezTo>
                  <a:cubicBezTo>
                    <a:pt x="1197155" y="89640"/>
                    <a:pt x="1202026" y="88019"/>
                    <a:pt x="1202026" y="88019"/>
                  </a:cubicBezTo>
                  <a:cubicBezTo>
                    <a:pt x="1202026" y="88019"/>
                    <a:pt x="1208521" y="88019"/>
                    <a:pt x="1210145" y="88019"/>
                  </a:cubicBezTo>
                  <a:cubicBezTo>
                    <a:pt x="1211769" y="86397"/>
                    <a:pt x="1218264" y="83154"/>
                    <a:pt x="1218264" y="83154"/>
                  </a:cubicBezTo>
                  <a:cubicBezTo>
                    <a:pt x="1218264" y="83154"/>
                    <a:pt x="1221512" y="79911"/>
                    <a:pt x="1221512" y="83154"/>
                  </a:cubicBezTo>
                  <a:cubicBezTo>
                    <a:pt x="1221512" y="84776"/>
                    <a:pt x="1226383" y="83154"/>
                    <a:pt x="1226383" y="84776"/>
                  </a:cubicBezTo>
                  <a:cubicBezTo>
                    <a:pt x="1228007" y="86397"/>
                    <a:pt x="1226383" y="89640"/>
                    <a:pt x="1228007" y="89640"/>
                  </a:cubicBezTo>
                  <a:cubicBezTo>
                    <a:pt x="1229631" y="88019"/>
                    <a:pt x="1234502" y="83154"/>
                    <a:pt x="1234502" y="83154"/>
                  </a:cubicBezTo>
                  <a:cubicBezTo>
                    <a:pt x="1234502" y="83154"/>
                    <a:pt x="1236126" y="76668"/>
                    <a:pt x="1237750" y="76668"/>
                  </a:cubicBezTo>
                  <a:cubicBezTo>
                    <a:pt x="1239373" y="76668"/>
                    <a:pt x="1244245" y="75046"/>
                    <a:pt x="1245869" y="73425"/>
                  </a:cubicBezTo>
                  <a:cubicBezTo>
                    <a:pt x="1245869" y="73425"/>
                    <a:pt x="1250740" y="70181"/>
                    <a:pt x="1250740" y="70181"/>
                  </a:cubicBezTo>
                  <a:cubicBezTo>
                    <a:pt x="1250740" y="70181"/>
                    <a:pt x="1262107" y="68560"/>
                    <a:pt x="1262107" y="70181"/>
                  </a:cubicBezTo>
                  <a:cubicBezTo>
                    <a:pt x="1262107" y="70181"/>
                    <a:pt x="1262107" y="70181"/>
                    <a:pt x="1255611" y="78289"/>
                  </a:cubicBezTo>
                  <a:cubicBezTo>
                    <a:pt x="1255611" y="78289"/>
                    <a:pt x="1255611" y="81532"/>
                    <a:pt x="1255611" y="83154"/>
                  </a:cubicBezTo>
                  <a:cubicBezTo>
                    <a:pt x="1255611" y="86397"/>
                    <a:pt x="1252364" y="89640"/>
                    <a:pt x="1250740" y="89640"/>
                  </a:cubicBezTo>
                  <a:cubicBezTo>
                    <a:pt x="1249116" y="89640"/>
                    <a:pt x="1244245" y="91262"/>
                    <a:pt x="1245869" y="91262"/>
                  </a:cubicBezTo>
                  <a:cubicBezTo>
                    <a:pt x="1247492" y="92884"/>
                    <a:pt x="1249116" y="92884"/>
                    <a:pt x="1252364" y="92884"/>
                  </a:cubicBezTo>
                  <a:cubicBezTo>
                    <a:pt x="1253988" y="92884"/>
                    <a:pt x="1255611" y="92884"/>
                    <a:pt x="1255611" y="92884"/>
                  </a:cubicBezTo>
                  <a:cubicBezTo>
                    <a:pt x="1257235" y="92884"/>
                    <a:pt x="1268602" y="91262"/>
                    <a:pt x="1268602" y="91262"/>
                  </a:cubicBezTo>
                  <a:cubicBezTo>
                    <a:pt x="1270226" y="91262"/>
                    <a:pt x="1286464" y="84776"/>
                    <a:pt x="1286464" y="84776"/>
                  </a:cubicBezTo>
                  <a:cubicBezTo>
                    <a:pt x="1286464" y="84776"/>
                    <a:pt x="1286464" y="84776"/>
                    <a:pt x="1292959" y="83154"/>
                  </a:cubicBezTo>
                  <a:cubicBezTo>
                    <a:pt x="1292959" y="83154"/>
                    <a:pt x="1292959" y="83154"/>
                    <a:pt x="1296206" y="83154"/>
                  </a:cubicBezTo>
                  <a:cubicBezTo>
                    <a:pt x="1296206" y="83154"/>
                    <a:pt x="1296206" y="83154"/>
                    <a:pt x="1304325" y="81532"/>
                  </a:cubicBezTo>
                  <a:cubicBezTo>
                    <a:pt x="1304325" y="81532"/>
                    <a:pt x="1304325" y="81532"/>
                    <a:pt x="1314068" y="84776"/>
                  </a:cubicBezTo>
                  <a:cubicBezTo>
                    <a:pt x="1314068" y="84776"/>
                    <a:pt x="1314068" y="84776"/>
                    <a:pt x="1320563" y="81532"/>
                  </a:cubicBezTo>
                  <a:cubicBezTo>
                    <a:pt x="1320563" y="81532"/>
                    <a:pt x="1323811" y="78289"/>
                    <a:pt x="1325435" y="78289"/>
                  </a:cubicBezTo>
                  <a:cubicBezTo>
                    <a:pt x="1327058" y="76668"/>
                    <a:pt x="1331930" y="73425"/>
                    <a:pt x="1331930" y="73425"/>
                  </a:cubicBezTo>
                  <a:cubicBezTo>
                    <a:pt x="1331930" y="73425"/>
                    <a:pt x="1331930" y="71803"/>
                    <a:pt x="1335177" y="71803"/>
                  </a:cubicBezTo>
                  <a:cubicBezTo>
                    <a:pt x="1336801" y="71803"/>
                    <a:pt x="1338425" y="71803"/>
                    <a:pt x="1340049" y="71803"/>
                  </a:cubicBezTo>
                  <a:cubicBezTo>
                    <a:pt x="1341673" y="70181"/>
                    <a:pt x="1343296" y="70181"/>
                    <a:pt x="1343296" y="70181"/>
                  </a:cubicBezTo>
                  <a:cubicBezTo>
                    <a:pt x="1349792" y="73425"/>
                    <a:pt x="1349792" y="73425"/>
                    <a:pt x="1349792" y="73425"/>
                  </a:cubicBezTo>
                  <a:cubicBezTo>
                    <a:pt x="1349792" y="73425"/>
                    <a:pt x="1353039" y="75046"/>
                    <a:pt x="1351415" y="78289"/>
                  </a:cubicBezTo>
                  <a:cubicBezTo>
                    <a:pt x="1351415" y="81532"/>
                    <a:pt x="1349792" y="86397"/>
                    <a:pt x="1349792" y="86397"/>
                  </a:cubicBezTo>
                  <a:cubicBezTo>
                    <a:pt x="1349792" y="86397"/>
                    <a:pt x="1351415" y="88019"/>
                    <a:pt x="1353039" y="89640"/>
                  </a:cubicBezTo>
                  <a:cubicBezTo>
                    <a:pt x="1353039" y="89640"/>
                    <a:pt x="1359534" y="91262"/>
                    <a:pt x="1359534" y="91262"/>
                  </a:cubicBezTo>
                  <a:cubicBezTo>
                    <a:pt x="1359534" y="91262"/>
                    <a:pt x="1359534" y="91262"/>
                    <a:pt x="1361158" y="89640"/>
                  </a:cubicBezTo>
                  <a:cubicBezTo>
                    <a:pt x="1361158" y="89640"/>
                    <a:pt x="1361158" y="89640"/>
                    <a:pt x="1364406" y="86397"/>
                  </a:cubicBezTo>
                  <a:cubicBezTo>
                    <a:pt x="1364406" y="86397"/>
                    <a:pt x="1364406" y="86397"/>
                    <a:pt x="1362782" y="83154"/>
                  </a:cubicBezTo>
                  <a:cubicBezTo>
                    <a:pt x="1362782" y="83154"/>
                    <a:pt x="1364406" y="78289"/>
                    <a:pt x="1366030" y="79911"/>
                  </a:cubicBezTo>
                  <a:cubicBezTo>
                    <a:pt x="1367653" y="79911"/>
                    <a:pt x="1374149" y="76668"/>
                    <a:pt x="1374149" y="76668"/>
                  </a:cubicBezTo>
                  <a:cubicBezTo>
                    <a:pt x="1374149" y="76668"/>
                    <a:pt x="1375772" y="75046"/>
                    <a:pt x="1375772" y="73425"/>
                  </a:cubicBezTo>
                  <a:cubicBezTo>
                    <a:pt x="1375772" y="71803"/>
                    <a:pt x="1377396" y="70181"/>
                    <a:pt x="1377396" y="70181"/>
                  </a:cubicBezTo>
                  <a:cubicBezTo>
                    <a:pt x="1377396" y="68560"/>
                    <a:pt x="1375772" y="63695"/>
                    <a:pt x="1374149" y="63695"/>
                  </a:cubicBezTo>
                  <a:cubicBezTo>
                    <a:pt x="1370901" y="63695"/>
                    <a:pt x="1370901" y="60452"/>
                    <a:pt x="1370901" y="58830"/>
                  </a:cubicBezTo>
                  <a:cubicBezTo>
                    <a:pt x="1370901" y="57209"/>
                    <a:pt x="1370901" y="55587"/>
                    <a:pt x="1369277" y="55587"/>
                  </a:cubicBezTo>
                  <a:cubicBezTo>
                    <a:pt x="1367653" y="57209"/>
                    <a:pt x="1369277" y="52344"/>
                    <a:pt x="1366030" y="52344"/>
                  </a:cubicBezTo>
                  <a:cubicBezTo>
                    <a:pt x="1362782" y="52344"/>
                    <a:pt x="1361158" y="49101"/>
                    <a:pt x="1359534" y="49101"/>
                  </a:cubicBezTo>
                  <a:cubicBezTo>
                    <a:pt x="1359534" y="47479"/>
                    <a:pt x="1357911" y="44236"/>
                    <a:pt x="1356287" y="44236"/>
                  </a:cubicBezTo>
                  <a:cubicBezTo>
                    <a:pt x="1353039" y="44236"/>
                    <a:pt x="1351415" y="42615"/>
                    <a:pt x="1349792" y="42615"/>
                  </a:cubicBezTo>
                  <a:cubicBezTo>
                    <a:pt x="1346544" y="40993"/>
                    <a:pt x="1346544" y="39371"/>
                    <a:pt x="1344920" y="39371"/>
                  </a:cubicBezTo>
                  <a:cubicBezTo>
                    <a:pt x="1341673" y="39371"/>
                    <a:pt x="1340049" y="37750"/>
                    <a:pt x="1340049" y="37750"/>
                  </a:cubicBezTo>
                  <a:cubicBezTo>
                    <a:pt x="1340049" y="37750"/>
                    <a:pt x="1340049" y="36128"/>
                    <a:pt x="1340049" y="36128"/>
                  </a:cubicBezTo>
                  <a:cubicBezTo>
                    <a:pt x="1340049" y="34507"/>
                    <a:pt x="1340049" y="29642"/>
                    <a:pt x="1340049" y="28020"/>
                  </a:cubicBezTo>
                  <a:cubicBezTo>
                    <a:pt x="1340049" y="26399"/>
                    <a:pt x="1343296" y="23156"/>
                    <a:pt x="1343296" y="23156"/>
                  </a:cubicBezTo>
                  <a:cubicBezTo>
                    <a:pt x="1344920" y="23156"/>
                    <a:pt x="1344920" y="23156"/>
                    <a:pt x="1344920" y="23156"/>
                  </a:cubicBezTo>
                  <a:cubicBezTo>
                    <a:pt x="1346544" y="23156"/>
                    <a:pt x="1348168" y="23156"/>
                    <a:pt x="1348168" y="23156"/>
                  </a:cubicBezTo>
                  <a:cubicBezTo>
                    <a:pt x="1349792" y="23156"/>
                    <a:pt x="1356287" y="23156"/>
                    <a:pt x="1357911" y="24777"/>
                  </a:cubicBezTo>
                  <a:cubicBezTo>
                    <a:pt x="1357911" y="26399"/>
                    <a:pt x="1362782" y="31264"/>
                    <a:pt x="1362782" y="32885"/>
                  </a:cubicBezTo>
                  <a:cubicBezTo>
                    <a:pt x="1364406" y="34507"/>
                    <a:pt x="1367653" y="36128"/>
                    <a:pt x="1367653" y="36128"/>
                  </a:cubicBezTo>
                  <a:cubicBezTo>
                    <a:pt x="1367653" y="36128"/>
                    <a:pt x="1367653" y="36128"/>
                    <a:pt x="1382268" y="42615"/>
                  </a:cubicBezTo>
                  <a:cubicBezTo>
                    <a:pt x="1382268" y="42615"/>
                    <a:pt x="1388763" y="42615"/>
                    <a:pt x="1390387" y="42615"/>
                  </a:cubicBezTo>
                  <a:cubicBezTo>
                    <a:pt x="1392010" y="42615"/>
                    <a:pt x="1416367" y="45858"/>
                    <a:pt x="1416367" y="45858"/>
                  </a:cubicBezTo>
                  <a:cubicBezTo>
                    <a:pt x="1416367" y="47479"/>
                    <a:pt x="1417991" y="47479"/>
                    <a:pt x="1419615" y="45858"/>
                  </a:cubicBezTo>
                  <a:cubicBezTo>
                    <a:pt x="1419615" y="45858"/>
                    <a:pt x="1421239" y="45858"/>
                    <a:pt x="1421239" y="45858"/>
                  </a:cubicBezTo>
                  <a:cubicBezTo>
                    <a:pt x="1422862" y="47479"/>
                    <a:pt x="1427734" y="49101"/>
                    <a:pt x="1427734" y="49101"/>
                  </a:cubicBezTo>
                  <a:cubicBezTo>
                    <a:pt x="1427734" y="50722"/>
                    <a:pt x="1429358" y="49101"/>
                    <a:pt x="1430981" y="49101"/>
                  </a:cubicBezTo>
                  <a:cubicBezTo>
                    <a:pt x="1432605" y="49101"/>
                    <a:pt x="1434229" y="49101"/>
                    <a:pt x="1434229" y="50722"/>
                  </a:cubicBezTo>
                  <a:cubicBezTo>
                    <a:pt x="1434229" y="50722"/>
                    <a:pt x="1440724" y="52344"/>
                    <a:pt x="1442348" y="53966"/>
                  </a:cubicBezTo>
                  <a:cubicBezTo>
                    <a:pt x="1442348" y="53966"/>
                    <a:pt x="1447219" y="53966"/>
                    <a:pt x="1447219" y="53966"/>
                  </a:cubicBezTo>
                  <a:cubicBezTo>
                    <a:pt x="1448843" y="55587"/>
                    <a:pt x="1450467" y="57209"/>
                    <a:pt x="1450467" y="57209"/>
                  </a:cubicBezTo>
                  <a:cubicBezTo>
                    <a:pt x="1447219" y="58830"/>
                    <a:pt x="1447219" y="62074"/>
                    <a:pt x="1448843" y="66938"/>
                  </a:cubicBezTo>
                  <a:cubicBezTo>
                    <a:pt x="1443972" y="68560"/>
                    <a:pt x="1442348" y="71803"/>
                    <a:pt x="1442348" y="76668"/>
                  </a:cubicBezTo>
                  <a:cubicBezTo>
                    <a:pt x="1452091" y="78289"/>
                    <a:pt x="1456962" y="75046"/>
                    <a:pt x="1460210" y="83154"/>
                  </a:cubicBezTo>
                  <a:cubicBezTo>
                    <a:pt x="1460210" y="84776"/>
                    <a:pt x="1460210" y="88019"/>
                    <a:pt x="1460210" y="89640"/>
                  </a:cubicBezTo>
                  <a:cubicBezTo>
                    <a:pt x="1460210" y="94505"/>
                    <a:pt x="1456962" y="99370"/>
                    <a:pt x="1460210" y="105856"/>
                  </a:cubicBezTo>
                  <a:cubicBezTo>
                    <a:pt x="1460210" y="105856"/>
                    <a:pt x="1460210" y="105856"/>
                    <a:pt x="1461834" y="105856"/>
                  </a:cubicBezTo>
                  <a:cubicBezTo>
                    <a:pt x="1466705" y="107478"/>
                    <a:pt x="1469953" y="109099"/>
                    <a:pt x="1473200" y="109099"/>
                  </a:cubicBezTo>
                  <a:cubicBezTo>
                    <a:pt x="1473200" y="109099"/>
                    <a:pt x="1473200" y="109099"/>
                    <a:pt x="1473200" y="113964"/>
                  </a:cubicBezTo>
                  <a:cubicBezTo>
                    <a:pt x="1469953" y="115586"/>
                    <a:pt x="1469953" y="115586"/>
                    <a:pt x="1469953" y="118829"/>
                  </a:cubicBezTo>
                  <a:cubicBezTo>
                    <a:pt x="1465081" y="123694"/>
                    <a:pt x="1456962" y="128558"/>
                    <a:pt x="1456962" y="136666"/>
                  </a:cubicBezTo>
                  <a:cubicBezTo>
                    <a:pt x="1447219" y="135045"/>
                    <a:pt x="1417991" y="156125"/>
                    <a:pt x="1417991" y="165855"/>
                  </a:cubicBezTo>
                  <a:cubicBezTo>
                    <a:pt x="1408248" y="170719"/>
                    <a:pt x="1403377" y="169098"/>
                    <a:pt x="1395258" y="177206"/>
                  </a:cubicBezTo>
                  <a:cubicBezTo>
                    <a:pt x="1388763" y="183692"/>
                    <a:pt x="1385515" y="191800"/>
                    <a:pt x="1375772" y="195043"/>
                  </a:cubicBezTo>
                  <a:cubicBezTo>
                    <a:pt x="1374149" y="195043"/>
                    <a:pt x="1372525" y="191800"/>
                    <a:pt x="1369277" y="191800"/>
                  </a:cubicBezTo>
                  <a:cubicBezTo>
                    <a:pt x="1367653" y="191800"/>
                    <a:pt x="1366030" y="191800"/>
                    <a:pt x="1366030" y="193421"/>
                  </a:cubicBezTo>
                  <a:cubicBezTo>
                    <a:pt x="1364406" y="193421"/>
                    <a:pt x="1359534" y="203151"/>
                    <a:pt x="1359534" y="204773"/>
                  </a:cubicBezTo>
                  <a:cubicBezTo>
                    <a:pt x="1357911" y="212880"/>
                    <a:pt x="1361158" y="220988"/>
                    <a:pt x="1357911" y="230718"/>
                  </a:cubicBezTo>
                  <a:cubicBezTo>
                    <a:pt x="1353039" y="240447"/>
                    <a:pt x="1353039" y="246934"/>
                    <a:pt x="1354663" y="256663"/>
                  </a:cubicBezTo>
                  <a:cubicBezTo>
                    <a:pt x="1356287" y="266393"/>
                    <a:pt x="1357911" y="276122"/>
                    <a:pt x="1353039" y="284230"/>
                  </a:cubicBezTo>
                  <a:cubicBezTo>
                    <a:pt x="1346544" y="297203"/>
                    <a:pt x="1333554" y="297203"/>
                    <a:pt x="1318940" y="295581"/>
                  </a:cubicBezTo>
                  <a:cubicBezTo>
                    <a:pt x="1312444" y="295581"/>
                    <a:pt x="1304325" y="295581"/>
                    <a:pt x="1299454" y="297203"/>
                  </a:cubicBezTo>
                  <a:cubicBezTo>
                    <a:pt x="1291335" y="298824"/>
                    <a:pt x="1283216" y="305310"/>
                    <a:pt x="1275097" y="306932"/>
                  </a:cubicBezTo>
                  <a:cubicBezTo>
                    <a:pt x="1270226" y="308554"/>
                    <a:pt x="1258859" y="310175"/>
                    <a:pt x="1250740" y="310175"/>
                  </a:cubicBezTo>
                  <a:cubicBezTo>
                    <a:pt x="1249116" y="310175"/>
                    <a:pt x="1247492" y="310175"/>
                    <a:pt x="1245869" y="310175"/>
                  </a:cubicBezTo>
                  <a:cubicBezTo>
                    <a:pt x="1245869" y="308554"/>
                    <a:pt x="1244245" y="306932"/>
                    <a:pt x="1240997" y="306932"/>
                  </a:cubicBezTo>
                  <a:cubicBezTo>
                    <a:pt x="1234502" y="305310"/>
                    <a:pt x="1224759" y="310175"/>
                    <a:pt x="1219888" y="313418"/>
                  </a:cubicBezTo>
                  <a:cubicBezTo>
                    <a:pt x="1219888" y="313418"/>
                    <a:pt x="1219888" y="313418"/>
                    <a:pt x="1219888" y="315040"/>
                  </a:cubicBezTo>
                  <a:cubicBezTo>
                    <a:pt x="1219888" y="315040"/>
                    <a:pt x="1219888" y="316662"/>
                    <a:pt x="1219888" y="318283"/>
                  </a:cubicBezTo>
                  <a:cubicBezTo>
                    <a:pt x="1219888" y="318283"/>
                    <a:pt x="1219888" y="318283"/>
                    <a:pt x="1219888" y="319905"/>
                  </a:cubicBezTo>
                  <a:cubicBezTo>
                    <a:pt x="1219888" y="319905"/>
                    <a:pt x="1221512" y="321526"/>
                    <a:pt x="1221512" y="321526"/>
                  </a:cubicBezTo>
                  <a:cubicBezTo>
                    <a:pt x="1221512" y="321526"/>
                    <a:pt x="1221512" y="321526"/>
                    <a:pt x="1223136" y="323148"/>
                  </a:cubicBezTo>
                  <a:cubicBezTo>
                    <a:pt x="1223136" y="324769"/>
                    <a:pt x="1223136" y="324769"/>
                    <a:pt x="1224759" y="326391"/>
                  </a:cubicBezTo>
                  <a:cubicBezTo>
                    <a:pt x="1224759" y="326391"/>
                    <a:pt x="1224759" y="326391"/>
                    <a:pt x="1226383" y="326391"/>
                  </a:cubicBezTo>
                  <a:cubicBezTo>
                    <a:pt x="1226383" y="328013"/>
                    <a:pt x="1228007" y="328013"/>
                    <a:pt x="1228007" y="328013"/>
                  </a:cubicBezTo>
                  <a:cubicBezTo>
                    <a:pt x="1226383" y="328013"/>
                    <a:pt x="1223136" y="328013"/>
                    <a:pt x="1221512" y="328013"/>
                  </a:cubicBezTo>
                  <a:cubicBezTo>
                    <a:pt x="1219888" y="332877"/>
                    <a:pt x="1215017" y="332877"/>
                    <a:pt x="1215017" y="336120"/>
                  </a:cubicBezTo>
                  <a:cubicBezTo>
                    <a:pt x="1213393" y="336120"/>
                    <a:pt x="1211769" y="336120"/>
                    <a:pt x="1210145" y="336120"/>
                  </a:cubicBezTo>
                  <a:cubicBezTo>
                    <a:pt x="1208521" y="336120"/>
                    <a:pt x="1206898" y="336120"/>
                    <a:pt x="1203650" y="336120"/>
                  </a:cubicBezTo>
                  <a:cubicBezTo>
                    <a:pt x="1200402" y="337742"/>
                    <a:pt x="1197155" y="339364"/>
                    <a:pt x="1193907" y="340985"/>
                  </a:cubicBezTo>
                  <a:cubicBezTo>
                    <a:pt x="1185788" y="344228"/>
                    <a:pt x="1182541" y="344228"/>
                    <a:pt x="1182541" y="355579"/>
                  </a:cubicBezTo>
                  <a:cubicBezTo>
                    <a:pt x="1180917" y="355579"/>
                    <a:pt x="1179293" y="355579"/>
                    <a:pt x="1177669" y="353958"/>
                  </a:cubicBezTo>
                  <a:cubicBezTo>
                    <a:pt x="1176045" y="352336"/>
                    <a:pt x="1176045" y="350715"/>
                    <a:pt x="1174422" y="349093"/>
                  </a:cubicBezTo>
                  <a:cubicBezTo>
                    <a:pt x="1174422" y="349093"/>
                    <a:pt x="1174422" y="349093"/>
                    <a:pt x="1172798" y="349093"/>
                  </a:cubicBezTo>
                  <a:cubicBezTo>
                    <a:pt x="1169550" y="349093"/>
                    <a:pt x="1161431" y="344228"/>
                    <a:pt x="1159807" y="340985"/>
                  </a:cubicBezTo>
                  <a:cubicBezTo>
                    <a:pt x="1158184" y="339364"/>
                    <a:pt x="1158184" y="337742"/>
                    <a:pt x="1158184" y="337742"/>
                  </a:cubicBezTo>
                  <a:cubicBezTo>
                    <a:pt x="1158184" y="332877"/>
                    <a:pt x="1159807" y="328013"/>
                    <a:pt x="1161431" y="323148"/>
                  </a:cubicBezTo>
                  <a:cubicBezTo>
                    <a:pt x="1161431" y="323148"/>
                    <a:pt x="1163055" y="324769"/>
                    <a:pt x="1163055" y="324769"/>
                  </a:cubicBezTo>
                  <a:cubicBezTo>
                    <a:pt x="1159807" y="319905"/>
                    <a:pt x="1161431" y="316662"/>
                    <a:pt x="1159807" y="313418"/>
                  </a:cubicBezTo>
                  <a:cubicBezTo>
                    <a:pt x="1156560" y="310175"/>
                    <a:pt x="1151688" y="310175"/>
                    <a:pt x="1148441" y="308554"/>
                  </a:cubicBezTo>
                  <a:cubicBezTo>
                    <a:pt x="1143570" y="305310"/>
                    <a:pt x="1141946" y="305310"/>
                    <a:pt x="1137074" y="308554"/>
                  </a:cubicBezTo>
                  <a:cubicBezTo>
                    <a:pt x="1130579" y="311797"/>
                    <a:pt x="1132203" y="315040"/>
                    <a:pt x="1130579" y="319905"/>
                  </a:cubicBezTo>
                  <a:cubicBezTo>
                    <a:pt x="1128955" y="326391"/>
                    <a:pt x="1125708" y="328013"/>
                    <a:pt x="1122460" y="331256"/>
                  </a:cubicBezTo>
                  <a:cubicBezTo>
                    <a:pt x="1124084" y="331256"/>
                    <a:pt x="1130579" y="332877"/>
                    <a:pt x="1132203" y="334499"/>
                  </a:cubicBezTo>
                  <a:cubicBezTo>
                    <a:pt x="1133827" y="336120"/>
                    <a:pt x="1132203" y="339364"/>
                    <a:pt x="1133827" y="342607"/>
                  </a:cubicBezTo>
                  <a:cubicBezTo>
                    <a:pt x="1133827" y="344228"/>
                    <a:pt x="1135451" y="350715"/>
                    <a:pt x="1135451" y="352336"/>
                  </a:cubicBezTo>
                  <a:cubicBezTo>
                    <a:pt x="1137074" y="355579"/>
                    <a:pt x="1140322" y="357201"/>
                    <a:pt x="1140322" y="360444"/>
                  </a:cubicBezTo>
                  <a:cubicBezTo>
                    <a:pt x="1140322" y="362066"/>
                    <a:pt x="1140322" y="362066"/>
                    <a:pt x="1140322" y="363687"/>
                  </a:cubicBezTo>
                  <a:cubicBezTo>
                    <a:pt x="1137074" y="371795"/>
                    <a:pt x="1115965" y="378282"/>
                    <a:pt x="1120836" y="388011"/>
                  </a:cubicBezTo>
                  <a:cubicBezTo>
                    <a:pt x="1120836" y="388011"/>
                    <a:pt x="1122460" y="388011"/>
                    <a:pt x="1122460" y="388011"/>
                  </a:cubicBezTo>
                  <a:cubicBezTo>
                    <a:pt x="1127332" y="389633"/>
                    <a:pt x="1132203" y="389633"/>
                    <a:pt x="1137074" y="391254"/>
                  </a:cubicBezTo>
                  <a:cubicBezTo>
                    <a:pt x="1140322" y="391254"/>
                    <a:pt x="1143570" y="391254"/>
                    <a:pt x="1143570" y="392876"/>
                  </a:cubicBezTo>
                  <a:cubicBezTo>
                    <a:pt x="1143570" y="394497"/>
                    <a:pt x="1141946" y="396119"/>
                    <a:pt x="1141946" y="397741"/>
                  </a:cubicBezTo>
                  <a:cubicBezTo>
                    <a:pt x="1137074" y="402605"/>
                    <a:pt x="1133827" y="399362"/>
                    <a:pt x="1130579" y="402605"/>
                  </a:cubicBezTo>
                  <a:cubicBezTo>
                    <a:pt x="1125708" y="405848"/>
                    <a:pt x="1128955" y="410713"/>
                    <a:pt x="1128955" y="417199"/>
                  </a:cubicBezTo>
                  <a:cubicBezTo>
                    <a:pt x="1132203" y="415578"/>
                    <a:pt x="1135451" y="417199"/>
                    <a:pt x="1137074" y="417199"/>
                  </a:cubicBezTo>
                  <a:cubicBezTo>
                    <a:pt x="1138698" y="418821"/>
                    <a:pt x="1141946" y="420443"/>
                    <a:pt x="1141946" y="418821"/>
                  </a:cubicBezTo>
                  <a:cubicBezTo>
                    <a:pt x="1145193" y="418821"/>
                    <a:pt x="1143570" y="417199"/>
                    <a:pt x="1145193" y="417199"/>
                  </a:cubicBezTo>
                  <a:cubicBezTo>
                    <a:pt x="1148441" y="415578"/>
                    <a:pt x="1150065" y="415578"/>
                    <a:pt x="1153312" y="415578"/>
                  </a:cubicBezTo>
                  <a:cubicBezTo>
                    <a:pt x="1156560" y="413956"/>
                    <a:pt x="1159807" y="412335"/>
                    <a:pt x="1163055" y="412335"/>
                  </a:cubicBezTo>
                  <a:cubicBezTo>
                    <a:pt x="1169550" y="410713"/>
                    <a:pt x="1176045" y="412335"/>
                    <a:pt x="1179293" y="415578"/>
                  </a:cubicBezTo>
                  <a:cubicBezTo>
                    <a:pt x="1180917" y="417199"/>
                    <a:pt x="1182541" y="417199"/>
                    <a:pt x="1184164" y="418821"/>
                  </a:cubicBezTo>
                  <a:cubicBezTo>
                    <a:pt x="1185788" y="418821"/>
                    <a:pt x="1187412" y="418821"/>
                    <a:pt x="1187412" y="418821"/>
                  </a:cubicBezTo>
                  <a:cubicBezTo>
                    <a:pt x="1189036" y="420443"/>
                    <a:pt x="1190660" y="425307"/>
                    <a:pt x="1189036" y="426929"/>
                  </a:cubicBezTo>
                  <a:cubicBezTo>
                    <a:pt x="1197155" y="423686"/>
                    <a:pt x="1197155" y="430172"/>
                    <a:pt x="1202026" y="435037"/>
                  </a:cubicBezTo>
                  <a:cubicBezTo>
                    <a:pt x="1203650" y="435037"/>
                    <a:pt x="1205274" y="435037"/>
                    <a:pt x="1206898" y="436658"/>
                  </a:cubicBezTo>
                  <a:cubicBezTo>
                    <a:pt x="1206898" y="436658"/>
                    <a:pt x="1208521" y="436658"/>
                    <a:pt x="1210145" y="438280"/>
                  </a:cubicBezTo>
                  <a:cubicBezTo>
                    <a:pt x="1211769" y="438280"/>
                    <a:pt x="1211769" y="438280"/>
                    <a:pt x="1213393" y="439902"/>
                  </a:cubicBezTo>
                  <a:cubicBezTo>
                    <a:pt x="1215017" y="439902"/>
                    <a:pt x="1216640" y="441523"/>
                    <a:pt x="1218264" y="441523"/>
                  </a:cubicBezTo>
                  <a:cubicBezTo>
                    <a:pt x="1219888" y="441523"/>
                    <a:pt x="1221512" y="441523"/>
                    <a:pt x="1223136" y="441523"/>
                  </a:cubicBezTo>
                  <a:cubicBezTo>
                    <a:pt x="1224759" y="441523"/>
                    <a:pt x="1228007" y="439902"/>
                    <a:pt x="1231254" y="439902"/>
                  </a:cubicBezTo>
                  <a:cubicBezTo>
                    <a:pt x="1231254" y="439902"/>
                    <a:pt x="1232878" y="438280"/>
                    <a:pt x="1234502" y="438280"/>
                  </a:cubicBezTo>
                  <a:cubicBezTo>
                    <a:pt x="1234502" y="436658"/>
                    <a:pt x="1236126" y="436658"/>
                    <a:pt x="1236126" y="435037"/>
                  </a:cubicBezTo>
                  <a:cubicBezTo>
                    <a:pt x="1237750" y="433415"/>
                    <a:pt x="1239373" y="426929"/>
                    <a:pt x="1242621" y="428551"/>
                  </a:cubicBezTo>
                  <a:cubicBezTo>
                    <a:pt x="1244245" y="430172"/>
                    <a:pt x="1240997" y="436658"/>
                    <a:pt x="1240997" y="438280"/>
                  </a:cubicBezTo>
                  <a:cubicBezTo>
                    <a:pt x="1244245" y="438280"/>
                    <a:pt x="1245869" y="438280"/>
                    <a:pt x="1249116" y="436658"/>
                  </a:cubicBezTo>
                  <a:cubicBezTo>
                    <a:pt x="1253988" y="446388"/>
                    <a:pt x="1244245" y="441523"/>
                    <a:pt x="1242621" y="444766"/>
                  </a:cubicBezTo>
                  <a:cubicBezTo>
                    <a:pt x="1247492" y="446388"/>
                    <a:pt x="1252364" y="448009"/>
                    <a:pt x="1255611" y="443145"/>
                  </a:cubicBezTo>
                  <a:cubicBezTo>
                    <a:pt x="1255611" y="443145"/>
                    <a:pt x="1255611" y="443145"/>
                    <a:pt x="1257235" y="443145"/>
                  </a:cubicBezTo>
                  <a:cubicBezTo>
                    <a:pt x="1257235" y="443145"/>
                    <a:pt x="1257235" y="443145"/>
                    <a:pt x="1255611" y="444766"/>
                  </a:cubicBezTo>
                  <a:cubicBezTo>
                    <a:pt x="1255611" y="446388"/>
                    <a:pt x="1260483" y="449631"/>
                    <a:pt x="1258859" y="452874"/>
                  </a:cubicBezTo>
                  <a:cubicBezTo>
                    <a:pt x="1258859" y="457739"/>
                    <a:pt x="1250740" y="457739"/>
                    <a:pt x="1250740" y="465847"/>
                  </a:cubicBezTo>
                  <a:cubicBezTo>
                    <a:pt x="1249116" y="464225"/>
                    <a:pt x="1247492" y="464225"/>
                    <a:pt x="1245869" y="464225"/>
                  </a:cubicBezTo>
                  <a:cubicBezTo>
                    <a:pt x="1244245" y="464225"/>
                    <a:pt x="1244245" y="464225"/>
                    <a:pt x="1244245" y="464225"/>
                  </a:cubicBezTo>
                  <a:cubicBezTo>
                    <a:pt x="1253988" y="469090"/>
                    <a:pt x="1245869" y="482063"/>
                    <a:pt x="1247492" y="490170"/>
                  </a:cubicBezTo>
                  <a:cubicBezTo>
                    <a:pt x="1247492" y="490170"/>
                    <a:pt x="1247492" y="490170"/>
                    <a:pt x="1244245" y="490170"/>
                  </a:cubicBezTo>
                  <a:cubicBezTo>
                    <a:pt x="1244245" y="488549"/>
                    <a:pt x="1240997" y="486927"/>
                    <a:pt x="1239373" y="486927"/>
                  </a:cubicBezTo>
                  <a:cubicBezTo>
                    <a:pt x="1239373" y="486927"/>
                    <a:pt x="1237750" y="485306"/>
                    <a:pt x="1237750" y="485306"/>
                  </a:cubicBezTo>
                  <a:cubicBezTo>
                    <a:pt x="1234502" y="485306"/>
                    <a:pt x="1232878" y="483684"/>
                    <a:pt x="1229631" y="482063"/>
                  </a:cubicBezTo>
                  <a:cubicBezTo>
                    <a:pt x="1229631" y="482063"/>
                    <a:pt x="1229631" y="482063"/>
                    <a:pt x="1229631" y="480441"/>
                  </a:cubicBezTo>
                  <a:cubicBezTo>
                    <a:pt x="1228007" y="480441"/>
                    <a:pt x="1224759" y="480441"/>
                    <a:pt x="1223136" y="480441"/>
                  </a:cubicBezTo>
                  <a:cubicBezTo>
                    <a:pt x="1223136" y="480441"/>
                    <a:pt x="1223136" y="478819"/>
                    <a:pt x="1223136" y="478819"/>
                  </a:cubicBezTo>
                  <a:cubicBezTo>
                    <a:pt x="1218264" y="477198"/>
                    <a:pt x="1216640" y="478819"/>
                    <a:pt x="1211769" y="478819"/>
                  </a:cubicBezTo>
                  <a:cubicBezTo>
                    <a:pt x="1211769" y="478819"/>
                    <a:pt x="1210145" y="478819"/>
                    <a:pt x="1210145" y="478819"/>
                  </a:cubicBezTo>
                  <a:cubicBezTo>
                    <a:pt x="1206898" y="477198"/>
                    <a:pt x="1205274" y="477198"/>
                    <a:pt x="1203650" y="480441"/>
                  </a:cubicBezTo>
                  <a:cubicBezTo>
                    <a:pt x="1203650" y="480441"/>
                    <a:pt x="1202026" y="480441"/>
                    <a:pt x="1200402" y="480441"/>
                  </a:cubicBezTo>
                  <a:cubicBezTo>
                    <a:pt x="1198779" y="482063"/>
                    <a:pt x="1197155" y="482063"/>
                    <a:pt x="1195531" y="480441"/>
                  </a:cubicBezTo>
                  <a:cubicBezTo>
                    <a:pt x="1193907" y="480441"/>
                    <a:pt x="1193907" y="480441"/>
                    <a:pt x="1193907" y="480441"/>
                  </a:cubicBezTo>
                  <a:cubicBezTo>
                    <a:pt x="1193907" y="478819"/>
                    <a:pt x="1192283" y="478819"/>
                    <a:pt x="1192283" y="478819"/>
                  </a:cubicBezTo>
                  <a:cubicBezTo>
                    <a:pt x="1190660" y="478819"/>
                    <a:pt x="1190660" y="478819"/>
                    <a:pt x="1189036" y="478819"/>
                  </a:cubicBezTo>
                  <a:cubicBezTo>
                    <a:pt x="1189036" y="482063"/>
                    <a:pt x="1190660" y="482063"/>
                    <a:pt x="1192283" y="483684"/>
                  </a:cubicBezTo>
                  <a:cubicBezTo>
                    <a:pt x="1192283" y="483684"/>
                    <a:pt x="1192283" y="483684"/>
                    <a:pt x="1193907" y="485306"/>
                  </a:cubicBezTo>
                  <a:cubicBezTo>
                    <a:pt x="1193907" y="486927"/>
                    <a:pt x="1195531" y="486927"/>
                    <a:pt x="1195531" y="488549"/>
                  </a:cubicBezTo>
                  <a:cubicBezTo>
                    <a:pt x="1195531" y="493414"/>
                    <a:pt x="1185788" y="493414"/>
                    <a:pt x="1184164" y="496657"/>
                  </a:cubicBezTo>
                  <a:cubicBezTo>
                    <a:pt x="1182541" y="495035"/>
                    <a:pt x="1180917" y="493414"/>
                    <a:pt x="1177669" y="493414"/>
                  </a:cubicBezTo>
                  <a:cubicBezTo>
                    <a:pt x="1176045" y="493414"/>
                    <a:pt x="1174422" y="493414"/>
                    <a:pt x="1172798" y="495035"/>
                  </a:cubicBezTo>
                  <a:cubicBezTo>
                    <a:pt x="1167926" y="496657"/>
                    <a:pt x="1164679" y="496657"/>
                    <a:pt x="1161431" y="498278"/>
                  </a:cubicBezTo>
                  <a:cubicBezTo>
                    <a:pt x="1161431" y="504765"/>
                    <a:pt x="1153312" y="503143"/>
                    <a:pt x="1151688" y="508008"/>
                  </a:cubicBezTo>
                  <a:cubicBezTo>
                    <a:pt x="1151688" y="508008"/>
                    <a:pt x="1151688" y="509629"/>
                    <a:pt x="1153312" y="511251"/>
                  </a:cubicBezTo>
                  <a:cubicBezTo>
                    <a:pt x="1153312" y="511251"/>
                    <a:pt x="1153312" y="512873"/>
                    <a:pt x="1154936" y="512873"/>
                  </a:cubicBezTo>
                  <a:cubicBezTo>
                    <a:pt x="1154936" y="512873"/>
                    <a:pt x="1154936" y="512873"/>
                    <a:pt x="1154936" y="514494"/>
                  </a:cubicBezTo>
                  <a:cubicBezTo>
                    <a:pt x="1156560" y="516116"/>
                    <a:pt x="1158184" y="517737"/>
                    <a:pt x="1159807" y="519359"/>
                  </a:cubicBezTo>
                  <a:cubicBezTo>
                    <a:pt x="1161431" y="522602"/>
                    <a:pt x="1156560" y="524224"/>
                    <a:pt x="1158184" y="525845"/>
                  </a:cubicBezTo>
                  <a:cubicBezTo>
                    <a:pt x="1159807" y="527467"/>
                    <a:pt x="1163055" y="525845"/>
                    <a:pt x="1164679" y="525845"/>
                  </a:cubicBezTo>
                  <a:cubicBezTo>
                    <a:pt x="1164679" y="525845"/>
                    <a:pt x="1166303" y="527467"/>
                    <a:pt x="1166303" y="527467"/>
                  </a:cubicBezTo>
                  <a:cubicBezTo>
                    <a:pt x="1167926" y="530710"/>
                    <a:pt x="1171174" y="530710"/>
                    <a:pt x="1174422" y="530710"/>
                  </a:cubicBezTo>
                  <a:cubicBezTo>
                    <a:pt x="1176045" y="530710"/>
                    <a:pt x="1176045" y="529088"/>
                    <a:pt x="1176045" y="529088"/>
                  </a:cubicBezTo>
                  <a:cubicBezTo>
                    <a:pt x="1176045" y="529088"/>
                    <a:pt x="1176045" y="529088"/>
                    <a:pt x="1177669" y="530710"/>
                  </a:cubicBezTo>
                  <a:cubicBezTo>
                    <a:pt x="1177669" y="530710"/>
                    <a:pt x="1177669" y="532332"/>
                    <a:pt x="1179293" y="532332"/>
                  </a:cubicBezTo>
                  <a:cubicBezTo>
                    <a:pt x="1180917" y="533953"/>
                    <a:pt x="1182541" y="533953"/>
                    <a:pt x="1182541" y="535575"/>
                  </a:cubicBezTo>
                  <a:cubicBezTo>
                    <a:pt x="1185788" y="537196"/>
                    <a:pt x="1195531" y="538818"/>
                    <a:pt x="1198779" y="542061"/>
                  </a:cubicBezTo>
                  <a:cubicBezTo>
                    <a:pt x="1200402" y="543683"/>
                    <a:pt x="1202026" y="545304"/>
                    <a:pt x="1202026" y="546926"/>
                  </a:cubicBezTo>
                  <a:cubicBezTo>
                    <a:pt x="1202026" y="546926"/>
                    <a:pt x="1203650" y="546926"/>
                    <a:pt x="1203650" y="546926"/>
                  </a:cubicBezTo>
                  <a:cubicBezTo>
                    <a:pt x="1198779" y="551790"/>
                    <a:pt x="1192283" y="556655"/>
                    <a:pt x="1187412" y="559898"/>
                  </a:cubicBezTo>
                  <a:cubicBezTo>
                    <a:pt x="1182541" y="564763"/>
                    <a:pt x="1172798" y="566385"/>
                    <a:pt x="1167926" y="571249"/>
                  </a:cubicBezTo>
                  <a:cubicBezTo>
                    <a:pt x="1161431" y="577736"/>
                    <a:pt x="1169550" y="585844"/>
                    <a:pt x="1164679" y="590708"/>
                  </a:cubicBezTo>
                  <a:cubicBezTo>
                    <a:pt x="1163055" y="593952"/>
                    <a:pt x="1161431" y="593952"/>
                    <a:pt x="1158184" y="592330"/>
                  </a:cubicBezTo>
                  <a:cubicBezTo>
                    <a:pt x="1154936" y="589087"/>
                    <a:pt x="1153312" y="582601"/>
                    <a:pt x="1148441" y="582601"/>
                  </a:cubicBezTo>
                  <a:cubicBezTo>
                    <a:pt x="1146817" y="580979"/>
                    <a:pt x="1141946" y="579357"/>
                    <a:pt x="1140322" y="580979"/>
                  </a:cubicBezTo>
                  <a:cubicBezTo>
                    <a:pt x="1135451" y="584222"/>
                    <a:pt x="1138698" y="585844"/>
                    <a:pt x="1137074" y="589087"/>
                  </a:cubicBezTo>
                  <a:cubicBezTo>
                    <a:pt x="1133827" y="593952"/>
                    <a:pt x="1130579" y="595573"/>
                    <a:pt x="1130579" y="602059"/>
                  </a:cubicBezTo>
                  <a:cubicBezTo>
                    <a:pt x="1130579" y="605303"/>
                    <a:pt x="1132203" y="606924"/>
                    <a:pt x="1132203" y="610167"/>
                  </a:cubicBezTo>
                  <a:cubicBezTo>
                    <a:pt x="1132203" y="615032"/>
                    <a:pt x="1128955" y="618275"/>
                    <a:pt x="1127332" y="621518"/>
                  </a:cubicBezTo>
                  <a:cubicBezTo>
                    <a:pt x="1127332" y="623140"/>
                    <a:pt x="1127332" y="623140"/>
                    <a:pt x="1127332" y="624762"/>
                  </a:cubicBezTo>
                  <a:cubicBezTo>
                    <a:pt x="1127332" y="626383"/>
                    <a:pt x="1130579" y="628005"/>
                    <a:pt x="1132203" y="629626"/>
                  </a:cubicBezTo>
                  <a:cubicBezTo>
                    <a:pt x="1132203" y="629626"/>
                    <a:pt x="1132203" y="629626"/>
                    <a:pt x="1133827" y="631248"/>
                  </a:cubicBezTo>
                  <a:cubicBezTo>
                    <a:pt x="1133827" y="631248"/>
                    <a:pt x="1133827" y="631248"/>
                    <a:pt x="1135451" y="631248"/>
                  </a:cubicBezTo>
                  <a:cubicBezTo>
                    <a:pt x="1137074" y="634491"/>
                    <a:pt x="1137074" y="637734"/>
                    <a:pt x="1138698" y="639356"/>
                  </a:cubicBezTo>
                  <a:cubicBezTo>
                    <a:pt x="1143570" y="637734"/>
                    <a:pt x="1151688" y="637734"/>
                    <a:pt x="1154936" y="642599"/>
                  </a:cubicBezTo>
                  <a:cubicBezTo>
                    <a:pt x="1156560" y="644221"/>
                    <a:pt x="1156560" y="645842"/>
                    <a:pt x="1158184" y="649085"/>
                  </a:cubicBezTo>
                  <a:cubicBezTo>
                    <a:pt x="1158184" y="650707"/>
                    <a:pt x="1159807" y="653950"/>
                    <a:pt x="1161431" y="655572"/>
                  </a:cubicBezTo>
                  <a:cubicBezTo>
                    <a:pt x="1163055" y="658815"/>
                    <a:pt x="1166303" y="660436"/>
                    <a:pt x="1166303" y="663679"/>
                  </a:cubicBezTo>
                  <a:cubicBezTo>
                    <a:pt x="1164679" y="665301"/>
                    <a:pt x="1163055" y="665301"/>
                    <a:pt x="1163055" y="665301"/>
                  </a:cubicBezTo>
                  <a:cubicBezTo>
                    <a:pt x="1163055" y="665301"/>
                    <a:pt x="1163055" y="665301"/>
                    <a:pt x="1161431" y="666923"/>
                  </a:cubicBezTo>
                  <a:cubicBezTo>
                    <a:pt x="1161431" y="666923"/>
                    <a:pt x="1161431" y="666923"/>
                    <a:pt x="1161431" y="668544"/>
                  </a:cubicBezTo>
                  <a:cubicBezTo>
                    <a:pt x="1161431" y="668544"/>
                    <a:pt x="1161431" y="668544"/>
                    <a:pt x="1163055" y="670166"/>
                  </a:cubicBezTo>
                  <a:cubicBezTo>
                    <a:pt x="1163055" y="670166"/>
                    <a:pt x="1163055" y="670166"/>
                    <a:pt x="1163055" y="671787"/>
                  </a:cubicBezTo>
                  <a:cubicBezTo>
                    <a:pt x="1163055" y="671787"/>
                    <a:pt x="1163055" y="671787"/>
                    <a:pt x="1164679" y="671787"/>
                  </a:cubicBezTo>
                  <a:cubicBezTo>
                    <a:pt x="1164679" y="671787"/>
                    <a:pt x="1164679" y="671787"/>
                    <a:pt x="1164679" y="673409"/>
                  </a:cubicBezTo>
                  <a:cubicBezTo>
                    <a:pt x="1164679" y="673409"/>
                    <a:pt x="1164679" y="673409"/>
                    <a:pt x="1166303" y="675031"/>
                  </a:cubicBezTo>
                  <a:cubicBezTo>
                    <a:pt x="1167926" y="675031"/>
                    <a:pt x="1169550" y="676652"/>
                    <a:pt x="1171174" y="678274"/>
                  </a:cubicBezTo>
                  <a:cubicBezTo>
                    <a:pt x="1167926" y="681517"/>
                    <a:pt x="1163055" y="686382"/>
                    <a:pt x="1158184" y="688003"/>
                  </a:cubicBezTo>
                  <a:cubicBezTo>
                    <a:pt x="1154936" y="689625"/>
                    <a:pt x="1146817" y="688003"/>
                    <a:pt x="1143570" y="689625"/>
                  </a:cubicBezTo>
                  <a:cubicBezTo>
                    <a:pt x="1140322" y="692868"/>
                    <a:pt x="1138698" y="700976"/>
                    <a:pt x="1137074" y="704219"/>
                  </a:cubicBezTo>
                  <a:cubicBezTo>
                    <a:pt x="1135451" y="707462"/>
                    <a:pt x="1132203" y="715570"/>
                    <a:pt x="1128955" y="717192"/>
                  </a:cubicBezTo>
                  <a:cubicBezTo>
                    <a:pt x="1130579" y="723678"/>
                    <a:pt x="1141946" y="726921"/>
                    <a:pt x="1143570" y="736651"/>
                  </a:cubicBezTo>
                  <a:cubicBezTo>
                    <a:pt x="1143570" y="741515"/>
                    <a:pt x="1143570" y="744758"/>
                    <a:pt x="1145193" y="751245"/>
                  </a:cubicBezTo>
                  <a:cubicBezTo>
                    <a:pt x="1146817" y="754488"/>
                    <a:pt x="1150065" y="757731"/>
                    <a:pt x="1151688" y="762596"/>
                  </a:cubicBezTo>
                  <a:cubicBezTo>
                    <a:pt x="1156560" y="769082"/>
                    <a:pt x="1159807" y="772325"/>
                    <a:pt x="1163055" y="778812"/>
                  </a:cubicBezTo>
                  <a:cubicBezTo>
                    <a:pt x="1158184" y="782055"/>
                    <a:pt x="1151688" y="786920"/>
                    <a:pt x="1148441" y="786920"/>
                  </a:cubicBezTo>
                  <a:cubicBezTo>
                    <a:pt x="1143570" y="788541"/>
                    <a:pt x="1135451" y="780433"/>
                    <a:pt x="1130579" y="778812"/>
                  </a:cubicBezTo>
                  <a:cubicBezTo>
                    <a:pt x="1128955" y="778812"/>
                    <a:pt x="1127332" y="777190"/>
                    <a:pt x="1127332" y="777190"/>
                  </a:cubicBezTo>
                  <a:cubicBezTo>
                    <a:pt x="1125708" y="777190"/>
                    <a:pt x="1124084" y="777190"/>
                    <a:pt x="1124084" y="777190"/>
                  </a:cubicBezTo>
                  <a:cubicBezTo>
                    <a:pt x="1122460" y="777190"/>
                    <a:pt x="1122460" y="777190"/>
                    <a:pt x="1120836" y="777190"/>
                  </a:cubicBezTo>
                  <a:cubicBezTo>
                    <a:pt x="1120836" y="778812"/>
                    <a:pt x="1120836" y="780433"/>
                    <a:pt x="1120836" y="782055"/>
                  </a:cubicBezTo>
                  <a:cubicBezTo>
                    <a:pt x="1122460" y="782055"/>
                    <a:pt x="1122460" y="782055"/>
                    <a:pt x="1124084" y="783676"/>
                  </a:cubicBezTo>
                  <a:cubicBezTo>
                    <a:pt x="1125708" y="785298"/>
                    <a:pt x="1127332" y="788541"/>
                    <a:pt x="1127332" y="791784"/>
                  </a:cubicBezTo>
                  <a:cubicBezTo>
                    <a:pt x="1124084" y="791784"/>
                    <a:pt x="1124084" y="791784"/>
                    <a:pt x="1124084" y="790163"/>
                  </a:cubicBezTo>
                  <a:cubicBezTo>
                    <a:pt x="1124084" y="790163"/>
                    <a:pt x="1124084" y="788541"/>
                    <a:pt x="1122460" y="788541"/>
                  </a:cubicBezTo>
                  <a:cubicBezTo>
                    <a:pt x="1122460" y="788541"/>
                    <a:pt x="1122460" y="788541"/>
                    <a:pt x="1120836" y="786920"/>
                  </a:cubicBezTo>
                  <a:cubicBezTo>
                    <a:pt x="1119213" y="786920"/>
                    <a:pt x="1119213" y="786920"/>
                    <a:pt x="1117589" y="786920"/>
                  </a:cubicBezTo>
                  <a:cubicBezTo>
                    <a:pt x="1117589" y="786920"/>
                    <a:pt x="1117589" y="786920"/>
                    <a:pt x="1115965" y="785298"/>
                  </a:cubicBezTo>
                  <a:cubicBezTo>
                    <a:pt x="1115965" y="785298"/>
                    <a:pt x="1114341" y="785298"/>
                    <a:pt x="1114341" y="785298"/>
                  </a:cubicBezTo>
                  <a:cubicBezTo>
                    <a:pt x="1109470" y="785298"/>
                    <a:pt x="1107846" y="785298"/>
                    <a:pt x="1101351" y="786920"/>
                  </a:cubicBezTo>
                  <a:cubicBezTo>
                    <a:pt x="1101351" y="786920"/>
                    <a:pt x="1101351" y="788541"/>
                    <a:pt x="1101351" y="788541"/>
                  </a:cubicBezTo>
                  <a:cubicBezTo>
                    <a:pt x="1101351" y="788541"/>
                    <a:pt x="1099727" y="788541"/>
                    <a:pt x="1099727" y="786920"/>
                  </a:cubicBezTo>
                  <a:cubicBezTo>
                    <a:pt x="1099727" y="786920"/>
                    <a:pt x="1099727" y="786920"/>
                    <a:pt x="1099727" y="785298"/>
                  </a:cubicBezTo>
                  <a:cubicBezTo>
                    <a:pt x="1099727" y="785298"/>
                    <a:pt x="1099727" y="785298"/>
                    <a:pt x="1098103" y="785298"/>
                  </a:cubicBezTo>
                  <a:cubicBezTo>
                    <a:pt x="1098103" y="785298"/>
                    <a:pt x="1098103" y="785298"/>
                    <a:pt x="1096479" y="785298"/>
                  </a:cubicBezTo>
                  <a:cubicBezTo>
                    <a:pt x="1098103" y="786920"/>
                    <a:pt x="1098103" y="786920"/>
                    <a:pt x="1099727" y="786920"/>
                  </a:cubicBezTo>
                  <a:cubicBezTo>
                    <a:pt x="1099727" y="786920"/>
                    <a:pt x="1099727" y="786920"/>
                    <a:pt x="1099727" y="788541"/>
                  </a:cubicBezTo>
                  <a:cubicBezTo>
                    <a:pt x="1101351" y="788541"/>
                    <a:pt x="1101351" y="790163"/>
                    <a:pt x="1102975" y="791784"/>
                  </a:cubicBezTo>
                  <a:cubicBezTo>
                    <a:pt x="1104598" y="793406"/>
                    <a:pt x="1104598" y="795027"/>
                    <a:pt x="1106222" y="796649"/>
                  </a:cubicBezTo>
                  <a:cubicBezTo>
                    <a:pt x="1106222" y="798271"/>
                    <a:pt x="1107846" y="799892"/>
                    <a:pt x="1107846" y="801514"/>
                  </a:cubicBezTo>
                  <a:cubicBezTo>
                    <a:pt x="1109470" y="804757"/>
                    <a:pt x="1109470" y="809622"/>
                    <a:pt x="1111094" y="811243"/>
                  </a:cubicBezTo>
                  <a:cubicBezTo>
                    <a:pt x="1112717" y="812865"/>
                    <a:pt x="1112717" y="814486"/>
                    <a:pt x="1114341" y="814486"/>
                  </a:cubicBezTo>
                  <a:cubicBezTo>
                    <a:pt x="1114341" y="814486"/>
                    <a:pt x="1114341" y="814486"/>
                    <a:pt x="1114341" y="816108"/>
                  </a:cubicBezTo>
                  <a:cubicBezTo>
                    <a:pt x="1115965" y="816108"/>
                    <a:pt x="1114341" y="817730"/>
                    <a:pt x="1112717" y="819351"/>
                  </a:cubicBezTo>
                  <a:cubicBezTo>
                    <a:pt x="1114341" y="820973"/>
                    <a:pt x="1117589" y="820973"/>
                    <a:pt x="1119213" y="822594"/>
                  </a:cubicBezTo>
                  <a:cubicBezTo>
                    <a:pt x="1119213" y="824216"/>
                    <a:pt x="1120836" y="824216"/>
                    <a:pt x="1120836" y="825837"/>
                  </a:cubicBezTo>
                  <a:cubicBezTo>
                    <a:pt x="1122460" y="827459"/>
                    <a:pt x="1120836" y="829081"/>
                    <a:pt x="1122460" y="830702"/>
                  </a:cubicBezTo>
                  <a:cubicBezTo>
                    <a:pt x="1124084" y="833945"/>
                    <a:pt x="1125708" y="835567"/>
                    <a:pt x="1125708" y="837189"/>
                  </a:cubicBezTo>
                  <a:cubicBezTo>
                    <a:pt x="1124084" y="838810"/>
                    <a:pt x="1122460" y="838810"/>
                    <a:pt x="1120836" y="838810"/>
                  </a:cubicBezTo>
                  <a:cubicBezTo>
                    <a:pt x="1120836" y="838810"/>
                    <a:pt x="1119213" y="838810"/>
                    <a:pt x="1117589" y="838810"/>
                  </a:cubicBezTo>
                  <a:cubicBezTo>
                    <a:pt x="1115965" y="838810"/>
                    <a:pt x="1112717" y="838810"/>
                    <a:pt x="1107846" y="837189"/>
                  </a:cubicBezTo>
                  <a:cubicBezTo>
                    <a:pt x="1104598" y="833945"/>
                    <a:pt x="1096479" y="825837"/>
                    <a:pt x="1091608" y="822594"/>
                  </a:cubicBezTo>
                  <a:cubicBezTo>
                    <a:pt x="1086737" y="820973"/>
                    <a:pt x="1083489" y="822594"/>
                    <a:pt x="1081865" y="827459"/>
                  </a:cubicBezTo>
                  <a:cubicBezTo>
                    <a:pt x="1080241" y="830702"/>
                    <a:pt x="1083489" y="840432"/>
                    <a:pt x="1083489" y="845296"/>
                  </a:cubicBezTo>
                  <a:cubicBezTo>
                    <a:pt x="1085113" y="851783"/>
                    <a:pt x="1085113" y="858269"/>
                    <a:pt x="1086737" y="863134"/>
                  </a:cubicBezTo>
                  <a:cubicBezTo>
                    <a:pt x="1088360" y="866377"/>
                    <a:pt x="1089984" y="869620"/>
                    <a:pt x="1093232" y="872864"/>
                  </a:cubicBezTo>
                  <a:cubicBezTo>
                    <a:pt x="1093232" y="874485"/>
                    <a:pt x="1094856" y="876107"/>
                    <a:pt x="1094856" y="876107"/>
                  </a:cubicBezTo>
                  <a:cubicBezTo>
                    <a:pt x="1094856" y="876107"/>
                    <a:pt x="1094856" y="876107"/>
                    <a:pt x="1094856" y="877728"/>
                  </a:cubicBezTo>
                  <a:cubicBezTo>
                    <a:pt x="1091608" y="876107"/>
                    <a:pt x="1089984" y="876107"/>
                    <a:pt x="1086737" y="876107"/>
                  </a:cubicBezTo>
                  <a:cubicBezTo>
                    <a:pt x="1083489" y="874485"/>
                    <a:pt x="1078618" y="874485"/>
                    <a:pt x="1073746" y="872864"/>
                  </a:cubicBezTo>
                  <a:cubicBezTo>
                    <a:pt x="1072122" y="872864"/>
                    <a:pt x="1072122" y="872864"/>
                    <a:pt x="1070499" y="872864"/>
                  </a:cubicBezTo>
                  <a:cubicBezTo>
                    <a:pt x="1064003" y="871242"/>
                    <a:pt x="1060756" y="874485"/>
                    <a:pt x="1054261" y="876107"/>
                  </a:cubicBezTo>
                  <a:cubicBezTo>
                    <a:pt x="1052637" y="876107"/>
                    <a:pt x="1052637" y="876107"/>
                    <a:pt x="1051013" y="876107"/>
                  </a:cubicBezTo>
                  <a:cubicBezTo>
                    <a:pt x="1047766" y="876107"/>
                    <a:pt x="1046142" y="874485"/>
                    <a:pt x="1042894" y="874485"/>
                  </a:cubicBezTo>
                  <a:cubicBezTo>
                    <a:pt x="1041270" y="874485"/>
                    <a:pt x="1039647" y="874485"/>
                    <a:pt x="1036399" y="874485"/>
                  </a:cubicBezTo>
                  <a:cubicBezTo>
                    <a:pt x="1031528" y="874485"/>
                    <a:pt x="1023409" y="876107"/>
                    <a:pt x="1018537" y="879350"/>
                  </a:cubicBezTo>
                  <a:cubicBezTo>
                    <a:pt x="1013666" y="880971"/>
                    <a:pt x="1010418" y="882593"/>
                    <a:pt x="1003923" y="884215"/>
                  </a:cubicBezTo>
                  <a:cubicBezTo>
                    <a:pt x="997428" y="885836"/>
                    <a:pt x="994180" y="885836"/>
                    <a:pt x="987685" y="882593"/>
                  </a:cubicBezTo>
                  <a:cubicBezTo>
                    <a:pt x="982814" y="882593"/>
                    <a:pt x="977942" y="880971"/>
                    <a:pt x="973071" y="882593"/>
                  </a:cubicBezTo>
                  <a:cubicBezTo>
                    <a:pt x="966576" y="884215"/>
                    <a:pt x="964952" y="884215"/>
                    <a:pt x="958457" y="884215"/>
                  </a:cubicBezTo>
                  <a:cubicBezTo>
                    <a:pt x="958457" y="884215"/>
                    <a:pt x="953585" y="884215"/>
                    <a:pt x="950338" y="884215"/>
                  </a:cubicBezTo>
                  <a:cubicBezTo>
                    <a:pt x="950338" y="884215"/>
                    <a:pt x="948714" y="884215"/>
                    <a:pt x="948714" y="884215"/>
                  </a:cubicBezTo>
                  <a:cubicBezTo>
                    <a:pt x="947090" y="885836"/>
                    <a:pt x="948714" y="887458"/>
                    <a:pt x="948714" y="889079"/>
                  </a:cubicBezTo>
                  <a:cubicBezTo>
                    <a:pt x="948714" y="895566"/>
                    <a:pt x="945466" y="897187"/>
                    <a:pt x="942219" y="902052"/>
                  </a:cubicBezTo>
                  <a:cubicBezTo>
                    <a:pt x="938971" y="905295"/>
                    <a:pt x="935724" y="905295"/>
                    <a:pt x="934100" y="903674"/>
                  </a:cubicBezTo>
                  <a:cubicBezTo>
                    <a:pt x="934100" y="903674"/>
                    <a:pt x="934100" y="903674"/>
                    <a:pt x="932476" y="903674"/>
                  </a:cubicBezTo>
                  <a:cubicBezTo>
                    <a:pt x="932476" y="902052"/>
                    <a:pt x="930852" y="902052"/>
                    <a:pt x="932476" y="900430"/>
                  </a:cubicBezTo>
                  <a:cubicBezTo>
                    <a:pt x="934100" y="900430"/>
                    <a:pt x="934100" y="900430"/>
                    <a:pt x="935724" y="893944"/>
                  </a:cubicBezTo>
                  <a:cubicBezTo>
                    <a:pt x="937347" y="882593"/>
                    <a:pt x="937347" y="879350"/>
                    <a:pt x="935724" y="882593"/>
                  </a:cubicBezTo>
                  <a:cubicBezTo>
                    <a:pt x="934100" y="884215"/>
                    <a:pt x="932476" y="882593"/>
                    <a:pt x="930852" y="884215"/>
                  </a:cubicBezTo>
                  <a:cubicBezTo>
                    <a:pt x="929228" y="885836"/>
                    <a:pt x="925981" y="885836"/>
                    <a:pt x="922733" y="885836"/>
                  </a:cubicBezTo>
                  <a:cubicBezTo>
                    <a:pt x="922733" y="885836"/>
                    <a:pt x="921109" y="885836"/>
                    <a:pt x="921109" y="885836"/>
                  </a:cubicBezTo>
                  <a:cubicBezTo>
                    <a:pt x="917862" y="885836"/>
                    <a:pt x="914614" y="884215"/>
                    <a:pt x="914614" y="884215"/>
                  </a:cubicBezTo>
                  <a:cubicBezTo>
                    <a:pt x="911367" y="882593"/>
                    <a:pt x="912990" y="880971"/>
                    <a:pt x="909743" y="882593"/>
                  </a:cubicBezTo>
                  <a:cubicBezTo>
                    <a:pt x="908119" y="885836"/>
                    <a:pt x="906495" y="887458"/>
                    <a:pt x="906495" y="889079"/>
                  </a:cubicBezTo>
                  <a:cubicBezTo>
                    <a:pt x="904871" y="889079"/>
                    <a:pt x="903248" y="889079"/>
                    <a:pt x="901624" y="890701"/>
                  </a:cubicBezTo>
                  <a:cubicBezTo>
                    <a:pt x="900000" y="893944"/>
                    <a:pt x="898376" y="893944"/>
                    <a:pt x="896752" y="895566"/>
                  </a:cubicBezTo>
                  <a:cubicBezTo>
                    <a:pt x="895129" y="897187"/>
                    <a:pt x="893505" y="895566"/>
                    <a:pt x="893505" y="895566"/>
                  </a:cubicBezTo>
                  <a:cubicBezTo>
                    <a:pt x="891881" y="895566"/>
                    <a:pt x="891881" y="895566"/>
                    <a:pt x="890257" y="895566"/>
                  </a:cubicBezTo>
                  <a:cubicBezTo>
                    <a:pt x="890257" y="897187"/>
                    <a:pt x="887010" y="898809"/>
                    <a:pt x="883762" y="898809"/>
                  </a:cubicBezTo>
                  <a:cubicBezTo>
                    <a:pt x="882138" y="900430"/>
                    <a:pt x="878891" y="900430"/>
                    <a:pt x="878891" y="900430"/>
                  </a:cubicBezTo>
                  <a:cubicBezTo>
                    <a:pt x="875643" y="900430"/>
                    <a:pt x="875643" y="898809"/>
                    <a:pt x="874019" y="897187"/>
                  </a:cubicBezTo>
                  <a:cubicBezTo>
                    <a:pt x="872395" y="897187"/>
                    <a:pt x="872395" y="893944"/>
                    <a:pt x="870772" y="893944"/>
                  </a:cubicBezTo>
                  <a:cubicBezTo>
                    <a:pt x="869148" y="893944"/>
                    <a:pt x="870772" y="892323"/>
                    <a:pt x="867524" y="890701"/>
                  </a:cubicBezTo>
                  <a:cubicBezTo>
                    <a:pt x="864276" y="889079"/>
                    <a:pt x="862653" y="885836"/>
                    <a:pt x="861029" y="885836"/>
                  </a:cubicBezTo>
                  <a:cubicBezTo>
                    <a:pt x="861029" y="885836"/>
                    <a:pt x="861029" y="882593"/>
                    <a:pt x="859405" y="882593"/>
                  </a:cubicBezTo>
                  <a:cubicBezTo>
                    <a:pt x="857781" y="882593"/>
                    <a:pt x="857781" y="882593"/>
                    <a:pt x="857781" y="882593"/>
                  </a:cubicBezTo>
                  <a:cubicBezTo>
                    <a:pt x="857781" y="882593"/>
                    <a:pt x="856157" y="882593"/>
                    <a:pt x="852910" y="882593"/>
                  </a:cubicBezTo>
                  <a:cubicBezTo>
                    <a:pt x="844791" y="884215"/>
                    <a:pt x="848039" y="882593"/>
                    <a:pt x="844791" y="884215"/>
                  </a:cubicBezTo>
                  <a:cubicBezTo>
                    <a:pt x="843167" y="889079"/>
                    <a:pt x="843167" y="884215"/>
                    <a:pt x="843167" y="890701"/>
                  </a:cubicBezTo>
                  <a:cubicBezTo>
                    <a:pt x="841543" y="895566"/>
                    <a:pt x="839920" y="895566"/>
                    <a:pt x="838296" y="895566"/>
                  </a:cubicBezTo>
                  <a:cubicBezTo>
                    <a:pt x="838296" y="895566"/>
                    <a:pt x="836672" y="895566"/>
                    <a:pt x="836672" y="895566"/>
                  </a:cubicBezTo>
                  <a:cubicBezTo>
                    <a:pt x="836672" y="895566"/>
                    <a:pt x="835048" y="895566"/>
                    <a:pt x="835048" y="895566"/>
                  </a:cubicBezTo>
                  <a:cubicBezTo>
                    <a:pt x="833424" y="895566"/>
                    <a:pt x="831801" y="895566"/>
                    <a:pt x="831801" y="895566"/>
                  </a:cubicBezTo>
                  <a:cubicBezTo>
                    <a:pt x="828553" y="897187"/>
                    <a:pt x="822058" y="897187"/>
                    <a:pt x="820434" y="895566"/>
                  </a:cubicBezTo>
                  <a:cubicBezTo>
                    <a:pt x="818810" y="893944"/>
                    <a:pt x="820434" y="892323"/>
                    <a:pt x="817186" y="892323"/>
                  </a:cubicBezTo>
                  <a:cubicBezTo>
                    <a:pt x="813939" y="890701"/>
                    <a:pt x="810691" y="887458"/>
                    <a:pt x="810691" y="887458"/>
                  </a:cubicBezTo>
                  <a:cubicBezTo>
                    <a:pt x="805820" y="884215"/>
                    <a:pt x="804196" y="882593"/>
                    <a:pt x="802572" y="884215"/>
                  </a:cubicBezTo>
                  <a:cubicBezTo>
                    <a:pt x="802572" y="884215"/>
                    <a:pt x="802572" y="884215"/>
                    <a:pt x="800948" y="884215"/>
                  </a:cubicBezTo>
                  <a:cubicBezTo>
                    <a:pt x="799325" y="885836"/>
                    <a:pt x="799325" y="885836"/>
                    <a:pt x="799325" y="885836"/>
                  </a:cubicBezTo>
                  <a:cubicBezTo>
                    <a:pt x="799325" y="885836"/>
                    <a:pt x="797701" y="884215"/>
                    <a:pt x="797701" y="884215"/>
                  </a:cubicBezTo>
                  <a:cubicBezTo>
                    <a:pt x="796077" y="884215"/>
                    <a:pt x="792829" y="880971"/>
                    <a:pt x="792829" y="879350"/>
                  </a:cubicBezTo>
                  <a:cubicBezTo>
                    <a:pt x="792829" y="877728"/>
                    <a:pt x="792829" y="876107"/>
                    <a:pt x="789582" y="876107"/>
                  </a:cubicBezTo>
                  <a:cubicBezTo>
                    <a:pt x="786334" y="876107"/>
                    <a:pt x="784710" y="876107"/>
                    <a:pt x="783087" y="874485"/>
                  </a:cubicBezTo>
                  <a:cubicBezTo>
                    <a:pt x="781463" y="874485"/>
                    <a:pt x="779839" y="869620"/>
                    <a:pt x="779839" y="869620"/>
                  </a:cubicBezTo>
                  <a:cubicBezTo>
                    <a:pt x="779839" y="869620"/>
                    <a:pt x="778215" y="867999"/>
                    <a:pt x="778215" y="867999"/>
                  </a:cubicBezTo>
                  <a:cubicBezTo>
                    <a:pt x="776591" y="867999"/>
                    <a:pt x="771720" y="864756"/>
                    <a:pt x="773344" y="864756"/>
                  </a:cubicBezTo>
                  <a:cubicBezTo>
                    <a:pt x="774968" y="864756"/>
                    <a:pt x="778215" y="863134"/>
                    <a:pt x="779839" y="861513"/>
                  </a:cubicBezTo>
                  <a:cubicBezTo>
                    <a:pt x="781463" y="861513"/>
                    <a:pt x="781463" y="858269"/>
                    <a:pt x="779839" y="858269"/>
                  </a:cubicBezTo>
                  <a:cubicBezTo>
                    <a:pt x="778215" y="858269"/>
                    <a:pt x="776591" y="855026"/>
                    <a:pt x="774968" y="855026"/>
                  </a:cubicBezTo>
                  <a:cubicBezTo>
                    <a:pt x="771720" y="855026"/>
                    <a:pt x="771720" y="853405"/>
                    <a:pt x="771720" y="853405"/>
                  </a:cubicBezTo>
                  <a:cubicBezTo>
                    <a:pt x="771720" y="853405"/>
                    <a:pt x="771720" y="851783"/>
                    <a:pt x="774968" y="850161"/>
                  </a:cubicBezTo>
                  <a:cubicBezTo>
                    <a:pt x="776591" y="850161"/>
                    <a:pt x="779839" y="845296"/>
                    <a:pt x="779839" y="845296"/>
                  </a:cubicBezTo>
                  <a:cubicBezTo>
                    <a:pt x="779839" y="845296"/>
                    <a:pt x="778215" y="843675"/>
                    <a:pt x="778215" y="843675"/>
                  </a:cubicBezTo>
                  <a:cubicBezTo>
                    <a:pt x="774968" y="838810"/>
                    <a:pt x="779839" y="842053"/>
                    <a:pt x="774968" y="837189"/>
                  </a:cubicBezTo>
                  <a:cubicBezTo>
                    <a:pt x="770096" y="830702"/>
                    <a:pt x="773344" y="827459"/>
                    <a:pt x="773344" y="827459"/>
                  </a:cubicBezTo>
                  <a:cubicBezTo>
                    <a:pt x="773344" y="825837"/>
                    <a:pt x="770096" y="822594"/>
                    <a:pt x="768472" y="822594"/>
                  </a:cubicBezTo>
                  <a:cubicBezTo>
                    <a:pt x="766849" y="822594"/>
                    <a:pt x="763601" y="827459"/>
                    <a:pt x="763601" y="824216"/>
                  </a:cubicBezTo>
                  <a:cubicBezTo>
                    <a:pt x="761977" y="820973"/>
                    <a:pt x="761977" y="817730"/>
                    <a:pt x="763601" y="816108"/>
                  </a:cubicBezTo>
                  <a:cubicBezTo>
                    <a:pt x="765225" y="812865"/>
                    <a:pt x="765225" y="812865"/>
                    <a:pt x="766849" y="811243"/>
                  </a:cubicBezTo>
                  <a:cubicBezTo>
                    <a:pt x="768472" y="809622"/>
                    <a:pt x="768472" y="808000"/>
                    <a:pt x="770096" y="806378"/>
                  </a:cubicBezTo>
                  <a:cubicBezTo>
                    <a:pt x="771720" y="806378"/>
                    <a:pt x="771720" y="803135"/>
                    <a:pt x="773344" y="804757"/>
                  </a:cubicBezTo>
                  <a:cubicBezTo>
                    <a:pt x="776591" y="804757"/>
                    <a:pt x="774968" y="804757"/>
                    <a:pt x="781463" y="804757"/>
                  </a:cubicBezTo>
                  <a:cubicBezTo>
                    <a:pt x="787958" y="806378"/>
                    <a:pt x="799325" y="808000"/>
                    <a:pt x="800948" y="808000"/>
                  </a:cubicBezTo>
                  <a:cubicBezTo>
                    <a:pt x="802572" y="808000"/>
                    <a:pt x="805820" y="806378"/>
                    <a:pt x="805820" y="806378"/>
                  </a:cubicBezTo>
                  <a:cubicBezTo>
                    <a:pt x="805820" y="806378"/>
                    <a:pt x="805820" y="806378"/>
                    <a:pt x="809067" y="804757"/>
                  </a:cubicBezTo>
                  <a:cubicBezTo>
                    <a:pt x="809067" y="804757"/>
                    <a:pt x="810691" y="803135"/>
                    <a:pt x="812315" y="801514"/>
                  </a:cubicBezTo>
                  <a:cubicBezTo>
                    <a:pt x="812315" y="801514"/>
                    <a:pt x="812315" y="799892"/>
                    <a:pt x="813939" y="799892"/>
                  </a:cubicBezTo>
                  <a:cubicBezTo>
                    <a:pt x="813939" y="798271"/>
                    <a:pt x="817186" y="796649"/>
                    <a:pt x="818810" y="796649"/>
                  </a:cubicBezTo>
                  <a:cubicBezTo>
                    <a:pt x="822058" y="796649"/>
                    <a:pt x="823682" y="795027"/>
                    <a:pt x="825305" y="793406"/>
                  </a:cubicBezTo>
                  <a:cubicBezTo>
                    <a:pt x="826929" y="793406"/>
                    <a:pt x="823682" y="793406"/>
                    <a:pt x="828553" y="791784"/>
                  </a:cubicBezTo>
                  <a:cubicBezTo>
                    <a:pt x="835048" y="791784"/>
                    <a:pt x="836672" y="788541"/>
                    <a:pt x="838296" y="790163"/>
                  </a:cubicBezTo>
                  <a:cubicBezTo>
                    <a:pt x="839920" y="793406"/>
                    <a:pt x="844791" y="791784"/>
                    <a:pt x="844791" y="791784"/>
                  </a:cubicBezTo>
                  <a:cubicBezTo>
                    <a:pt x="844791" y="791784"/>
                    <a:pt x="846415" y="790163"/>
                    <a:pt x="848039" y="791784"/>
                  </a:cubicBezTo>
                  <a:cubicBezTo>
                    <a:pt x="848039" y="791784"/>
                    <a:pt x="849662" y="791784"/>
                    <a:pt x="851286" y="791784"/>
                  </a:cubicBezTo>
                  <a:cubicBezTo>
                    <a:pt x="851286" y="790163"/>
                    <a:pt x="852910" y="790163"/>
                    <a:pt x="852910" y="790163"/>
                  </a:cubicBezTo>
                  <a:cubicBezTo>
                    <a:pt x="854534" y="790163"/>
                    <a:pt x="859405" y="788541"/>
                    <a:pt x="861029" y="786920"/>
                  </a:cubicBezTo>
                  <a:cubicBezTo>
                    <a:pt x="862653" y="785298"/>
                    <a:pt x="882138" y="772325"/>
                    <a:pt x="882138" y="772325"/>
                  </a:cubicBezTo>
                  <a:cubicBezTo>
                    <a:pt x="882138" y="772325"/>
                    <a:pt x="882138" y="772325"/>
                    <a:pt x="888633" y="772325"/>
                  </a:cubicBezTo>
                  <a:cubicBezTo>
                    <a:pt x="888633" y="772325"/>
                    <a:pt x="893505" y="769082"/>
                    <a:pt x="893505" y="770704"/>
                  </a:cubicBezTo>
                  <a:cubicBezTo>
                    <a:pt x="895129" y="770704"/>
                    <a:pt x="896752" y="770704"/>
                    <a:pt x="898376" y="770704"/>
                  </a:cubicBezTo>
                  <a:cubicBezTo>
                    <a:pt x="900000" y="770704"/>
                    <a:pt x="901624" y="770704"/>
                    <a:pt x="903248" y="770704"/>
                  </a:cubicBezTo>
                  <a:cubicBezTo>
                    <a:pt x="903248" y="772325"/>
                    <a:pt x="903248" y="772325"/>
                    <a:pt x="904871" y="772325"/>
                  </a:cubicBezTo>
                  <a:cubicBezTo>
                    <a:pt x="906495" y="772325"/>
                    <a:pt x="908119" y="772325"/>
                    <a:pt x="909743" y="772325"/>
                  </a:cubicBezTo>
                  <a:cubicBezTo>
                    <a:pt x="911367" y="773947"/>
                    <a:pt x="916238" y="772325"/>
                    <a:pt x="916238" y="772325"/>
                  </a:cubicBezTo>
                  <a:cubicBezTo>
                    <a:pt x="916238" y="772325"/>
                    <a:pt x="925981" y="772325"/>
                    <a:pt x="925981" y="772325"/>
                  </a:cubicBezTo>
                  <a:cubicBezTo>
                    <a:pt x="925981" y="773947"/>
                    <a:pt x="924357" y="773947"/>
                    <a:pt x="925981" y="775568"/>
                  </a:cubicBezTo>
                  <a:cubicBezTo>
                    <a:pt x="925981" y="777190"/>
                    <a:pt x="930852" y="777190"/>
                    <a:pt x="930852" y="778812"/>
                  </a:cubicBezTo>
                  <a:cubicBezTo>
                    <a:pt x="932476" y="780433"/>
                    <a:pt x="935724" y="780433"/>
                    <a:pt x="937347" y="780433"/>
                  </a:cubicBezTo>
                  <a:cubicBezTo>
                    <a:pt x="937347" y="780433"/>
                    <a:pt x="940595" y="780433"/>
                    <a:pt x="940595" y="782055"/>
                  </a:cubicBezTo>
                  <a:cubicBezTo>
                    <a:pt x="942219" y="782055"/>
                    <a:pt x="943843" y="782055"/>
                    <a:pt x="945466" y="783676"/>
                  </a:cubicBezTo>
                  <a:cubicBezTo>
                    <a:pt x="945466" y="785298"/>
                    <a:pt x="947090" y="786920"/>
                    <a:pt x="947090" y="786920"/>
                  </a:cubicBezTo>
                  <a:cubicBezTo>
                    <a:pt x="947090" y="786920"/>
                    <a:pt x="953585" y="788541"/>
                    <a:pt x="955209" y="790163"/>
                  </a:cubicBezTo>
                  <a:cubicBezTo>
                    <a:pt x="958457" y="791784"/>
                    <a:pt x="977942" y="793406"/>
                    <a:pt x="977942" y="793406"/>
                  </a:cubicBezTo>
                  <a:cubicBezTo>
                    <a:pt x="977942" y="793406"/>
                    <a:pt x="977942" y="795027"/>
                    <a:pt x="981190" y="793406"/>
                  </a:cubicBezTo>
                  <a:cubicBezTo>
                    <a:pt x="982814" y="793406"/>
                    <a:pt x="982814" y="791784"/>
                    <a:pt x="986061" y="791784"/>
                  </a:cubicBezTo>
                  <a:cubicBezTo>
                    <a:pt x="987685" y="791784"/>
                    <a:pt x="987685" y="791784"/>
                    <a:pt x="987685" y="791784"/>
                  </a:cubicBezTo>
                  <a:cubicBezTo>
                    <a:pt x="989309" y="791784"/>
                    <a:pt x="989309" y="791784"/>
                    <a:pt x="990933" y="791784"/>
                  </a:cubicBezTo>
                  <a:cubicBezTo>
                    <a:pt x="995804" y="793406"/>
                    <a:pt x="995804" y="793406"/>
                    <a:pt x="997428" y="791784"/>
                  </a:cubicBezTo>
                  <a:cubicBezTo>
                    <a:pt x="999052" y="791784"/>
                    <a:pt x="1000675" y="788541"/>
                    <a:pt x="1002299" y="790163"/>
                  </a:cubicBezTo>
                  <a:cubicBezTo>
                    <a:pt x="1003923" y="790163"/>
                    <a:pt x="1003923" y="790163"/>
                    <a:pt x="1007171" y="791784"/>
                  </a:cubicBezTo>
                  <a:cubicBezTo>
                    <a:pt x="1008794" y="791784"/>
                    <a:pt x="1008794" y="791784"/>
                    <a:pt x="1010418" y="791784"/>
                  </a:cubicBezTo>
                  <a:cubicBezTo>
                    <a:pt x="1010418" y="791784"/>
                    <a:pt x="1012042" y="791784"/>
                    <a:pt x="1012042" y="791784"/>
                  </a:cubicBezTo>
                  <a:cubicBezTo>
                    <a:pt x="1013666" y="793406"/>
                    <a:pt x="1015290" y="793406"/>
                    <a:pt x="1016913" y="791784"/>
                  </a:cubicBezTo>
                  <a:cubicBezTo>
                    <a:pt x="1018537" y="790163"/>
                    <a:pt x="1021785" y="788541"/>
                    <a:pt x="1023409" y="788541"/>
                  </a:cubicBezTo>
                  <a:cubicBezTo>
                    <a:pt x="1025032" y="786920"/>
                    <a:pt x="1029904" y="783676"/>
                    <a:pt x="1029904" y="783676"/>
                  </a:cubicBezTo>
                  <a:cubicBezTo>
                    <a:pt x="1031528" y="783676"/>
                    <a:pt x="1033151" y="783676"/>
                    <a:pt x="1033151" y="782055"/>
                  </a:cubicBezTo>
                  <a:cubicBezTo>
                    <a:pt x="1033151" y="782055"/>
                    <a:pt x="1033151" y="782055"/>
                    <a:pt x="1034775" y="780433"/>
                  </a:cubicBezTo>
                  <a:cubicBezTo>
                    <a:pt x="1036399" y="780433"/>
                    <a:pt x="1036399" y="778812"/>
                    <a:pt x="1036399" y="778812"/>
                  </a:cubicBezTo>
                  <a:cubicBezTo>
                    <a:pt x="1038023" y="777190"/>
                    <a:pt x="1038023" y="773947"/>
                    <a:pt x="1038023" y="773947"/>
                  </a:cubicBezTo>
                  <a:cubicBezTo>
                    <a:pt x="1038023" y="773947"/>
                    <a:pt x="1039647" y="773947"/>
                    <a:pt x="1038023" y="772325"/>
                  </a:cubicBezTo>
                  <a:cubicBezTo>
                    <a:pt x="1038023" y="770704"/>
                    <a:pt x="1036399" y="769082"/>
                    <a:pt x="1034775" y="767461"/>
                  </a:cubicBezTo>
                  <a:cubicBezTo>
                    <a:pt x="1034775" y="767461"/>
                    <a:pt x="1033151" y="765839"/>
                    <a:pt x="1033151" y="765839"/>
                  </a:cubicBezTo>
                  <a:cubicBezTo>
                    <a:pt x="1033151" y="765839"/>
                    <a:pt x="1033151" y="765839"/>
                    <a:pt x="1033151" y="762596"/>
                  </a:cubicBezTo>
                  <a:cubicBezTo>
                    <a:pt x="1033151" y="762596"/>
                    <a:pt x="1033151" y="760974"/>
                    <a:pt x="1031528" y="759353"/>
                  </a:cubicBezTo>
                  <a:cubicBezTo>
                    <a:pt x="1031528" y="757731"/>
                    <a:pt x="1031528" y="756110"/>
                    <a:pt x="1029904" y="756110"/>
                  </a:cubicBezTo>
                  <a:cubicBezTo>
                    <a:pt x="1029904" y="756110"/>
                    <a:pt x="1026656" y="752866"/>
                    <a:pt x="1026656" y="752866"/>
                  </a:cubicBezTo>
                  <a:cubicBezTo>
                    <a:pt x="1025032" y="752866"/>
                    <a:pt x="1021785" y="749623"/>
                    <a:pt x="1021785" y="749623"/>
                  </a:cubicBezTo>
                  <a:cubicBezTo>
                    <a:pt x="1021785" y="749623"/>
                    <a:pt x="1023409" y="748002"/>
                    <a:pt x="1020161" y="748002"/>
                  </a:cubicBezTo>
                  <a:cubicBezTo>
                    <a:pt x="1016913" y="748002"/>
                    <a:pt x="1015290" y="748002"/>
                    <a:pt x="1013666" y="746380"/>
                  </a:cubicBezTo>
                  <a:cubicBezTo>
                    <a:pt x="1013666" y="746380"/>
                    <a:pt x="1012042" y="743137"/>
                    <a:pt x="1010418" y="743137"/>
                  </a:cubicBezTo>
                  <a:cubicBezTo>
                    <a:pt x="1008794" y="743137"/>
                    <a:pt x="1007171" y="743137"/>
                    <a:pt x="1005547" y="741515"/>
                  </a:cubicBezTo>
                  <a:cubicBezTo>
                    <a:pt x="1005547" y="741515"/>
                    <a:pt x="1003923" y="739894"/>
                    <a:pt x="1002299" y="739894"/>
                  </a:cubicBezTo>
                  <a:cubicBezTo>
                    <a:pt x="1000675" y="736651"/>
                    <a:pt x="997428" y="733407"/>
                    <a:pt x="997428" y="731786"/>
                  </a:cubicBezTo>
                  <a:cubicBezTo>
                    <a:pt x="997428" y="731786"/>
                    <a:pt x="994180" y="726921"/>
                    <a:pt x="992556" y="726921"/>
                  </a:cubicBezTo>
                  <a:cubicBezTo>
                    <a:pt x="990933" y="725300"/>
                    <a:pt x="986061" y="722056"/>
                    <a:pt x="986061" y="722056"/>
                  </a:cubicBezTo>
                  <a:cubicBezTo>
                    <a:pt x="984437" y="722056"/>
                    <a:pt x="982814" y="718813"/>
                    <a:pt x="982814" y="718813"/>
                  </a:cubicBezTo>
                  <a:cubicBezTo>
                    <a:pt x="981190" y="720435"/>
                    <a:pt x="976318" y="717192"/>
                    <a:pt x="976318" y="717192"/>
                  </a:cubicBezTo>
                  <a:cubicBezTo>
                    <a:pt x="976318" y="717192"/>
                    <a:pt x="974695" y="713948"/>
                    <a:pt x="973071" y="713948"/>
                  </a:cubicBezTo>
                  <a:cubicBezTo>
                    <a:pt x="969823" y="715570"/>
                    <a:pt x="966576" y="713948"/>
                    <a:pt x="964952" y="712327"/>
                  </a:cubicBezTo>
                  <a:cubicBezTo>
                    <a:pt x="963328" y="712327"/>
                    <a:pt x="960080" y="709084"/>
                    <a:pt x="960080" y="709084"/>
                  </a:cubicBezTo>
                  <a:cubicBezTo>
                    <a:pt x="956833" y="705841"/>
                    <a:pt x="955209" y="704219"/>
                    <a:pt x="953585" y="702597"/>
                  </a:cubicBezTo>
                  <a:cubicBezTo>
                    <a:pt x="951962" y="697733"/>
                    <a:pt x="951962" y="696111"/>
                    <a:pt x="955209" y="696111"/>
                  </a:cubicBezTo>
                  <a:cubicBezTo>
                    <a:pt x="958457" y="696111"/>
                    <a:pt x="960080" y="694489"/>
                    <a:pt x="961704" y="694489"/>
                  </a:cubicBezTo>
                  <a:cubicBezTo>
                    <a:pt x="964952" y="694489"/>
                    <a:pt x="963328" y="694489"/>
                    <a:pt x="966576" y="692868"/>
                  </a:cubicBezTo>
                  <a:cubicBezTo>
                    <a:pt x="968199" y="691246"/>
                    <a:pt x="968199" y="688003"/>
                    <a:pt x="969823" y="688003"/>
                  </a:cubicBezTo>
                  <a:cubicBezTo>
                    <a:pt x="969823" y="686382"/>
                    <a:pt x="969823" y="684760"/>
                    <a:pt x="971447" y="684760"/>
                  </a:cubicBezTo>
                  <a:cubicBezTo>
                    <a:pt x="974695" y="683138"/>
                    <a:pt x="974695" y="681517"/>
                    <a:pt x="974695" y="679895"/>
                  </a:cubicBezTo>
                  <a:cubicBezTo>
                    <a:pt x="976318" y="678274"/>
                    <a:pt x="977942" y="676652"/>
                    <a:pt x="977942" y="676652"/>
                  </a:cubicBezTo>
                  <a:cubicBezTo>
                    <a:pt x="977942" y="676652"/>
                    <a:pt x="977942" y="676652"/>
                    <a:pt x="969823" y="670166"/>
                  </a:cubicBezTo>
                  <a:cubicBezTo>
                    <a:pt x="969823" y="670166"/>
                    <a:pt x="971447" y="666923"/>
                    <a:pt x="973071" y="666923"/>
                  </a:cubicBezTo>
                  <a:cubicBezTo>
                    <a:pt x="974695" y="666923"/>
                    <a:pt x="981190" y="662058"/>
                    <a:pt x="982814" y="662058"/>
                  </a:cubicBezTo>
                  <a:cubicBezTo>
                    <a:pt x="982814" y="663679"/>
                    <a:pt x="989309" y="660436"/>
                    <a:pt x="989309" y="660436"/>
                  </a:cubicBezTo>
                  <a:cubicBezTo>
                    <a:pt x="990933" y="658815"/>
                    <a:pt x="990933" y="657193"/>
                    <a:pt x="990933" y="657193"/>
                  </a:cubicBezTo>
                  <a:cubicBezTo>
                    <a:pt x="990933" y="657193"/>
                    <a:pt x="990933" y="653950"/>
                    <a:pt x="989309" y="653950"/>
                  </a:cubicBezTo>
                  <a:cubicBezTo>
                    <a:pt x="987685" y="655572"/>
                    <a:pt x="979566" y="655572"/>
                    <a:pt x="979566" y="657193"/>
                  </a:cubicBezTo>
                  <a:cubicBezTo>
                    <a:pt x="977942" y="657193"/>
                    <a:pt x="976318" y="657193"/>
                    <a:pt x="976318" y="657193"/>
                  </a:cubicBezTo>
                  <a:cubicBezTo>
                    <a:pt x="974695" y="657193"/>
                    <a:pt x="974695" y="657193"/>
                    <a:pt x="974695" y="657193"/>
                  </a:cubicBezTo>
                  <a:cubicBezTo>
                    <a:pt x="974695" y="657193"/>
                    <a:pt x="974695" y="657193"/>
                    <a:pt x="973071" y="657193"/>
                  </a:cubicBezTo>
                  <a:cubicBezTo>
                    <a:pt x="971447" y="658815"/>
                    <a:pt x="969823" y="658815"/>
                    <a:pt x="969823" y="658815"/>
                  </a:cubicBezTo>
                  <a:cubicBezTo>
                    <a:pt x="969823" y="658815"/>
                    <a:pt x="968199" y="655572"/>
                    <a:pt x="966576" y="657193"/>
                  </a:cubicBezTo>
                  <a:cubicBezTo>
                    <a:pt x="964952" y="658815"/>
                    <a:pt x="961704" y="660436"/>
                    <a:pt x="961704" y="660436"/>
                  </a:cubicBezTo>
                  <a:cubicBezTo>
                    <a:pt x="961704" y="660436"/>
                    <a:pt x="953585" y="665301"/>
                    <a:pt x="951962" y="665301"/>
                  </a:cubicBezTo>
                  <a:cubicBezTo>
                    <a:pt x="950338" y="665301"/>
                    <a:pt x="950338" y="665301"/>
                    <a:pt x="950338" y="665301"/>
                  </a:cubicBezTo>
                  <a:cubicBezTo>
                    <a:pt x="948714" y="665301"/>
                    <a:pt x="948714" y="665301"/>
                    <a:pt x="948714" y="665301"/>
                  </a:cubicBezTo>
                  <a:cubicBezTo>
                    <a:pt x="947090" y="665301"/>
                    <a:pt x="940595" y="668544"/>
                    <a:pt x="938971" y="668544"/>
                  </a:cubicBezTo>
                  <a:cubicBezTo>
                    <a:pt x="937347" y="668544"/>
                    <a:pt x="937347" y="668544"/>
                    <a:pt x="937347" y="668544"/>
                  </a:cubicBezTo>
                  <a:cubicBezTo>
                    <a:pt x="935724" y="668544"/>
                    <a:pt x="935724" y="668544"/>
                    <a:pt x="934100" y="670166"/>
                  </a:cubicBezTo>
                  <a:cubicBezTo>
                    <a:pt x="932476" y="670166"/>
                    <a:pt x="922733" y="676652"/>
                    <a:pt x="922733" y="678274"/>
                  </a:cubicBezTo>
                  <a:cubicBezTo>
                    <a:pt x="921109" y="679895"/>
                    <a:pt x="914614" y="681517"/>
                    <a:pt x="912990" y="681517"/>
                  </a:cubicBezTo>
                  <a:cubicBezTo>
                    <a:pt x="911367" y="679895"/>
                    <a:pt x="914614" y="684760"/>
                    <a:pt x="914614" y="684760"/>
                  </a:cubicBezTo>
                  <a:cubicBezTo>
                    <a:pt x="914614" y="684760"/>
                    <a:pt x="917862" y="689625"/>
                    <a:pt x="917862" y="691246"/>
                  </a:cubicBezTo>
                  <a:cubicBezTo>
                    <a:pt x="917862" y="691246"/>
                    <a:pt x="917862" y="694489"/>
                    <a:pt x="921109" y="694489"/>
                  </a:cubicBezTo>
                  <a:cubicBezTo>
                    <a:pt x="924357" y="694489"/>
                    <a:pt x="929228" y="694489"/>
                    <a:pt x="929228" y="694489"/>
                  </a:cubicBezTo>
                  <a:cubicBezTo>
                    <a:pt x="930852" y="696111"/>
                    <a:pt x="930852" y="696111"/>
                    <a:pt x="932476" y="696111"/>
                  </a:cubicBezTo>
                  <a:cubicBezTo>
                    <a:pt x="934100" y="696111"/>
                    <a:pt x="932476" y="699354"/>
                    <a:pt x="935724" y="697733"/>
                  </a:cubicBezTo>
                  <a:cubicBezTo>
                    <a:pt x="938971" y="696111"/>
                    <a:pt x="938971" y="696111"/>
                    <a:pt x="940595" y="696111"/>
                  </a:cubicBezTo>
                  <a:cubicBezTo>
                    <a:pt x="943843" y="696111"/>
                    <a:pt x="943843" y="694489"/>
                    <a:pt x="943843" y="696111"/>
                  </a:cubicBezTo>
                  <a:cubicBezTo>
                    <a:pt x="945466" y="697733"/>
                    <a:pt x="947090" y="697733"/>
                    <a:pt x="947090" y="699354"/>
                  </a:cubicBezTo>
                  <a:cubicBezTo>
                    <a:pt x="948714" y="700976"/>
                    <a:pt x="950338" y="699354"/>
                    <a:pt x="948714" y="700976"/>
                  </a:cubicBezTo>
                  <a:cubicBezTo>
                    <a:pt x="947090" y="702597"/>
                    <a:pt x="945466" y="704219"/>
                    <a:pt x="942219" y="704219"/>
                  </a:cubicBezTo>
                  <a:cubicBezTo>
                    <a:pt x="938971" y="704219"/>
                    <a:pt x="937347" y="704219"/>
                    <a:pt x="934100" y="705841"/>
                  </a:cubicBezTo>
                  <a:cubicBezTo>
                    <a:pt x="932476" y="707462"/>
                    <a:pt x="929228" y="705841"/>
                    <a:pt x="927605" y="704219"/>
                  </a:cubicBezTo>
                  <a:cubicBezTo>
                    <a:pt x="925981" y="704219"/>
                    <a:pt x="925981" y="700976"/>
                    <a:pt x="924357" y="704219"/>
                  </a:cubicBezTo>
                  <a:cubicBezTo>
                    <a:pt x="922733" y="705841"/>
                    <a:pt x="921109" y="707462"/>
                    <a:pt x="919486" y="709084"/>
                  </a:cubicBezTo>
                  <a:cubicBezTo>
                    <a:pt x="917862" y="710705"/>
                    <a:pt x="916238" y="710705"/>
                    <a:pt x="916238" y="712327"/>
                  </a:cubicBezTo>
                  <a:cubicBezTo>
                    <a:pt x="916238" y="712327"/>
                    <a:pt x="914614" y="712327"/>
                    <a:pt x="912990" y="710705"/>
                  </a:cubicBezTo>
                  <a:cubicBezTo>
                    <a:pt x="912990" y="710705"/>
                    <a:pt x="911367" y="710705"/>
                    <a:pt x="911367" y="710705"/>
                  </a:cubicBezTo>
                  <a:cubicBezTo>
                    <a:pt x="909743" y="712327"/>
                    <a:pt x="909743" y="710705"/>
                    <a:pt x="908119" y="713948"/>
                  </a:cubicBezTo>
                  <a:cubicBezTo>
                    <a:pt x="906495" y="717192"/>
                    <a:pt x="904871" y="715570"/>
                    <a:pt x="903248" y="717192"/>
                  </a:cubicBezTo>
                  <a:cubicBezTo>
                    <a:pt x="901624" y="718813"/>
                    <a:pt x="901624" y="717192"/>
                    <a:pt x="898376" y="718813"/>
                  </a:cubicBezTo>
                  <a:cubicBezTo>
                    <a:pt x="893505" y="720435"/>
                    <a:pt x="891881" y="717192"/>
                    <a:pt x="890257" y="717192"/>
                  </a:cubicBezTo>
                  <a:cubicBezTo>
                    <a:pt x="890257" y="717192"/>
                    <a:pt x="888633" y="713948"/>
                    <a:pt x="887010" y="713948"/>
                  </a:cubicBezTo>
                  <a:cubicBezTo>
                    <a:pt x="887010" y="712327"/>
                    <a:pt x="890257" y="712327"/>
                    <a:pt x="890257" y="712327"/>
                  </a:cubicBezTo>
                  <a:cubicBezTo>
                    <a:pt x="890257" y="712327"/>
                    <a:pt x="890257" y="712327"/>
                    <a:pt x="890257" y="704219"/>
                  </a:cubicBezTo>
                  <a:cubicBezTo>
                    <a:pt x="890257" y="704219"/>
                    <a:pt x="887010" y="700976"/>
                    <a:pt x="885386" y="700976"/>
                  </a:cubicBezTo>
                  <a:cubicBezTo>
                    <a:pt x="883762" y="700976"/>
                    <a:pt x="880514" y="699354"/>
                    <a:pt x="878891" y="697733"/>
                  </a:cubicBezTo>
                  <a:cubicBezTo>
                    <a:pt x="877267" y="697733"/>
                    <a:pt x="875643" y="694489"/>
                    <a:pt x="875643" y="694489"/>
                  </a:cubicBezTo>
                  <a:cubicBezTo>
                    <a:pt x="875643" y="694489"/>
                    <a:pt x="880514" y="689625"/>
                    <a:pt x="882138" y="689625"/>
                  </a:cubicBezTo>
                  <a:cubicBezTo>
                    <a:pt x="883762" y="688003"/>
                    <a:pt x="885386" y="686382"/>
                    <a:pt x="887010" y="686382"/>
                  </a:cubicBezTo>
                  <a:cubicBezTo>
                    <a:pt x="890257" y="684760"/>
                    <a:pt x="891881" y="684760"/>
                    <a:pt x="891881" y="684760"/>
                  </a:cubicBezTo>
                  <a:cubicBezTo>
                    <a:pt x="891881" y="684760"/>
                    <a:pt x="893505" y="683138"/>
                    <a:pt x="891881" y="681517"/>
                  </a:cubicBezTo>
                  <a:cubicBezTo>
                    <a:pt x="891881" y="681517"/>
                    <a:pt x="890257" y="679895"/>
                    <a:pt x="888633" y="679895"/>
                  </a:cubicBezTo>
                  <a:cubicBezTo>
                    <a:pt x="887010" y="681517"/>
                    <a:pt x="882138" y="683138"/>
                    <a:pt x="880514" y="684760"/>
                  </a:cubicBezTo>
                  <a:cubicBezTo>
                    <a:pt x="878891" y="684760"/>
                    <a:pt x="878891" y="684760"/>
                    <a:pt x="877267" y="683138"/>
                  </a:cubicBezTo>
                  <a:cubicBezTo>
                    <a:pt x="875643" y="683138"/>
                    <a:pt x="872395" y="681517"/>
                    <a:pt x="870772" y="679895"/>
                  </a:cubicBezTo>
                  <a:cubicBezTo>
                    <a:pt x="869148" y="679895"/>
                    <a:pt x="865900" y="678274"/>
                    <a:pt x="865900" y="678274"/>
                  </a:cubicBezTo>
                  <a:cubicBezTo>
                    <a:pt x="865900" y="678274"/>
                    <a:pt x="864276" y="676652"/>
                    <a:pt x="862653" y="676652"/>
                  </a:cubicBezTo>
                  <a:cubicBezTo>
                    <a:pt x="861029" y="678274"/>
                    <a:pt x="857781" y="675031"/>
                    <a:pt x="859405" y="675031"/>
                  </a:cubicBezTo>
                  <a:cubicBezTo>
                    <a:pt x="861029" y="673409"/>
                    <a:pt x="862653" y="671787"/>
                    <a:pt x="864276" y="670166"/>
                  </a:cubicBezTo>
                  <a:cubicBezTo>
                    <a:pt x="864276" y="670166"/>
                    <a:pt x="865900" y="665301"/>
                    <a:pt x="864276" y="666923"/>
                  </a:cubicBezTo>
                  <a:cubicBezTo>
                    <a:pt x="861029" y="666923"/>
                    <a:pt x="859405" y="666923"/>
                    <a:pt x="857781" y="666923"/>
                  </a:cubicBezTo>
                  <a:cubicBezTo>
                    <a:pt x="854534" y="668544"/>
                    <a:pt x="851286" y="668544"/>
                    <a:pt x="851286" y="670166"/>
                  </a:cubicBezTo>
                  <a:cubicBezTo>
                    <a:pt x="849662" y="670166"/>
                    <a:pt x="849662" y="670166"/>
                    <a:pt x="848039" y="673409"/>
                  </a:cubicBezTo>
                  <a:cubicBezTo>
                    <a:pt x="846415" y="675031"/>
                    <a:pt x="846415" y="675031"/>
                    <a:pt x="844791" y="676652"/>
                  </a:cubicBezTo>
                  <a:cubicBezTo>
                    <a:pt x="844791" y="678274"/>
                    <a:pt x="843167" y="681517"/>
                    <a:pt x="843167" y="681517"/>
                  </a:cubicBezTo>
                  <a:cubicBezTo>
                    <a:pt x="839920" y="684760"/>
                    <a:pt x="835048" y="689625"/>
                    <a:pt x="835048" y="689625"/>
                  </a:cubicBezTo>
                  <a:cubicBezTo>
                    <a:pt x="835048" y="689625"/>
                    <a:pt x="828553" y="688003"/>
                    <a:pt x="828553" y="689625"/>
                  </a:cubicBezTo>
                  <a:cubicBezTo>
                    <a:pt x="828553" y="692868"/>
                    <a:pt x="825305" y="692868"/>
                    <a:pt x="826929" y="696111"/>
                  </a:cubicBezTo>
                  <a:cubicBezTo>
                    <a:pt x="826929" y="696111"/>
                    <a:pt x="826929" y="696111"/>
                    <a:pt x="826929" y="697733"/>
                  </a:cubicBezTo>
                  <a:cubicBezTo>
                    <a:pt x="828553" y="699354"/>
                    <a:pt x="828553" y="699354"/>
                    <a:pt x="828553" y="700976"/>
                  </a:cubicBezTo>
                  <a:cubicBezTo>
                    <a:pt x="830177" y="702597"/>
                    <a:pt x="828553" y="705841"/>
                    <a:pt x="826929" y="707462"/>
                  </a:cubicBezTo>
                  <a:cubicBezTo>
                    <a:pt x="825305" y="709084"/>
                    <a:pt x="822058" y="710705"/>
                    <a:pt x="822058" y="710705"/>
                  </a:cubicBezTo>
                  <a:cubicBezTo>
                    <a:pt x="820434" y="710705"/>
                    <a:pt x="820434" y="710705"/>
                    <a:pt x="820434" y="710705"/>
                  </a:cubicBezTo>
                  <a:cubicBezTo>
                    <a:pt x="818810" y="709084"/>
                    <a:pt x="818810" y="709084"/>
                    <a:pt x="817186" y="709084"/>
                  </a:cubicBezTo>
                  <a:cubicBezTo>
                    <a:pt x="817186" y="710705"/>
                    <a:pt x="815563" y="709084"/>
                    <a:pt x="815563" y="712327"/>
                  </a:cubicBezTo>
                  <a:cubicBezTo>
                    <a:pt x="813939" y="713948"/>
                    <a:pt x="812315" y="715570"/>
                    <a:pt x="812315" y="717192"/>
                  </a:cubicBezTo>
                  <a:cubicBezTo>
                    <a:pt x="810691" y="718813"/>
                    <a:pt x="812315" y="717192"/>
                    <a:pt x="810691" y="718813"/>
                  </a:cubicBezTo>
                  <a:cubicBezTo>
                    <a:pt x="809067" y="722056"/>
                    <a:pt x="807444" y="720435"/>
                    <a:pt x="807444" y="722056"/>
                  </a:cubicBezTo>
                  <a:cubicBezTo>
                    <a:pt x="807444" y="725300"/>
                    <a:pt x="807444" y="731786"/>
                    <a:pt x="807444" y="735029"/>
                  </a:cubicBezTo>
                  <a:cubicBezTo>
                    <a:pt x="805820" y="736651"/>
                    <a:pt x="805820" y="739894"/>
                    <a:pt x="804196" y="741515"/>
                  </a:cubicBezTo>
                  <a:cubicBezTo>
                    <a:pt x="800948" y="743137"/>
                    <a:pt x="799325" y="741515"/>
                    <a:pt x="796077" y="744758"/>
                  </a:cubicBezTo>
                  <a:cubicBezTo>
                    <a:pt x="794453" y="746380"/>
                    <a:pt x="792829" y="748002"/>
                    <a:pt x="791206" y="749623"/>
                  </a:cubicBezTo>
                  <a:cubicBezTo>
                    <a:pt x="791206" y="752866"/>
                    <a:pt x="789582" y="752866"/>
                    <a:pt x="789582" y="757731"/>
                  </a:cubicBezTo>
                  <a:cubicBezTo>
                    <a:pt x="789582" y="762596"/>
                    <a:pt x="787958" y="759353"/>
                    <a:pt x="789582" y="764217"/>
                  </a:cubicBezTo>
                  <a:cubicBezTo>
                    <a:pt x="791206" y="769082"/>
                    <a:pt x="794453" y="769082"/>
                    <a:pt x="796077" y="770704"/>
                  </a:cubicBezTo>
                  <a:cubicBezTo>
                    <a:pt x="796077" y="770704"/>
                    <a:pt x="796077" y="770704"/>
                    <a:pt x="796077" y="772325"/>
                  </a:cubicBezTo>
                  <a:cubicBezTo>
                    <a:pt x="796077" y="773947"/>
                    <a:pt x="797701" y="773947"/>
                    <a:pt x="797701" y="777190"/>
                  </a:cubicBezTo>
                  <a:cubicBezTo>
                    <a:pt x="796077" y="780433"/>
                    <a:pt x="796077" y="780433"/>
                    <a:pt x="796077" y="780433"/>
                  </a:cubicBezTo>
                  <a:cubicBezTo>
                    <a:pt x="797701" y="782055"/>
                    <a:pt x="797701" y="780433"/>
                    <a:pt x="800948" y="782055"/>
                  </a:cubicBezTo>
                  <a:cubicBezTo>
                    <a:pt x="804196" y="785298"/>
                    <a:pt x="805820" y="783676"/>
                    <a:pt x="807444" y="785298"/>
                  </a:cubicBezTo>
                  <a:cubicBezTo>
                    <a:pt x="809067" y="785298"/>
                    <a:pt x="809067" y="785298"/>
                    <a:pt x="810691" y="785298"/>
                  </a:cubicBezTo>
                  <a:cubicBezTo>
                    <a:pt x="810691" y="785298"/>
                    <a:pt x="810691" y="785298"/>
                    <a:pt x="812315" y="785298"/>
                  </a:cubicBezTo>
                  <a:cubicBezTo>
                    <a:pt x="813939" y="786920"/>
                    <a:pt x="813939" y="786920"/>
                    <a:pt x="815563" y="786920"/>
                  </a:cubicBezTo>
                  <a:cubicBezTo>
                    <a:pt x="815563" y="785298"/>
                    <a:pt x="815563" y="785298"/>
                    <a:pt x="817186" y="786920"/>
                  </a:cubicBezTo>
                  <a:cubicBezTo>
                    <a:pt x="817186" y="786920"/>
                    <a:pt x="817186" y="786920"/>
                    <a:pt x="817186" y="788541"/>
                  </a:cubicBezTo>
                  <a:cubicBezTo>
                    <a:pt x="818810" y="791784"/>
                    <a:pt x="822058" y="790163"/>
                    <a:pt x="818810" y="791784"/>
                  </a:cubicBezTo>
                  <a:cubicBezTo>
                    <a:pt x="813939" y="793406"/>
                    <a:pt x="812315" y="795027"/>
                    <a:pt x="810691" y="795027"/>
                  </a:cubicBezTo>
                  <a:cubicBezTo>
                    <a:pt x="809067" y="795027"/>
                    <a:pt x="804196" y="795027"/>
                    <a:pt x="802572" y="793406"/>
                  </a:cubicBezTo>
                  <a:cubicBezTo>
                    <a:pt x="799325" y="793406"/>
                    <a:pt x="796077" y="791784"/>
                    <a:pt x="794453" y="793406"/>
                  </a:cubicBezTo>
                  <a:cubicBezTo>
                    <a:pt x="791206" y="795027"/>
                    <a:pt x="789582" y="795027"/>
                    <a:pt x="787958" y="795027"/>
                  </a:cubicBezTo>
                  <a:cubicBezTo>
                    <a:pt x="787958" y="796649"/>
                    <a:pt x="786334" y="796649"/>
                    <a:pt x="786334" y="798271"/>
                  </a:cubicBezTo>
                  <a:cubicBezTo>
                    <a:pt x="784710" y="798271"/>
                    <a:pt x="784710" y="798271"/>
                    <a:pt x="783087" y="799892"/>
                  </a:cubicBezTo>
                  <a:cubicBezTo>
                    <a:pt x="783087" y="801514"/>
                    <a:pt x="781463" y="801514"/>
                    <a:pt x="781463" y="801514"/>
                  </a:cubicBezTo>
                  <a:cubicBezTo>
                    <a:pt x="781463" y="799892"/>
                    <a:pt x="781463" y="799892"/>
                    <a:pt x="779839" y="801514"/>
                  </a:cubicBezTo>
                  <a:cubicBezTo>
                    <a:pt x="779839" y="803135"/>
                    <a:pt x="776591" y="803135"/>
                    <a:pt x="774968" y="803135"/>
                  </a:cubicBezTo>
                  <a:cubicBezTo>
                    <a:pt x="774968" y="801514"/>
                    <a:pt x="768472" y="801514"/>
                    <a:pt x="768472" y="801514"/>
                  </a:cubicBezTo>
                  <a:cubicBezTo>
                    <a:pt x="766849" y="801514"/>
                    <a:pt x="763601" y="801514"/>
                    <a:pt x="763601" y="801514"/>
                  </a:cubicBezTo>
                  <a:cubicBezTo>
                    <a:pt x="763601" y="801514"/>
                    <a:pt x="761977" y="801514"/>
                    <a:pt x="760353" y="799892"/>
                  </a:cubicBezTo>
                  <a:cubicBezTo>
                    <a:pt x="758730" y="799892"/>
                    <a:pt x="753858" y="798271"/>
                    <a:pt x="752235" y="798271"/>
                  </a:cubicBezTo>
                  <a:cubicBezTo>
                    <a:pt x="752235" y="798271"/>
                    <a:pt x="750611" y="795027"/>
                    <a:pt x="748987" y="795027"/>
                  </a:cubicBezTo>
                  <a:cubicBezTo>
                    <a:pt x="747363" y="795027"/>
                    <a:pt x="745739" y="795027"/>
                    <a:pt x="742492" y="796649"/>
                  </a:cubicBezTo>
                  <a:cubicBezTo>
                    <a:pt x="740868" y="798271"/>
                    <a:pt x="739244" y="798271"/>
                    <a:pt x="739244" y="798271"/>
                  </a:cubicBezTo>
                  <a:cubicBezTo>
                    <a:pt x="735997" y="798271"/>
                    <a:pt x="737620" y="808000"/>
                    <a:pt x="735997" y="804757"/>
                  </a:cubicBezTo>
                  <a:cubicBezTo>
                    <a:pt x="734373" y="803135"/>
                    <a:pt x="732749" y="798271"/>
                    <a:pt x="731125" y="798271"/>
                  </a:cubicBezTo>
                  <a:cubicBezTo>
                    <a:pt x="729501" y="798271"/>
                    <a:pt x="729501" y="795027"/>
                    <a:pt x="727878" y="798271"/>
                  </a:cubicBezTo>
                  <a:cubicBezTo>
                    <a:pt x="726254" y="798271"/>
                    <a:pt x="726254" y="798271"/>
                    <a:pt x="726254" y="798271"/>
                  </a:cubicBezTo>
                  <a:cubicBezTo>
                    <a:pt x="726254" y="798271"/>
                    <a:pt x="726254" y="798271"/>
                    <a:pt x="724630" y="798271"/>
                  </a:cubicBezTo>
                  <a:cubicBezTo>
                    <a:pt x="724630" y="799892"/>
                    <a:pt x="724630" y="798271"/>
                    <a:pt x="723006" y="798271"/>
                  </a:cubicBezTo>
                  <a:cubicBezTo>
                    <a:pt x="723006" y="796649"/>
                    <a:pt x="723006" y="795027"/>
                    <a:pt x="721382" y="798271"/>
                  </a:cubicBezTo>
                  <a:cubicBezTo>
                    <a:pt x="721382" y="803135"/>
                    <a:pt x="723006" y="803135"/>
                    <a:pt x="724630" y="804757"/>
                  </a:cubicBezTo>
                  <a:cubicBezTo>
                    <a:pt x="726254" y="808000"/>
                    <a:pt x="727878" y="806378"/>
                    <a:pt x="729501" y="808000"/>
                  </a:cubicBezTo>
                  <a:cubicBezTo>
                    <a:pt x="729501" y="809622"/>
                    <a:pt x="731125" y="808000"/>
                    <a:pt x="729501" y="809622"/>
                  </a:cubicBezTo>
                  <a:cubicBezTo>
                    <a:pt x="727878" y="811243"/>
                    <a:pt x="724630" y="812865"/>
                    <a:pt x="724630" y="812865"/>
                  </a:cubicBezTo>
                  <a:cubicBezTo>
                    <a:pt x="724630" y="812865"/>
                    <a:pt x="723006" y="808000"/>
                    <a:pt x="721382" y="809622"/>
                  </a:cubicBezTo>
                  <a:cubicBezTo>
                    <a:pt x="719759" y="812865"/>
                    <a:pt x="718135" y="814486"/>
                    <a:pt x="718135" y="814486"/>
                  </a:cubicBezTo>
                  <a:cubicBezTo>
                    <a:pt x="714887" y="812865"/>
                    <a:pt x="711640" y="814486"/>
                    <a:pt x="711640" y="812865"/>
                  </a:cubicBezTo>
                  <a:cubicBezTo>
                    <a:pt x="710016" y="811243"/>
                    <a:pt x="708392" y="809622"/>
                    <a:pt x="706768" y="808000"/>
                  </a:cubicBezTo>
                  <a:cubicBezTo>
                    <a:pt x="706768" y="808000"/>
                    <a:pt x="701897" y="801514"/>
                    <a:pt x="701897" y="801514"/>
                  </a:cubicBezTo>
                  <a:cubicBezTo>
                    <a:pt x="701897" y="801514"/>
                    <a:pt x="700273" y="806378"/>
                    <a:pt x="698649" y="809622"/>
                  </a:cubicBezTo>
                  <a:cubicBezTo>
                    <a:pt x="698649" y="812865"/>
                    <a:pt x="698649" y="816108"/>
                    <a:pt x="703521" y="820973"/>
                  </a:cubicBezTo>
                  <a:cubicBezTo>
                    <a:pt x="710016" y="827459"/>
                    <a:pt x="710016" y="825837"/>
                    <a:pt x="710016" y="827459"/>
                  </a:cubicBezTo>
                  <a:cubicBezTo>
                    <a:pt x="710016" y="830702"/>
                    <a:pt x="710016" y="827459"/>
                    <a:pt x="710016" y="830702"/>
                  </a:cubicBezTo>
                  <a:cubicBezTo>
                    <a:pt x="714887" y="838810"/>
                    <a:pt x="716511" y="840432"/>
                    <a:pt x="718135" y="840432"/>
                  </a:cubicBezTo>
                  <a:cubicBezTo>
                    <a:pt x="718135" y="842053"/>
                    <a:pt x="721382" y="842053"/>
                    <a:pt x="723006" y="843675"/>
                  </a:cubicBezTo>
                  <a:cubicBezTo>
                    <a:pt x="723006" y="845296"/>
                    <a:pt x="724630" y="843675"/>
                    <a:pt x="726254" y="845296"/>
                  </a:cubicBezTo>
                  <a:cubicBezTo>
                    <a:pt x="726254" y="846918"/>
                    <a:pt x="727878" y="848540"/>
                    <a:pt x="727878" y="850161"/>
                  </a:cubicBezTo>
                  <a:cubicBezTo>
                    <a:pt x="726254" y="851783"/>
                    <a:pt x="726254" y="851783"/>
                    <a:pt x="724630" y="851783"/>
                  </a:cubicBezTo>
                  <a:cubicBezTo>
                    <a:pt x="723006" y="851783"/>
                    <a:pt x="723006" y="850161"/>
                    <a:pt x="721382" y="850161"/>
                  </a:cubicBezTo>
                  <a:cubicBezTo>
                    <a:pt x="721382" y="850161"/>
                    <a:pt x="716511" y="848540"/>
                    <a:pt x="718135" y="850161"/>
                  </a:cubicBezTo>
                  <a:cubicBezTo>
                    <a:pt x="719759" y="851783"/>
                    <a:pt x="723006" y="855026"/>
                    <a:pt x="723006" y="856648"/>
                  </a:cubicBezTo>
                  <a:cubicBezTo>
                    <a:pt x="724630" y="858269"/>
                    <a:pt x="726254" y="859891"/>
                    <a:pt x="724630" y="861513"/>
                  </a:cubicBezTo>
                  <a:cubicBezTo>
                    <a:pt x="724630" y="861513"/>
                    <a:pt x="721382" y="863134"/>
                    <a:pt x="721382" y="863134"/>
                  </a:cubicBezTo>
                  <a:cubicBezTo>
                    <a:pt x="721382" y="863134"/>
                    <a:pt x="721382" y="863134"/>
                    <a:pt x="713263" y="858269"/>
                  </a:cubicBezTo>
                  <a:cubicBezTo>
                    <a:pt x="713263" y="858269"/>
                    <a:pt x="713263" y="858269"/>
                    <a:pt x="708392" y="853405"/>
                  </a:cubicBezTo>
                  <a:cubicBezTo>
                    <a:pt x="708392" y="853405"/>
                    <a:pt x="706768" y="850161"/>
                    <a:pt x="703521" y="851783"/>
                  </a:cubicBezTo>
                  <a:cubicBezTo>
                    <a:pt x="701897" y="853405"/>
                    <a:pt x="700273" y="853405"/>
                    <a:pt x="700273" y="855026"/>
                  </a:cubicBezTo>
                  <a:cubicBezTo>
                    <a:pt x="700273" y="856648"/>
                    <a:pt x="697025" y="856648"/>
                    <a:pt x="700273" y="858269"/>
                  </a:cubicBezTo>
                  <a:cubicBezTo>
                    <a:pt x="701897" y="859891"/>
                    <a:pt x="703521" y="859891"/>
                    <a:pt x="706768" y="861513"/>
                  </a:cubicBezTo>
                  <a:cubicBezTo>
                    <a:pt x="708392" y="864756"/>
                    <a:pt x="710016" y="864756"/>
                    <a:pt x="713263" y="866377"/>
                  </a:cubicBezTo>
                  <a:cubicBezTo>
                    <a:pt x="713263" y="867999"/>
                    <a:pt x="714887" y="867999"/>
                    <a:pt x="716511" y="867999"/>
                  </a:cubicBezTo>
                  <a:cubicBezTo>
                    <a:pt x="714887" y="869620"/>
                    <a:pt x="705144" y="872864"/>
                    <a:pt x="705144" y="872864"/>
                  </a:cubicBezTo>
                  <a:cubicBezTo>
                    <a:pt x="705144" y="872864"/>
                    <a:pt x="703521" y="867999"/>
                    <a:pt x="701897" y="867999"/>
                  </a:cubicBezTo>
                  <a:cubicBezTo>
                    <a:pt x="700273" y="869620"/>
                    <a:pt x="703521" y="876107"/>
                    <a:pt x="705144" y="877728"/>
                  </a:cubicBezTo>
                  <a:cubicBezTo>
                    <a:pt x="705144" y="879350"/>
                    <a:pt x="705144" y="879350"/>
                    <a:pt x="706768" y="880971"/>
                  </a:cubicBezTo>
                  <a:cubicBezTo>
                    <a:pt x="708392" y="882593"/>
                    <a:pt x="711640" y="882593"/>
                    <a:pt x="710016" y="884215"/>
                  </a:cubicBezTo>
                  <a:cubicBezTo>
                    <a:pt x="710016" y="887458"/>
                    <a:pt x="708392" y="887458"/>
                    <a:pt x="708392" y="889079"/>
                  </a:cubicBezTo>
                  <a:cubicBezTo>
                    <a:pt x="706768" y="889079"/>
                    <a:pt x="703521" y="887458"/>
                    <a:pt x="701897" y="885836"/>
                  </a:cubicBezTo>
                  <a:cubicBezTo>
                    <a:pt x="700273" y="885836"/>
                    <a:pt x="698649" y="882593"/>
                    <a:pt x="697025" y="884215"/>
                  </a:cubicBezTo>
                  <a:cubicBezTo>
                    <a:pt x="697025" y="885836"/>
                    <a:pt x="688906" y="884215"/>
                    <a:pt x="690530" y="884215"/>
                  </a:cubicBezTo>
                  <a:cubicBezTo>
                    <a:pt x="690530" y="882593"/>
                    <a:pt x="688906" y="880971"/>
                    <a:pt x="688906" y="880971"/>
                  </a:cubicBezTo>
                  <a:cubicBezTo>
                    <a:pt x="688906" y="880971"/>
                    <a:pt x="685659" y="880971"/>
                    <a:pt x="685659" y="880971"/>
                  </a:cubicBezTo>
                  <a:cubicBezTo>
                    <a:pt x="684035" y="880971"/>
                    <a:pt x="682411" y="879350"/>
                    <a:pt x="682411" y="877728"/>
                  </a:cubicBezTo>
                  <a:cubicBezTo>
                    <a:pt x="682411" y="877728"/>
                    <a:pt x="682411" y="872864"/>
                    <a:pt x="682411" y="872864"/>
                  </a:cubicBezTo>
                  <a:cubicBezTo>
                    <a:pt x="682411" y="872864"/>
                    <a:pt x="682411" y="872864"/>
                    <a:pt x="682411" y="869620"/>
                  </a:cubicBezTo>
                  <a:cubicBezTo>
                    <a:pt x="682411" y="869620"/>
                    <a:pt x="672668" y="864756"/>
                    <a:pt x="672668" y="863134"/>
                  </a:cubicBezTo>
                  <a:cubicBezTo>
                    <a:pt x="674292" y="861513"/>
                    <a:pt x="674292" y="858269"/>
                    <a:pt x="675916" y="856648"/>
                  </a:cubicBezTo>
                  <a:cubicBezTo>
                    <a:pt x="675916" y="856648"/>
                    <a:pt x="677540" y="855026"/>
                    <a:pt x="677540" y="851783"/>
                  </a:cubicBezTo>
                  <a:cubicBezTo>
                    <a:pt x="679164" y="850161"/>
                    <a:pt x="679164" y="846918"/>
                    <a:pt x="679164" y="846918"/>
                  </a:cubicBezTo>
                  <a:cubicBezTo>
                    <a:pt x="679164" y="846918"/>
                    <a:pt x="677540" y="845296"/>
                    <a:pt x="675916" y="843675"/>
                  </a:cubicBezTo>
                  <a:cubicBezTo>
                    <a:pt x="672668" y="843675"/>
                    <a:pt x="671045" y="842053"/>
                    <a:pt x="669421" y="842053"/>
                  </a:cubicBezTo>
                  <a:cubicBezTo>
                    <a:pt x="669421" y="840432"/>
                    <a:pt x="667797" y="837189"/>
                    <a:pt x="666173" y="837189"/>
                  </a:cubicBezTo>
                  <a:cubicBezTo>
                    <a:pt x="664549" y="837189"/>
                    <a:pt x="662926" y="833945"/>
                    <a:pt x="662926" y="833945"/>
                  </a:cubicBezTo>
                  <a:cubicBezTo>
                    <a:pt x="662926" y="833945"/>
                    <a:pt x="658054" y="829081"/>
                    <a:pt x="656431" y="829081"/>
                  </a:cubicBezTo>
                  <a:cubicBezTo>
                    <a:pt x="656431" y="829081"/>
                    <a:pt x="654807" y="827459"/>
                    <a:pt x="654807" y="827459"/>
                  </a:cubicBezTo>
                  <a:cubicBezTo>
                    <a:pt x="654807" y="825837"/>
                    <a:pt x="653183" y="825837"/>
                    <a:pt x="653183" y="825837"/>
                  </a:cubicBezTo>
                  <a:cubicBezTo>
                    <a:pt x="651559" y="825837"/>
                    <a:pt x="649935" y="825837"/>
                    <a:pt x="649935" y="825837"/>
                  </a:cubicBezTo>
                  <a:cubicBezTo>
                    <a:pt x="649935" y="825837"/>
                    <a:pt x="646688" y="825837"/>
                    <a:pt x="646688" y="825837"/>
                  </a:cubicBezTo>
                  <a:cubicBezTo>
                    <a:pt x="646688" y="824216"/>
                    <a:pt x="646688" y="820973"/>
                    <a:pt x="646688" y="820973"/>
                  </a:cubicBezTo>
                  <a:cubicBezTo>
                    <a:pt x="646688" y="820973"/>
                    <a:pt x="646688" y="820973"/>
                    <a:pt x="648312" y="816108"/>
                  </a:cubicBezTo>
                  <a:cubicBezTo>
                    <a:pt x="648312" y="816108"/>
                    <a:pt x="645064" y="812865"/>
                    <a:pt x="643440" y="812865"/>
                  </a:cubicBezTo>
                  <a:cubicBezTo>
                    <a:pt x="643440" y="812865"/>
                    <a:pt x="640193" y="809622"/>
                    <a:pt x="640193" y="809622"/>
                  </a:cubicBezTo>
                  <a:cubicBezTo>
                    <a:pt x="640193" y="809622"/>
                    <a:pt x="640193" y="804757"/>
                    <a:pt x="640193" y="803135"/>
                  </a:cubicBezTo>
                  <a:cubicBezTo>
                    <a:pt x="640193" y="801514"/>
                    <a:pt x="640193" y="796649"/>
                    <a:pt x="640193" y="795027"/>
                  </a:cubicBezTo>
                  <a:cubicBezTo>
                    <a:pt x="640193" y="795027"/>
                    <a:pt x="641816" y="791784"/>
                    <a:pt x="641816" y="788541"/>
                  </a:cubicBezTo>
                  <a:cubicBezTo>
                    <a:pt x="641816" y="786920"/>
                    <a:pt x="641816" y="785298"/>
                    <a:pt x="641816" y="783676"/>
                  </a:cubicBezTo>
                  <a:cubicBezTo>
                    <a:pt x="641816" y="783676"/>
                    <a:pt x="643440" y="783676"/>
                    <a:pt x="643440" y="783676"/>
                  </a:cubicBezTo>
                  <a:cubicBezTo>
                    <a:pt x="643440" y="783676"/>
                    <a:pt x="643440" y="783676"/>
                    <a:pt x="641816" y="780433"/>
                  </a:cubicBezTo>
                  <a:cubicBezTo>
                    <a:pt x="641816" y="780433"/>
                    <a:pt x="641816" y="780433"/>
                    <a:pt x="640193" y="778812"/>
                  </a:cubicBezTo>
                  <a:cubicBezTo>
                    <a:pt x="638569" y="773947"/>
                    <a:pt x="635321" y="773947"/>
                    <a:pt x="635321" y="773947"/>
                  </a:cubicBezTo>
                  <a:cubicBezTo>
                    <a:pt x="635321" y="773947"/>
                    <a:pt x="635321" y="772325"/>
                    <a:pt x="633697" y="770704"/>
                  </a:cubicBezTo>
                  <a:cubicBezTo>
                    <a:pt x="633697" y="769082"/>
                    <a:pt x="635321" y="769082"/>
                    <a:pt x="632074" y="767461"/>
                  </a:cubicBezTo>
                  <a:cubicBezTo>
                    <a:pt x="628826" y="764217"/>
                    <a:pt x="627202" y="760974"/>
                    <a:pt x="625578" y="760974"/>
                  </a:cubicBezTo>
                  <a:cubicBezTo>
                    <a:pt x="623955" y="760974"/>
                    <a:pt x="625578" y="762596"/>
                    <a:pt x="623955" y="762596"/>
                  </a:cubicBezTo>
                  <a:cubicBezTo>
                    <a:pt x="623955" y="762596"/>
                    <a:pt x="623955" y="762596"/>
                    <a:pt x="622331" y="760974"/>
                  </a:cubicBezTo>
                  <a:cubicBezTo>
                    <a:pt x="620707" y="759353"/>
                    <a:pt x="617459" y="756110"/>
                    <a:pt x="615836" y="756110"/>
                  </a:cubicBezTo>
                  <a:cubicBezTo>
                    <a:pt x="615836" y="756110"/>
                    <a:pt x="612588" y="752866"/>
                    <a:pt x="610964" y="752866"/>
                  </a:cubicBezTo>
                  <a:cubicBezTo>
                    <a:pt x="610964" y="752866"/>
                    <a:pt x="610964" y="749623"/>
                    <a:pt x="607717" y="749623"/>
                  </a:cubicBezTo>
                  <a:cubicBezTo>
                    <a:pt x="606093" y="749623"/>
                    <a:pt x="604469" y="749623"/>
                    <a:pt x="602845" y="749623"/>
                  </a:cubicBezTo>
                  <a:cubicBezTo>
                    <a:pt x="602845" y="748002"/>
                    <a:pt x="601221" y="748002"/>
                    <a:pt x="601221" y="748002"/>
                  </a:cubicBezTo>
                  <a:cubicBezTo>
                    <a:pt x="599598" y="748002"/>
                    <a:pt x="597974" y="746380"/>
                    <a:pt x="597974" y="746380"/>
                  </a:cubicBezTo>
                  <a:cubicBezTo>
                    <a:pt x="596350" y="744758"/>
                    <a:pt x="596350" y="744758"/>
                    <a:pt x="594726" y="743137"/>
                  </a:cubicBezTo>
                  <a:cubicBezTo>
                    <a:pt x="594726" y="741515"/>
                    <a:pt x="593102" y="739894"/>
                    <a:pt x="593102" y="739894"/>
                  </a:cubicBezTo>
                  <a:cubicBezTo>
                    <a:pt x="591479" y="738272"/>
                    <a:pt x="591479" y="736651"/>
                    <a:pt x="588231" y="736651"/>
                  </a:cubicBezTo>
                  <a:cubicBezTo>
                    <a:pt x="584983" y="738272"/>
                    <a:pt x="581736" y="736651"/>
                    <a:pt x="581736" y="736651"/>
                  </a:cubicBezTo>
                  <a:cubicBezTo>
                    <a:pt x="581736" y="736651"/>
                    <a:pt x="581736" y="738272"/>
                    <a:pt x="578488" y="735029"/>
                  </a:cubicBezTo>
                  <a:cubicBezTo>
                    <a:pt x="575241" y="733407"/>
                    <a:pt x="575241" y="731786"/>
                    <a:pt x="573617" y="731786"/>
                  </a:cubicBezTo>
                  <a:cubicBezTo>
                    <a:pt x="571993" y="730164"/>
                    <a:pt x="570369" y="730164"/>
                    <a:pt x="570369" y="728543"/>
                  </a:cubicBezTo>
                  <a:cubicBezTo>
                    <a:pt x="568746" y="726921"/>
                    <a:pt x="568746" y="726921"/>
                    <a:pt x="568746" y="725300"/>
                  </a:cubicBezTo>
                  <a:cubicBezTo>
                    <a:pt x="567122" y="722056"/>
                    <a:pt x="567122" y="722056"/>
                    <a:pt x="568746" y="720435"/>
                  </a:cubicBezTo>
                  <a:cubicBezTo>
                    <a:pt x="568746" y="718813"/>
                    <a:pt x="568746" y="717192"/>
                    <a:pt x="567122" y="717192"/>
                  </a:cubicBezTo>
                  <a:cubicBezTo>
                    <a:pt x="567122" y="715570"/>
                    <a:pt x="563874" y="712327"/>
                    <a:pt x="562250" y="712327"/>
                  </a:cubicBezTo>
                  <a:cubicBezTo>
                    <a:pt x="560627" y="712327"/>
                    <a:pt x="559003" y="710705"/>
                    <a:pt x="559003" y="710705"/>
                  </a:cubicBezTo>
                  <a:cubicBezTo>
                    <a:pt x="559003" y="709084"/>
                    <a:pt x="559003" y="705841"/>
                    <a:pt x="559003" y="704219"/>
                  </a:cubicBezTo>
                  <a:cubicBezTo>
                    <a:pt x="557379" y="704219"/>
                    <a:pt x="557379" y="704219"/>
                    <a:pt x="557379" y="704219"/>
                  </a:cubicBezTo>
                  <a:cubicBezTo>
                    <a:pt x="557379" y="704219"/>
                    <a:pt x="555755" y="700976"/>
                    <a:pt x="554131" y="702597"/>
                  </a:cubicBezTo>
                  <a:cubicBezTo>
                    <a:pt x="550884" y="702597"/>
                    <a:pt x="547636" y="704219"/>
                    <a:pt x="546012" y="705841"/>
                  </a:cubicBezTo>
                  <a:cubicBezTo>
                    <a:pt x="546012" y="705841"/>
                    <a:pt x="544389" y="709084"/>
                    <a:pt x="544389" y="707462"/>
                  </a:cubicBezTo>
                  <a:cubicBezTo>
                    <a:pt x="542765" y="707462"/>
                    <a:pt x="542765" y="705841"/>
                    <a:pt x="542765" y="705841"/>
                  </a:cubicBezTo>
                  <a:cubicBezTo>
                    <a:pt x="542765" y="705841"/>
                    <a:pt x="539517" y="702597"/>
                    <a:pt x="539517" y="700976"/>
                  </a:cubicBezTo>
                  <a:cubicBezTo>
                    <a:pt x="539517" y="699354"/>
                    <a:pt x="537893" y="699354"/>
                    <a:pt x="537893" y="697733"/>
                  </a:cubicBezTo>
                  <a:cubicBezTo>
                    <a:pt x="536270" y="696111"/>
                    <a:pt x="536270" y="696111"/>
                    <a:pt x="537893" y="694489"/>
                  </a:cubicBezTo>
                  <a:cubicBezTo>
                    <a:pt x="537893" y="692868"/>
                    <a:pt x="537893" y="689625"/>
                    <a:pt x="537893" y="689625"/>
                  </a:cubicBezTo>
                  <a:cubicBezTo>
                    <a:pt x="537893" y="689625"/>
                    <a:pt x="534646" y="686382"/>
                    <a:pt x="533022" y="688003"/>
                  </a:cubicBezTo>
                  <a:cubicBezTo>
                    <a:pt x="531398" y="689625"/>
                    <a:pt x="528151" y="688003"/>
                    <a:pt x="524903" y="691246"/>
                  </a:cubicBezTo>
                  <a:cubicBezTo>
                    <a:pt x="523279" y="694489"/>
                    <a:pt x="523279" y="694489"/>
                    <a:pt x="521655" y="694489"/>
                  </a:cubicBezTo>
                  <a:cubicBezTo>
                    <a:pt x="520032" y="694489"/>
                    <a:pt x="515160" y="694489"/>
                    <a:pt x="515160" y="694489"/>
                  </a:cubicBezTo>
                  <a:cubicBezTo>
                    <a:pt x="515160" y="694489"/>
                    <a:pt x="513536" y="697733"/>
                    <a:pt x="513536" y="700976"/>
                  </a:cubicBezTo>
                  <a:cubicBezTo>
                    <a:pt x="513536" y="704219"/>
                    <a:pt x="516784" y="705841"/>
                    <a:pt x="516784" y="707462"/>
                  </a:cubicBezTo>
                  <a:cubicBezTo>
                    <a:pt x="516784" y="709084"/>
                    <a:pt x="516784" y="709084"/>
                    <a:pt x="515160" y="710705"/>
                  </a:cubicBezTo>
                  <a:cubicBezTo>
                    <a:pt x="515160" y="710705"/>
                    <a:pt x="513536" y="712327"/>
                    <a:pt x="513536" y="713948"/>
                  </a:cubicBezTo>
                  <a:cubicBezTo>
                    <a:pt x="513536" y="715570"/>
                    <a:pt x="513536" y="717192"/>
                    <a:pt x="515160" y="718813"/>
                  </a:cubicBezTo>
                  <a:cubicBezTo>
                    <a:pt x="516784" y="720435"/>
                    <a:pt x="520032" y="722056"/>
                    <a:pt x="521655" y="725300"/>
                  </a:cubicBezTo>
                  <a:cubicBezTo>
                    <a:pt x="523279" y="726921"/>
                    <a:pt x="521655" y="725300"/>
                    <a:pt x="523279" y="726921"/>
                  </a:cubicBezTo>
                  <a:cubicBezTo>
                    <a:pt x="524903" y="728543"/>
                    <a:pt x="524903" y="726921"/>
                    <a:pt x="528151" y="730164"/>
                  </a:cubicBezTo>
                  <a:cubicBezTo>
                    <a:pt x="529774" y="733407"/>
                    <a:pt x="531398" y="733407"/>
                    <a:pt x="536270" y="736651"/>
                  </a:cubicBezTo>
                  <a:cubicBezTo>
                    <a:pt x="539517" y="739894"/>
                    <a:pt x="541141" y="739894"/>
                    <a:pt x="541141" y="741515"/>
                  </a:cubicBezTo>
                  <a:cubicBezTo>
                    <a:pt x="541141" y="744758"/>
                    <a:pt x="542765" y="743137"/>
                    <a:pt x="542765" y="746380"/>
                  </a:cubicBezTo>
                  <a:cubicBezTo>
                    <a:pt x="542765" y="749623"/>
                    <a:pt x="549260" y="759353"/>
                    <a:pt x="549260" y="760974"/>
                  </a:cubicBezTo>
                  <a:cubicBezTo>
                    <a:pt x="549260" y="762596"/>
                    <a:pt x="552508" y="762596"/>
                    <a:pt x="555755" y="765839"/>
                  </a:cubicBezTo>
                  <a:cubicBezTo>
                    <a:pt x="557379" y="769082"/>
                    <a:pt x="557379" y="769082"/>
                    <a:pt x="559003" y="770704"/>
                  </a:cubicBezTo>
                  <a:cubicBezTo>
                    <a:pt x="559003" y="772325"/>
                    <a:pt x="562250" y="770704"/>
                    <a:pt x="562250" y="770704"/>
                  </a:cubicBezTo>
                  <a:cubicBezTo>
                    <a:pt x="562250" y="770704"/>
                    <a:pt x="563874" y="770704"/>
                    <a:pt x="567122" y="772325"/>
                  </a:cubicBezTo>
                  <a:cubicBezTo>
                    <a:pt x="570369" y="773947"/>
                    <a:pt x="578488" y="772325"/>
                    <a:pt x="578488" y="772325"/>
                  </a:cubicBezTo>
                  <a:cubicBezTo>
                    <a:pt x="578488" y="772325"/>
                    <a:pt x="583360" y="773947"/>
                    <a:pt x="583360" y="775568"/>
                  </a:cubicBezTo>
                  <a:cubicBezTo>
                    <a:pt x="583360" y="775568"/>
                    <a:pt x="581736" y="777190"/>
                    <a:pt x="581736" y="778812"/>
                  </a:cubicBezTo>
                  <a:cubicBezTo>
                    <a:pt x="580112" y="780433"/>
                    <a:pt x="578488" y="782055"/>
                    <a:pt x="581736" y="783676"/>
                  </a:cubicBezTo>
                  <a:cubicBezTo>
                    <a:pt x="583360" y="785298"/>
                    <a:pt x="586607" y="785298"/>
                    <a:pt x="591479" y="788541"/>
                  </a:cubicBezTo>
                  <a:cubicBezTo>
                    <a:pt x="594726" y="790163"/>
                    <a:pt x="597974" y="791784"/>
                    <a:pt x="599598" y="793406"/>
                  </a:cubicBezTo>
                  <a:cubicBezTo>
                    <a:pt x="601221" y="793406"/>
                    <a:pt x="604469" y="795027"/>
                    <a:pt x="604469" y="795027"/>
                  </a:cubicBezTo>
                  <a:cubicBezTo>
                    <a:pt x="606093" y="796649"/>
                    <a:pt x="617459" y="804757"/>
                    <a:pt x="619083" y="804757"/>
                  </a:cubicBezTo>
                  <a:cubicBezTo>
                    <a:pt x="619083" y="806378"/>
                    <a:pt x="620707" y="806378"/>
                    <a:pt x="620707" y="808000"/>
                  </a:cubicBezTo>
                  <a:cubicBezTo>
                    <a:pt x="622331" y="809622"/>
                    <a:pt x="623955" y="809622"/>
                    <a:pt x="623955" y="812865"/>
                  </a:cubicBezTo>
                  <a:cubicBezTo>
                    <a:pt x="623955" y="814486"/>
                    <a:pt x="625578" y="814486"/>
                    <a:pt x="623955" y="816108"/>
                  </a:cubicBezTo>
                  <a:cubicBezTo>
                    <a:pt x="622331" y="817730"/>
                    <a:pt x="620707" y="816108"/>
                    <a:pt x="619083" y="816108"/>
                  </a:cubicBezTo>
                  <a:cubicBezTo>
                    <a:pt x="617459" y="814486"/>
                    <a:pt x="615836" y="812865"/>
                    <a:pt x="612588" y="811243"/>
                  </a:cubicBezTo>
                  <a:cubicBezTo>
                    <a:pt x="609340" y="809622"/>
                    <a:pt x="606093" y="806378"/>
                    <a:pt x="606093" y="806378"/>
                  </a:cubicBezTo>
                  <a:cubicBezTo>
                    <a:pt x="606093" y="806378"/>
                    <a:pt x="602845" y="804757"/>
                    <a:pt x="601221" y="806378"/>
                  </a:cubicBezTo>
                  <a:cubicBezTo>
                    <a:pt x="599598" y="806378"/>
                    <a:pt x="599598" y="806378"/>
                    <a:pt x="599598" y="806378"/>
                  </a:cubicBezTo>
                  <a:cubicBezTo>
                    <a:pt x="597974" y="804757"/>
                    <a:pt x="597974" y="804757"/>
                    <a:pt x="596350" y="806378"/>
                  </a:cubicBezTo>
                  <a:cubicBezTo>
                    <a:pt x="594726" y="809622"/>
                    <a:pt x="593102" y="809622"/>
                    <a:pt x="593102" y="811243"/>
                  </a:cubicBezTo>
                  <a:cubicBezTo>
                    <a:pt x="593102" y="812865"/>
                    <a:pt x="591479" y="814486"/>
                    <a:pt x="591479" y="816108"/>
                  </a:cubicBezTo>
                  <a:cubicBezTo>
                    <a:pt x="591479" y="817730"/>
                    <a:pt x="591479" y="819351"/>
                    <a:pt x="591479" y="820973"/>
                  </a:cubicBezTo>
                  <a:cubicBezTo>
                    <a:pt x="593102" y="820973"/>
                    <a:pt x="596350" y="822594"/>
                    <a:pt x="597974" y="824216"/>
                  </a:cubicBezTo>
                  <a:cubicBezTo>
                    <a:pt x="599598" y="825837"/>
                    <a:pt x="602845" y="822594"/>
                    <a:pt x="602845" y="827459"/>
                  </a:cubicBezTo>
                  <a:cubicBezTo>
                    <a:pt x="601221" y="830702"/>
                    <a:pt x="601221" y="830702"/>
                    <a:pt x="599598" y="832324"/>
                  </a:cubicBezTo>
                  <a:cubicBezTo>
                    <a:pt x="599598" y="833945"/>
                    <a:pt x="599598" y="832324"/>
                    <a:pt x="597974" y="835567"/>
                  </a:cubicBezTo>
                  <a:cubicBezTo>
                    <a:pt x="596350" y="837189"/>
                    <a:pt x="593102" y="840432"/>
                    <a:pt x="591479" y="843675"/>
                  </a:cubicBezTo>
                  <a:cubicBezTo>
                    <a:pt x="589855" y="845296"/>
                    <a:pt x="586607" y="848540"/>
                    <a:pt x="584983" y="850161"/>
                  </a:cubicBezTo>
                  <a:cubicBezTo>
                    <a:pt x="584983" y="851783"/>
                    <a:pt x="581736" y="855026"/>
                    <a:pt x="581736" y="855026"/>
                  </a:cubicBezTo>
                  <a:cubicBezTo>
                    <a:pt x="581736" y="855026"/>
                    <a:pt x="575241" y="856648"/>
                    <a:pt x="575241" y="856648"/>
                  </a:cubicBezTo>
                  <a:cubicBezTo>
                    <a:pt x="575241" y="855026"/>
                    <a:pt x="583360" y="838810"/>
                    <a:pt x="583360" y="838810"/>
                  </a:cubicBezTo>
                  <a:cubicBezTo>
                    <a:pt x="583360" y="838810"/>
                    <a:pt x="581736" y="833945"/>
                    <a:pt x="581736" y="830702"/>
                  </a:cubicBezTo>
                  <a:cubicBezTo>
                    <a:pt x="580112" y="829081"/>
                    <a:pt x="578488" y="824216"/>
                    <a:pt x="576864" y="822594"/>
                  </a:cubicBezTo>
                  <a:cubicBezTo>
                    <a:pt x="576864" y="820973"/>
                    <a:pt x="575241" y="814486"/>
                    <a:pt x="573617" y="814486"/>
                  </a:cubicBezTo>
                  <a:cubicBezTo>
                    <a:pt x="571993" y="814486"/>
                    <a:pt x="570369" y="812865"/>
                    <a:pt x="567122" y="812865"/>
                  </a:cubicBezTo>
                  <a:cubicBezTo>
                    <a:pt x="565498" y="812865"/>
                    <a:pt x="562250" y="811243"/>
                    <a:pt x="560627" y="809622"/>
                  </a:cubicBezTo>
                  <a:cubicBezTo>
                    <a:pt x="559003" y="808000"/>
                    <a:pt x="559003" y="804757"/>
                    <a:pt x="557379" y="803135"/>
                  </a:cubicBezTo>
                  <a:cubicBezTo>
                    <a:pt x="555755" y="801514"/>
                    <a:pt x="554131" y="799892"/>
                    <a:pt x="552508" y="799892"/>
                  </a:cubicBezTo>
                  <a:cubicBezTo>
                    <a:pt x="550884" y="799892"/>
                    <a:pt x="547636" y="803135"/>
                    <a:pt x="544389" y="798271"/>
                  </a:cubicBezTo>
                  <a:cubicBezTo>
                    <a:pt x="542765" y="795027"/>
                    <a:pt x="541141" y="790163"/>
                    <a:pt x="541141" y="790163"/>
                  </a:cubicBezTo>
                  <a:cubicBezTo>
                    <a:pt x="539517" y="788541"/>
                    <a:pt x="531398" y="785298"/>
                    <a:pt x="528151" y="785298"/>
                  </a:cubicBezTo>
                  <a:cubicBezTo>
                    <a:pt x="524903" y="785298"/>
                    <a:pt x="515160" y="780433"/>
                    <a:pt x="515160" y="780433"/>
                  </a:cubicBezTo>
                  <a:cubicBezTo>
                    <a:pt x="515160" y="780433"/>
                    <a:pt x="515160" y="775568"/>
                    <a:pt x="513536" y="775568"/>
                  </a:cubicBezTo>
                  <a:cubicBezTo>
                    <a:pt x="511912" y="775568"/>
                    <a:pt x="505417" y="770704"/>
                    <a:pt x="503793" y="767461"/>
                  </a:cubicBezTo>
                  <a:cubicBezTo>
                    <a:pt x="500546" y="765839"/>
                    <a:pt x="497298" y="760974"/>
                    <a:pt x="495674" y="760974"/>
                  </a:cubicBezTo>
                  <a:cubicBezTo>
                    <a:pt x="495674" y="760974"/>
                    <a:pt x="495674" y="762596"/>
                    <a:pt x="492427" y="759353"/>
                  </a:cubicBezTo>
                  <a:cubicBezTo>
                    <a:pt x="489179" y="756110"/>
                    <a:pt x="485931" y="752866"/>
                    <a:pt x="484308" y="751245"/>
                  </a:cubicBezTo>
                  <a:cubicBezTo>
                    <a:pt x="484308" y="749623"/>
                    <a:pt x="481060" y="744758"/>
                    <a:pt x="481060" y="743137"/>
                  </a:cubicBezTo>
                  <a:cubicBezTo>
                    <a:pt x="481060" y="741515"/>
                    <a:pt x="477812" y="738272"/>
                    <a:pt x="477812" y="735029"/>
                  </a:cubicBezTo>
                  <a:cubicBezTo>
                    <a:pt x="477812" y="731786"/>
                    <a:pt x="476189" y="728543"/>
                    <a:pt x="474565" y="728543"/>
                  </a:cubicBezTo>
                  <a:cubicBezTo>
                    <a:pt x="474565" y="726921"/>
                    <a:pt x="468070" y="725300"/>
                    <a:pt x="466446" y="725300"/>
                  </a:cubicBezTo>
                  <a:cubicBezTo>
                    <a:pt x="464822" y="725300"/>
                    <a:pt x="464822" y="725300"/>
                    <a:pt x="463198" y="725300"/>
                  </a:cubicBezTo>
                  <a:cubicBezTo>
                    <a:pt x="461574" y="725300"/>
                    <a:pt x="459951" y="725300"/>
                    <a:pt x="459951" y="725300"/>
                  </a:cubicBezTo>
                  <a:cubicBezTo>
                    <a:pt x="458327" y="723678"/>
                    <a:pt x="456703" y="722056"/>
                    <a:pt x="455079" y="722056"/>
                  </a:cubicBezTo>
                  <a:cubicBezTo>
                    <a:pt x="453455" y="722056"/>
                    <a:pt x="453455" y="722056"/>
                    <a:pt x="451832" y="722056"/>
                  </a:cubicBezTo>
                  <a:cubicBezTo>
                    <a:pt x="451832" y="722056"/>
                    <a:pt x="450208" y="722056"/>
                    <a:pt x="448584" y="722056"/>
                  </a:cubicBezTo>
                  <a:cubicBezTo>
                    <a:pt x="446960" y="723678"/>
                    <a:pt x="446960" y="723678"/>
                    <a:pt x="445336" y="722056"/>
                  </a:cubicBezTo>
                  <a:cubicBezTo>
                    <a:pt x="445336" y="722056"/>
                    <a:pt x="443713" y="722056"/>
                    <a:pt x="443713" y="723678"/>
                  </a:cubicBezTo>
                  <a:cubicBezTo>
                    <a:pt x="440465" y="723678"/>
                    <a:pt x="438841" y="726921"/>
                    <a:pt x="438841" y="728543"/>
                  </a:cubicBezTo>
                  <a:cubicBezTo>
                    <a:pt x="437218" y="730164"/>
                    <a:pt x="437218" y="728543"/>
                    <a:pt x="435594" y="730164"/>
                  </a:cubicBezTo>
                  <a:cubicBezTo>
                    <a:pt x="433970" y="730164"/>
                    <a:pt x="433970" y="730164"/>
                    <a:pt x="433970" y="728543"/>
                  </a:cubicBezTo>
                  <a:cubicBezTo>
                    <a:pt x="433970" y="728543"/>
                    <a:pt x="432346" y="726921"/>
                    <a:pt x="430722" y="730164"/>
                  </a:cubicBezTo>
                  <a:cubicBezTo>
                    <a:pt x="425851" y="733407"/>
                    <a:pt x="424227" y="735029"/>
                    <a:pt x="424227" y="736651"/>
                  </a:cubicBezTo>
                  <a:cubicBezTo>
                    <a:pt x="422603" y="736651"/>
                    <a:pt x="422603" y="736651"/>
                    <a:pt x="422603" y="736651"/>
                  </a:cubicBezTo>
                  <a:cubicBezTo>
                    <a:pt x="422603" y="736651"/>
                    <a:pt x="420980" y="735029"/>
                    <a:pt x="419356" y="738272"/>
                  </a:cubicBezTo>
                  <a:cubicBezTo>
                    <a:pt x="414484" y="743137"/>
                    <a:pt x="407989" y="748002"/>
                    <a:pt x="406365" y="748002"/>
                  </a:cubicBezTo>
                  <a:cubicBezTo>
                    <a:pt x="404742" y="748002"/>
                    <a:pt x="396623" y="746380"/>
                    <a:pt x="394999" y="746380"/>
                  </a:cubicBezTo>
                  <a:cubicBezTo>
                    <a:pt x="393375" y="746380"/>
                    <a:pt x="388504" y="746380"/>
                    <a:pt x="388504" y="744758"/>
                  </a:cubicBezTo>
                  <a:cubicBezTo>
                    <a:pt x="386880" y="743137"/>
                    <a:pt x="386880" y="741515"/>
                    <a:pt x="382008" y="739894"/>
                  </a:cubicBezTo>
                  <a:cubicBezTo>
                    <a:pt x="378761" y="739894"/>
                    <a:pt x="375513" y="739894"/>
                    <a:pt x="372266" y="739894"/>
                  </a:cubicBezTo>
                  <a:cubicBezTo>
                    <a:pt x="370642" y="739894"/>
                    <a:pt x="369018" y="736651"/>
                    <a:pt x="365770" y="738272"/>
                  </a:cubicBezTo>
                  <a:cubicBezTo>
                    <a:pt x="364147" y="739894"/>
                    <a:pt x="357651" y="741515"/>
                    <a:pt x="357651" y="743137"/>
                  </a:cubicBezTo>
                  <a:cubicBezTo>
                    <a:pt x="356028" y="744758"/>
                    <a:pt x="351156" y="748002"/>
                    <a:pt x="349532" y="751245"/>
                  </a:cubicBezTo>
                  <a:cubicBezTo>
                    <a:pt x="349532" y="754488"/>
                    <a:pt x="347909" y="752866"/>
                    <a:pt x="349532" y="757731"/>
                  </a:cubicBezTo>
                  <a:cubicBezTo>
                    <a:pt x="349532" y="759353"/>
                    <a:pt x="349532" y="760974"/>
                    <a:pt x="349532" y="762596"/>
                  </a:cubicBezTo>
                  <a:cubicBezTo>
                    <a:pt x="351156" y="764217"/>
                    <a:pt x="352780" y="767461"/>
                    <a:pt x="352780" y="767461"/>
                  </a:cubicBezTo>
                  <a:cubicBezTo>
                    <a:pt x="352780" y="769082"/>
                    <a:pt x="354404" y="769082"/>
                    <a:pt x="352780" y="772325"/>
                  </a:cubicBezTo>
                  <a:cubicBezTo>
                    <a:pt x="351156" y="775568"/>
                    <a:pt x="349532" y="775568"/>
                    <a:pt x="347909" y="777190"/>
                  </a:cubicBezTo>
                  <a:cubicBezTo>
                    <a:pt x="346285" y="778812"/>
                    <a:pt x="346285" y="777190"/>
                    <a:pt x="346285" y="777190"/>
                  </a:cubicBezTo>
                  <a:cubicBezTo>
                    <a:pt x="344661" y="777190"/>
                    <a:pt x="343037" y="775568"/>
                    <a:pt x="341414" y="778812"/>
                  </a:cubicBezTo>
                  <a:cubicBezTo>
                    <a:pt x="336542" y="783676"/>
                    <a:pt x="333295" y="786920"/>
                    <a:pt x="333295" y="786920"/>
                  </a:cubicBezTo>
                  <a:cubicBezTo>
                    <a:pt x="333295" y="786920"/>
                    <a:pt x="328423" y="788541"/>
                    <a:pt x="326799" y="788541"/>
                  </a:cubicBezTo>
                  <a:cubicBezTo>
                    <a:pt x="325176" y="790163"/>
                    <a:pt x="320304" y="788541"/>
                    <a:pt x="320304" y="790163"/>
                  </a:cubicBezTo>
                  <a:cubicBezTo>
                    <a:pt x="318680" y="790163"/>
                    <a:pt x="313809" y="795027"/>
                    <a:pt x="313809" y="795027"/>
                  </a:cubicBezTo>
                  <a:cubicBezTo>
                    <a:pt x="313809" y="795027"/>
                    <a:pt x="308938" y="796649"/>
                    <a:pt x="307314" y="796649"/>
                  </a:cubicBezTo>
                  <a:cubicBezTo>
                    <a:pt x="307314" y="798271"/>
                    <a:pt x="300819" y="799892"/>
                    <a:pt x="300819" y="801514"/>
                  </a:cubicBezTo>
                  <a:cubicBezTo>
                    <a:pt x="300819" y="803135"/>
                    <a:pt x="297571" y="804757"/>
                    <a:pt x="297571" y="806378"/>
                  </a:cubicBezTo>
                  <a:cubicBezTo>
                    <a:pt x="299195" y="806378"/>
                    <a:pt x="292700" y="817730"/>
                    <a:pt x="292700" y="819351"/>
                  </a:cubicBezTo>
                  <a:cubicBezTo>
                    <a:pt x="291076" y="820973"/>
                    <a:pt x="289452" y="822594"/>
                    <a:pt x="289452" y="824216"/>
                  </a:cubicBezTo>
                  <a:cubicBezTo>
                    <a:pt x="289452" y="827459"/>
                    <a:pt x="287828" y="827459"/>
                    <a:pt x="289452" y="830702"/>
                  </a:cubicBezTo>
                  <a:cubicBezTo>
                    <a:pt x="289452" y="835567"/>
                    <a:pt x="291076" y="835567"/>
                    <a:pt x="292700" y="837189"/>
                  </a:cubicBezTo>
                  <a:cubicBezTo>
                    <a:pt x="294323" y="838810"/>
                    <a:pt x="295947" y="838810"/>
                    <a:pt x="297571" y="842053"/>
                  </a:cubicBezTo>
                  <a:cubicBezTo>
                    <a:pt x="297571" y="845296"/>
                    <a:pt x="295947" y="845296"/>
                    <a:pt x="295947" y="846918"/>
                  </a:cubicBezTo>
                  <a:cubicBezTo>
                    <a:pt x="295947" y="846918"/>
                    <a:pt x="291076" y="850161"/>
                    <a:pt x="289452" y="850161"/>
                  </a:cubicBezTo>
                  <a:cubicBezTo>
                    <a:pt x="287828" y="851783"/>
                    <a:pt x="287828" y="850161"/>
                    <a:pt x="286204" y="853405"/>
                  </a:cubicBezTo>
                  <a:cubicBezTo>
                    <a:pt x="284581" y="856648"/>
                    <a:pt x="284581" y="856648"/>
                    <a:pt x="282957" y="859891"/>
                  </a:cubicBezTo>
                  <a:cubicBezTo>
                    <a:pt x="281333" y="861513"/>
                    <a:pt x="279709" y="861513"/>
                    <a:pt x="278085" y="863134"/>
                  </a:cubicBezTo>
                  <a:cubicBezTo>
                    <a:pt x="278085" y="864756"/>
                    <a:pt x="276462" y="864756"/>
                    <a:pt x="276462" y="866377"/>
                  </a:cubicBezTo>
                  <a:cubicBezTo>
                    <a:pt x="274838" y="867999"/>
                    <a:pt x="266719" y="871242"/>
                    <a:pt x="266719" y="871242"/>
                  </a:cubicBezTo>
                  <a:cubicBezTo>
                    <a:pt x="266719" y="871242"/>
                    <a:pt x="263471" y="872864"/>
                    <a:pt x="263471" y="874485"/>
                  </a:cubicBezTo>
                  <a:cubicBezTo>
                    <a:pt x="261847" y="876107"/>
                    <a:pt x="256976" y="882593"/>
                    <a:pt x="256976" y="882593"/>
                  </a:cubicBezTo>
                  <a:cubicBezTo>
                    <a:pt x="256976" y="882593"/>
                    <a:pt x="256976" y="882593"/>
                    <a:pt x="252105" y="884215"/>
                  </a:cubicBezTo>
                  <a:cubicBezTo>
                    <a:pt x="252105" y="884215"/>
                    <a:pt x="252105" y="884215"/>
                    <a:pt x="248857" y="885836"/>
                  </a:cubicBezTo>
                  <a:cubicBezTo>
                    <a:pt x="248857" y="885836"/>
                    <a:pt x="242362" y="884215"/>
                    <a:pt x="240738" y="885836"/>
                  </a:cubicBezTo>
                  <a:cubicBezTo>
                    <a:pt x="240738" y="885836"/>
                    <a:pt x="235867" y="887458"/>
                    <a:pt x="235867" y="887458"/>
                  </a:cubicBezTo>
                  <a:cubicBezTo>
                    <a:pt x="235867" y="887458"/>
                    <a:pt x="234243" y="885836"/>
                    <a:pt x="232619" y="885836"/>
                  </a:cubicBezTo>
                  <a:cubicBezTo>
                    <a:pt x="230995" y="885836"/>
                    <a:pt x="226124" y="885836"/>
                    <a:pt x="224500" y="885836"/>
                  </a:cubicBezTo>
                  <a:cubicBezTo>
                    <a:pt x="222876" y="887458"/>
                    <a:pt x="221253" y="887458"/>
                    <a:pt x="219629" y="885836"/>
                  </a:cubicBezTo>
                  <a:cubicBezTo>
                    <a:pt x="216381" y="885836"/>
                    <a:pt x="214757" y="885836"/>
                    <a:pt x="214757" y="887458"/>
                  </a:cubicBezTo>
                  <a:cubicBezTo>
                    <a:pt x="211510" y="889079"/>
                    <a:pt x="205015" y="890701"/>
                    <a:pt x="203391" y="890701"/>
                  </a:cubicBezTo>
                  <a:cubicBezTo>
                    <a:pt x="203391" y="890701"/>
                    <a:pt x="201767" y="893944"/>
                    <a:pt x="200143" y="895566"/>
                  </a:cubicBezTo>
                  <a:cubicBezTo>
                    <a:pt x="198519" y="897187"/>
                    <a:pt x="195272" y="898809"/>
                    <a:pt x="193648" y="898809"/>
                  </a:cubicBezTo>
                  <a:cubicBezTo>
                    <a:pt x="193648" y="898809"/>
                    <a:pt x="187153" y="897187"/>
                    <a:pt x="187153" y="895566"/>
                  </a:cubicBezTo>
                  <a:cubicBezTo>
                    <a:pt x="185529" y="893944"/>
                    <a:pt x="180658" y="887458"/>
                    <a:pt x="179034" y="887458"/>
                  </a:cubicBezTo>
                  <a:cubicBezTo>
                    <a:pt x="179034" y="885836"/>
                    <a:pt x="179034" y="880971"/>
                    <a:pt x="177410" y="879350"/>
                  </a:cubicBezTo>
                  <a:cubicBezTo>
                    <a:pt x="175786" y="879350"/>
                    <a:pt x="170915" y="877728"/>
                    <a:pt x="169291" y="877728"/>
                  </a:cubicBezTo>
                  <a:cubicBezTo>
                    <a:pt x="169291" y="876107"/>
                    <a:pt x="167667" y="874485"/>
                    <a:pt x="166043" y="876107"/>
                  </a:cubicBezTo>
                  <a:cubicBezTo>
                    <a:pt x="164420" y="876107"/>
                    <a:pt x="162796" y="876107"/>
                    <a:pt x="162796" y="876107"/>
                  </a:cubicBezTo>
                  <a:cubicBezTo>
                    <a:pt x="161172" y="876107"/>
                    <a:pt x="161172" y="876107"/>
                    <a:pt x="159548" y="877728"/>
                  </a:cubicBezTo>
                  <a:cubicBezTo>
                    <a:pt x="157924" y="879350"/>
                    <a:pt x="159548" y="879350"/>
                    <a:pt x="156301" y="879350"/>
                  </a:cubicBezTo>
                  <a:cubicBezTo>
                    <a:pt x="153053" y="879350"/>
                    <a:pt x="151429" y="879350"/>
                    <a:pt x="151429" y="879350"/>
                  </a:cubicBezTo>
                  <a:cubicBezTo>
                    <a:pt x="151429" y="879350"/>
                    <a:pt x="146558" y="877728"/>
                    <a:pt x="144934" y="876107"/>
                  </a:cubicBezTo>
                  <a:cubicBezTo>
                    <a:pt x="143310" y="876107"/>
                    <a:pt x="141687" y="876107"/>
                    <a:pt x="140063" y="876107"/>
                  </a:cubicBezTo>
                  <a:cubicBezTo>
                    <a:pt x="136815" y="877728"/>
                    <a:pt x="135191" y="877728"/>
                    <a:pt x="135191" y="877728"/>
                  </a:cubicBezTo>
                  <a:cubicBezTo>
                    <a:pt x="135191" y="877728"/>
                    <a:pt x="131944" y="877728"/>
                    <a:pt x="131944" y="876107"/>
                  </a:cubicBezTo>
                  <a:cubicBezTo>
                    <a:pt x="133568" y="872864"/>
                    <a:pt x="133568" y="869620"/>
                    <a:pt x="135191" y="866377"/>
                  </a:cubicBezTo>
                  <a:cubicBezTo>
                    <a:pt x="135191" y="864756"/>
                    <a:pt x="136815" y="859891"/>
                    <a:pt x="136815" y="858269"/>
                  </a:cubicBezTo>
                  <a:cubicBezTo>
                    <a:pt x="136815" y="856648"/>
                    <a:pt x="136815" y="853405"/>
                    <a:pt x="135191" y="851783"/>
                  </a:cubicBezTo>
                  <a:cubicBezTo>
                    <a:pt x="135191" y="851783"/>
                    <a:pt x="133568" y="846918"/>
                    <a:pt x="133568" y="846918"/>
                  </a:cubicBezTo>
                  <a:cubicBezTo>
                    <a:pt x="130320" y="846918"/>
                    <a:pt x="127072" y="848540"/>
                    <a:pt x="127072" y="845296"/>
                  </a:cubicBezTo>
                  <a:cubicBezTo>
                    <a:pt x="127072" y="843675"/>
                    <a:pt x="127072" y="840432"/>
                    <a:pt x="127072" y="838810"/>
                  </a:cubicBezTo>
                  <a:cubicBezTo>
                    <a:pt x="125449" y="838810"/>
                    <a:pt x="125449" y="838810"/>
                    <a:pt x="125449" y="835567"/>
                  </a:cubicBezTo>
                  <a:cubicBezTo>
                    <a:pt x="125449" y="832324"/>
                    <a:pt x="123825" y="833945"/>
                    <a:pt x="127072" y="829081"/>
                  </a:cubicBezTo>
                  <a:cubicBezTo>
                    <a:pt x="128696" y="825837"/>
                    <a:pt x="130320" y="825837"/>
                    <a:pt x="130320" y="822594"/>
                  </a:cubicBezTo>
                  <a:cubicBezTo>
                    <a:pt x="131944" y="817730"/>
                    <a:pt x="140063" y="798271"/>
                    <a:pt x="138439" y="798271"/>
                  </a:cubicBezTo>
                  <a:cubicBezTo>
                    <a:pt x="138439" y="796649"/>
                    <a:pt x="138439" y="791784"/>
                    <a:pt x="138439" y="790163"/>
                  </a:cubicBezTo>
                  <a:cubicBezTo>
                    <a:pt x="138439" y="788541"/>
                    <a:pt x="138439" y="783676"/>
                    <a:pt x="136815" y="782055"/>
                  </a:cubicBezTo>
                  <a:cubicBezTo>
                    <a:pt x="136815" y="782055"/>
                    <a:pt x="135191" y="780433"/>
                    <a:pt x="135191" y="777190"/>
                  </a:cubicBezTo>
                  <a:cubicBezTo>
                    <a:pt x="135191" y="773947"/>
                    <a:pt x="133568" y="773947"/>
                    <a:pt x="135191" y="770704"/>
                  </a:cubicBezTo>
                  <a:cubicBezTo>
                    <a:pt x="135191" y="770704"/>
                    <a:pt x="135191" y="770704"/>
                    <a:pt x="135191" y="769082"/>
                  </a:cubicBezTo>
                  <a:cubicBezTo>
                    <a:pt x="135191" y="765839"/>
                    <a:pt x="135191" y="764217"/>
                    <a:pt x="135191" y="762596"/>
                  </a:cubicBezTo>
                  <a:cubicBezTo>
                    <a:pt x="135191" y="760974"/>
                    <a:pt x="135191" y="762596"/>
                    <a:pt x="133568" y="759353"/>
                  </a:cubicBezTo>
                  <a:cubicBezTo>
                    <a:pt x="131944" y="754488"/>
                    <a:pt x="131944" y="754488"/>
                    <a:pt x="130320" y="752866"/>
                  </a:cubicBezTo>
                  <a:cubicBezTo>
                    <a:pt x="128696" y="752866"/>
                    <a:pt x="127072" y="751245"/>
                    <a:pt x="127072" y="749623"/>
                  </a:cubicBezTo>
                  <a:cubicBezTo>
                    <a:pt x="128696" y="748002"/>
                    <a:pt x="128696" y="744758"/>
                    <a:pt x="131944" y="744758"/>
                  </a:cubicBezTo>
                  <a:cubicBezTo>
                    <a:pt x="135191" y="743137"/>
                    <a:pt x="138439" y="741515"/>
                    <a:pt x="140063" y="741515"/>
                  </a:cubicBezTo>
                  <a:cubicBezTo>
                    <a:pt x="140063" y="743137"/>
                    <a:pt x="144934" y="743137"/>
                    <a:pt x="144934" y="741515"/>
                  </a:cubicBezTo>
                  <a:cubicBezTo>
                    <a:pt x="146558" y="739894"/>
                    <a:pt x="148182" y="736651"/>
                    <a:pt x="149805" y="735029"/>
                  </a:cubicBezTo>
                  <a:cubicBezTo>
                    <a:pt x="149805" y="733407"/>
                    <a:pt x="151429" y="731786"/>
                    <a:pt x="154677" y="731786"/>
                  </a:cubicBezTo>
                  <a:cubicBezTo>
                    <a:pt x="157924" y="731786"/>
                    <a:pt x="159548" y="733407"/>
                    <a:pt x="161172" y="735029"/>
                  </a:cubicBezTo>
                  <a:cubicBezTo>
                    <a:pt x="162796" y="736651"/>
                    <a:pt x="162796" y="736651"/>
                    <a:pt x="164420" y="738272"/>
                  </a:cubicBezTo>
                  <a:cubicBezTo>
                    <a:pt x="166043" y="738272"/>
                    <a:pt x="166043" y="738272"/>
                    <a:pt x="169291" y="738272"/>
                  </a:cubicBezTo>
                  <a:cubicBezTo>
                    <a:pt x="174162" y="738272"/>
                    <a:pt x="174162" y="736651"/>
                    <a:pt x="175786" y="736651"/>
                  </a:cubicBezTo>
                  <a:cubicBezTo>
                    <a:pt x="175786" y="736651"/>
                    <a:pt x="187153" y="735029"/>
                    <a:pt x="187153" y="735029"/>
                  </a:cubicBezTo>
                  <a:cubicBezTo>
                    <a:pt x="187153" y="736651"/>
                    <a:pt x="192024" y="736651"/>
                    <a:pt x="193648" y="738272"/>
                  </a:cubicBezTo>
                  <a:cubicBezTo>
                    <a:pt x="193648" y="738272"/>
                    <a:pt x="193648" y="738272"/>
                    <a:pt x="195272" y="738272"/>
                  </a:cubicBezTo>
                  <a:cubicBezTo>
                    <a:pt x="196896" y="738272"/>
                    <a:pt x="198519" y="738272"/>
                    <a:pt x="198519" y="738272"/>
                  </a:cubicBezTo>
                  <a:cubicBezTo>
                    <a:pt x="201767" y="738272"/>
                    <a:pt x="208262" y="739894"/>
                    <a:pt x="208262" y="739894"/>
                  </a:cubicBezTo>
                  <a:cubicBezTo>
                    <a:pt x="208262" y="739894"/>
                    <a:pt x="209886" y="739894"/>
                    <a:pt x="213134" y="739894"/>
                  </a:cubicBezTo>
                  <a:cubicBezTo>
                    <a:pt x="216381" y="738272"/>
                    <a:pt x="221253" y="736651"/>
                    <a:pt x="221253" y="736651"/>
                  </a:cubicBezTo>
                  <a:cubicBezTo>
                    <a:pt x="221253" y="736651"/>
                    <a:pt x="219629" y="736651"/>
                    <a:pt x="224500" y="736651"/>
                  </a:cubicBezTo>
                  <a:cubicBezTo>
                    <a:pt x="229372" y="738272"/>
                    <a:pt x="229372" y="739894"/>
                    <a:pt x="232619" y="739894"/>
                  </a:cubicBezTo>
                  <a:cubicBezTo>
                    <a:pt x="234243" y="739894"/>
                    <a:pt x="235867" y="739894"/>
                    <a:pt x="237491" y="739894"/>
                  </a:cubicBezTo>
                  <a:cubicBezTo>
                    <a:pt x="239114" y="738272"/>
                    <a:pt x="240738" y="738272"/>
                    <a:pt x="242362" y="738272"/>
                  </a:cubicBezTo>
                  <a:cubicBezTo>
                    <a:pt x="242362" y="739894"/>
                    <a:pt x="243986" y="739894"/>
                    <a:pt x="243986" y="739894"/>
                  </a:cubicBezTo>
                  <a:cubicBezTo>
                    <a:pt x="245610" y="739894"/>
                    <a:pt x="245610" y="739894"/>
                    <a:pt x="247233" y="739894"/>
                  </a:cubicBezTo>
                  <a:cubicBezTo>
                    <a:pt x="248857" y="739894"/>
                    <a:pt x="250481" y="739894"/>
                    <a:pt x="253728" y="739894"/>
                  </a:cubicBezTo>
                  <a:cubicBezTo>
                    <a:pt x="253728" y="741515"/>
                    <a:pt x="255352" y="739894"/>
                    <a:pt x="255352" y="739894"/>
                  </a:cubicBezTo>
                  <a:cubicBezTo>
                    <a:pt x="255352" y="739894"/>
                    <a:pt x="256976" y="739894"/>
                    <a:pt x="258600" y="739894"/>
                  </a:cubicBezTo>
                  <a:cubicBezTo>
                    <a:pt x="261847" y="741515"/>
                    <a:pt x="261847" y="741515"/>
                    <a:pt x="263471" y="738272"/>
                  </a:cubicBezTo>
                  <a:cubicBezTo>
                    <a:pt x="263471" y="738272"/>
                    <a:pt x="263471" y="738272"/>
                    <a:pt x="265095" y="738272"/>
                  </a:cubicBezTo>
                  <a:cubicBezTo>
                    <a:pt x="268343" y="735029"/>
                    <a:pt x="268343" y="736651"/>
                    <a:pt x="269966" y="733407"/>
                  </a:cubicBezTo>
                  <a:cubicBezTo>
                    <a:pt x="269966" y="730164"/>
                    <a:pt x="273214" y="713948"/>
                    <a:pt x="273214" y="712327"/>
                  </a:cubicBezTo>
                  <a:cubicBezTo>
                    <a:pt x="273214" y="709084"/>
                    <a:pt x="271590" y="699354"/>
                    <a:pt x="271590" y="699354"/>
                  </a:cubicBezTo>
                  <a:cubicBezTo>
                    <a:pt x="271590" y="699354"/>
                    <a:pt x="271590" y="699354"/>
                    <a:pt x="273214" y="694489"/>
                  </a:cubicBezTo>
                  <a:cubicBezTo>
                    <a:pt x="273214" y="694489"/>
                    <a:pt x="274838" y="689625"/>
                    <a:pt x="273214" y="688003"/>
                  </a:cubicBezTo>
                  <a:cubicBezTo>
                    <a:pt x="273214" y="688003"/>
                    <a:pt x="273214" y="683138"/>
                    <a:pt x="271590" y="681517"/>
                  </a:cubicBezTo>
                  <a:cubicBezTo>
                    <a:pt x="271590" y="679895"/>
                    <a:pt x="273214" y="678274"/>
                    <a:pt x="269966" y="678274"/>
                  </a:cubicBezTo>
                  <a:cubicBezTo>
                    <a:pt x="266719" y="676652"/>
                    <a:pt x="265095" y="675031"/>
                    <a:pt x="263471" y="673409"/>
                  </a:cubicBezTo>
                  <a:cubicBezTo>
                    <a:pt x="261847" y="671787"/>
                    <a:pt x="261847" y="671787"/>
                    <a:pt x="258600" y="668544"/>
                  </a:cubicBezTo>
                  <a:cubicBezTo>
                    <a:pt x="256976" y="665301"/>
                    <a:pt x="255352" y="663679"/>
                    <a:pt x="255352" y="662058"/>
                  </a:cubicBezTo>
                  <a:cubicBezTo>
                    <a:pt x="255352" y="660436"/>
                    <a:pt x="255352" y="658815"/>
                    <a:pt x="255352" y="657193"/>
                  </a:cubicBezTo>
                  <a:cubicBezTo>
                    <a:pt x="255352" y="657193"/>
                    <a:pt x="253728" y="653950"/>
                    <a:pt x="252105" y="653950"/>
                  </a:cubicBezTo>
                  <a:cubicBezTo>
                    <a:pt x="250481" y="653950"/>
                    <a:pt x="252105" y="650707"/>
                    <a:pt x="248857" y="650707"/>
                  </a:cubicBezTo>
                  <a:cubicBezTo>
                    <a:pt x="247233" y="650707"/>
                    <a:pt x="245610" y="649085"/>
                    <a:pt x="243986" y="649085"/>
                  </a:cubicBezTo>
                  <a:cubicBezTo>
                    <a:pt x="242362" y="649085"/>
                    <a:pt x="242362" y="645842"/>
                    <a:pt x="239114" y="647464"/>
                  </a:cubicBezTo>
                  <a:cubicBezTo>
                    <a:pt x="235867" y="649085"/>
                    <a:pt x="232619" y="645842"/>
                    <a:pt x="232619" y="644221"/>
                  </a:cubicBezTo>
                  <a:cubicBezTo>
                    <a:pt x="230995" y="642599"/>
                    <a:pt x="229372" y="640977"/>
                    <a:pt x="227748" y="640977"/>
                  </a:cubicBezTo>
                  <a:cubicBezTo>
                    <a:pt x="226124" y="640977"/>
                    <a:pt x="226124" y="639356"/>
                    <a:pt x="224500" y="639356"/>
                  </a:cubicBezTo>
                  <a:cubicBezTo>
                    <a:pt x="221253" y="640977"/>
                    <a:pt x="216381" y="640977"/>
                    <a:pt x="214757" y="639356"/>
                  </a:cubicBezTo>
                  <a:cubicBezTo>
                    <a:pt x="213134" y="637734"/>
                    <a:pt x="211510" y="636113"/>
                    <a:pt x="211510" y="632869"/>
                  </a:cubicBezTo>
                  <a:cubicBezTo>
                    <a:pt x="211510" y="629626"/>
                    <a:pt x="208262" y="626383"/>
                    <a:pt x="209886" y="624762"/>
                  </a:cubicBezTo>
                  <a:cubicBezTo>
                    <a:pt x="211510" y="623140"/>
                    <a:pt x="216381" y="618275"/>
                    <a:pt x="218005" y="618275"/>
                  </a:cubicBezTo>
                  <a:cubicBezTo>
                    <a:pt x="218005" y="618275"/>
                    <a:pt x="218005" y="618275"/>
                    <a:pt x="219629" y="618275"/>
                  </a:cubicBezTo>
                  <a:cubicBezTo>
                    <a:pt x="219629" y="618275"/>
                    <a:pt x="221253" y="618275"/>
                    <a:pt x="222876" y="618275"/>
                  </a:cubicBezTo>
                  <a:cubicBezTo>
                    <a:pt x="224500" y="616654"/>
                    <a:pt x="226124" y="616654"/>
                    <a:pt x="227748" y="618275"/>
                  </a:cubicBezTo>
                  <a:cubicBezTo>
                    <a:pt x="227748" y="618275"/>
                    <a:pt x="227748" y="618275"/>
                    <a:pt x="229372" y="618275"/>
                  </a:cubicBezTo>
                  <a:cubicBezTo>
                    <a:pt x="229372" y="616654"/>
                    <a:pt x="230995" y="615032"/>
                    <a:pt x="234243" y="615032"/>
                  </a:cubicBezTo>
                  <a:cubicBezTo>
                    <a:pt x="235867" y="615032"/>
                    <a:pt x="235867" y="615032"/>
                    <a:pt x="237491" y="616654"/>
                  </a:cubicBezTo>
                  <a:cubicBezTo>
                    <a:pt x="237491" y="616654"/>
                    <a:pt x="237491" y="616654"/>
                    <a:pt x="239114" y="616654"/>
                  </a:cubicBezTo>
                  <a:cubicBezTo>
                    <a:pt x="240738" y="615032"/>
                    <a:pt x="240738" y="615032"/>
                    <a:pt x="242362" y="616654"/>
                  </a:cubicBezTo>
                  <a:cubicBezTo>
                    <a:pt x="243986" y="619897"/>
                    <a:pt x="243986" y="619897"/>
                    <a:pt x="247233" y="619897"/>
                  </a:cubicBezTo>
                  <a:cubicBezTo>
                    <a:pt x="248857" y="619897"/>
                    <a:pt x="250481" y="619897"/>
                    <a:pt x="252105" y="619897"/>
                  </a:cubicBezTo>
                  <a:cubicBezTo>
                    <a:pt x="253728" y="619897"/>
                    <a:pt x="255352" y="618275"/>
                    <a:pt x="256976" y="619897"/>
                  </a:cubicBezTo>
                  <a:cubicBezTo>
                    <a:pt x="258600" y="621518"/>
                    <a:pt x="258600" y="619897"/>
                    <a:pt x="260224" y="619897"/>
                  </a:cubicBezTo>
                  <a:cubicBezTo>
                    <a:pt x="261847" y="619897"/>
                    <a:pt x="261847" y="619897"/>
                    <a:pt x="263471" y="621518"/>
                  </a:cubicBezTo>
                  <a:cubicBezTo>
                    <a:pt x="265095" y="621518"/>
                    <a:pt x="268343" y="624762"/>
                    <a:pt x="266719" y="621518"/>
                  </a:cubicBezTo>
                  <a:cubicBezTo>
                    <a:pt x="266719" y="616654"/>
                    <a:pt x="268343" y="613411"/>
                    <a:pt x="265095" y="611789"/>
                  </a:cubicBezTo>
                  <a:cubicBezTo>
                    <a:pt x="263471" y="611789"/>
                    <a:pt x="261847" y="606924"/>
                    <a:pt x="261847" y="605303"/>
                  </a:cubicBezTo>
                  <a:cubicBezTo>
                    <a:pt x="260224" y="603681"/>
                    <a:pt x="260224" y="602059"/>
                    <a:pt x="258600" y="600438"/>
                  </a:cubicBezTo>
                  <a:cubicBezTo>
                    <a:pt x="256976" y="598816"/>
                    <a:pt x="255352" y="597195"/>
                    <a:pt x="258600" y="597195"/>
                  </a:cubicBezTo>
                  <a:cubicBezTo>
                    <a:pt x="260224" y="595573"/>
                    <a:pt x="266719" y="597195"/>
                    <a:pt x="269966" y="598816"/>
                  </a:cubicBezTo>
                  <a:cubicBezTo>
                    <a:pt x="271590" y="598816"/>
                    <a:pt x="276462" y="600438"/>
                    <a:pt x="278085" y="602059"/>
                  </a:cubicBezTo>
                  <a:cubicBezTo>
                    <a:pt x="278085" y="603681"/>
                    <a:pt x="281333" y="603681"/>
                    <a:pt x="282957" y="605303"/>
                  </a:cubicBezTo>
                  <a:cubicBezTo>
                    <a:pt x="284581" y="605303"/>
                    <a:pt x="286204" y="605303"/>
                    <a:pt x="289452" y="603681"/>
                  </a:cubicBezTo>
                  <a:cubicBezTo>
                    <a:pt x="291076" y="603681"/>
                    <a:pt x="294323" y="603681"/>
                    <a:pt x="294323" y="603681"/>
                  </a:cubicBezTo>
                  <a:cubicBezTo>
                    <a:pt x="295947" y="605303"/>
                    <a:pt x="300819" y="605303"/>
                    <a:pt x="300819" y="602059"/>
                  </a:cubicBezTo>
                  <a:cubicBezTo>
                    <a:pt x="300819" y="600438"/>
                    <a:pt x="302442" y="598816"/>
                    <a:pt x="302442" y="597195"/>
                  </a:cubicBezTo>
                  <a:cubicBezTo>
                    <a:pt x="300819" y="593952"/>
                    <a:pt x="304066" y="592330"/>
                    <a:pt x="304066" y="592330"/>
                  </a:cubicBezTo>
                  <a:cubicBezTo>
                    <a:pt x="304066" y="592330"/>
                    <a:pt x="307314" y="592330"/>
                    <a:pt x="308938" y="590708"/>
                  </a:cubicBezTo>
                  <a:cubicBezTo>
                    <a:pt x="312185" y="590708"/>
                    <a:pt x="315433" y="590708"/>
                    <a:pt x="317057" y="589087"/>
                  </a:cubicBezTo>
                  <a:cubicBezTo>
                    <a:pt x="318680" y="587465"/>
                    <a:pt x="325176" y="582601"/>
                    <a:pt x="325176" y="582601"/>
                  </a:cubicBezTo>
                  <a:cubicBezTo>
                    <a:pt x="325176" y="582601"/>
                    <a:pt x="323552" y="576114"/>
                    <a:pt x="323552" y="574493"/>
                  </a:cubicBezTo>
                  <a:cubicBezTo>
                    <a:pt x="323552" y="574493"/>
                    <a:pt x="323552" y="571249"/>
                    <a:pt x="325176" y="569628"/>
                  </a:cubicBezTo>
                  <a:cubicBezTo>
                    <a:pt x="326799" y="568006"/>
                    <a:pt x="331671" y="561520"/>
                    <a:pt x="333295" y="563142"/>
                  </a:cubicBezTo>
                  <a:cubicBezTo>
                    <a:pt x="333295" y="563142"/>
                    <a:pt x="333295" y="563142"/>
                    <a:pt x="334918" y="563142"/>
                  </a:cubicBezTo>
                  <a:cubicBezTo>
                    <a:pt x="334918" y="563142"/>
                    <a:pt x="334918" y="561520"/>
                    <a:pt x="336542" y="563142"/>
                  </a:cubicBezTo>
                  <a:cubicBezTo>
                    <a:pt x="338166" y="563142"/>
                    <a:pt x="338166" y="563142"/>
                    <a:pt x="339790" y="561520"/>
                  </a:cubicBezTo>
                  <a:cubicBezTo>
                    <a:pt x="341414" y="561520"/>
                    <a:pt x="344661" y="559898"/>
                    <a:pt x="344661" y="559898"/>
                  </a:cubicBezTo>
                  <a:cubicBezTo>
                    <a:pt x="344661" y="558277"/>
                    <a:pt x="351156" y="555034"/>
                    <a:pt x="351156" y="555034"/>
                  </a:cubicBezTo>
                  <a:cubicBezTo>
                    <a:pt x="351156" y="555034"/>
                    <a:pt x="351156" y="555034"/>
                    <a:pt x="356028" y="550169"/>
                  </a:cubicBezTo>
                  <a:cubicBezTo>
                    <a:pt x="359275" y="550169"/>
                    <a:pt x="362523" y="546926"/>
                    <a:pt x="364147" y="546926"/>
                  </a:cubicBezTo>
                  <a:cubicBezTo>
                    <a:pt x="364147" y="546926"/>
                    <a:pt x="370642" y="538818"/>
                    <a:pt x="370642" y="538818"/>
                  </a:cubicBezTo>
                  <a:cubicBezTo>
                    <a:pt x="370642" y="538818"/>
                    <a:pt x="373889" y="535575"/>
                    <a:pt x="373889" y="533953"/>
                  </a:cubicBezTo>
                  <a:cubicBezTo>
                    <a:pt x="373889" y="533953"/>
                    <a:pt x="375513" y="530710"/>
                    <a:pt x="375513" y="529088"/>
                  </a:cubicBezTo>
                  <a:cubicBezTo>
                    <a:pt x="377137" y="527467"/>
                    <a:pt x="380385" y="522602"/>
                    <a:pt x="380385" y="522602"/>
                  </a:cubicBezTo>
                  <a:cubicBezTo>
                    <a:pt x="380385" y="522602"/>
                    <a:pt x="385256" y="519359"/>
                    <a:pt x="386880" y="516116"/>
                  </a:cubicBezTo>
                  <a:cubicBezTo>
                    <a:pt x="386880" y="514494"/>
                    <a:pt x="388504" y="511251"/>
                    <a:pt x="388504" y="511251"/>
                  </a:cubicBezTo>
                  <a:cubicBezTo>
                    <a:pt x="390127" y="509629"/>
                    <a:pt x="394999" y="506386"/>
                    <a:pt x="394999" y="506386"/>
                  </a:cubicBezTo>
                  <a:cubicBezTo>
                    <a:pt x="394999" y="506386"/>
                    <a:pt x="398246" y="503143"/>
                    <a:pt x="401494" y="503143"/>
                  </a:cubicBezTo>
                  <a:cubicBezTo>
                    <a:pt x="401494" y="504765"/>
                    <a:pt x="403118" y="504765"/>
                    <a:pt x="404742" y="503143"/>
                  </a:cubicBezTo>
                  <a:cubicBezTo>
                    <a:pt x="406365" y="503143"/>
                    <a:pt x="407989" y="503143"/>
                    <a:pt x="409613" y="504765"/>
                  </a:cubicBezTo>
                  <a:cubicBezTo>
                    <a:pt x="409613" y="504765"/>
                    <a:pt x="416108" y="503143"/>
                    <a:pt x="417732" y="503143"/>
                  </a:cubicBezTo>
                  <a:cubicBezTo>
                    <a:pt x="417732" y="503143"/>
                    <a:pt x="417732" y="503143"/>
                    <a:pt x="419356" y="501522"/>
                  </a:cubicBezTo>
                  <a:cubicBezTo>
                    <a:pt x="419356" y="501522"/>
                    <a:pt x="420980" y="499900"/>
                    <a:pt x="420980" y="499900"/>
                  </a:cubicBezTo>
                  <a:cubicBezTo>
                    <a:pt x="420980" y="499900"/>
                    <a:pt x="424227" y="496657"/>
                    <a:pt x="425851" y="498278"/>
                  </a:cubicBezTo>
                  <a:cubicBezTo>
                    <a:pt x="427475" y="498278"/>
                    <a:pt x="427475" y="498278"/>
                    <a:pt x="429099" y="496657"/>
                  </a:cubicBezTo>
                  <a:cubicBezTo>
                    <a:pt x="430722" y="496657"/>
                    <a:pt x="432346" y="496657"/>
                    <a:pt x="433970" y="498278"/>
                  </a:cubicBezTo>
                  <a:cubicBezTo>
                    <a:pt x="435594" y="499900"/>
                    <a:pt x="442089" y="501522"/>
                    <a:pt x="443713" y="501522"/>
                  </a:cubicBezTo>
                  <a:cubicBezTo>
                    <a:pt x="443713" y="503143"/>
                    <a:pt x="445336" y="504765"/>
                    <a:pt x="446960" y="499900"/>
                  </a:cubicBezTo>
                  <a:cubicBezTo>
                    <a:pt x="446960" y="495035"/>
                    <a:pt x="448584" y="493414"/>
                    <a:pt x="448584" y="493414"/>
                  </a:cubicBezTo>
                  <a:cubicBezTo>
                    <a:pt x="450208" y="493414"/>
                    <a:pt x="453455" y="491792"/>
                    <a:pt x="453455" y="491792"/>
                  </a:cubicBezTo>
                  <a:cubicBezTo>
                    <a:pt x="453455" y="490170"/>
                    <a:pt x="453455" y="485306"/>
                    <a:pt x="453455" y="485306"/>
                  </a:cubicBezTo>
                  <a:cubicBezTo>
                    <a:pt x="453455" y="485306"/>
                    <a:pt x="453455" y="485306"/>
                    <a:pt x="451832" y="478819"/>
                  </a:cubicBezTo>
                  <a:cubicBezTo>
                    <a:pt x="451832" y="478819"/>
                    <a:pt x="448584" y="478819"/>
                    <a:pt x="446960" y="477198"/>
                  </a:cubicBezTo>
                  <a:cubicBezTo>
                    <a:pt x="446960" y="477198"/>
                    <a:pt x="446960" y="472333"/>
                    <a:pt x="446960" y="472333"/>
                  </a:cubicBezTo>
                  <a:cubicBezTo>
                    <a:pt x="445336" y="472333"/>
                    <a:pt x="445336" y="470712"/>
                    <a:pt x="445336" y="469090"/>
                  </a:cubicBezTo>
                  <a:cubicBezTo>
                    <a:pt x="443713" y="465847"/>
                    <a:pt x="440465" y="467468"/>
                    <a:pt x="443713" y="462604"/>
                  </a:cubicBezTo>
                  <a:cubicBezTo>
                    <a:pt x="448584" y="459361"/>
                    <a:pt x="451832" y="459361"/>
                    <a:pt x="450208" y="459361"/>
                  </a:cubicBezTo>
                  <a:cubicBezTo>
                    <a:pt x="448584" y="457739"/>
                    <a:pt x="445336" y="454496"/>
                    <a:pt x="443713" y="454496"/>
                  </a:cubicBezTo>
                  <a:cubicBezTo>
                    <a:pt x="442089" y="454496"/>
                    <a:pt x="438841" y="454496"/>
                    <a:pt x="438841" y="452874"/>
                  </a:cubicBezTo>
                  <a:cubicBezTo>
                    <a:pt x="437218" y="446388"/>
                    <a:pt x="438841" y="436658"/>
                    <a:pt x="438841" y="436658"/>
                  </a:cubicBezTo>
                  <a:cubicBezTo>
                    <a:pt x="438841" y="436658"/>
                    <a:pt x="437218" y="431794"/>
                    <a:pt x="437218" y="430172"/>
                  </a:cubicBezTo>
                  <a:cubicBezTo>
                    <a:pt x="437218" y="426929"/>
                    <a:pt x="438841" y="422064"/>
                    <a:pt x="438841" y="420443"/>
                  </a:cubicBezTo>
                  <a:cubicBezTo>
                    <a:pt x="440465" y="420443"/>
                    <a:pt x="442089" y="415578"/>
                    <a:pt x="443713" y="415578"/>
                  </a:cubicBezTo>
                  <a:cubicBezTo>
                    <a:pt x="445336" y="415578"/>
                    <a:pt x="448584" y="412335"/>
                    <a:pt x="448584" y="412335"/>
                  </a:cubicBezTo>
                  <a:cubicBezTo>
                    <a:pt x="450208" y="412335"/>
                    <a:pt x="450208" y="412335"/>
                    <a:pt x="451832" y="410713"/>
                  </a:cubicBezTo>
                  <a:cubicBezTo>
                    <a:pt x="451832" y="410713"/>
                    <a:pt x="453455" y="409092"/>
                    <a:pt x="455079" y="410713"/>
                  </a:cubicBezTo>
                  <a:cubicBezTo>
                    <a:pt x="456703" y="410713"/>
                    <a:pt x="459951" y="410713"/>
                    <a:pt x="461574" y="409092"/>
                  </a:cubicBezTo>
                  <a:cubicBezTo>
                    <a:pt x="464822" y="409092"/>
                    <a:pt x="469693" y="405848"/>
                    <a:pt x="469693" y="404227"/>
                  </a:cubicBezTo>
                  <a:cubicBezTo>
                    <a:pt x="469693" y="402605"/>
                    <a:pt x="472941" y="399362"/>
                    <a:pt x="474565" y="397741"/>
                  </a:cubicBezTo>
                  <a:cubicBezTo>
                    <a:pt x="476189" y="396119"/>
                    <a:pt x="482684" y="391254"/>
                    <a:pt x="482684" y="392876"/>
                  </a:cubicBezTo>
                  <a:cubicBezTo>
                    <a:pt x="484308" y="394497"/>
                    <a:pt x="485931" y="396119"/>
                    <a:pt x="485931" y="397741"/>
                  </a:cubicBezTo>
                  <a:cubicBezTo>
                    <a:pt x="485931" y="400984"/>
                    <a:pt x="484308" y="404227"/>
                    <a:pt x="484308" y="405848"/>
                  </a:cubicBezTo>
                  <a:cubicBezTo>
                    <a:pt x="484308" y="405848"/>
                    <a:pt x="487555" y="410713"/>
                    <a:pt x="485931" y="413956"/>
                  </a:cubicBezTo>
                  <a:cubicBezTo>
                    <a:pt x="482684" y="415578"/>
                    <a:pt x="479436" y="417199"/>
                    <a:pt x="479436" y="418821"/>
                  </a:cubicBezTo>
                  <a:cubicBezTo>
                    <a:pt x="479436" y="422064"/>
                    <a:pt x="477812" y="426929"/>
                    <a:pt x="479436" y="426929"/>
                  </a:cubicBezTo>
                  <a:cubicBezTo>
                    <a:pt x="481060" y="428551"/>
                    <a:pt x="484308" y="428551"/>
                    <a:pt x="485931" y="428551"/>
                  </a:cubicBezTo>
                  <a:cubicBezTo>
                    <a:pt x="487555" y="430172"/>
                    <a:pt x="490803" y="430172"/>
                    <a:pt x="490803" y="431794"/>
                  </a:cubicBezTo>
                  <a:cubicBezTo>
                    <a:pt x="490803" y="433415"/>
                    <a:pt x="490803" y="438280"/>
                    <a:pt x="489179" y="438280"/>
                  </a:cubicBezTo>
                  <a:cubicBezTo>
                    <a:pt x="487555" y="438280"/>
                    <a:pt x="482684" y="439902"/>
                    <a:pt x="481060" y="439902"/>
                  </a:cubicBezTo>
                  <a:cubicBezTo>
                    <a:pt x="481060" y="439902"/>
                    <a:pt x="474565" y="441523"/>
                    <a:pt x="474565" y="443145"/>
                  </a:cubicBezTo>
                  <a:cubicBezTo>
                    <a:pt x="472941" y="444766"/>
                    <a:pt x="472941" y="448009"/>
                    <a:pt x="474565" y="448009"/>
                  </a:cubicBezTo>
                  <a:cubicBezTo>
                    <a:pt x="474565" y="449631"/>
                    <a:pt x="471317" y="448009"/>
                    <a:pt x="469693" y="451253"/>
                  </a:cubicBezTo>
                  <a:cubicBezTo>
                    <a:pt x="468070" y="452874"/>
                    <a:pt x="464822" y="454496"/>
                    <a:pt x="464822" y="456117"/>
                  </a:cubicBezTo>
                  <a:cubicBezTo>
                    <a:pt x="464822" y="459361"/>
                    <a:pt x="464822" y="462604"/>
                    <a:pt x="466446" y="464225"/>
                  </a:cubicBezTo>
                  <a:cubicBezTo>
                    <a:pt x="468070" y="465847"/>
                    <a:pt x="468070" y="465847"/>
                    <a:pt x="471317" y="465847"/>
                  </a:cubicBezTo>
                  <a:cubicBezTo>
                    <a:pt x="474565" y="467468"/>
                    <a:pt x="476189" y="469090"/>
                    <a:pt x="476189" y="470712"/>
                  </a:cubicBezTo>
                  <a:cubicBezTo>
                    <a:pt x="474565" y="472333"/>
                    <a:pt x="474565" y="472333"/>
                    <a:pt x="474565" y="473955"/>
                  </a:cubicBezTo>
                  <a:cubicBezTo>
                    <a:pt x="474565" y="477198"/>
                    <a:pt x="479436" y="480441"/>
                    <a:pt x="481060" y="480441"/>
                  </a:cubicBezTo>
                  <a:cubicBezTo>
                    <a:pt x="485931" y="483684"/>
                    <a:pt x="487555" y="483684"/>
                    <a:pt x="490803" y="482063"/>
                  </a:cubicBezTo>
                  <a:cubicBezTo>
                    <a:pt x="492427" y="482063"/>
                    <a:pt x="494050" y="482063"/>
                    <a:pt x="494050" y="483684"/>
                  </a:cubicBezTo>
                  <a:cubicBezTo>
                    <a:pt x="494050" y="485306"/>
                    <a:pt x="490803" y="488549"/>
                    <a:pt x="492427" y="490170"/>
                  </a:cubicBezTo>
                  <a:cubicBezTo>
                    <a:pt x="492427" y="490170"/>
                    <a:pt x="494050" y="490170"/>
                    <a:pt x="495674" y="490170"/>
                  </a:cubicBezTo>
                  <a:cubicBezTo>
                    <a:pt x="498922" y="490170"/>
                    <a:pt x="498922" y="490170"/>
                    <a:pt x="502169" y="488549"/>
                  </a:cubicBezTo>
                  <a:cubicBezTo>
                    <a:pt x="505417" y="486927"/>
                    <a:pt x="508665" y="483684"/>
                    <a:pt x="511912" y="482063"/>
                  </a:cubicBezTo>
                  <a:cubicBezTo>
                    <a:pt x="515160" y="480441"/>
                    <a:pt x="516784" y="477198"/>
                    <a:pt x="518408" y="478819"/>
                  </a:cubicBezTo>
                  <a:cubicBezTo>
                    <a:pt x="518408" y="478819"/>
                    <a:pt x="520032" y="478819"/>
                    <a:pt x="520032" y="477198"/>
                  </a:cubicBezTo>
                  <a:cubicBezTo>
                    <a:pt x="521655" y="477198"/>
                    <a:pt x="523279" y="475576"/>
                    <a:pt x="524903" y="477198"/>
                  </a:cubicBezTo>
                  <a:cubicBezTo>
                    <a:pt x="526527" y="478819"/>
                    <a:pt x="539517" y="488549"/>
                    <a:pt x="541141" y="488549"/>
                  </a:cubicBezTo>
                  <a:cubicBezTo>
                    <a:pt x="542765" y="490170"/>
                    <a:pt x="546012" y="490170"/>
                    <a:pt x="547636" y="491792"/>
                  </a:cubicBezTo>
                  <a:cubicBezTo>
                    <a:pt x="547636" y="495035"/>
                    <a:pt x="547636" y="495035"/>
                    <a:pt x="549260" y="493414"/>
                  </a:cubicBezTo>
                  <a:cubicBezTo>
                    <a:pt x="549260" y="493414"/>
                    <a:pt x="550884" y="493414"/>
                    <a:pt x="550884" y="493414"/>
                  </a:cubicBezTo>
                  <a:cubicBezTo>
                    <a:pt x="554131" y="493414"/>
                    <a:pt x="557379" y="490170"/>
                    <a:pt x="560627" y="488549"/>
                  </a:cubicBezTo>
                  <a:cubicBezTo>
                    <a:pt x="562250" y="486927"/>
                    <a:pt x="562250" y="486927"/>
                    <a:pt x="565498" y="485306"/>
                  </a:cubicBezTo>
                  <a:cubicBezTo>
                    <a:pt x="568746" y="485306"/>
                    <a:pt x="573617" y="485306"/>
                    <a:pt x="573617" y="485306"/>
                  </a:cubicBezTo>
                  <a:cubicBezTo>
                    <a:pt x="573617" y="485306"/>
                    <a:pt x="575241" y="485306"/>
                    <a:pt x="576864" y="483684"/>
                  </a:cubicBezTo>
                  <a:cubicBezTo>
                    <a:pt x="580112" y="483684"/>
                    <a:pt x="586607" y="478819"/>
                    <a:pt x="589855" y="477198"/>
                  </a:cubicBezTo>
                  <a:cubicBezTo>
                    <a:pt x="593102" y="475576"/>
                    <a:pt x="601221" y="472333"/>
                    <a:pt x="601221" y="472333"/>
                  </a:cubicBezTo>
                  <a:cubicBezTo>
                    <a:pt x="601221" y="472333"/>
                    <a:pt x="604469" y="472333"/>
                    <a:pt x="607717" y="472333"/>
                  </a:cubicBezTo>
                  <a:cubicBezTo>
                    <a:pt x="610964" y="470712"/>
                    <a:pt x="615836" y="469090"/>
                    <a:pt x="615836" y="469090"/>
                  </a:cubicBezTo>
                  <a:cubicBezTo>
                    <a:pt x="617459" y="470712"/>
                    <a:pt x="623955" y="473955"/>
                    <a:pt x="623955" y="473955"/>
                  </a:cubicBezTo>
                  <a:cubicBezTo>
                    <a:pt x="623955" y="473955"/>
                    <a:pt x="623955" y="473955"/>
                    <a:pt x="627202" y="480441"/>
                  </a:cubicBezTo>
                  <a:cubicBezTo>
                    <a:pt x="627202" y="480441"/>
                    <a:pt x="627202" y="480441"/>
                    <a:pt x="632074" y="482063"/>
                  </a:cubicBezTo>
                  <a:cubicBezTo>
                    <a:pt x="635321" y="483684"/>
                    <a:pt x="638569" y="482063"/>
                    <a:pt x="641816" y="480441"/>
                  </a:cubicBezTo>
                  <a:cubicBezTo>
                    <a:pt x="643440" y="480441"/>
                    <a:pt x="643440" y="480441"/>
                    <a:pt x="645064" y="478819"/>
                  </a:cubicBezTo>
                  <a:cubicBezTo>
                    <a:pt x="646688" y="477198"/>
                    <a:pt x="648312" y="470712"/>
                    <a:pt x="653183" y="472333"/>
                  </a:cubicBezTo>
                  <a:cubicBezTo>
                    <a:pt x="654807" y="472333"/>
                    <a:pt x="654807" y="472333"/>
                    <a:pt x="656431" y="470712"/>
                  </a:cubicBezTo>
                  <a:cubicBezTo>
                    <a:pt x="656431" y="470712"/>
                    <a:pt x="656431" y="470712"/>
                    <a:pt x="658054" y="470712"/>
                  </a:cubicBezTo>
                  <a:cubicBezTo>
                    <a:pt x="661302" y="472333"/>
                    <a:pt x="664549" y="469090"/>
                    <a:pt x="664549" y="465847"/>
                  </a:cubicBezTo>
                  <a:cubicBezTo>
                    <a:pt x="666173" y="462604"/>
                    <a:pt x="664549" y="459361"/>
                    <a:pt x="667797" y="459361"/>
                  </a:cubicBezTo>
                  <a:cubicBezTo>
                    <a:pt x="669421" y="459361"/>
                    <a:pt x="671045" y="457739"/>
                    <a:pt x="671045" y="456117"/>
                  </a:cubicBezTo>
                  <a:cubicBezTo>
                    <a:pt x="671045" y="454496"/>
                    <a:pt x="671045" y="452874"/>
                    <a:pt x="671045" y="451253"/>
                  </a:cubicBezTo>
                  <a:cubicBezTo>
                    <a:pt x="669421" y="448009"/>
                    <a:pt x="666173" y="446388"/>
                    <a:pt x="667797" y="446388"/>
                  </a:cubicBezTo>
                  <a:cubicBezTo>
                    <a:pt x="667797" y="444766"/>
                    <a:pt x="671045" y="439902"/>
                    <a:pt x="671045" y="438280"/>
                  </a:cubicBezTo>
                  <a:cubicBezTo>
                    <a:pt x="671045" y="438280"/>
                    <a:pt x="671045" y="435037"/>
                    <a:pt x="671045" y="435037"/>
                  </a:cubicBezTo>
                  <a:cubicBezTo>
                    <a:pt x="671045" y="435037"/>
                    <a:pt x="671045" y="435037"/>
                    <a:pt x="667797" y="431794"/>
                  </a:cubicBezTo>
                  <a:cubicBezTo>
                    <a:pt x="667797" y="431794"/>
                    <a:pt x="667797" y="428551"/>
                    <a:pt x="669421" y="428551"/>
                  </a:cubicBezTo>
                  <a:cubicBezTo>
                    <a:pt x="669421" y="428551"/>
                    <a:pt x="674292" y="428551"/>
                    <a:pt x="671045" y="425307"/>
                  </a:cubicBezTo>
                  <a:cubicBezTo>
                    <a:pt x="669421" y="423686"/>
                    <a:pt x="667797" y="420443"/>
                    <a:pt x="669421" y="418821"/>
                  </a:cubicBezTo>
                  <a:cubicBezTo>
                    <a:pt x="672668" y="417199"/>
                    <a:pt x="672668" y="415578"/>
                    <a:pt x="674292" y="415578"/>
                  </a:cubicBezTo>
                  <a:cubicBezTo>
                    <a:pt x="674292" y="415578"/>
                    <a:pt x="674292" y="413956"/>
                    <a:pt x="675916" y="413956"/>
                  </a:cubicBezTo>
                  <a:cubicBezTo>
                    <a:pt x="677540" y="412335"/>
                    <a:pt x="675916" y="409092"/>
                    <a:pt x="677540" y="407470"/>
                  </a:cubicBezTo>
                  <a:cubicBezTo>
                    <a:pt x="679164" y="405848"/>
                    <a:pt x="679164" y="404227"/>
                    <a:pt x="680787" y="402605"/>
                  </a:cubicBezTo>
                  <a:cubicBezTo>
                    <a:pt x="682411" y="400984"/>
                    <a:pt x="685659" y="397741"/>
                    <a:pt x="687283" y="397741"/>
                  </a:cubicBezTo>
                  <a:cubicBezTo>
                    <a:pt x="688906" y="397741"/>
                    <a:pt x="690530" y="396119"/>
                    <a:pt x="692154" y="396119"/>
                  </a:cubicBezTo>
                  <a:cubicBezTo>
                    <a:pt x="692154" y="397741"/>
                    <a:pt x="695402" y="396119"/>
                    <a:pt x="695402" y="399362"/>
                  </a:cubicBezTo>
                  <a:cubicBezTo>
                    <a:pt x="697025" y="400984"/>
                    <a:pt x="700273" y="400984"/>
                    <a:pt x="701897" y="400984"/>
                  </a:cubicBezTo>
                  <a:cubicBezTo>
                    <a:pt x="701897" y="400984"/>
                    <a:pt x="703521" y="400984"/>
                    <a:pt x="703521" y="400984"/>
                  </a:cubicBezTo>
                  <a:cubicBezTo>
                    <a:pt x="703521" y="400984"/>
                    <a:pt x="705144" y="400984"/>
                    <a:pt x="705144" y="402605"/>
                  </a:cubicBezTo>
                  <a:cubicBezTo>
                    <a:pt x="705144" y="407470"/>
                    <a:pt x="710016" y="405848"/>
                    <a:pt x="710016" y="407470"/>
                  </a:cubicBezTo>
                  <a:cubicBezTo>
                    <a:pt x="710016" y="410713"/>
                    <a:pt x="719759" y="412335"/>
                    <a:pt x="719759" y="412335"/>
                  </a:cubicBezTo>
                  <a:cubicBezTo>
                    <a:pt x="719759" y="413956"/>
                    <a:pt x="724630" y="410713"/>
                    <a:pt x="724630" y="410713"/>
                  </a:cubicBezTo>
                  <a:cubicBezTo>
                    <a:pt x="724630" y="410713"/>
                    <a:pt x="724630" y="410713"/>
                    <a:pt x="729501" y="404227"/>
                  </a:cubicBezTo>
                  <a:cubicBezTo>
                    <a:pt x="729501" y="404227"/>
                    <a:pt x="729501" y="399362"/>
                    <a:pt x="729501" y="397741"/>
                  </a:cubicBezTo>
                  <a:cubicBezTo>
                    <a:pt x="729501" y="394497"/>
                    <a:pt x="732749" y="397741"/>
                    <a:pt x="731125" y="392876"/>
                  </a:cubicBezTo>
                  <a:cubicBezTo>
                    <a:pt x="731125" y="391254"/>
                    <a:pt x="731125" y="391254"/>
                    <a:pt x="731125" y="389633"/>
                  </a:cubicBezTo>
                  <a:cubicBezTo>
                    <a:pt x="727878" y="381525"/>
                    <a:pt x="727878" y="381525"/>
                    <a:pt x="726254" y="383146"/>
                  </a:cubicBezTo>
                  <a:cubicBezTo>
                    <a:pt x="724630" y="383146"/>
                    <a:pt x="723006" y="383146"/>
                    <a:pt x="719759" y="379903"/>
                  </a:cubicBezTo>
                  <a:cubicBezTo>
                    <a:pt x="718135" y="376660"/>
                    <a:pt x="718135" y="376660"/>
                    <a:pt x="716511" y="373417"/>
                  </a:cubicBezTo>
                  <a:cubicBezTo>
                    <a:pt x="714887" y="371795"/>
                    <a:pt x="714887" y="368552"/>
                    <a:pt x="714887" y="366930"/>
                  </a:cubicBezTo>
                  <a:cubicBezTo>
                    <a:pt x="714887" y="365309"/>
                    <a:pt x="710016" y="363687"/>
                    <a:pt x="713263" y="360444"/>
                  </a:cubicBezTo>
                  <a:cubicBezTo>
                    <a:pt x="716511" y="357201"/>
                    <a:pt x="719759" y="358823"/>
                    <a:pt x="721382" y="355579"/>
                  </a:cubicBezTo>
                  <a:cubicBezTo>
                    <a:pt x="723006" y="352336"/>
                    <a:pt x="723006" y="349093"/>
                    <a:pt x="726254" y="349093"/>
                  </a:cubicBezTo>
                  <a:cubicBezTo>
                    <a:pt x="727878" y="350715"/>
                    <a:pt x="735997" y="349093"/>
                    <a:pt x="735997" y="349093"/>
                  </a:cubicBezTo>
                  <a:cubicBezTo>
                    <a:pt x="735997" y="349093"/>
                    <a:pt x="744116" y="344228"/>
                    <a:pt x="745739" y="345850"/>
                  </a:cubicBezTo>
                  <a:cubicBezTo>
                    <a:pt x="747363" y="347472"/>
                    <a:pt x="748987" y="345850"/>
                    <a:pt x="750611" y="345850"/>
                  </a:cubicBezTo>
                  <a:cubicBezTo>
                    <a:pt x="750611" y="345850"/>
                    <a:pt x="752235" y="344228"/>
                    <a:pt x="753858" y="344228"/>
                  </a:cubicBezTo>
                  <a:cubicBezTo>
                    <a:pt x="755482" y="344228"/>
                    <a:pt x="755482" y="344228"/>
                    <a:pt x="757106" y="344228"/>
                  </a:cubicBezTo>
                  <a:cubicBezTo>
                    <a:pt x="758730" y="344228"/>
                    <a:pt x="760353" y="344228"/>
                    <a:pt x="761977" y="344228"/>
                  </a:cubicBezTo>
                  <a:cubicBezTo>
                    <a:pt x="763601" y="344228"/>
                    <a:pt x="763601" y="344228"/>
                    <a:pt x="765225" y="344228"/>
                  </a:cubicBezTo>
                  <a:cubicBezTo>
                    <a:pt x="766849" y="345850"/>
                    <a:pt x="768472" y="345850"/>
                    <a:pt x="770096" y="345850"/>
                  </a:cubicBezTo>
                  <a:cubicBezTo>
                    <a:pt x="771720" y="345850"/>
                    <a:pt x="771720" y="344228"/>
                    <a:pt x="773344" y="345850"/>
                  </a:cubicBezTo>
                  <a:cubicBezTo>
                    <a:pt x="773344" y="345850"/>
                    <a:pt x="774968" y="345850"/>
                    <a:pt x="776591" y="345850"/>
                  </a:cubicBezTo>
                  <a:cubicBezTo>
                    <a:pt x="778215" y="345850"/>
                    <a:pt x="779839" y="345850"/>
                    <a:pt x="779839" y="347472"/>
                  </a:cubicBezTo>
                  <a:cubicBezTo>
                    <a:pt x="781463" y="349093"/>
                    <a:pt x="783087" y="349093"/>
                    <a:pt x="784710" y="347472"/>
                  </a:cubicBezTo>
                  <a:cubicBezTo>
                    <a:pt x="784710" y="347472"/>
                    <a:pt x="786334" y="347472"/>
                    <a:pt x="786334" y="349093"/>
                  </a:cubicBezTo>
                  <a:cubicBezTo>
                    <a:pt x="787958" y="349093"/>
                    <a:pt x="787958" y="349093"/>
                    <a:pt x="789582" y="349093"/>
                  </a:cubicBezTo>
                  <a:cubicBezTo>
                    <a:pt x="791206" y="349093"/>
                    <a:pt x="791206" y="347472"/>
                    <a:pt x="792829" y="349093"/>
                  </a:cubicBezTo>
                  <a:cubicBezTo>
                    <a:pt x="792829" y="349093"/>
                    <a:pt x="796077" y="345850"/>
                    <a:pt x="796077" y="345850"/>
                  </a:cubicBezTo>
                  <a:cubicBezTo>
                    <a:pt x="796077" y="345850"/>
                    <a:pt x="800948" y="340985"/>
                    <a:pt x="800948" y="340985"/>
                  </a:cubicBezTo>
                  <a:cubicBezTo>
                    <a:pt x="802572" y="340985"/>
                    <a:pt x="802572" y="340985"/>
                    <a:pt x="804196" y="340985"/>
                  </a:cubicBezTo>
                  <a:cubicBezTo>
                    <a:pt x="805820" y="339364"/>
                    <a:pt x="805820" y="339364"/>
                    <a:pt x="807444" y="339364"/>
                  </a:cubicBezTo>
                  <a:cubicBezTo>
                    <a:pt x="807444" y="339364"/>
                    <a:pt x="809067" y="337742"/>
                    <a:pt x="810691" y="337742"/>
                  </a:cubicBezTo>
                  <a:cubicBezTo>
                    <a:pt x="812315" y="336120"/>
                    <a:pt x="813939" y="336120"/>
                    <a:pt x="815563" y="336120"/>
                  </a:cubicBezTo>
                  <a:cubicBezTo>
                    <a:pt x="815563" y="336120"/>
                    <a:pt x="815563" y="336120"/>
                    <a:pt x="817186" y="336120"/>
                  </a:cubicBezTo>
                  <a:cubicBezTo>
                    <a:pt x="817186" y="334499"/>
                    <a:pt x="818810" y="334499"/>
                    <a:pt x="820434" y="334499"/>
                  </a:cubicBezTo>
                  <a:cubicBezTo>
                    <a:pt x="820434" y="336120"/>
                    <a:pt x="822058" y="336120"/>
                    <a:pt x="822058" y="334499"/>
                  </a:cubicBezTo>
                  <a:cubicBezTo>
                    <a:pt x="823682" y="334499"/>
                    <a:pt x="823682" y="334499"/>
                    <a:pt x="825305" y="334499"/>
                  </a:cubicBezTo>
                  <a:cubicBezTo>
                    <a:pt x="826929" y="334499"/>
                    <a:pt x="826929" y="334499"/>
                    <a:pt x="828553" y="334499"/>
                  </a:cubicBezTo>
                  <a:cubicBezTo>
                    <a:pt x="830177" y="334499"/>
                    <a:pt x="831801" y="332877"/>
                    <a:pt x="831801" y="334499"/>
                  </a:cubicBezTo>
                  <a:cubicBezTo>
                    <a:pt x="831801" y="334499"/>
                    <a:pt x="831801" y="332877"/>
                    <a:pt x="830177" y="331256"/>
                  </a:cubicBezTo>
                  <a:cubicBezTo>
                    <a:pt x="830177" y="331256"/>
                    <a:pt x="828553" y="329634"/>
                    <a:pt x="826929" y="329634"/>
                  </a:cubicBezTo>
                  <a:cubicBezTo>
                    <a:pt x="826929" y="331256"/>
                    <a:pt x="825305" y="331256"/>
                    <a:pt x="823682" y="329634"/>
                  </a:cubicBezTo>
                  <a:cubicBezTo>
                    <a:pt x="822058" y="329634"/>
                    <a:pt x="820434" y="329634"/>
                    <a:pt x="820434" y="331256"/>
                  </a:cubicBezTo>
                  <a:cubicBezTo>
                    <a:pt x="818810" y="331256"/>
                    <a:pt x="815563" y="331256"/>
                    <a:pt x="812315" y="329634"/>
                  </a:cubicBezTo>
                  <a:cubicBezTo>
                    <a:pt x="810691" y="329634"/>
                    <a:pt x="809067" y="328013"/>
                    <a:pt x="807444" y="326391"/>
                  </a:cubicBezTo>
                  <a:cubicBezTo>
                    <a:pt x="805820" y="323148"/>
                    <a:pt x="807444" y="321526"/>
                    <a:pt x="805820" y="321526"/>
                  </a:cubicBezTo>
                  <a:cubicBezTo>
                    <a:pt x="802572" y="319905"/>
                    <a:pt x="804196" y="318283"/>
                    <a:pt x="800948" y="318283"/>
                  </a:cubicBezTo>
                  <a:cubicBezTo>
                    <a:pt x="799325" y="319905"/>
                    <a:pt x="797701" y="319905"/>
                    <a:pt x="797701" y="319905"/>
                  </a:cubicBezTo>
                  <a:cubicBezTo>
                    <a:pt x="796077" y="319905"/>
                    <a:pt x="796077" y="319905"/>
                    <a:pt x="794453" y="319905"/>
                  </a:cubicBezTo>
                  <a:cubicBezTo>
                    <a:pt x="789582" y="323148"/>
                    <a:pt x="786334" y="323148"/>
                    <a:pt x="786334" y="323148"/>
                  </a:cubicBezTo>
                  <a:cubicBezTo>
                    <a:pt x="779839" y="323148"/>
                    <a:pt x="776591" y="321526"/>
                    <a:pt x="774968" y="321526"/>
                  </a:cubicBezTo>
                  <a:cubicBezTo>
                    <a:pt x="773344" y="321526"/>
                    <a:pt x="776591" y="316662"/>
                    <a:pt x="770096" y="319905"/>
                  </a:cubicBezTo>
                  <a:cubicBezTo>
                    <a:pt x="763601" y="323148"/>
                    <a:pt x="761977" y="323148"/>
                    <a:pt x="760353" y="324769"/>
                  </a:cubicBezTo>
                  <a:cubicBezTo>
                    <a:pt x="760353" y="324769"/>
                    <a:pt x="760353" y="324769"/>
                    <a:pt x="758730" y="324769"/>
                  </a:cubicBezTo>
                  <a:cubicBezTo>
                    <a:pt x="757106" y="324769"/>
                    <a:pt x="757106" y="324769"/>
                    <a:pt x="755482" y="324769"/>
                  </a:cubicBezTo>
                  <a:cubicBezTo>
                    <a:pt x="753858" y="324769"/>
                    <a:pt x="753858" y="324769"/>
                    <a:pt x="752235" y="324769"/>
                  </a:cubicBezTo>
                  <a:cubicBezTo>
                    <a:pt x="750611" y="324769"/>
                    <a:pt x="748987" y="324769"/>
                    <a:pt x="748987" y="324769"/>
                  </a:cubicBezTo>
                  <a:cubicBezTo>
                    <a:pt x="747363" y="326391"/>
                    <a:pt x="747363" y="328013"/>
                    <a:pt x="744116" y="329634"/>
                  </a:cubicBezTo>
                  <a:cubicBezTo>
                    <a:pt x="739244" y="332877"/>
                    <a:pt x="737620" y="331256"/>
                    <a:pt x="735997" y="332877"/>
                  </a:cubicBezTo>
                  <a:cubicBezTo>
                    <a:pt x="735997" y="332877"/>
                    <a:pt x="734373" y="332877"/>
                    <a:pt x="734373" y="332877"/>
                  </a:cubicBezTo>
                  <a:cubicBezTo>
                    <a:pt x="734373" y="332877"/>
                    <a:pt x="734373" y="331256"/>
                    <a:pt x="732749" y="332877"/>
                  </a:cubicBezTo>
                  <a:cubicBezTo>
                    <a:pt x="731125" y="334499"/>
                    <a:pt x="731125" y="334499"/>
                    <a:pt x="729501" y="334499"/>
                  </a:cubicBezTo>
                  <a:cubicBezTo>
                    <a:pt x="726254" y="336120"/>
                    <a:pt x="726254" y="336120"/>
                    <a:pt x="723006" y="337742"/>
                  </a:cubicBezTo>
                  <a:cubicBezTo>
                    <a:pt x="721382" y="339364"/>
                    <a:pt x="713263" y="337742"/>
                    <a:pt x="711640" y="336120"/>
                  </a:cubicBezTo>
                  <a:cubicBezTo>
                    <a:pt x="710016" y="334499"/>
                    <a:pt x="708392" y="336120"/>
                    <a:pt x="706768" y="332877"/>
                  </a:cubicBezTo>
                  <a:cubicBezTo>
                    <a:pt x="705144" y="329634"/>
                    <a:pt x="705144" y="326391"/>
                    <a:pt x="703521" y="326391"/>
                  </a:cubicBezTo>
                  <a:cubicBezTo>
                    <a:pt x="700273" y="326391"/>
                    <a:pt x="698649" y="323148"/>
                    <a:pt x="697025" y="323148"/>
                  </a:cubicBezTo>
                  <a:cubicBezTo>
                    <a:pt x="693778" y="323148"/>
                    <a:pt x="690530" y="324769"/>
                    <a:pt x="687283" y="323148"/>
                  </a:cubicBezTo>
                  <a:cubicBezTo>
                    <a:pt x="685659" y="321526"/>
                    <a:pt x="682411" y="321526"/>
                    <a:pt x="682411" y="319905"/>
                  </a:cubicBezTo>
                  <a:cubicBezTo>
                    <a:pt x="680787" y="319905"/>
                    <a:pt x="680787" y="319905"/>
                    <a:pt x="680787" y="319905"/>
                  </a:cubicBezTo>
                  <a:cubicBezTo>
                    <a:pt x="680787" y="319905"/>
                    <a:pt x="680787" y="319905"/>
                    <a:pt x="679164" y="316662"/>
                  </a:cubicBezTo>
                  <a:cubicBezTo>
                    <a:pt x="675916" y="310175"/>
                    <a:pt x="682411" y="292338"/>
                    <a:pt x="682411" y="292338"/>
                  </a:cubicBezTo>
                  <a:cubicBezTo>
                    <a:pt x="682411" y="292338"/>
                    <a:pt x="684035" y="284230"/>
                    <a:pt x="680787" y="284230"/>
                  </a:cubicBezTo>
                  <a:cubicBezTo>
                    <a:pt x="679164" y="282608"/>
                    <a:pt x="675916" y="276122"/>
                    <a:pt x="674292" y="274500"/>
                  </a:cubicBezTo>
                  <a:cubicBezTo>
                    <a:pt x="672668" y="274500"/>
                    <a:pt x="671045" y="269636"/>
                    <a:pt x="671045" y="266393"/>
                  </a:cubicBezTo>
                  <a:cubicBezTo>
                    <a:pt x="671045" y="263149"/>
                    <a:pt x="672668" y="259906"/>
                    <a:pt x="672668" y="258285"/>
                  </a:cubicBezTo>
                  <a:cubicBezTo>
                    <a:pt x="672668" y="256663"/>
                    <a:pt x="672668" y="256663"/>
                    <a:pt x="674292" y="253420"/>
                  </a:cubicBezTo>
                  <a:cubicBezTo>
                    <a:pt x="677540" y="251798"/>
                    <a:pt x="679164" y="248555"/>
                    <a:pt x="679164" y="246934"/>
                  </a:cubicBezTo>
                  <a:cubicBezTo>
                    <a:pt x="680787" y="245312"/>
                    <a:pt x="682411" y="243690"/>
                    <a:pt x="684035" y="243690"/>
                  </a:cubicBezTo>
                  <a:cubicBezTo>
                    <a:pt x="685659" y="243690"/>
                    <a:pt x="690530" y="243690"/>
                    <a:pt x="692154" y="242069"/>
                  </a:cubicBezTo>
                  <a:cubicBezTo>
                    <a:pt x="693778" y="242069"/>
                    <a:pt x="698649" y="238826"/>
                    <a:pt x="698649" y="238826"/>
                  </a:cubicBezTo>
                  <a:cubicBezTo>
                    <a:pt x="698649" y="237204"/>
                    <a:pt x="698649" y="235583"/>
                    <a:pt x="698649" y="233961"/>
                  </a:cubicBezTo>
                  <a:cubicBezTo>
                    <a:pt x="698649" y="232339"/>
                    <a:pt x="705144" y="229096"/>
                    <a:pt x="705144" y="229096"/>
                  </a:cubicBezTo>
                  <a:cubicBezTo>
                    <a:pt x="705144" y="229096"/>
                    <a:pt x="708392" y="229096"/>
                    <a:pt x="711640" y="225853"/>
                  </a:cubicBezTo>
                  <a:cubicBezTo>
                    <a:pt x="713263" y="222610"/>
                    <a:pt x="714887" y="222610"/>
                    <a:pt x="716511" y="220988"/>
                  </a:cubicBezTo>
                  <a:cubicBezTo>
                    <a:pt x="716511" y="220988"/>
                    <a:pt x="723006" y="216124"/>
                    <a:pt x="723006" y="216124"/>
                  </a:cubicBezTo>
                  <a:cubicBezTo>
                    <a:pt x="723006" y="216124"/>
                    <a:pt x="724630" y="212880"/>
                    <a:pt x="726254" y="211259"/>
                  </a:cubicBezTo>
                  <a:cubicBezTo>
                    <a:pt x="726254" y="209637"/>
                    <a:pt x="726254" y="209637"/>
                    <a:pt x="729501" y="208016"/>
                  </a:cubicBezTo>
                  <a:cubicBezTo>
                    <a:pt x="732749" y="206394"/>
                    <a:pt x="735997" y="203151"/>
                    <a:pt x="735997" y="203151"/>
                  </a:cubicBezTo>
                  <a:cubicBezTo>
                    <a:pt x="735997" y="201529"/>
                    <a:pt x="737620" y="195043"/>
                    <a:pt x="737620" y="195043"/>
                  </a:cubicBezTo>
                  <a:cubicBezTo>
                    <a:pt x="737620" y="196665"/>
                    <a:pt x="742492" y="195043"/>
                    <a:pt x="742492" y="195043"/>
                  </a:cubicBezTo>
                  <a:cubicBezTo>
                    <a:pt x="742492" y="195043"/>
                    <a:pt x="747363" y="198286"/>
                    <a:pt x="747363" y="198286"/>
                  </a:cubicBezTo>
                  <a:cubicBezTo>
                    <a:pt x="747363" y="196665"/>
                    <a:pt x="747363" y="188557"/>
                    <a:pt x="747363" y="188557"/>
                  </a:cubicBezTo>
                  <a:cubicBezTo>
                    <a:pt x="747363" y="188557"/>
                    <a:pt x="745739" y="183692"/>
                    <a:pt x="744116" y="182070"/>
                  </a:cubicBezTo>
                  <a:cubicBezTo>
                    <a:pt x="744116" y="182070"/>
                    <a:pt x="745739" y="177206"/>
                    <a:pt x="742492" y="177206"/>
                  </a:cubicBezTo>
                  <a:cubicBezTo>
                    <a:pt x="740868" y="175584"/>
                    <a:pt x="739244" y="173963"/>
                    <a:pt x="735997" y="173963"/>
                  </a:cubicBezTo>
                  <a:cubicBezTo>
                    <a:pt x="734373" y="172341"/>
                    <a:pt x="732749" y="169098"/>
                    <a:pt x="729501" y="170719"/>
                  </a:cubicBezTo>
                  <a:cubicBezTo>
                    <a:pt x="729501" y="172341"/>
                    <a:pt x="727878" y="172341"/>
                    <a:pt x="727878" y="172341"/>
                  </a:cubicBezTo>
                  <a:cubicBezTo>
                    <a:pt x="726254" y="173963"/>
                    <a:pt x="726254" y="173963"/>
                    <a:pt x="724630" y="173963"/>
                  </a:cubicBezTo>
                  <a:cubicBezTo>
                    <a:pt x="724630" y="175584"/>
                    <a:pt x="724630" y="173963"/>
                    <a:pt x="723006" y="172341"/>
                  </a:cubicBezTo>
                  <a:cubicBezTo>
                    <a:pt x="723006" y="172341"/>
                    <a:pt x="723006" y="170719"/>
                    <a:pt x="721382" y="170719"/>
                  </a:cubicBezTo>
                  <a:cubicBezTo>
                    <a:pt x="718135" y="172341"/>
                    <a:pt x="718135" y="170719"/>
                    <a:pt x="718135" y="170719"/>
                  </a:cubicBezTo>
                  <a:cubicBezTo>
                    <a:pt x="716511" y="170719"/>
                    <a:pt x="716511" y="169098"/>
                    <a:pt x="716511" y="170719"/>
                  </a:cubicBezTo>
                  <a:cubicBezTo>
                    <a:pt x="714887" y="170719"/>
                    <a:pt x="714887" y="170719"/>
                    <a:pt x="714887" y="170719"/>
                  </a:cubicBezTo>
                  <a:cubicBezTo>
                    <a:pt x="713263" y="169098"/>
                    <a:pt x="713263" y="169098"/>
                    <a:pt x="713263" y="170719"/>
                  </a:cubicBezTo>
                  <a:cubicBezTo>
                    <a:pt x="711640" y="170719"/>
                    <a:pt x="710016" y="170719"/>
                    <a:pt x="710016" y="170719"/>
                  </a:cubicBezTo>
                  <a:cubicBezTo>
                    <a:pt x="708392" y="170719"/>
                    <a:pt x="708392" y="170719"/>
                    <a:pt x="708392" y="170719"/>
                  </a:cubicBezTo>
                  <a:cubicBezTo>
                    <a:pt x="706768" y="170719"/>
                    <a:pt x="706768" y="170719"/>
                    <a:pt x="705144" y="169098"/>
                  </a:cubicBezTo>
                  <a:cubicBezTo>
                    <a:pt x="705144" y="169098"/>
                    <a:pt x="703521" y="169098"/>
                    <a:pt x="703521" y="169098"/>
                  </a:cubicBezTo>
                  <a:cubicBezTo>
                    <a:pt x="701897" y="169098"/>
                    <a:pt x="701897" y="169098"/>
                    <a:pt x="701897" y="169098"/>
                  </a:cubicBezTo>
                  <a:cubicBezTo>
                    <a:pt x="701897" y="169098"/>
                    <a:pt x="700273" y="169098"/>
                    <a:pt x="698649" y="170719"/>
                  </a:cubicBezTo>
                  <a:cubicBezTo>
                    <a:pt x="697025" y="172341"/>
                    <a:pt x="697025" y="173963"/>
                    <a:pt x="695402" y="175584"/>
                  </a:cubicBezTo>
                  <a:cubicBezTo>
                    <a:pt x="693778" y="177206"/>
                    <a:pt x="693778" y="177206"/>
                    <a:pt x="690530" y="178827"/>
                  </a:cubicBezTo>
                  <a:cubicBezTo>
                    <a:pt x="688906" y="182070"/>
                    <a:pt x="687283" y="182070"/>
                    <a:pt x="685659" y="182070"/>
                  </a:cubicBezTo>
                  <a:cubicBezTo>
                    <a:pt x="684035" y="183692"/>
                    <a:pt x="684035" y="183692"/>
                    <a:pt x="682411" y="186935"/>
                  </a:cubicBezTo>
                  <a:cubicBezTo>
                    <a:pt x="680787" y="190178"/>
                    <a:pt x="680787" y="188557"/>
                    <a:pt x="679164" y="191800"/>
                  </a:cubicBezTo>
                  <a:cubicBezTo>
                    <a:pt x="675916" y="195043"/>
                    <a:pt x="675916" y="195043"/>
                    <a:pt x="674292" y="198286"/>
                  </a:cubicBezTo>
                  <a:cubicBezTo>
                    <a:pt x="674292" y="199908"/>
                    <a:pt x="675916" y="199908"/>
                    <a:pt x="677540" y="203151"/>
                  </a:cubicBezTo>
                  <a:cubicBezTo>
                    <a:pt x="679164" y="206394"/>
                    <a:pt x="680787" y="204773"/>
                    <a:pt x="680787" y="206394"/>
                  </a:cubicBezTo>
                  <a:cubicBezTo>
                    <a:pt x="680787" y="209637"/>
                    <a:pt x="679164" y="211259"/>
                    <a:pt x="679164" y="212880"/>
                  </a:cubicBezTo>
                  <a:cubicBezTo>
                    <a:pt x="677540" y="212880"/>
                    <a:pt x="679164" y="212880"/>
                    <a:pt x="677540" y="216124"/>
                  </a:cubicBezTo>
                  <a:cubicBezTo>
                    <a:pt x="675916" y="217745"/>
                    <a:pt x="674292" y="217745"/>
                    <a:pt x="671045" y="220988"/>
                  </a:cubicBezTo>
                  <a:cubicBezTo>
                    <a:pt x="669421" y="224231"/>
                    <a:pt x="667797" y="225853"/>
                    <a:pt x="666173" y="227475"/>
                  </a:cubicBezTo>
                  <a:cubicBezTo>
                    <a:pt x="664549" y="229096"/>
                    <a:pt x="664549" y="229096"/>
                    <a:pt x="661302" y="230718"/>
                  </a:cubicBezTo>
                  <a:cubicBezTo>
                    <a:pt x="661302" y="230718"/>
                    <a:pt x="659678" y="230718"/>
                    <a:pt x="658054" y="230718"/>
                  </a:cubicBezTo>
                  <a:cubicBezTo>
                    <a:pt x="658054" y="230718"/>
                    <a:pt x="656431" y="230718"/>
                    <a:pt x="656431" y="232339"/>
                  </a:cubicBezTo>
                  <a:cubicBezTo>
                    <a:pt x="654807" y="232339"/>
                    <a:pt x="653183" y="233961"/>
                    <a:pt x="651559" y="235583"/>
                  </a:cubicBezTo>
                  <a:cubicBezTo>
                    <a:pt x="649935" y="237204"/>
                    <a:pt x="649935" y="235583"/>
                    <a:pt x="645064" y="238826"/>
                  </a:cubicBezTo>
                  <a:cubicBezTo>
                    <a:pt x="641816" y="240447"/>
                    <a:pt x="638569" y="242069"/>
                    <a:pt x="636945" y="243690"/>
                  </a:cubicBezTo>
                  <a:cubicBezTo>
                    <a:pt x="635321" y="245312"/>
                    <a:pt x="630450" y="245312"/>
                    <a:pt x="628826" y="246934"/>
                  </a:cubicBezTo>
                  <a:cubicBezTo>
                    <a:pt x="627202" y="248555"/>
                    <a:pt x="623955" y="253420"/>
                    <a:pt x="622331" y="253420"/>
                  </a:cubicBezTo>
                  <a:cubicBezTo>
                    <a:pt x="620707" y="253420"/>
                    <a:pt x="619083" y="251798"/>
                    <a:pt x="619083" y="251798"/>
                  </a:cubicBezTo>
                  <a:cubicBezTo>
                    <a:pt x="617459" y="251798"/>
                    <a:pt x="614212" y="248555"/>
                    <a:pt x="615836" y="251798"/>
                  </a:cubicBezTo>
                  <a:cubicBezTo>
                    <a:pt x="615836" y="255042"/>
                    <a:pt x="617459" y="256663"/>
                    <a:pt x="615836" y="258285"/>
                  </a:cubicBezTo>
                  <a:cubicBezTo>
                    <a:pt x="615836" y="258285"/>
                    <a:pt x="617459" y="259906"/>
                    <a:pt x="617459" y="261528"/>
                  </a:cubicBezTo>
                  <a:cubicBezTo>
                    <a:pt x="617459" y="263149"/>
                    <a:pt x="615836" y="264771"/>
                    <a:pt x="614212" y="264771"/>
                  </a:cubicBezTo>
                  <a:cubicBezTo>
                    <a:pt x="612588" y="266393"/>
                    <a:pt x="612588" y="266393"/>
                    <a:pt x="610964" y="264771"/>
                  </a:cubicBezTo>
                  <a:cubicBezTo>
                    <a:pt x="610964" y="264771"/>
                    <a:pt x="609340" y="264771"/>
                    <a:pt x="609340" y="264771"/>
                  </a:cubicBezTo>
                  <a:cubicBezTo>
                    <a:pt x="609340" y="264771"/>
                    <a:pt x="607717" y="264771"/>
                    <a:pt x="607717" y="264771"/>
                  </a:cubicBezTo>
                  <a:cubicBezTo>
                    <a:pt x="607717" y="264771"/>
                    <a:pt x="607717" y="264771"/>
                    <a:pt x="606093" y="266393"/>
                  </a:cubicBezTo>
                  <a:cubicBezTo>
                    <a:pt x="606093" y="269636"/>
                    <a:pt x="607717" y="269636"/>
                    <a:pt x="609340" y="271257"/>
                  </a:cubicBezTo>
                  <a:cubicBezTo>
                    <a:pt x="609340" y="276122"/>
                    <a:pt x="610964" y="272879"/>
                    <a:pt x="609340" y="276122"/>
                  </a:cubicBezTo>
                  <a:cubicBezTo>
                    <a:pt x="607717" y="279365"/>
                    <a:pt x="607717" y="277744"/>
                    <a:pt x="606093" y="279365"/>
                  </a:cubicBezTo>
                  <a:cubicBezTo>
                    <a:pt x="606093" y="282608"/>
                    <a:pt x="606093" y="280987"/>
                    <a:pt x="606093" y="282608"/>
                  </a:cubicBezTo>
                  <a:cubicBezTo>
                    <a:pt x="606093" y="285852"/>
                    <a:pt x="607717" y="285852"/>
                    <a:pt x="606093" y="289095"/>
                  </a:cubicBezTo>
                  <a:cubicBezTo>
                    <a:pt x="606093" y="290716"/>
                    <a:pt x="602845" y="289095"/>
                    <a:pt x="602845" y="290716"/>
                  </a:cubicBezTo>
                  <a:cubicBezTo>
                    <a:pt x="602845" y="292338"/>
                    <a:pt x="602845" y="292338"/>
                    <a:pt x="602845" y="293959"/>
                  </a:cubicBezTo>
                  <a:cubicBezTo>
                    <a:pt x="601221" y="297203"/>
                    <a:pt x="602845" y="298824"/>
                    <a:pt x="602845" y="302067"/>
                  </a:cubicBezTo>
                  <a:cubicBezTo>
                    <a:pt x="604469" y="306932"/>
                    <a:pt x="604469" y="306932"/>
                    <a:pt x="604469" y="310175"/>
                  </a:cubicBezTo>
                  <a:cubicBezTo>
                    <a:pt x="602845" y="315040"/>
                    <a:pt x="602845" y="315040"/>
                    <a:pt x="602845" y="315040"/>
                  </a:cubicBezTo>
                  <a:cubicBezTo>
                    <a:pt x="604469" y="315040"/>
                    <a:pt x="604469" y="315040"/>
                    <a:pt x="606093" y="316662"/>
                  </a:cubicBezTo>
                  <a:cubicBezTo>
                    <a:pt x="609340" y="316662"/>
                    <a:pt x="609340" y="315040"/>
                    <a:pt x="612588" y="318283"/>
                  </a:cubicBezTo>
                  <a:cubicBezTo>
                    <a:pt x="612588" y="318283"/>
                    <a:pt x="614212" y="316662"/>
                    <a:pt x="617459" y="321526"/>
                  </a:cubicBezTo>
                  <a:cubicBezTo>
                    <a:pt x="623955" y="326391"/>
                    <a:pt x="623955" y="328013"/>
                    <a:pt x="625578" y="328013"/>
                  </a:cubicBezTo>
                  <a:cubicBezTo>
                    <a:pt x="627202" y="328013"/>
                    <a:pt x="627202" y="328013"/>
                    <a:pt x="627202" y="328013"/>
                  </a:cubicBezTo>
                  <a:cubicBezTo>
                    <a:pt x="628826" y="328013"/>
                    <a:pt x="630450" y="328013"/>
                    <a:pt x="630450" y="329634"/>
                  </a:cubicBezTo>
                  <a:cubicBezTo>
                    <a:pt x="630450" y="331256"/>
                    <a:pt x="632074" y="332877"/>
                    <a:pt x="632074" y="334499"/>
                  </a:cubicBezTo>
                  <a:cubicBezTo>
                    <a:pt x="635321" y="339364"/>
                    <a:pt x="635321" y="336120"/>
                    <a:pt x="635321" y="339364"/>
                  </a:cubicBezTo>
                  <a:cubicBezTo>
                    <a:pt x="633697" y="342607"/>
                    <a:pt x="635321" y="340985"/>
                    <a:pt x="633697" y="342607"/>
                  </a:cubicBezTo>
                  <a:cubicBezTo>
                    <a:pt x="632074" y="345850"/>
                    <a:pt x="628826" y="345850"/>
                    <a:pt x="628826" y="347472"/>
                  </a:cubicBezTo>
                  <a:cubicBezTo>
                    <a:pt x="628826" y="349093"/>
                    <a:pt x="627202" y="349093"/>
                    <a:pt x="627202" y="350715"/>
                  </a:cubicBezTo>
                  <a:cubicBezTo>
                    <a:pt x="627202" y="350715"/>
                    <a:pt x="627202" y="350715"/>
                    <a:pt x="628826" y="352336"/>
                  </a:cubicBezTo>
                  <a:cubicBezTo>
                    <a:pt x="628826" y="353958"/>
                    <a:pt x="627202" y="355579"/>
                    <a:pt x="627202" y="357201"/>
                  </a:cubicBezTo>
                  <a:cubicBezTo>
                    <a:pt x="627202" y="357201"/>
                    <a:pt x="623955" y="360444"/>
                    <a:pt x="623955" y="362066"/>
                  </a:cubicBezTo>
                  <a:cubicBezTo>
                    <a:pt x="622331" y="362066"/>
                    <a:pt x="620707" y="363687"/>
                    <a:pt x="619083" y="363687"/>
                  </a:cubicBezTo>
                  <a:cubicBezTo>
                    <a:pt x="617459" y="365309"/>
                    <a:pt x="615836" y="363687"/>
                    <a:pt x="615836" y="365309"/>
                  </a:cubicBezTo>
                  <a:cubicBezTo>
                    <a:pt x="614212" y="366930"/>
                    <a:pt x="612588" y="368552"/>
                    <a:pt x="612588" y="368552"/>
                  </a:cubicBezTo>
                  <a:cubicBezTo>
                    <a:pt x="612588" y="368552"/>
                    <a:pt x="609340" y="368552"/>
                    <a:pt x="607717" y="368552"/>
                  </a:cubicBezTo>
                  <a:cubicBezTo>
                    <a:pt x="604469" y="370174"/>
                    <a:pt x="601221" y="371795"/>
                    <a:pt x="601221" y="371795"/>
                  </a:cubicBezTo>
                  <a:cubicBezTo>
                    <a:pt x="601221" y="371795"/>
                    <a:pt x="599598" y="370174"/>
                    <a:pt x="597974" y="371795"/>
                  </a:cubicBezTo>
                  <a:cubicBezTo>
                    <a:pt x="597974" y="373417"/>
                    <a:pt x="596350" y="373417"/>
                    <a:pt x="594726" y="376660"/>
                  </a:cubicBezTo>
                  <a:cubicBezTo>
                    <a:pt x="594726" y="381525"/>
                    <a:pt x="593102" y="376660"/>
                    <a:pt x="593102" y="381525"/>
                  </a:cubicBezTo>
                  <a:cubicBezTo>
                    <a:pt x="593102" y="386389"/>
                    <a:pt x="594726" y="389633"/>
                    <a:pt x="594726" y="391254"/>
                  </a:cubicBezTo>
                  <a:cubicBezTo>
                    <a:pt x="594726" y="394497"/>
                    <a:pt x="593102" y="396119"/>
                    <a:pt x="593102" y="396119"/>
                  </a:cubicBezTo>
                  <a:cubicBezTo>
                    <a:pt x="593102" y="397741"/>
                    <a:pt x="593102" y="400984"/>
                    <a:pt x="593102" y="400984"/>
                  </a:cubicBezTo>
                  <a:cubicBezTo>
                    <a:pt x="593102" y="402605"/>
                    <a:pt x="593102" y="402605"/>
                    <a:pt x="591479" y="405848"/>
                  </a:cubicBezTo>
                  <a:cubicBezTo>
                    <a:pt x="591479" y="407470"/>
                    <a:pt x="591479" y="409092"/>
                    <a:pt x="591479" y="410713"/>
                  </a:cubicBezTo>
                  <a:cubicBezTo>
                    <a:pt x="591479" y="412335"/>
                    <a:pt x="591479" y="412335"/>
                    <a:pt x="591479" y="413956"/>
                  </a:cubicBezTo>
                  <a:cubicBezTo>
                    <a:pt x="589855" y="415578"/>
                    <a:pt x="589855" y="413956"/>
                    <a:pt x="589855" y="417199"/>
                  </a:cubicBezTo>
                  <a:cubicBezTo>
                    <a:pt x="589855" y="418821"/>
                    <a:pt x="589855" y="417199"/>
                    <a:pt x="589855" y="418821"/>
                  </a:cubicBezTo>
                  <a:cubicBezTo>
                    <a:pt x="589855" y="418821"/>
                    <a:pt x="591479" y="417199"/>
                    <a:pt x="591479" y="415578"/>
                  </a:cubicBezTo>
                  <a:cubicBezTo>
                    <a:pt x="593102" y="415578"/>
                    <a:pt x="594726" y="412335"/>
                    <a:pt x="594726" y="410713"/>
                  </a:cubicBezTo>
                  <a:cubicBezTo>
                    <a:pt x="596350" y="410713"/>
                    <a:pt x="596350" y="409092"/>
                    <a:pt x="597974" y="409092"/>
                  </a:cubicBezTo>
                  <a:cubicBezTo>
                    <a:pt x="597974" y="409092"/>
                    <a:pt x="596350" y="420443"/>
                    <a:pt x="594726" y="422064"/>
                  </a:cubicBezTo>
                  <a:cubicBezTo>
                    <a:pt x="594726" y="425307"/>
                    <a:pt x="593102" y="423686"/>
                    <a:pt x="591479" y="428551"/>
                  </a:cubicBezTo>
                  <a:cubicBezTo>
                    <a:pt x="591479" y="433415"/>
                    <a:pt x="588231" y="436658"/>
                    <a:pt x="588231" y="436658"/>
                  </a:cubicBezTo>
                  <a:cubicBezTo>
                    <a:pt x="588231" y="436658"/>
                    <a:pt x="586607" y="430172"/>
                    <a:pt x="586607" y="428551"/>
                  </a:cubicBezTo>
                  <a:cubicBezTo>
                    <a:pt x="586607" y="428551"/>
                    <a:pt x="583360" y="428551"/>
                    <a:pt x="581736" y="431794"/>
                  </a:cubicBezTo>
                  <a:cubicBezTo>
                    <a:pt x="581736" y="435037"/>
                    <a:pt x="580112" y="435037"/>
                    <a:pt x="578488" y="436658"/>
                  </a:cubicBezTo>
                  <a:cubicBezTo>
                    <a:pt x="578488" y="439902"/>
                    <a:pt x="575241" y="438280"/>
                    <a:pt x="575241" y="439902"/>
                  </a:cubicBezTo>
                  <a:cubicBezTo>
                    <a:pt x="573617" y="439902"/>
                    <a:pt x="571993" y="439902"/>
                    <a:pt x="570369" y="438280"/>
                  </a:cubicBezTo>
                  <a:cubicBezTo>
                    <a:pt x="568746" y="438280"/>
                    <a:pt x="567122" y="438280"/>
                    <a:pt x="567122" y="438280"/>
                  </a:cubicBezTo>
                  <a:cubicBezTo>
                    <a:pt x="567122" y="438280"/>
                    <a:pt x="565498" y="438280"/>
                    <a:pt x="565498" y="438280"/>
                  </a:cubicBezTo>
                  <a:cubicBezTo>
                    <a:pt x="563874" y="438280"/>
                    <a:pt x="562250" y="438280"/>
                    <a:pt x="562250" y="438280"/>
                  </a:cubicBezTo>
                  <a:cubicBezTo>
                    <a:pt x="562250" y="438280"/>
                    <a:pt x="560627" y="438280"/>
                    <a:pt x="560627" y="438280"/>
                  </a:cubicBezTo>
                  <a:cubicBezTo>
                    <a:pt x="559003" y="438280"/>
                    <a:pt x="559003" y="438280"/>
                    <a:pt x="557379" y="439902"/>
                  </a:cubicBezTo>
                  <a:cubicBezTo>
                    <a:pt x="555755" y="443145"/>
                    <a:pt x="549260" y="441523"/>
                    <a:pt x="549260" y="443145"/>
                  </a:cubicBezTo>
                  <a:cubicBezTo>
                    <a:pt x="549260" y="444766"/>
                    <a:pt x="550884" y="446388"/>
                    <a:pt x="550884" y="449631"/>
                  </a:cubicBezTo>
                  <a:cubicBezTo>
                    <a:pt x="550884" y="454496"/>
                    <a:pt x="547636" y="456117"/>
                    <a:pt x="546012" y="456117"/>
                  </a:cubicBezTo>
                  <a:cubicBezTo>
                    <a:pt x="546012" y="456117"/>
                    <a:pt x="536270" y="456117"/>
                    <a:pt x="536270" y="456117"/>
                  </a:cubicBezTo>
                  <a:cubicBezTo>
                    <a:pt x="536270" y="456117"/>
                    <a:pt x="529774" y="459361"/>
                    <a:pt x="528151" y="457739"/>
                  </a:cubicBezTo>
                  <a:cubicBezTo>
                    <a:pt x="528151" y="456117"/>
                    <a:pt x="524903" y="451253"/>
                    <a:pt x="524903" y="451253"/>
                  </a:cubicBezTo>
                  <a:cubicBezTo>
                    <a:pt x="524903" y="449631"/>
                    <a:pt x="523279" y="448009"/>
                    <a:pt x="523279" y="446388"/>
                  </a:cubicBezTo>
                  <a:cubicBezTo>
                    <a:pt x="523279" y="446388"/>
                    <a:pt x="520032" y="444766"/>
                    <a:pt x="520032" y="443145"/>
                  </a:cubicBezTo>
                  <a:cubicBezTo>
                    <a:pt x="518408" y="439902"/>
                    <a:pt x="516784" y="438280"/>
                    <a:pt x="518408" y="436658"/>
                  </a:cubicBezTo>
                  <a:cubicBezTo>
                    <a:pt x="520032" y="435037"/>
                    <a:pt x="521655" y="433415"/>
                    <a:pt x="523279" y="430172"/>
                  </a:cubicBezTo>
                  <a:cubicBezTo>
                    <a:pt x="523279" y="428551"/>
                    <a:pt x="523279" y="428551"/>
                    <a:pt x="523279" y="425307"/>
                  </a:cubicBezTo>
                  <a:cubicBezTo>
                    <a:pt x="523279" y="423686"/>
                    <a:pt x="521655" y="423686"/>
                    <a:pt x="520032" y="420443"/>
                  </a:cubicBezTo>
                  <a:cubicBezTo>
                    <a:pt x="518408" y="417199"/>
                    <a:pt x="518408" y="413956"/>
                    <a:pt x="515160" y="412335"/>
                  </a:cubicBezTo>
                  <a:cubicBezTo>
                    <a:pt x="511912" y="409092"/>
                    <a:pt x="508665" y="409092"/>
                    <a:pt x="508665" y="405848"/>
                  </a:cubicBezTo>
                  <a:cubicBezTo>
                    <a:pt x="507041" y="402605"/>
                    <a:pt x="508665" y="397741"/>
                    <a:pt x="505417" y="394497"/>
                  </a:cubicBezTo>
                  <a:cubicBezTo>
                    <a:pt x="503793" y="389633"/>
                    <a:pt x="505417" y="384768"/>
                    <a:pt x="505417" y="383146"/>
                  </a:cubicBezTo>
                  <a:cubicBezTo>
                    <a:pt x="505417" y="381525"/>
                    <a:pt x="502169" y="379903"/>
                    <a:pt x="500546" y="379903"/>
                  </a:cubicBezTo>
                  <a:cubicBezTo>
                    <a:pt x="497298" y="378282"/>
                    <a:pt x="495674" y="378282"/>
                    <a:pt x="494050" y="375038"/>
                  </a:cubicBezTo>
                  <a:cubicBezTo>
                    <a:pt x="494050" y="371795"/>
                    <a:pt x="494050" y="370174"/>
                    <a:pt x="494050" y="368552"/>
                  </a:cubicBezTo>
                  <a:cubicBezTo>
                    <a:pt x="494050" y="365309"/>
                    <a:pt x="495674" y="365309"/>
                    <a:pt x="495674" y="363687"/>
                  </a:cubicBezTo>
                  <a:cubicBezTo>
                    <a:pt x="495674" y="363687"/>
                    <a:pt x="495674" y="363687"/>
                    <a:pt x="495674" y="362066"/>
                  </a:cubicBezTo>
                  <a:cubicBezTo>
                    <a:pt x="494050" y="358823"/>
                    <a:pt x="494050" y="357201"/>
                    <a:pt x="492427" y="357201"/>
                  </a:cubicBezTo>
                  <a:cubicBezTo>
                    <a:pt x="489179" y="355579"/>
                    <a:pt x="487555" y="355579"/>
                    <a:pt x="485931" y="353958"/>
                  </a:cubicBezTo>
                  <a:cubicBezTo>
                    <a:pt x="484308" y="350715"/>
                    <a:pt x="482684" y="350715"/>
                    <a:pt x="482684" y="347472"/>
                  </a:cubicBezTo>
                  <a:cubicBezTo>
                    <a:pt x="484308" y="345850"/>
                    <a:pt x="485931" y="340985"/>
                    <a:pt x="484308" y="340985"/>
                  </a:cubicBezTo>
                  <a:cubicBezTo>
                    <a:pt x="482684" y="340985"/>
                    <a:pt x="479436" y="352336"/>
                    <a:pt x="479436" y="353958"/>
                  </a:cubicBezTo>
                  <a:cubicBezTo>
                    <a:pt x="479436" y="355579"/>
                    <a:pt x="479436" y="360444"/>
                    <a:pt x="474565" y="362066"/>
                  </a:cubicBezTo>
                  <a:cubicBezTo>
                    <a:pt x="471317" y="362066"/>
                    <a:pt x="469693" y="363687"/>
                    <a:pt x="468070" y="365309"/>
                  </a:cubicBezTo>
                  <a:cubicBezTo>
                    <a:pt x="464822" y="365309"/>
                    <a:pt x="464822" y="365309"/>
                    <a:pt x="463198" y="366930"/>
                  </a:cubicBezTo>
                  <a:cubicBezTo>
                    <a:pt x="461574" y="368552"/>
                    <a:pt x="461574" y="368552"/>
                    <a:pt x="456703" y="371795"/>
                  </a:cubicBezTo>
                  <a:cubicBezTo>
                    <a:pt x="453455" y="373417"/>
                    <a:pt x="451832" y="375038"/>
                    <a:pt x="450208" y="376660"/>
                  </a:cubicBezTo>
                  <a:cubicBezTo>
                    <a:pt x="448584" y="376660"/>
                    <a:pt x="445336" y="381525"/>
                    <a:pt x="445336" y="381525"/>
                  </a:cubicBezTo>
                  <a:cubicBezTo>
                    <a:pt x="445336" y="381525"/>
                    <a:pt x="432346" y="388011"/>
                    <a:pt x="427475" y="388011"/>
                  </a:cubicBezTo>
                  <a:cubicBezTo>
                    <a:pt x="422603" y="386389"/>
                    <a:pt x="419356" y="386389"/>
                    <a:pt x="414484" y="383146"/>
                  </a:cubicBezTo>
                  <a:cubicBezTo>
                    <a:pt x="409613" y="381525"/>
                    <a:pt x="407989" y="381525"/>
                    <a:pt x="406365" y="379903"/>
                  </a:cubicBezTo>
                  <a:cubicBezTo>
                    <a:pt x="404742" y="378282"/>
                    <a:pt x="403118" y="376660"/>
                    <a:pt x="399870" y="376660"/>
                  </a:cubicBezTo>
                  <a:cubicBezTo>
                    <a:pt x="396623" y="375038"/>
                    <a:pt x="393375" y="375038"/>
                    <a:pt x="393375" y="371795"/>
                  </a:cubicBezTo>
                  <a:cubicBezTo>
                    <a:pt x="393375" y="368552"/>
                    <a:pt x="391751" y="366930"/>
                    <a:pt x="394999" y="365309"/>
                  </a:cubicBezTo>
                  <a:cubicBezTo>
                    <a:pt x="396623" y="363687"/>
                    <a:pt x="399870" y="358823"/>
                    <a:pt x="401494" y="358823"/>
                  </a:cubicBezTo>
                  <a:cubicBezTo>
                    <a:pt x="401494" y="357201"/>
                    <a:pt x="403118" y="353958"/>
                    <a:pt x="403118" y="352336"/>
                  </a:cubicBezTo>
                  <a:cubicBezTo>
                    <a:pt x="401494" y="350715"/>
                    <a:pt x="399870" y="349093"/>
                    <a:pt x="398246" y="350715"/>
                  </a:cubicBezTo>
                  <a:cubicBezTo>
                    <a:pt x="394999" y="353958"/>
                    <a:pt x="393375" y="353958"/>
                    <a:pt x="391751" y="353958"/>
                  </a:cubicBezTo>
                  <a:cubicBezTo>
                    <a:pt x="390127" y="355579"/>
                    <a:pt x="390127" y="355579"/>
                    <a:pt x="388504" y="353958"/>
                  </a:cubicBezTo>
                  <a:cubicBezTo>
                    <a:pt x="386880" y="353958"/>
                    <a:pt x="386880" y="350715"/>
                    <a:pt x="390127" y="347472"/>
                  </a:cubicBezTo>
                  <a:cubicBezTo>
                    <a:pt x="391751" y="345850"/>
                    <a:pt x="391751" y="344228"/>
                    <a:pt x="393375" y="339364"/>
                  </a:cubicBezTo>
                  <a:cubicBezTo>
                    <a:pt x="394999" y="334499"/>
                    <a:pt x="398246" y="336120"/>
                    <a:pt x="396623" y="332877"/>
                  </a:cubicBezTo>
                  <a:cubicBezTo>
                    <a:pt x="396623" y="331256"/>
                    <a:pt x="393375" y="328013"/>
                    <a:pt x="393375" y="328013"/>
                  </a:cubicBezTo>
                  <a:cubicBezTo>
                    <a:pt x="393375" y="328013"/>
                    <a:pt x="386880" y="328013"/>
                    <a:pt x="385256" y="326391"/>
                  </a:cubicBezTo>
                  <a:cubicBezTo>
                    <a:pt x="383632" y="326391"/>
                    <a:pt x="380385" y="323148"/>
                    <a:pt x="382008" y="319905"/>
                  </a:cubicBezTo>
                  <a:cubicBezTo>
                    <a:pt x="383632" y="318283"/>
                    <a:pt x="385256" y="311797"/>
                    <a:pt x="385256" y="310175"/>
                  </a:cubicBezTo>
                  <a:cubicBezTo>
                    <a:pt x="386880" y="306932"/>
                    <a:pt x="388504" y="305310"/>
                    <a:pt x="388504" y="303689"/>
                  </a:cubicBezTo>
                  <a:cubicBezTo>
                    <a:pt x="388504" y="302067"/>
                    <a:pt x="388504" y="298824"/>
                    <a:pt x="386880" y="298824"/>
                  </a:cubicBezTo>
                  <a:cubicBezTo>
                    <a:pt x="386880" y="298824"/>
                    <a:pt x="383632" y="297203"/>
                    <a:pt x="383632" y="295581"/>
                  </a:cubicBezTo>
                  <a:cubicBezTo>
                    <a:pt x="382008" y="293959"/>
                    <a:pt x="383632" y="289095"/>
                    <a:pt x="383632" y="287473"/>
                  </a:cubicBezTo>
                  <a:cubicBezTo>
                    <a:pt x="385256" y="285852"/>
                    <a:pt x="385256" y="282608"/>
                    <a:pt x="386880" y="280987"/>
                  </a:cubicBezTo>
                  <a:cubicBezTo>
                    <a:pt x="386880" y="279365"/>
                    <a:pt x="388504" y="276122"/>
                    <a:pt x="388504" y="276122"/>
                  </a:cubicBezTo>
                  <a:cubicBezTo>
                    <a:pt x="390127" y="276122"/>
                    <a:pt x="393375" y="274500"/>
                    <a:pt x="394999" y="272879"/>
                  </a:cubicBezTo>
                  <a:cubicBezTo>
                    <a:pt x="396623" y="271257"/>
                    <a:pt x="403118" y="268014"/>
                    <a:pt x="403118" y="268014"/>
                  </a:cubicBezTo>
                  <a:cubicBezTo>
                    <a:pt x="403118" y="268014"/>
                    <a:pt x="403118" y="268014"/>
                    <a:pt x="409613" y="263149"/>
                  </a:cubicBezTo>
                  <a:cubicBezTo>
                    <a:pt x="409613" y="263149"/>
                    <a:pt x="409613" y="261528"/>
                    <a:pt x="409613" y="259906"/>
                  </a:cubicBezTo>
                  <a:cubicBezTo>
                    <a:pt x="411237" y="259906"/>
                    <a:pt x="411237" y="256663"/>
                    <a:pt x="412861" y="258285"/>
                  </a:cubicBezTo>
                  <a:cubicBezTo>
                    <a:pt x="414484" y="258285"/>
                    <a:pt x="417732" y="258285"/>
                    <a:pt x="419356" y="258285"/>
                  </a:cubicBezTo>
                  <a:cubicBezTo>
                    <a:pt x="419356" y="258285"/>
                    <a:pt x="422603" y="255042"/>
                    <a:pt x="422603" y="255042"/>
                  </a:cubicBezTo>
                  <a:cubicBezTo>
                    <a:pt x="422603" y="255042"/>
                    <a:pt x="422603" y="253420"/>
                    <a:pt x="422603" y="251798"/>
                  </a:cubicBezTo>
                  <a:cubicBezTo>
                    <a:pt x="424227" y="250177"/>
                    <a:pt x="425851" y="248555"/>
                    <a:pt x="427475" y="248555"/>
                  </a:cubicBezTo>
                  <a:cubicBezTo>
                    <a:pt x="429099" y="248555"/>
                    <a:pt x="432346" y="248555"/>
                    <a:pt x="433970" y="248555"/>
                  </a:cubicBezTo>
                  <a:cubicBezTo>
                    <a:pt x="433970" y="246934"/>
                    <a:pt x="435594" y="246934"/>
                    <a:pt x="437218" y="246934"/>
                  </a:cubicBezTo>
                  <a:cubicBezTo>
                    <a:pt x="438841" y="248555"/>
                    <a:pt x="443713" y="248555"/>
                    <a:pt x="443713" y="246934"/>
                  </a:cubicBezTo>
                  <a:cubicBezTo>
                    <a:pt x="443713" y="245312"/>
                    <a:pt x="445336" y="243690"/>
                    <a:pt x="446960" y="240447"/>
                  </a:cubicBezTo>
                  <a:cubicBezTo>
                    <a:pt x="446960" y="238826"/>
                    <a:pt x="446960" y="235583"/>
                    <a:pt x="448584" y="233961"/>
                  </a:cubicBezTo>
                  <a:cubicBezTo>
                    <a:pt x="448584" y="232339"/>
                    <a:pt x="451832" y="229096"/>
                    <a:pt x="451832" y="230718"/>
                  </a:cubicBezTo>
                  <a:cubicBezTo>
                    <a:pt x="453455" y="232339"/>
                    <a:pt x="458327" y="230718"/>
                    <a:pt x="456703" y="232339"/>
                  </a:cubicBezTo>
                  <a:cubicBezTo>
                    <a:pt x="455079" y="233961"/>
                    <a:pt x="455079" y="237204"/>
                    <a:pt x="455079" y="238826"/>
                  </a:cubicBezTo>
                  <a:cubicBezTo>
                    <a:pt x="455079" y="238826"/>
                    <a:pt x="458327" y="237204"/>
                    <a:pt x="458327" y="237204"/>
                  </a:cubicBezTo>
                  <a:cubicBezTo>
                    <a:pt x="458327" y="237204"/>
                    <a:pt x="458327" y="237204"/>
                    <a:pt x="463198" y="232339"/>
                  </a:cubicBezTo>
                  <a:cubicBezTo>
                    <a:pt x="463198" y="232339"/>
                    <a:pt x="466446" y="229096"/>
                    <a:pt x="468070" y="227475"/>
                  </a:cubicBezTo>
                  <a:cubicBezTo>
                    <a:pt x="468070" y="224231"/>
                    <a:pt x="469693" y="219367"/>
                    <a:pt x="469693" y="219367"/>
                  </a:cubicBezTo>
                  <a:cubicBezTo>
                    <a:pt x="471317" y="219367"/>
                    <a:pt x="474565" y="217745"/>
                    <a:pt x="476189" y="217745"/>
                  </a:cubicBezTo>
                  <a:cubicBezTo>
                    <a:pt x="477812" y="216124"/>
                    <a:pt x="482684" y="212880"/>
                    <a:pt x="484308" y="211259"/>
                  </a:cubicBezTo>
                  <a:cubicBezTo>
                    <a:pt x="484308" y="211259"/>
                    <a:pt x="487555" y="206394"/>
                    <a:pt x="487555" y="206394"/>
                  </a:cubicBezTo>
                  <a:cubicBezTo>
                    <a:pt x="487555" y="206394"/>
                    <a:pt x="489179" y="203151"/>
                    <a:pt x="490803" y="203151"/>
                  </a:cubicBezTo>
                  <a:cubicBezTo>
                    <a:pt x="492427" y="203151"/>
                    <a:pt x="494050" y="203151"/>
                    <a:pt x="494050" y="203151"/>
                  </a:cubicBezTo>
                  <a:cubicBezTo>
                    <a:pt x="494050" y="204773"/>
                    <a:pt x="497298" y="203151"/>
                    <a:pt x="498922" y="203151"/>
                  </a:cubicBezTo>
                  <a:cubicBezTo>
                    <a:pt x="498922" y="201529"/>
                    <a:pt x="502169" y="199908"/>
                    <a:pt x="502169" y="199908"/>
                  </a:cubicBezTo>
                  <a:cubicBezTo>
                    <a:pt x="502169" y="199908"/>
                    <a:pt x="503793" y="198286"/>
                    <a:pt x="503793" y="196665"/>
                  </a:cubicBezTo>
                  <a:cubicBezTo>
                    <a:pt x="503793" y="193421"/>
                    <a:pt x="505417" y="188557"/>
                    <a:pt x="505417" y="188557"/>
                  </a:cubicBezTo>
                  <a:cubicBezTo>
                    <a:pt x="505417" y="188557"/>
                    <a:pt x="505417" y="185314"/>
                    <a:pt x="507041" y="186935"/>
                  </a:cubicBezTo>
                  <a:cubicBezTo>
                    <a:pt x="507041" y="186935"/>
                    <a:pt x="510288" y="185314"/>
                    <a:pt x="510288" y="185314"/>
                  </a:cubicBezTo>
                  <a:cubicBezTo>
                    <a:pt x="510288" y="185314"/>
                    <a:pt x="510288" y="185314"/>
                    <a:pt x="515160" y="183692"/>
                  </a:cubicBezTo>
                  <a:cubicBezTo>
                    <a:pt x="515160" y="183692"/>
                    <a:pt x="515160" y="183692"/>
                    <a:pt x="516784" y="178827"/>
                  </a:cubicBezTo>
                  <a:cubicBezTo>
                    <a:pt x="516784" y="178827"/>
                    <a:pt x="516784" y="175584"/>
                    <a:pt x="516784" y="173963"/>
                  </a:cubicBezTo>
                  <a:cubicBezTo>
                    <a:pt x="516784" y="170719"/>
                    <a:pt x="516784" y="170719"/>
                    <a:pt x="518408" y="169098"/>
                  </a:cubicBezTo>
                  <a:cubicBezTo>
                    <a:pt x="520032" y="167476"/>
                    <a:pt x="520032" y="167476"/>
                    <a:pt x="521655" y="165855"/>
                  </a:cubicBezTo>
                  <a:cubicBezTo>
                    <a:pt x="523279" y="165855"/>
                    <a:pt x="516784" y="164233"/>
                    <a:pt x="516784" y="164233"/>
                  </a:cubicBezTo>
                  <a:cubicBezTo>
                    <a:pt x="516784" y="160990"/>
                    <a:pt x="518408" y="156125"/>
                    <a:pt x="520032" y="156125"/>
                  </a:cubicBezTo>
                  <a:cubicBezTo>
                    <a:pt x="521655" y="156125"/>
                    <a:pt x="523279" y="156125"/>
                    <a:pt x="526527" y="157747"/>
                  </a:cubicBezTo>
                  <a:cubicBezTo>
                    <a:pt x="529774" y="157747"/>
                    <a:pt x="534646" y="154504"/>
                    <a:pt x="533022" y="154504"/>
                  </a:cubicBezTo>
                  <a:cubicBezTo>
                    <a:pt x="531398" y="154504"/>
                    <a:pt x="531398" y="154504"/>
                    <a:pt x="531398" y="151260"/>
                  </a:cubicBezTo>
                  <a:cubicBezTo>
                    <a:pt x="531398" y="146396"/>
                    <a:pt x="544389" y="135045"/>
                    <a:pt x="544389" y="135045"/>
                  </a:cubicBezTo>
                  <a:cubicBezTo>
                    <a:pt x="544389" y="135045"/>
                    <a:pt x="544389" y="131801"/>
                    <a:pt x="546012" y="131801"/>
                  </a:cubicBezTo>
                  <a:cubicBezTo>
                    <a:pt x="547636" y="130180"/>
                    <a:pt x="549260" y="125315"/>
                    <a:pt x="550884" y="125315"/>
                  </a:cubicBezTo>
                  <a:cubicBezTo>
                    <a:pt x="552508" y="125315"/>
                    <a:pt x="559003" y="118829"/>
                    <a:pt x="557379" y="118829"/>
                  </a:cubicBezTo>
                  <a:cubicBezTo>
                    <a:pt x="557379" y="118829"/>
                    <a:pt x="555755" y="118829"/>
                    <a:pt x="555755" y="115586"/>
                  </a:cubicBezTo>
                  <a:cubicBezTo>
                    <a:pt x="555755" y="112343"/>
                    <a:pt x="559003" y="109099"/>
                    <a:pt x="560627" y="109099"/>
                  </a:cubicBezTo>
                  <a:cubicBezTo>
                    <a:pt x="560627" y="109099"/>
                    <a:pt x="563874" y="107478"/>
                    <a:pt x="563874" y="107478"/>
                  </a:cubicBezTo>
                  <a:cubicBezTo>
                    <a:pt x="565498" y="107478"/>
                    <a:pt x="567122" y="105856"/>
                    <a:pt x="567122" y="104235"/>
                  </a:cubicBezTo>
                  <a:cubicBezTo>
                    <a:pt x="567122" y="100991"/>
                    <a:pt x="567122" y="99370"/>
                    <a:pt x="567122" y="99370"/>
                  </a:cubicBezTo>
                  <a:cubicBezTo>
                    <a:pt x="567122" y="100991"/>
                    <a:pt x="568746" y="99370"/>
                    <a:pt x="568746" y="97748"/>
                  </a:cubicBezTo>
                  <a:cubicBezTo>
                    <a:pt x="570369" y="97748"/>
                    <a:pt x="571993" y="96127"/>
                    <a:pt x="571993" y="97748"/>
                  </a:cubicBezTo>
                  <a:cubicBezTo>
                    <a:pt x="571993" y="99370"/>
                    <a:pt x="575241" y="97748"/>
                    <a:pt x="575241" y="97748"/>
                  </a:cubicBezTo>
                  <a:cubicBezTo>
                    <a:pt x="575241" y="97748"/>
                    <a:pt x="578488" y="92884"/>
                    <a:pt x="580112" y="94505"/>
                  </a:cubicBezTo>
                  <a:cubicBezTo>
                    <a:pt x="581736" y="94505"/>
                    <a:pt x="583360" y="94505"/>
                    <a:pt x="583360" y="97748"/>
                  </a:cubicBezTo>
                  <a:cubicBezTo>
                    <a:pt x="583360" y="99370"/>
                    <a:pt x="588231" y="99370"/>
                    <a:pt x="588231" y="99370"/>
                  </a:cubicBezTo>
                  <a:cubicBezTo>
                    <a:pt x="588231" y="99370"/>
                    <a:pt x="591479" y="96127"/>
                    <a:pt x="591479" y="92884"/>
                  </a:cubicBezTo>
                  <a:cubicBezTo>
                    <a:pt x="589855" y="91262"/>
                    <a:pt x="591479" y="88019"/>
                    <a:pt x="588231" y="88019"/>
                  </a:cubicBezTo>
                  <a:cubicBezTo>
                    <a:pt x="586607" y="88019"/>
                    <a:pt x="586607" y="88019"/>
                    <a:pt x="584983" y="88019"/>
                  </a:cubicBezTo>
                  <a:cubicBezTo>
                    <a:pt x="584983" y="88019"/>
                    <a:pt x="583360" y="86397"/>
                    <a:pt x="581736" y="88019"/>
                  </a:cubicBezTo>
                  <a:cubicBezTo>
                    <a:pt x="581736" y="88019"/>
                    <a:pt x="580112" y="88019"/>
                    <a:pt x="580112" y="88019"/>
                  </a:cubicBezTo>
                  <a:cubicBezTo>
                    <a:pt x="580112" y="88019"/>
                    <a:pt x="578488" y="88019"/>
                    <a:pt x="576864" y="89640"/>
                  </a:cubicBezTo>
                  <a:cubicBezTo>
                    <a:pt x="575241" y="91262"/>
                    <a:pt x="575241" y="91262"/>
                    <a:pt x="573617" y="91262"/>
                  </a:cubicBezTo>
                  <a:cubicBezTo>
                    <a:pt x="573617" y="91262"/>
                    <a:pt x="571993" y="91262"/>
                    <a:pt x="571993" y="91262"/>
                  </a:cubicBezTo>
                  <a:cubicBezTo>
                    <a:pt x="570369" y="91262"/>
                    <a:pt x="570369" y="91262"/>
                    <a:pt x="570369" y="89640"/>
                  </a:cubicBezTo>
                  <a:cubicBezTo>
                    <a:pt x="570369" y="89640"/>
                    <a:pt x="568746" y="88019"/>
                    <a:pt x="568746" y="88019"/>
                  </a:cubicBezTo>
                  <a:cubicBezTo>
                    <a:pt x="565498" y="89640"/>
                    <a:pt x="563874" y="89640"/>
                    <a:pt x="562250" y="91262"/>
                  </a:cubicBezTo>
                  <a:cubicBezTo>
                    <a:pt x="562250" y="91262"/>
                    <a:pt x="563874" y="84776"/>
                    <a:pt x="567122" y="83154"/>
                  </a:cubicBezTo>
                  <a:cubicBezTo>
                    <a:pt x="568746" y="81532"/>
                    <a:pt x="571993" y="78289"/>
                    <a:pt x="573617" y="76668"/>
                  </a:cubicBezTo>
                  <a:cubicBezTo>
                    <a:pt x="573617" y="75046"/>
                    <a:pt x="575241" y="70181"/>
                    <a:pt x="576864" y="68560"/>
                  </a:cubicBezTo>
                  <a:cubicBezTo>
                    <a:pt x="576864" y="66938"/>
                    <a:pt x="580112" y="63695"/>
                    <a:pt x="583360" y="63695"/>
                  </a:cubicBezTo>
                  <a:cubicBezTo>
                    <a:pt x="584983" y="63695"/>
                    <a:pt x="583360" y="70181"/>
                    <a:pt x="583360" y="73425"/>
                  </a:cubicBezTo>
                  <a:cubicBezTo>
                    <a:pt x="581736" y="75046"/>
                    <a:pt x="583360" y="76668"/>
                    <a:pt x="584983" y="75046"/>
                  </a:cubicBezTo>
                  <a:cubicBezTo>
                    <a:pt x="588231" y="73425"/>
                    <a:pt x="591479" y="70181"/>
                    <a:pt x="591479" y="71803"/>
                  </a:cubicBezTo>
                  <a:cubicBezTo>
                    <a:pt x="591479" y="73425"/>
                    <a:pt x="593102" y="75046"/>
                    <a:pt x="593102" y="76668"/>
                  </a:cubicBezTo>
                  <a:cubicBezTo>
                    <a:pt x="594726" y="78289"/>
                    <a:pt x="599598" y="76668"/>
                    <a:pt x="599598" y="76668"/>
                  </a:cubicBezTo>
                  <a:cubicBezTo>
                    <a:pt x="599598" y="76668"/>
                    <a:pt x="599598" y="76668"/>
                    <a:pt x="602845" y="73425"/>
                  </a:cubicBezTo>
                  <a:cubicBezTo>
                    <a:pt x="602845" y="73425"/>
                    <a:pt x="602845" y="73425"/>
                    <a:pt x="602845" y="70181"/>
                  </a:cubicBezTo>
                  <a:cubicBezTo>
                    <a:pt x="602845" y="70181"/>
                    <a:pt x="601221" y="68560"/>
                    <a:pt x="601221" y="66938"/>
                  </a:cubicBezTo>
                  <a:cubicBezTo>
                    <a:pt x="601221" y="66938"/>
                    <a:pt x="607717" y="66938"/>
                    <a:pt x="609340" y="68560"/>
                  </a:cubicBezTo>
                  <a:cubicBezTo>
                    <a:pt x="609340" y="68560"/>
                    <a:pt x="612588" y="66938"/>
                    <a:pt x="612588" y="66938"/>
                  </a:cubicBezTo>
                  <a:cubicBezTo>
                    <a:pt x="614212" y="66938"/>
                    <a:pt x="612588" y="65317"/>
                    <a:pt x="610964" y="63695"/>
                  </a:cubicBezTo>
                  <a:cubicBezTo>
                    <a:pt x="610964" y="62074"/>
                    <a:pt x="607717" y="57209"/>
                    <a:pt x="609340" y="55587"/>
                  </a:cubicBezTo>
                  <a:cubicBezTo>
                    <a:pt x="609340" y="53966"/>
                    <a:pt x="615836" y="47479"/>
                    <a:pt x="615836" y="49101"/>
                  </a:cubicBezTo>
                  <a:cubicBezTo>
                    <a:pt x="617459" y="50722"/>
                    <a:pt x="622331" y="50722"/>
                    <a:pt x="622331" y="53966"/>
                  </a:cubicBezTo>
                  <a:cubicBezTo>
                    <a:pt x="622331" y="58830"/>
                    <a:pt x="625578" y="58830"/>
                    <a:pt x="625578" y="58830"/>
                  </a:cubicBezTo>
                  <a:cubicBezTo>
                    <a:pt x="627202" y="58830"/>
                    <a:pt x="630450" y="57209"/>
                    <a:pt x="630450" y="57209"/>
                  </a:cubicBezTo>
                  <a:cubicBezTo>
                    <a:pt x="632074" y="57209"/>
                    <a:pt x="636945" y="53966"/>
                    <a:pt x="636945" y="53966"/>
                  </a:cubicBezTo>
                  <a:cubicBezTo>
                    <a:pt x="636945" y="53966"/>
                    <a:pt x="636945" y="53966"/>
                    <a:pt x="636945" y="49101"/>
                  </a:cubicBezTo>
                  <a:cubicBezTo>
                    <a:pt x="636945" y="49101"/>
                    <a:pt x="636945" y="45858"/>
                    <a:pt x="638569" y="45858"/>
                  </a:cubicBezTo>
                  <a:cubicBezTo>
                    <a:pt x="638569" y="44236"/>
                    <a:pt x="643440" y="40993"/>
                    <a:pt x="643440" y="42615"/>
                  </a:cubicBezTo>
                  <a:cubicBezTo>
                    <a:pt x="643440" y="42615"/>
                    <a:pt x="648312" y="44236"/>
                    <a:pt x="648312" y="45858"/>
                  </a:cubicBezTo>
                  <a:cubicBezTo>
                    <a:pt x="648312" y="49101"/>
                    <a:pt x="649935" y="50722"/>
                    <a:pt x="651559" y="50722"/>
                  </a:cubicBezTo>
                  <a:cubicBezTo>
                    <a:pt x="654807" y="50722"/>
                    <a:pt x="659678" y="49101"/>
                    <a:pt x="659678" y="49101"/>
                  </a:cubicBezTo>
                  <a:cubicBezTo>
                    <a:pt x="659678" y="49101"/>
                    <a:pt x="672668" y="44236"/>
                    <a:pt x="672668" y="40993"/>
                  </a:cubicBezTo>
                  <a:cubicBezTo>
                    <a:pt x="672668" y="39371"/>
                    <a:pt x="671045" y="37750"/>
                    <a:pt x="672668" y="37750"/>
                  </a:cubicBezTo>
                  <a:cubicBezTo>
                    <a:pt x="674292" y="36128"/>
                    <a:pt x="679164" y="36128"/>
                    <a:pt x="680787" y="37750"/>
                  </a:cubicBezTo>
                  <a:cubicBezTo>
                    <a:pt x="680787" y="39371"/>
                    <a:pt x="682411" y="39371"/>
                    <a:pt x="684035" y="39371"/>
                  </a:cubicBezTo>
                  <a:cubicBezTo>
                    <a:pt x="685659" y="39371"/>
                    <a:pt x="690530" y="36128"/>
                    <a:pt x="690530" y="36128"/>
                  </a:cubicBezTo>
                  <a:cubicBezTo>
                    <a:pt x="690530" y="34507"/>
                    <a:pt x="688906" y="34507"/>
                    <a:pt x="687283" y="31264"/>
                  </a:cubicBezTo>
                  <a:cubicBezTo>
                    <a:pt x="687283" y="29642"/>
                    <a:pt x="685659" y="28020"/>
                    <a:pt x="687283" y="29642"/>
                  </a:cubicBezTo>
                  <a:cubicBezTo>
                    <a:pt x="687283" y="29642"/>
                    <a:pt x="688906" y="29642"/>
                    <a:pt x="690530" y="29642"/>
                  </a:cubicBezTo>
                  <a:cubicBezTo>
                    <a:pt x="692154" y="29642"/>
                    <a:pt x="693778" y="28020"/>
                    <a:pt x="693778" y="29642"/>
                  </a:cubicBezTo>
                  <a:cubicBezTo>
                    <a:pt x="695402" y="31264"/>
                    <a:pt x="697025" y="32885"/>
                    <a:pt x="700273" y="32885"/>
                  </a:cubicBezTo>
                  <a:cubicBezTo>
                    <a:pt x="700273" y="32885"/>
                    <a:pt x="703521" y="32885"/>
                    <a:pt x="705144" y="32885"/>
                  </a:cubicBezTo>
                  <a:cubicBezTo>
                    <a:pt x="706768" y="31264"/>
                    <a:pt x="708392" y="31264"/>
                    <a:pt x="708392" y="31264"/>
                  </a:cubicBezTo>
                  <a:cubicBezTo>
                    <a:pt x="710016" y="31264"/>
                    <a:pt x="710016" y="29642"/>
                    <a:pt x="711640" y="29642"/>
                  </a:cubicBezTo>
                  <a:cubicBezTo>
                    <a:pt x="713263" y="28020"/>
                    <a:pt x="716511" y="26399"/>
                    <a:pt x="716511" y="26399"/>
                  </a:cubicBezTo>
                  <a:cubicBezTo>
                    <a:pt x="716511" y="26399"/>
                    <a:pt x="723006" y="24777"/>
                    <a:pt x="724630" y="23156"/>
                  </a:cubicBezTo>
                  <a:cubicBezTo>
                    <a:pt x="724630" y="23156"/>
                    <a:pt x="726254" y="18291"/>
                    <a:pt x="727878" y="18291"/>
                  </a:cubicBezTo>
                  <a:cubicBezTo>
                    <a:pt x="729501" y="19912"/>
                    <a:pt x="732749" y="18291"/>
                    <a:pt x="732749" y="18291"/>
                  </a:cubicBezTo>
                  <a:cubicBezTo>
                    <a:pt x="734373" y="16669"/>
                    <a:pt x="740868" y="15048"/>
                    <a:pt x="740868" y="13426"/>
                  </a:cubicBezTo>
                  <a:cubicBezTo>
                    <a:pt x="740868" y="10183"/>
                    <a:pt x="742492" y="6940"/>
                    <a:pt x="742492" y="6940"/>
                  </a:cubicBezTo>
                  <a:cubicBezTo>
                    <a:pt x="742492" y="6940"/>
                    <a:pt x="747363" y="5318"/>
                    <a:pt x="750611" y="5318"/>
                  </a:cubicBezTo>
                  <a:cubicBezTo>
                    <a:pt x="753858" y="6940"/>
                    <a:pt x="758730" y="2075"/>
                    <a:pt x="758730" y="2075"/>
                  </a:cubicBezTo>
                  <a:cubicBezTo>
                    <a:pt x="758730" y="2075"/>
                    <a:pt x="758730" y="8561"/>
                    <a:pt x="753858" y="11805"/>
                  </a:cubicBezTo>
                  <a:cubicBezTo>
                    <a:pt x="750611" y="15048"/>
                    <a:pt x="747363" y="18291"/>
                    <a:pt x="744116" y="23156"/>
                  </a:cubicBezTo>
                  <a:cubicBezTo>
                    <a:pt x="742492" y="26399"/>
                    <a:pt x="742492" y="26399"/>
                    <a:pt x="742492" y="28020"/>
                  </a:cubicBezTo>
                  <a:cubicBezTo>
                    <a:pt x="747363" y="29642"/>
                    <a:pt x="752235" y="26399"/>
                    <a:pt x="753858" y="26399"/>
                  </a:cubicBezTo>
                  <a:cubicBezTo>
                    <a:pt x="755482" y="24777"/>
                    <a:pt x="761977" y="19912"/>
                    <a:pt x="761977" y="18291"/>
                  </a:cubicBezTo>
                  <a:cubicBezTo>
                    <a:pt x="761977" y="16669"/>
                    <a:pt x="765225" y="11805"/>
                    <a:pt x="766849" y="10183"/>
                  </a:cubicBezTo>
                  <a:cubicBezTo>
                    <a:pt x="766849" y="8561"/>
                    <a:pt x="768472" y="5318"/>
                    <a:pt x="770096" y="6940"/>
                  </a:cubicBezTo>
                  <a:cubicBezTo>
                    <a:pt x="771720" y="6940"/>
                    <a:pt x="771720" y="16669"/>
                    <a:pt x="771720" y="18291"/>
                  </a:cubicBezTo>
                  <a:cubicBezTo>
                    <a:pt x="770096" y="19912"/>
                    <a:pt x="770096" y="19912"/>
                    <a:pt x="771720" y="21534"/>
                  </a:cubicBezTo>
                  <a:cubicBezTo>
                    <a:pt x="771720" y="21534"/>
                    <a:pt x="773344" y="21534"/>
                    <a:pt x="774968" y="19912"/>
                  </a:cubicBezTo>
                  <a:cubicBezTo>
                    <a:pt x="776591" y="19912"/>
                    <a:pt x="776591" y="19912"/>
                    <a:pt x="778215" y="19912"/>
                  </a:cubicBezTo>
                  <a:cubicBezTo>
                    <a:pt x="778215" y="19912"/>
                    <a:pt x="781463" y="16669"/>
                    <a:pt x="781463" y="16669"/>
                  </a:cubicBezTo>
                  <a:cubicBezTo>
                    <a:pt x="781463" y="16669"/>
                    <a:pt x="784710" y="8561"/>
                    <a:pt x="784710" y="6940"/>
                  </a:cubicBezTo>
                  <a:cubicBezTo>
                    <a:pt x="784710" y="3697"/>
                    <a:pt x="786334" y="3697"/>
                    <a:pt x="787958" y="2075"/>
                  </a:cubicBezTo>
                  <a:cubicBezTo>
                    <a:pt x="791206" y="2075"/>
                    <a:pt x="796077" y="-1168"/>
                    <a:pt x="797701" y="454"/>
                  </a:cubicBezTo>
                  <a:close/>
                </a:path>
              </a:pathLst>
            </a:custGeom>
            <a:solidFill>
              <a:schemeClr val="bg1">
                <a:lumMod val="85000"/>
              </a:schemeClr>
            </a:solidFill>
            <a:ln>
              <a:noFill/>
            </a:ln>
          </p:spPr>
          <p:txBody>
            <a:bodyPr anchor="ctr"/>
            <a:lstStyle/>
            <a:p>
              <a:pPr algn="ctr"/>
              <a:endParaRPr/>
            </a:p>
          </p:txBody>
        </p:sp>
        <p:sp>
          <p:nvSpPr>
            <p:cNvPr id="45" name="íṩlíḑé"/>
            <p:cNvSpPr/>
            <p:nvPr/>
          </p:nvSpPr>
          <p:spPr bwMode="auto">
            <a:xfrm>
              <a:off x="6646864" y="3384550"/>
              <a:ext cx="134938" cy="249238"/>
            </a:xfrm>
            <a:custGeom>
              <a:avLst/>
              <a:gdLst>
                <a:gd name="T0" fmla="*/ 77 w 83"/>
                <a:gd name="T1" fmla="*/ 16 h 154"/>
                <a:gd name="T2" fmla="*/ 75 w 83"/>
                <a:gd name="T3" fmla="*/ 10 h 154"/>
                <a:gd name="T4" fmla="*/ 72 w 83"/>
                <a:gd name="T5" fmla="*/ 2 h 154"/>
                <a:gd name="T6" fmla="*/ 67 w 83"/>
                <a:gd name="T7" fmla="*/ 0 h 154"/>
                <a:gd name="T8" fmla="*/ 63 w 83"/>
                <a:gd name="T9" fmla="*/ 5 h 154"/>
                <a:gd name="T10" fmla="*/ 64 w 83"/>
                <a:gd name="T11" fmla="*/ 12 h 154"/>
                <a:gd name="T12" fmla="*/ 58 w 83"/>
                <a:gd name="T13" fmla="*/ 17 h 154"/>
                <a:gd name="T14" fmla="*/ 54 w 83"/>
                <a:gd name="T15" fmla="*/ 21 h 154"/>
                <a:gd name="T16" fmla="*/ 53 w 83"/>
                <a:gd name="T17" fmla="*/ 23 h 154"/>
                <a:gd name="T18" fmla="*/ 51 w 83"/>
                <a:gd name="T19" fmla="*/ 30 h 154"/>
                <a:gd name="T20" fmla="*/ 46 w 83"/>
                <a:gd name="T21" fmla="*/ 34 h 154"/>
                <a:gd name="T22" fmla="*/ 39 w 83"/>
                <a:gd name="T23" fmla="*/ 37 h 154"/>
                <a:gd name="T24" fmla="*/ 36 w 83"/>
                <a:gd name="T25" fmla="*/ 43 h 154"/>
                <a:gd name="T26" fmla="*/ 30 w 83"/>
                <a:gd name="T27" fmla="*/ 41 h 154"/>
                <a:gd name="T28" fmla="*/ 22 w 83"/>
                <a:gd name="T29" fmla="*/ 43 h 154"/>
                <a:gd name="T30" fmla="*/ 16 w 83"/>
                <a:gd name="T31" fmla="*/ 45 h 154"/>
                <a:gd name="T32" fmla="*/ 12 w 83"/>
                <a:gd name="T33" fmla="*/ 55 h 154"/>
                <a:gd name="T34" fmla="*/ 10 w 83"/>
                <a:gd name="T35" fmla="*/ 61 h 154"/>
                <a:gd name="T36" fmla="*/ 10 w 83"/>
                <a:gd name="T37" fmla="*/ 66 h 154"/>
                <a:gd name="T38" fmla="*/ 11 w 83"/>
                <a:gd name="T39" fmla="*/ 69 h 154"/>
                <a:gd name="T40" fmla="*/ 13 w 83"/>
                <a:gd name="T41" fmla="*/ 80 h 154"/>
                <a:gd name="T42" fmla="*/ 14 w 83"/>
                <a:gd name="T43" fmla="*/ 85 h 154"/>
                <a:gd name="T44" fmla="*/ 12 w 83"/>
                <a:gd name="T45" fmla="*/ 94 h 154"/>
                <a:gd name="T46" fmla="*/ 8 w 83"/>
                <a:gd name="T47" fmla="*/ 100 h 154"/>
                <a:gd name="T48" fmla="*/ 8 w 83"/>
                <a:gd name="T49" fmla="*/ 103 h 154"/>
                <a:gd name="T50" fmla="*/ 3 w 83"/>
                <a:gd name="T51" fmla="*/ 107 h 154"/>
                <a:gd name="T52" fmla="*/ 5 w 83"/>
                <a:gd name="T53" fmla="*/ 115 h 154"/>
                <a:gd name="T54" fmla="*/ 2 w 83"/>
                <a:gd name="T55" fmla="*/ 120 h 154"/>
                <a:gd name="T56" fmla="*/ 6 w 83"/>
                <a:gd name="T57" fmla="*/ 129 h 154"/>
                <a:gd name="T58" fmla="*/ 5 w 83"/>
                <a:gd name="T59" fmla="*/ 137 h 154"/>
                <a:gd name="T60" fmla="*/ 7 w 83"/>
                <a:gd name="T61" fmla="*/ 140 h 154"/>
                <a:gd name="T62" fmla="*/ 11 w 83"/>
                <a:gd name="T63" fmla="*/ 147 h 154"/>
                <a:gd name="T64" fmla="*/ 16 w 83"/>
                <a:gd name="T65" fmla="*/ 150 h 154"/>
                <a:gd name="T66" fmla="*/ 20 w 83"/>
                <a:gd name="T67" fmla="*/ 152 h 154"/>
                <a:gd name="T68" fmla="*/ 24 w 83"/>
                <a:gd name="T69" fmla="*/ 154 h 154"/>
                <a:gd name="T70" fmla="*/ 32 w 83"/>
                <a:gd name="T71" fmla="*/ 151 h 154"/>
                <a:gd name="T72" fmla="*/ 38 w 83"/>
                <a:gd name="T73" fmla="*/ 149 h 154"/>
                <a:gd name="T74" fmla="*/ 43 w 83"/>
                <a:gd name="T75" fmla="*/ 146 h 154"/>
                <a:gd name="T76" fmla="*/ 47 w 83"/>
                <a:gd name="T77" fmla="*/ 140 h 154"/>
                <a:gd name="T78" fmla="*/ 49 w 83"/>
                <a:gd name="T79" fmla="*/ 134 h 154"/>
                <a:gd name="T80" fmla="*/ 52 w 83"/>
                <a:gd name="T81" fmla="*/ 125 h 154"/>
                <a:gd name="T82" fmla="*/ 53 w 83"/>
                <a:gd name="T83" fmla="*/ 118 h 154"/>
                <a:gd name="T84" fmla="*/ 56 w 83"/>
                <a:gd name="T85" fmla="*/ 110 h 154"/>
                <a:gd name="T86" fmla="*/ 58 w 83"/>
                <a:gd name="T87" fmla="*/ 102 h 154"/>
                <a:gd name="T88" fmla="*/ 61 w 83"/>
                <a:gd name="T89" fmla="*/ 95 h 154"/>
                <a:gd name="T90" fmla="*/ 63 w 83"/>
                <a:gd name="T91" fmla="*/ 89 h 154"/>
                <a:gd name="T92" fmla="*/ 66 w 83"/>
                <a:gd name="T93" fmla="*/ 79 h 154"/>
                <a:gd name="T94" fmla="*/ 68 w 83"/>
                <a:gd name="T95" fmla="*/ 71 h 154"/>
                <a:gd name="T96" fmla="*/ 70 w 83"/>
                <a:gd name="T97" fmla="*/ 61 h 154"/>
                <a:gd name="T98" fmla="*/ 74 w 83"/>
                <a:gd name="T99" fmla="*/ 52 h 154"/>
                <a:gd name="T100" fmla="*/ 74 w 83"/>
                <a:gd name="T101" fmla="*/ 43 h 154"/>
                <a:gd name="T102" fmla="*/ 75 w 83"/>
                <a:gd name="T103" fmla="*/ 37 h 154"/>
                <a:gd name="T104" fmla="*/ 80 w 83"/>
                <a:gd name="T105" fmla="*/ 41 h 154"/>
                <a:gd name="T106" fmla="*/ 83 w 83"/>
                <a:gd name="T107" fmla="*/ 36 h 154"/>
                <a:gd name="T108" fmla="*/ 77 w 83"/>
                <a:gd name="T109" fmla="*/ 2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3" h="154">
                  <a:moveTo>
                    <a:pt x="77" y="21"/>
                  </a:moveTo>
                  <a:cubicBezTo>
                    <a:pt x="77" y="20"/>
                    <a:pt x="77" y="17"/>
                    <a:pt x="77" y="16"/>
                  </a:cubicBezTo>
                  <a:cubicBezTo>
                    <a:pt x="77" y="15"/>
                    <a:pt x="78" y="13"/>
                    <a:pt x="77" y="13"/>
                  </a:cubicBezTo>
                  <a:cubicBezTo>
                    <a:pt x="76" y="13"/>
                    <a:pt x="75" y="10"/>
                    <a:pt x="75" y="10"/>
                  </a:cubicBezTo>
                  <a:cubicBezTo>
                    <a:pt x="75" y="10"/>
                    <a:pt x="75" y="7"/>
                    <a:pt x="74" y="6"/>
                  </a:cubicBezTo>
                  <a:cubicBezTo>
                    <a:pt x="73" y="5"/>
                    <a:pt x="74" y="1"/>
                    <a:pt x="72" y="2"/>
                  </a:cubicBezTo>
                  <a:cubicBezTo>
                    <a:pt x="71" y="2"/>
                    <a:pt x="70" y="1"/>
                    <a:pt x="69" y="1"/>
                  </a:cubicBezTo>
                  <a:cubicBezTo>
                    <a:pt x="68" y="1"/>
                    <a:pt x="67" y="0"/>
                    <a:pt x="67" y="0"/>
                  </a:cubicBezTo>
                  <a:cubicBezTo>
                    <a:pt x="65" y="3"/>
                    <a:pt x="65" y="3"/>
                    <a:pt x="65" y="3"/>
                  </a:cubicBezTo>
                  <a:cubicBezTo>
                    <a:pt x="65" y="3"/>
                    <a:pt x="63" y="4"/>
                    <a:pt x="63" y="5"/>
                  </a:cubicBezTo>
                  <a:cubicBezTo>
                    <a:pt x="64" y="6"/>
                    <a:pt x="64" y="9"/>
                    <a:pt x="64" y="9"/>
                  </a:cubicBezTo>
                  <a:cubicBezTo>
                    <a:pt x="64" y="9"/>
                    <a:pt x="66" y="10"/>
                    <a:pt x="64" y="12"/>
                  </a:cubicBezTo>
                  <a:cubicBezTo>
                    <a:pt x="64" y="12"/>
                    <a:pt x="62" y="13"/>
                    <a:pt x="61" y="14"/>
                  </a:cubicBezTo>
                  <a:cubicBezTo>
                    <a:pt x="59" y="17"/>
                    <a:pt x="59" y="17"/>
                    <a:pt x="58" y="17"/>
                  </a:cubicBezTo>
                  <a:cubicBezTo>
                    <a:pt x="55" y="18"/>
                    <a:pt x="53" y="17"/>
                    <a:pt x="54" y="18"/>
                  </a:cubicBezTo>
                  <a:cubicBezTo>
                    <a:pt x="54" y="19"/>
                    <a:pt x="54" y="19"/>
                    <a:pt x="54" y="21"/>
                  </a:cubicBezTo>
                  <a:cubicBezTo>
                    <a:pt x="53" y="22"/>
                    <a:pt x="53" y="22"/>
                    <a:pt x="53" y="22"/>
                  </a:cubicBezTo>
                  <a:cubicBezTo>
                    <a:pt x="53" y="22"/>
                    <a:pt x="53" y="22"/>
                    <a:pt x="53" y="23"/>
                  </a:cubicBezTo>
                  <a:cubicBezTo>
                    <a:pt x="52" y="26"/>
                    <a:pt x="52" y="27"/>
                    <a:pt x="52" y="27"/>
                  </a:cubicBezTo>
                  <a:cubicBezTo>
                    <a:pt x="51" y="30"/>
                    <a:pt x="51" y="30"/>
                    <a:pt x="51" y="30"/>
                  </a:cubicBezTo>
                  <a:cubicBezTo>
                    <a:pt x="49" y="29"/>
                    <a:pt x="46" y="31"/>
                    <a:pt x="46" y="31"/>
                  </a:cubicBezTo>
                  <a:cubicBezTo>
                    <a:pt x="47" y="33"/>
                    <a:pt x="46" y="32"/>
                    <a:pt x="46" y="34"/>
                  </a:cubicBezTo>
                  <a:cubicBezTo>
                    <a:pt x="45" y="37"/>
                    <a:pt x="43" y="36"/>
                    <a:pt x="43" y="36"/>
                  </a:cubicBezTo>
                  <a:cubicBezTo>
                    <a:pt x="40" y="37"/>
                    <a:pt x="40" y="36"/>
                    <a:pt x="39" y="37"/>
                  </a:cubicBezTo>
                  <a:cubicBezTo>
                    <a:pt x="37" y="39"/>
                    <a:pt x="36" y="40"/>
                    <a:pt x="36" y="40"/>
                  </a:cubicBezTo>
                  <a:cubicBezTo>
                    <a:pt x="36" y="40"/>
                    <a:pt x="37" y="42"/>
                    <a:pt x="36" y="43"/>
                  </a:cubicBezTo>
                  <a:cubicBezTo>
                    <a:pt x="33" y="42"/>
                    <a:pt x="33" y="42"/>
                    <a:pt x="33" y="42"/>
                  </a:cubicBezTo>
                  <a:cubicBezTo>
                    <a:pt x="30" y="41"/>
                    <a:pt x="30" y="41"/>
                    <a:pt x="30" y="41"/>
                  </a:cubicBezTo>
                  <a:cubicBezTo>
                    <a:pt x="26" y="43"/>
                    <a:pt x="26" y="43"/>
                    <a:pt x="26" y="43"/>
                  </a:cubicBezTo>
                  <a:cubicBezTo>
                    <a:pt x="26" y="43"/>
                    <a:pt x="23" y="43"/>
                    <a:pt x="22" y="43"/>
                  </a:cubicBezTo>
                  <a:cubicBezTo>
                    <a:pt x="22" y="43"/>
                    <a:pt x="20" y="45"/>
                    <a:pt x="19" y="46"/>
                  </a:cubicBezTo>
                  <a:cubicBezTo>
                    <a:pt x="19" y="46"/>
                    <a:pt x="17" y="44"/>
                    <a:pt x="16" y="45"/>
                  </a:cubicBezTo>
                  <a:cubicBezTo>
                    <a:pt x="14" y="48"/>
                    <a:pt x="14" y="48"/>
                    <a:pt x="14" y="49"/>
                  </a:cubicBezTo>
                  <a:cubicBezTo>
                    <a:pt x="14" y="53"/>
                    <a:pt x="13" y="54"/>
                    <a:pt x="12" y="55"/>
                  </a:cubicBezTo>
                  <a:cubicBezTo>
                    <a:pt x="11" y="57"/>
                    <a:pt x="12" y="56"/>
                    <a:pt x="11" y="58"/>
                  </a:cubicBezTo>
                  <a:cubicBezTo>
                    <a:pt x="11" y="59"/>
                    <a:pt x="10" y="59"/>
                    <a:pt x="10" y="61"/>
                  </a:cubicBezTo>
                  <a:cubicBezTo>
                    <a:pt x="10" y="62"/>
                    <a:pt x="11" y="61"/>
                    <a:pt x="10" y="63"/>
                  </a:cubicBezTo>
                  <a:cubicBezTo>
                    <a:pt x="10" y="65"/>
                    <a:pt x="10" y="65"/>
                    <a:pt x="10" y="66"/>
                  </a:cubicBezTo>
                  <a:cubicBezTo>
                    <a:pt x="10" y="66"/>
                    <a:pt x="10" y="66"/>
                    <a:pt x="10" y="66"/>
                  </a:cubicBezTo>
                  <a:cubicBezTo>
                    <a:pt x="10" y="67"/>
                    <a:pt x="10" y="68"/>
                    <a:pt x="11" y="69"/>
                  </a:cubicBezTo>
                  <a:cubicBezTo>
                    <a:pt x="12" y="76"/>
                    <a:pt x="11" y="78"/>
                    <a:pt x="11" y="78"/>
                  </a:cubicBezTo>
                  <a:cubicBezTo>
                    <a:pt x="11" y="78"/>
                    <a:pt x="12" y="79"/>
                    <a:pt x="13" y="80"/>
                  </a:cubicBezTo>
                  <a:cubicBezTo>
                    <a:pt x="13" y="82"/>
                    <a:pt x="14" y="82"/>
                    <a:pt x="14" y="84"/>
                  </a:cubicBezTo>
                  <a:cubicBezTo>
                    <a:pt x="14" y="85"/>
                    <a:pt x="14" y="82"/>
                    <a:pt x="14" y="85"/>
                  </a:cubicBezTo>
                  <a:cubicBezTo>
                    <a:pt x="14" y="89"/>
                    <a:pt x="14" y="90"/>
                    <a:pt x="13" y="91"/>
                  </a:cubicBezTo>
                  <a:cubicBezTo>
                    <a:pt x="12" y="92"/>
                    <a:pt x="13" y="91"/>
                    <a:pt x="12" y="94"/>
                  </a:cubicBezTo>
                  <a:cubicBezTo>
                    <a:pt x="11" y="96"/>
                    <a:pt x="10" y="97"/>
                    <a:pt x="10" y="98"/>
                  </a:cubicBezTo>
                  <a:cubicBezTo>
                    <a:pt x="9" y="99"/>
                    <a:pt x="8" y="98"/>
                    <a:pt x="8" y="100"/>
                  </a:cubicBezTo>
                  <a:cubicBezTo>
                    <a:pt x="8" y="102"/>
                    <a:pt x="8" y="100"/>
                    <a:pt x="8" y="102"/>
                  </a:cubicBezTo>
                  <a:cubicBezTo>
                    <a:pt x="8" y="103"/>
                    <a:pt x="8" y="103"/>
                    <a:pt x="8" y="103"/>
                  </a:cubicBezTo>
                  <a:cubicBezTo>
                    <a:pt x="8" y="103"/>
                    <a:pt x="5" y="103"/>
                    <a:pt x="5" y="104"/>
                  </a:cubicBezTo>
                  <a:cubicBezTo>
                    <a:pt x="4" y="106"/>
                    <a:pt x="4" y="106"/>
                    <a:pt x="3" y="107"/>
                  </a:cubicBezTo>
                  <a:cubicBezTo>
                    <a:pt x="2" y="110"/>
                    <a:pt x="2" y="109"/>
                    <a:pt x="2" y="110"/>
                  </a:cubicBezTo>
                  <a:cubicBezTo>
                    <a:pt x="3" y="113"/>
                    <a:pt x="6" y="115"/>
                    <a:pt x="5" y="115"/>
                  </a:cubicBezTo>
                  <a:cubicBezTo>
                    <a:pt x="2" y="115"/>
                    <a:pt x="2" y="116"/>
                    <a:pt x="2" y="117"/>
                  </a:cubicBezTo>
                  <a:cubicBezTo>
                    <a:pt x="2" y="117"/>
                    <a:pt x="2" y="119"/>
                    <a:pt x="2" y="120"/>
                  </a:cubicBezTo>
                  <a:cubicBezTo>
                    <a:pt x="2" y="121"/>
                    <a:pt x="0" y="120"/>
                    <a:pt x="2" y="123"/>
                  </a:cubicBezTo>
                  <a:cubicBezTo>
                    <a:pt x="5" y="125"/>
                    <a:pt x="6" y="127"/>
                    <a:pt x="6" y="129"/>
                  </a:cubicBezTo>
                  <a:cubicBezTo>
                    <a:pt x="6" y="130"/>
                    <a:pt x="7" y="125"/>
                    <a:pt x="6" y="131"/>
                  </a:cubicBezTo>
                  <a:cubicBezTo>
                    <a:pt x="5" y="137"/>
                    <a:pt x="5" y="137"/>
                    <a:pt x="5" y="137"/>
                  </a:cubicBezTo>
                  <a:cubicBezTo>
                    <a:pt x="5" y="137"/>
                    <a:pt x="5" y="138"/>
                    <a:pt x="5" y="139"/>
                  </a:cubicBezTo>
                  <a:cubicBezTo>
                    <a:pt x="5" y="139"/>
                    <a:pt x="6" y="139"/>
                    <a:pt x="7" y="140"/>
                  </a:cubicBezTo>
                  <a:cubicBezTo>
                    <a:pt x="8" y="142"/>
                    <a:pt x="9" y="143"/>
                    <a:pt x="9" y="144"/>
                  </a:cubicBezTo>
                  <a:cubicBezTo>
                    <a:pt x="11" y="147"/>
                    <a:pt x="11" y="147"/>
                    <a:pt x="11" y="147"/>
                  </a:cubicBezTo>
                  <a:cubicBezTo>
                    <a:pt x="14" y="148"/>
                    <a:pt x="14" y="148"/>
                    <a:pt x="14" y="148"/>
                  </a:cubicBezTo>
                  <a:cubicBezTo>
                    <a:pt x="16" y="150"/>
                    <a:pt x="16" y="150"/>
                    <a:pt x="16" y="150"/>
                  </a:cubicBezTo>
                  <a:cubicBezTo>
                    <a:pt x="17" y="152"/>
                    <a:pt x="17" y="152"/>
                    <a:pt x="17" y="152"/>
                  </a:cubicBezTo>
                  <a:cubicBezTo>
                    <a:pt x="20" y="152"/>
                    <a:pt x="20" y="152"/>
                    <a:pt x="20" y="152"/>
                  </a:cubicBezTo>
                  <a:cubicBezTo>
                    <a:pt x="22" y="154"/>
                    <a:pt x="22" y="154"/>
                    <a:pt x="22" y="154"/>
                  </a:cubicBezTo>
                  <a:cubicBezTo>
                    <a:pt x="24" y="154"/>
                    <a:pt x="24" y="154"/>
                    <a:pt x="24" y="154"/>
                  </a:cubicBezTo>
                  <a:cubicBezTo>
                    <a:pt x="28" y="153"/>
                    <a:pt x="28" y="153"/>
                    <a:pt x="28" y="153"/>
                  </a:cubicBezTo>
                  <a:cubicBezTo>
                    <a:pt x="32" y="151"/>
                    <a:pt x="32" y="151"/>
                    <a:pt x="32" y="151"/>
                  </a:cubicBezTo>
                  <a:cubicBezTo>
                    <a:pt x="36" y="150"/>
                    <a:pt x="36" y="150"/>
                    <a:pt x="36" y="150"/>
                  </a:cubicBezTo>
                  <a:cubicBezTo>
                    <a:pt x="36" y="150"/>
                    <a:pt x="38" y="149"/>
                    <a:pt x="38" y="149"/>
                  </a:cubicBezTo>
                  <a:cubicBezTo>
                    <a:pt x="41" y="149"/>
                    <a:pt x="41" y="149"/>
                    <a:pt x="41" y="149"/>
                  </a:cubicBezTo>
                  <a:cubicBezTo>
                    <a:pt x="43" y="147"/>
                    <a:pt x="43" y="146"/>
                    <a:pt x="43" y="146"/>
                  </a:cubicBezTo>
                  <a:cubicBezTo>
                    <a:pt x="45" y="143"/>
                    <a:pt x="45" y="143"/>
                    <a:pt x="45" y="143"/>
                  </a:cubicBezTo>
                  <a:cubicBezTo>
                    <a:pt x="45" y="143"/>
                    <a:pt x="47" y="141"/>
                    <a:pt x="47" y="140"/>
                  </a:cubicBezTo>
                  <a:cubicBezTo>
                    <a:pt x="48" y="140"/>
                    <a:pt x="47" y="138"/>
                    <a:pt x="47" y="138"/>
                  </a:cubicBezTo>
                  <a:cubicBezTo>
                    <a:pt x="47" y="138"/>
                    <a:pt x="49" y="138"/>
                    <a:pt x="49" y="134"/>
                  </a:cubicBezTo>
                  <a:cubicBezTo>
                    <a:pt x="50" y="131"/>
                    <a:pt x="50" y="130"/>
                    <a:pt x="50" y="130"/>
                  </a:cubicBezTo>
                  <a:cubicBezTo>
                    <a:pt x="50" y="130"/>
                    <a:pt x="52" y="126"/>
                    <a:pt x="52" y="125"/>
                  </a:cubicBezTo>
                  <a:cubicBezTo>
                    <a:pt x="52" y="125"/>
                    <a:pt x="52" y="121"/>
                    <a:pt x="52" y="121"/>
                  </a:cubicBezTo>
                  <a:cubicBezTo>
                    <a:pt x="53" y="118"/>
                    <a:pt x="53" y="118"/>
                    <a:pt x="53" y="118"/>
                  </a:cubicBezTo>
                  <a:cubicBezTo>
                    <a:pt x="55" y="114"/>
                    <a:pt x="55" y="114"/>
                    <a:pt x="55" y="114"/>
                  </a:cubicBezTo>
                  <a:cubicBezTo>
                    <a:pt x="56" y="110"/>
                    <a:pt x="56" y="110"/>
                    <a:pt x="56" y="110"/>
                  </a:cubicBezTo>
                  <a:cubicBezTo>
                    <a:pt x="56" y="110"/>
                    <a:pt x="56" y="107"/>
                    <a:pt x="56" y="107"/>
                  </a:cubicBezTo>
                  <a:cubicBezTo>
                    <a:pt x="56" y="106"/>
                    <a:pt x="58" y="103"/>
                    <a:pt x="58" y="102"/>
                  </a:cubicBezTo>
                  <a:cubicBezTo>
                    <a:pt x="58" y="101"/>
                    <a:pt x="59" y="100"/>
                    <a:pt x="60" y="99"/>
                  </a:cubicBezTo>
                  <a:cubicBezTo>
                    <a:pt x="60" y="98"/>
                    <a:pt x="61" y="95"/>
                    <a:pt x="61" y="95"/>
                  </a:cubicBezTo>
                  <a:cubicBezTo>
                    <a:pt x="61" y="95"/>
                    <a:pt x="62" y="93"/>
                    <a:pt x="63" y="92"/>
                  </a:cubicBezTo>
                  <a:cubicBezTo>
                    <a:pt x="63" y="91"/>
                    <a:pt x="63" y="89"/>
                    <a:pt x="63" y="89"/>
                  </a:cubicBezTo>
                  <a:cubicBezTo>
                    <a:pt x="63" y="89"/>
                    <a:pt x="66" y="84"/>
                    <a:pt x="66" y="84"/>
                  </a:cubicBezTo>
                  <a:cubicBezTo>
                    <a:pt x="66" y="83"/>
                    <a:pt x="66" y="79"/>
                    <a:pt x="66" y="79"/>
                  </a:cubicBezTo>
                  <a:cubicBezTo>
                    <a:pt x="66" y="78"/>
                    <a:pt x="68" y="74"/>
                    <a:pt x="68" y="74"/>
                  </a:cubicBezTo>
                  <a:cubicBezTo>
                    <a:pt x="68" y="74"/>
                    <a:pt x="68" y="72"/>
                    <a:pt x="68" y="71"/>
                  </a:cubicBezTo>
                  <a:cubicBezTo>
                    <a:pt x="68" y="70"/>
                    <a:pt x="70" y="65"/>
                    <a:pt x="70" y="65"/>
                  </a:cubicBezTo>
                  <a:cubicBezTo>
                    <a:pt x="70" y="64"/>
                    <a:pt x="70" y="62"/>
                    <a:pt x="70" y="61"/>
                  </a:cubicBezTo>
                  <a:cubicBezTo>
                    <a:pt x="70" y="60"/>
                    <a:pt x="69" y="55"/>
                    <a:pt x="70" y="55"/>
                  </a:cubicBezTo>
                  <a:cubicBezTo>
                    <a:pt x="70" y="55"/>
                    <a:pt x="73" y="51"/>
                    <a:pt x="74" y="52"/>
                  </a:cubicBezTo>
                  <a:cubicBezTo>
                    <a:pt x="75" y="46"/>
                    <a:pt x="75" y="46"/>
                    <a:pt x="75" y="46"/>
                  </a:cubicBezTo>
                  <a:cubicBezTo>
                    <a:pt x="74" y="43"/>
                    <a:pt x="74" y="43"/>
                    <a:pt x="74" y="43"/>
                  </a:cubicBezTo>
                  <a:cubicBezTo>
                    <a:pt x="74" y="43"/>
                    <a:pt x="72" y="41"/>
                    <a:pt x="73" y="40"/>
                  </a:cubicBezTo>
                  <a:cubicBezTo>
                    <a:pt x="74" y="39"/>
                    <a:pt x="73" y="37"/>
                    <a:pt x="75" y="37"/>
                  </a:cubicBezTo>
                  <a:cubicBezTo>
                    <a:pt x="76" y="37"/>
                    <a:pt x="75" y="40"/>
                    <a:pt x="76" y="40"/>
                  </a:cubicBezTo>
                  <a:cubicBezTo>
                    <a:pt x="79" y="42"/>
                    <a:pt x="80" y="41"/>
                    <a:pt x="80" y="41"/>
                  </a:cubicBezTo>
                  <a:cubicBezTo>
                    <a:pt x="80" y="41"/>
                    <a:pt x="81" y="40"/>
                    <a:pt x="82" y="39"/>
                  </a:cubicBezTo>
                  <a:cubicBezTo>
                    <a:pt x="82" y="37"/>
                    <a:pt x="83" y="37"/>
                    <a:pt x="83" y="36"/>
                  </a:cubicBezTo>
                  <a:cubicBezTo>
                    <a:pt x="82" y="34"/>
                    <a:pt x="80" y="28"/>
                    <a:pt x="80" y="28"/>
                  </a:cubicBezTo>
                  <a:cubicBezTo>
                    <a:pt x="78" y="25"/>
                    <a:pt x="78" y="23"/>
                    <a:pt x="77" y="21"/>
                  </a:cubicBezTo>
                  <a:close/>
                </a:path>
              </a:pathLst>
            </a:custGeom>
            <a:solidFill>
              <a:schemeClr val="bg1">
                <a:lumMod val="85000"/>
              </a:schemeClr>
            </a:solidFill>
            <a:ln>
              <a:noFill/>
            </a:ln>
          </p:spPr>
          <p:txBody>
            <a:bodyPr anchor="ctr"/>
            <a:lstStyle/>
            <a:p>
              <a:pPr algn="ctr"/>
              <a:endParaRPr/>
            </a:p>
          </p:txBody>
        </p:sp>
        <p:sp>
          <p:nvSpPr>
            <p:cNvPr id="46" name="ïṡḷîḍê"/>
            <p:cNvSpPr/>
            <p:nvPr/>
          </p:nvSpPr>
          <p:spPr bwMode="auto">
            <a:xfrm>
              <a:off x="5556251" y="2460625"/>
              <a:ext cx="1238250" cy="1357313"/>
            </a:xfrm>
            <a:custGeom>
              <a:avLst/>
              <a:gdLst>
                <a:gd name="T0" fmla="*/ 721 w 762"/>
                <a:gd name="T1" fmla="*/ 311 h 836"/>
                <a:gd name="T2" fmla="*/ 690 w 762"/>
                <a:gd name="T3" fmla="*/ 318 h 836"/>
                <a:gd name="T4" fmla="*/ 674 w 762"/>
                <a:gd name="T5" fmla="*/ 296 h 836"/>
                <a:gd name="T6" fmla="*/ 640 w 762"/>
                <a:gd name="T7" fmla="*/ 267 h 836"/>
                <a:gd name="T8" fmla="*/ 612 w 762"/>
                <a:gd name="T9" fmla="*/ 226 h 836"/>
                <a:gd name="T10" fmla="*/ 592 w 762"/>
                <a:gd name="T11" fmla="*/ 177 h 836"/>
                <a:gd name="T12" fmla="*/ 576 w 762"/>
                <a:gd name="T13" fmla="*/ 145 h 836"/>
                <a:gd name="T14" fmla="*/ 554 w 762"/>
                <a:gd name="T15" fmla="*/ 96 h 836"/>
                <a:gd name="T16" fmla="*/ 577 w 762"/>
                <a:gd name="T17" fmla="*/ 107 h 836"/>
                <a:gd name="T18" fmla="*/ 553 w 762"/>
                <a:gd name="T19" fmla="*/ 78 h 836"/>
                <a:gd name="T20" fmla="*/ 507 w 762"/>
                <a:gd name="T21" fmla="*/ 79 h 836"/>
                <a:gd name="T22" fmla="*/ 464 w 762"/>
                <a:gd name="T23" fmla="*/ 67 h 836"/>
                <a:gd name="T24" fmla="*/ 423 w 762"/>
                <a:gd name="T25" fmla="*/ 61 h 836"/>
                <a:gd name="T26" fmla="*/ 392 w 762"/>
                <a:gd name="T27" fmla="*/ 81 h 836"/>
                <a:gd name="T28" fmla="*/ 358 w 762"/>
                <a:gd name="T29" fmla="*/ 63 h 836"/>
                <a:gd name="T30" fmla="*/ 315 w 762"/>
                <a:gd name="T31" fmla="*/ 46 h 836"/>
                <a:gd name="T32" fmla="*/ 312 w 762"/>
                <a:gd name="T33" fmla="*/ 19 h 836"/>
                <a:gd name="T34" fmla="*/ 298 w 762"/>
                <a:gd name="T35" fmla="*/ 3 h 836"/>
                <a:gd name="T36" fmla="*/ 270 w 762"/>
                <a:gd name="T37" fmla="*/ 6 h 836"/>
                <a:gd name="T38" fmla="*/ 227 w 762"/>
                <a:gd name="T39" fmla="*/ 8 h 836"/>
                <a:gd name="T40" fmla="*/ 178 w 762"/>
                <a:gd name="T41" fmla="*/ 25 h 836"/>
                <a:gd name="T42" fmla="*/ 157 w 762"/>
                <a:gd name="T43" fmla="*/ 26 h 836"/>
                <a:gd name="T44" fmla="*/ 125 w 762"/>
                <a:gd name="T45" fmla="*/ 24 h 836"/>
                <a:gd name="T46" fmla="*/ 92 w 762"/>
                <a:gd name="T47" fmla="*/ 58 h 836"/>
                <a:gd name="T48" fmla="*/ 72 w 762"/>
                <a:gd name="T49" fmla="*/ 105 h 836"/>
                <a:gd name="T50" fmla="*/ 31 w 762"/>
                <a:gd name="T51" fmla="*/ 140 h 836"/>
                <a:gd name="T52" fmla="*/ 4 w 762"/>
                <a:gd name="T53" fmla="*/ 189 h 836"/>
                <a:gd name="T54" fmla="*/ 14 w 762"/>
                <a:gd name="T55" fmla="*/ 228 h 836"/>
                <a:gd name="T56" fmla="*/ 4 w 762"/>
                <a:gd name="T57" fmla="*/ 275 h 836"/>
                <a:gd name="T58" fmla="*/ 13 w 762"/>
                <a:gd name="T59" fmla="*/ 302 h 836"/>
                <a:gd name="T60" fmla="*/ 32 w 762"/>
                <a:gd name="T61" fmla="*/ 320 h 836"/>
                <a:gd name="T62" fmla="*/ 63 w 762"/>
                <a:gd name="T63" fmla="*/ 359 h 836"/>
                <a:gd name="T64" fmla="*/ 110 w 762"/>
                <a:gd name="T65" fmla="*/ 387 h 836"/>
                <a:gd name="T66" fmla="*/ 159 w 762"/>
                <a:gd name="T67" fmla="*/ 377 h 836"/>
                <a:gd name="T68" fmla="*/ 201 w 762"/>
                <a:gd name="T69" fmla="*/ 369 h 836"/>
                <a:gd name="T70" fmla="*/ 252 w 762"/>
                <a:gd name="T71" fmla="*/ 372 h 836"/>
                <a:gd name="T72" fmla="*/ 295 w 762"/>
                <a:gd name="T73" fmla="*/ 388 h 836"/>
                <a:gd name="T74" fmla="*/ 297 w 762"/>
                <a:gd name="T75" fmla="*/ 454 h 836"/>
                <a:gd name="T76" fmla="*/ 340 w 762"/>
                <a:gd name="T77" fmla="*/ 523 h 836"/>
                <a:gd name="T78" fmla="*/ 329 w 762"/>
                <a:gd name="T79" fmla="*/ 587 h 836"/>
                <a:gd name="T80" fmla="*/ 334 w 762"/>
                <a:gd name="T81" fmla="*/ 653 h 836"/>
                <a:gd name="T82" fmla="*/ 352 w 762"/>
                <a:gd name="T83" fmla="*/ 706 h 836"/>
                <a:gd name="T84" fmla="*/ 377 w 762"/>
                <a:gd name="T85" fmla="*/ 766 h 836"/>
                <a:gd name="T86" fmla="*/ 390 w 762"/>
                <a:gd name="T87" fmla="*/ 814 h 836"/>
                <a:gd name="T88" fmla="*/ 415 w 762"/>
                <a:gd name="T89" fmla="*/ 836 h 836"/>
                <a:gd name="T90" fmla="*/ 447 w 762"/>
                <a:gd name="T91" fmla="*/ 827 h 836"/>
                <a:gd name="T92" fmla="*/ 473 w 762"/>
                <a:gd name="T93" fmla="*/ 827 h 836"/>
                <a:gd name="T94" fmla="*/ 506 w 762"/>
                <a:gd name="T95" fmla="*/ 811 h 836"/>
                <a:gd name="T96" fmla="*/ 534 w 762"/>
                <a:gd name="T97" fmla="*/ 780 h 836"/>
                <a:gd name="T98" fmla="*/ 556 w 762"/>
                <a:gd name="T99" fmla="*/ 744 h 836"/>
                <a:gd name="T100" fmla="*/ 558 w 762"/>
                <a:gd name="T101" fmla="*/ 722 h 836"/>
                <a:gd name="T102" fmla="*/ 587 w 762"/>
                <a:gd name="T103" fmla="*/ 694 h 836"/>
                <a:gd name="T104" fmla="*/ 578 w 762"/>
                <a:gd name="T105" fmla="*/ 661 h 836"/>
                <a:gd name="T106" fmla="*/ 596 w 762"/>
                <a:gd name="T107" fmla="*/ 641 h 836"/>
                <a:gd name="T108" fmla="*/ 641 w 762"/>
                <a:gd name="T109" fmla="*/ 610 h 836"/>
                <a:gd name="T110" fmla="*/ 643 w 762"/>
                <a:gd name="T111" fmla="*/ 560 h 836"/>
                <a:gd name="T112" fmla="*/ 629 w 762"/>
                <a:gd name="T113" fmla="*/ 524 h 836"/>
                <a:gd name="T114" fmla="*/ 626 w 762"/>
                <a:gd name="T115" fmla="*/ 492 h 836"/>
                <a:gd name="T116" fmla="*/ 652 w 762"/>
                <a:gd name="T117" fmla="*/ 453 h 836"/>
                <a:gd name="T118" fmla="*/ 686 w 762"/>
                <a:gd name="T119" fmla="*/ 417 h 836"/>
                <a:gd name="T120" fmla="*/ 733 w 762"/>
                <a:gd name="T121" fmla="*/ 372 h 836"/>
                <a:gd name="T122" fmla="*/ 753 w 762"/>
                <a:gd name="T123" fmla="*/ 338 h 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2" h="836">
                  <a:moveTo>
                    <a:pt x="758" y="302"/>
                  </a:moveTo>
                  <a:cubicBezTo>
                    <a:pt x="757" y="300"/>
                    <a:pt x="758" y="302"/>
                    <a:pt x="756" y="302"/>
                  </a:cubicBezTo>
                  <a:cubicBezTo>
                    <a:pt x="754" y="302"/>
                    <a:pt x="755" y="303"/>
                    <a:pt x="752" y="304"/>
                  </a:cubicBezTo>
                  <a:cubicBezTo>
                    <a:pt x="752" y="304"/>
                    <a:pt x="749" y="306"/>
                    <a:pt x="748" y="306"/>
                  </a:cubicBezTo>
                  <a:cubicBezTo>
                    <a:pt x="747" y="306"/>
                    <a:pt x="746" y="307"/>
                    <a:pt x="744" y="307"/>
                  </a:cubicBezTo>
                  <a:cubicBezTo>
                    <a:pt x="742" y="307"/>
                    <a:pt x="742" y="308"/>
                    <a:pt x="741" y="307"/>
                  </a:cubicBezTo>
                  <a:cubicBezTo>
                    <a:pt x="739" y="307"/>
                    <a:pt x="737" y="309"/>
                    <a:pt x="737" y="309"/>
                  </a:cubicBezTo>
                  <a:cubicBezTo>
                    <a:pt x="734" y="310"/>
                    <a:pt x="734" y="310"/>
                    <a:pt x="734" y="310"/>
                  </a:cubicBezTo>
                  <a:cubicBezTo>
                    <a:pt x="734" y="310"/>
                    <a:pt x="733" y="311"/>
                    <a:pt x="732" y="310"/>
                  </a:cubicBezTo>
                  <a:cubicBezTo>
                    <a:pt x="731" y="310"/>
                    <a:pt x="729" y="310"/>
                    <a:pt x="728" y="310"/>
                  </a:cubicBezTo>
                  <a:cubicBezTo>
                    <a:pt x="726" y="310"/>
                    <a:pt x="725" y="311"/>
                    <a:pt x="725" y="311"/>
                  </a:cubicBezTo>
                  <a:cubicBezTo>
                    <a:pt x="724" y="310"/>
                    <a:pt x="721" y="311"/>
                    <a:pt x="721" y="311"/>
                  </a:cubicBezTo>
                  <a:cubicBezTo>
                    <a:pt x="720" y="312"/>
                    <a:pt x="720" y="312"/>
                    <a:pt x="720" y="312"/>
                  </a:cubicBezTo>
                  <a:cubicBezTo>
                    <a:pt x="717" y="312"/>
                    <a:pt x="717" y="312"/>
                    <a:pt x="717" y="312"/>
                  </a:cubicBezTo>
                  <a:cubicBezTo>
                    <a:pt x="714" y="314"/>
                    <a:pt x="714" y="314"/>
                    <a:pt x="714" y="314"/>
                  </a:cubicBezTo>
                  <a:cubicBezTo>
                    <a:pt x="714" y="314"/>
                    <a:pt x="711" y="315"/>
                    <a:pt x="711" y="315"/>
                  </a:cubicBezTo>
                  <a:cubicBezTo>
                    <a:pt x="711" y="315"/>
                    <a:pt x="710" y="315"/>
                    <a:pt x="709" y="315"/>
                  </a:cubicBezTo>
                  <a:cubicBezTo>
                    <a:pt x="709" y="315"/>
                    <a:pt x="708" y="315"/>
                    <a:pt x="708" y="315"/>
                  </a:cubicBezTo>
                  <a:cubicBezTo>
                    <a:pt x="708" y="314"/>
                    <a:pt x="705" y="314"/>
                    <a:pt x="705" y="314"/>
                  </a:cubicBezTo>
                  <a:cubicBezTo>
                    <a:pt x="705" y="314"/>
                    <a:pt x="703" y="314"/>
                    <a:pt x="702" y="314"/>
                  </a:cubicBezTo>
                  <a:cubicBezTo>
                    <a:pt x="701" y="315"/>
                    <a:pt x="699" y="315"/>
                    <a:pt x="699" y="315"/>
                  </a:cubicBezTo>
                  <a:cubicBezTo>
                    <a:pt x="697" y="316"/>
                    <a:pt x="697" y="316"/>
                    <a:pt x="697" y="316"/>
                  </a:cubicBezTo>
                  <a:cubicBezTo>
                    <a:pt x="697" y="316"/>
                    <a:pt x="694" y="318"/>
                    <a:pt x="693" y="318"/>
                  </a:cubicBezTo>
                  <a:cubicBezTo>
                    <a:pt x="692" y="319"/>
                    <a:pt x="690" y="318"/>
                    <a:pt x="690" y="318"/>
                  </a:cubicBezTo>
                  <a:cubicBezTo>
                    <a:pt x="690" y="318"/>
                    <a:pt x="684" y="317"/>
                    <a:pt x="684" y="317"/>
                  </a:cubicBezTo>
                  <a:cubicBezTo>
                    <a:pt x="684" y="316"/>
                    <a:pt x="680" y="314"/>
                    <a:pt x="679" y="314"/>
                  </a:cubicBezTo>
                  <a:cubicBezTo>
                    <a:pt x="679" y="313"/>
                    <a:pt x="677" y="311"/>
                    <a:pt x="676" y="311"/>
                  </a:cubicBezTo>
                  <a:cubicBezTo>
                    <a:pt x="676" y="310"/>
                    <a:pt x="675" y="308"/>
                    <a:pt x="675" y="308"/>
                  </a:cubicBezTo>
                  <a:cubicBezTo>
                    <a:pt x="674" y="307"/>
                    <a:pt x="674" y="307"/>
                    <a:pt x="674" y="307"/>
                  </a:cubicBezTo>
                  <a:cubicBezTo>
                    <a:pt x="673" y="306"/>
                    <a:pt x="673" y="306"/>
                    <a:pt x="673" y="306"/>
                  </a:cubicBezTo>
                  <a:cubicBezTo>
                    <a:pt x="673" y="306"/>
                    <a:pt x="670" y="305"/>
                    <a:pt x="669" y="306"/>
                  </a:cubicBezTo>
                  <a:cubicBezTo>
                    <a:pt x="668" y="306"/>
                    <a:pt x="667" y="305"/>
                    <a:pt x="667" y="304"/>
                  </a:cubicBezTo>
                  <a:cubicBezTo>
                    <a:pt x="668" y="303"/>
                    <a:pt x="670" y="304"/>
                    <a:pt x="670" y="304"/>
                  </a:cubicBezTo>
                  <a:cubicBezTo>
                    <a:pt x="670" y="304"/>
                    <a:pt x="674" y="302"/>
                    <a:pt x="674" y="302"/>
                  </a:cubicBezTo>
                  <a:cubicBezTo>
                    <a:pt x="675" y="301"/>
                    <a:pt x="675" y="300"/>
                    <a:pt x="675" y="299"/>
                  </a:cubicBezTo>
                  <a:cubicBezTo>
                    <a:pt x="676" y="299"/>
                    <a:pt x="674" y="297"/>
                    <a:pt x="674" y="296"/>
                  </a:cubicBezTo>
                  <a:cubicBezTo>
                    <a:pt x="673" y="295"/>
                    <a:pt x="672" y="295"/>
                    <a:pt x="672" y="295"/>
                  </a:cubicBezTo>
                  <a:cubicBezTo>
                    <a:pt x="672" y="295"/>
                    <a:pt x="670" y="294"/>
                    <a:pt x="669" y="293"/>
                  </a:cubicBezTo>
                  <a:cubicBezTo>
                    <a:pt x="668" y="292"/>
                    <a:pt x="667" y="292"/>
                    <a:pt x="666" y="291"/>
                  </a:cubicBezTo>
                  <a:cubicBezTo>
                    <a:pt x="666" y="290"/>
                    <a:pt x="665" y="289"/>
                    <a:pt x="664" y="288"/>
                  </a:cubicBezTo>
                  <a:cubicBezTo>
                    <a:pt x="664" y="287"/>
                    <a:pt x="663" y="286"/>
                    <a:pt x="663" y="285"/>
                  </a:cubicBezTo>
                  <a:cubicBezTo>
                    <a:pt x="663" y="283"/>
                    <a:pt x="660" y="282"/>
                    <a:pt x="660" y="282"/>
                  </a:cubicBezTo>
                  <a:cubicBezTo>
                    <a:pt x="654" y="276"/>
                    <a:pt x="654" y="276"/>
                    <a:pt x="654" y="276"/>
                  </a:cubicBezTo>
                  <a:cubicBezTo>
                    <a:pt x="654" y="276"/>
                    <a:pt x="649" y="274"/>
                    <a:pt x="648" y="272"/>
                  </a:cubicBezTo>
                  <a:cubicBezTo>
                    <a:pt x="648" y="271"/>
                    <a:pt x="647" y="270"/>
                    <a:pt x="647" y="270"/>
                  </a:cubicBezTo>
                  <a:cubicBezTo>
                    <a:pt x="647" y="270"/>
                    <a:pt x="644" y="270"/>
                    <a:pt x="644" y="269"/>
                  </a:cubicBezTo>
                  <a:cubicBezTo>
                    <a:pt x="644" y="269"/>
                    <a:pt x="641" y="268"/>
                    <a:pt x="641" y="268"/>
                  </a:cubicBezTo>
                  <a:cubicBezTo>
                    <a:pt x="640" y="267"/>
                    <a:pt x="640" y="267"/>
                    <a:pt x="640" y="267"/>
                  </a:cubicBezTo>
                  <a:cubicBezTo>
                    <a:pt x="640" y="267"/>
                    <a:pt x="638" y="267"/>
                    <a:pt x="638" y="266"/>
                  </a:cubicBezTo>
                  <a:cubicBezTo>
                    <a:pt x="637" y="265"/>
                    <a:pt x="637" y="264"/>
                    <a:pt x="637" y="263"/>
                  </a:cubicBezTo>
                  <a:cubicBezTo>
                    <a:pt x="637" y="262"/>
                    <a:pt x="634" y="261"/>
                    <a:pt x="634" y="261"/>
                  </a:cubicBezTo>
                  <a:cubicBezTo>
                    <a:pt x="633" y="261"/>
                    <a:pt x="633" y="261"/>
                    <a:pt x="633" y="261"/>
                  </a:cubicBezTo>
                  <a:cubicBezTo>
                    <a:pt x="633" y="260"/>
                    <a:pt x="631" y="260"/>
                    <a:pt x="630" y="260"/>
                  </a:cubicBezTo>
                  <a:cubicBezTo>
                    <a:pt x="630" y="260"/>
                    <a:pt x="629" y="256"/>
                    <a:pt x="628" y="255"/>
                  </a:cubicBezTo>
                  <a:cubicBezTo>
                    <a:pt x="628" y="255"/>
                    <a:pt x="624" y="244"/>
                    <a:pt x="624" y="242"/>
                  </a:cubicBezTo>
                  <a:cubicBezTo>
                    <a:pt x="624" y="240"/>
                    <a:pt x="623" y="238"/>
                    <a:pt x="623" y="236"/>
                  </a:cubicBezTo>
                  <a:cubicBezTo>
                    <a:pt x="622" y="234"/>
                    <a:pt x="621" y="234"/>
                    <a:pt x="621" y="233"/>
                  </a:cubicBezTo>
                  <a:cubicBezTo>
                    <a:pt x="621" y="233"/>
                    <a:pt x="621" y="233"/>
                    <a:pt x="621" y="233"/>
                  </a:cubicBezTo>
                  <a:cubicBezTo>
                    <a:pt x="620" y="232"/>
                    <a:pt x="618" y="231"/>
                    <a:pt x="618" y="231"/>
                  </a:cubicBezTo>
                  <a:cubicBezTo>
                    <a:pt x="618" y="230"/>
                    <a:pt x="613" y="227"/>
                    <a:pt x="612" y="226"/>
                  </a:cubicBezTo>
                  <a:cubicBezTo>
                    <a:pt x="611" y="224"/>
                    <a:pt x="609" y="223"/>
                    <a:pt x="609" y="223"/>
                  </a:cubicBezTo>
                  <a:cubicBezTo>
                    <a:pt x="608" y="222"/>
                    <a:pt x="607" y="221"/>
                    <a:pt x="607" y="220"/>
                  </a:cubicBezTo>
                  <a:cubicBezTo>
                    <a:pt x="607" y="220"/>
                    <a:pt x="606" y="217"/>
                    <a:pt x="606" y="215"/>
                  </a:cubicBezTo>
                  <a:cubicBezTo>
                    <a:pt x="606" y="214"/>
                    <a:pt x="605" y="212"/>
                    <a:pt x="605" y="211"/>
                  </a:cubicBezTo>
                  <a:cubicBezTo>
                    <a:pt x="605" y="209"/>
                    <a:pt x="604" y="206"/>
                    <a:pt x="604" y="204"/>
                  </a:cubicBezTo>
                  <a:cubicBezTo>
                    <a:pt x="604" y="203"/>
                    <a:pt x="606" y="200"/>
                    <a:pt x="606" y="200"/>
                  </a:cubicBezTo>
                  <a:cubicBezTo>
                    <a:pt x="606" y="200"/>
                    <a:pt x="602" y="191"/>
                    <a:pt x="602" y="191"/>
                  </a:cubicBezTo>
                  <a:cubicBezTo>
                    <a:pt x="602" y="190"/>
                    <a:pt x="601" y="189"/>
                    <a:pt x="600" y="187"/>
                  </a:cubicBezTo>
                  <a:cubicBezTo>
                    <a:pt x="600" y="185"/>
                    <a:pt x="599" y="185"/>
                    <a:pt x="599" y="184"/>
                  </a:cubicBezTo>
                  <a:cubicBezTo>
                    <a:pt x="598" y="183"/>
                    <a:pt x="596" y="183"/>
                    <a:pt x="596" y="182"/>
                  </a:cubicBezTo>
                  <a:cubicBezTo>
                    <a:pt x="595" y="182"/>
                    <a:pt x="595" y="180"/>
                    <a:pt x="594" y="179"/>
                  </a:cubicBezTo>
                  <a:cubicBezTo>
                    <a:pt x="594" y="178"/>
                    <a:pt x="592" y="178"/>
                    <a:pt x="592" y="177"/>
                  </a:cubicBezTo>
                  <a:cubicBezTo>
                    <a:pt x="591" y="176"/>
                    <a:pt x="589" y="176"/>
                    <a:pt x="588" y="176"/>
                  </a:cubicBezTo>
                  <a:cubicBezTo>
                    <a:pt x="588" y="175"/>
                    <a:pt x="588" y="175"/>
                    <a:pt x="588" y="175"/>
                  </a:cubicBezTo>
                  <a:cubicBezTo>
                    <a:pt x="587" y="174"/>
                    <a:pt x="587" y="173"/>
                    <a:pt x="587" y="172"/>
                  </a:cubicBezTo>
                  <a:cubicBezTo>
                    <a:pt x="586" y="171"/>
                    <a:pt x="586" y="169"/>
                    <a:pt x="586" y="169"/>
                  </a:cubicBezTo>
                  <a:cubicBezTo>
                    <a:pt x="586" y="168"/>
                    <a:pt x="588" y="166"/>
                    <a:pt x="588" y="166"/>
                  </a:cubicBezTo>
                  <a:cubicBezTo>
                    <a:pt x="588" y="166"/>
                    <a:pt x="588" y="164"/>
                    <a:pt x="588" y="164"/>
                  </a:cubicBezTo>
                  <a:cubicBezTo>
                    <a:pt x="587" y="163"/>
                    <a:pt x="587" y="163"/>
                    <a:pt x="587" y="162"/>
                  </a:cubicBezTo>
                  <a:cubicBezTo>
                    <a:pt x="587" y="161"/>
                    <a:pt x="585" y="159"/>
                    <a:pt x="585" y="159"/>
                  </a:cubicBezTo>
                  <a:cubicBezTo>
                    <a:pt x="585" y="159"/>
                    <a:pt x="583" y="157"/>
                    <a:pt x="583" y="156"/>
                  </a:cubicBezTo>
                  <a:cubicBezTo>
                    <a:pt x="583" y="155"/>
                    <a:pt x="580" y="153"/>
                    <a:pt x="580" y="152"/>
                  </a:cubicBezTo>
                  <a:cubicBezTo>
                    <a:pt x="580" y="151"/>
                    <a:pt x="578" y="149"/>
                    <a:pt x="577" y="148"/>
                  </a:cubicBezTo>
                  <a:cubicBezTo>
                    <a:pt x="577" y="148"/>
                    <a:pt x="576" y="146"/>
                    <a:pt x="576" y="145"/>
                  </a:cubicBezTo>
                  <a:cubicBezTo>
                    <a:pt x="576" y="145"/>
                    <a:pt x="571" y="134"/>
                    <a:pt x="571" y="133"/>
                  </a:cubicBezTo>
                  <a:cubicBezTo>
                    <a:pt x="570" y="131"/>
                    <a:pt x="570" y="131"/>
                    <a:pt x="570" y="130"/>
                  </a:cubicBezTo>
                  <a:cubicBezTo>
                    <a:pt x="569" y="130"/>
                    <a:pt x="568" y="129"/>
                    <a:pt x="568" y="128"/>
                  </a:cubicBezTo>
                  <a:cubicBezTo>
                    <a:pt x="568" y="127"/>
                    <a:pt x="567" y="126"/>
                    <a:pt x="567" y="125"/>
                  </a:cubicBezTo>
                  <a:cubicBezTo>
                    <a:pt x="567" y="125"/>
                    <a:pt x="566" y="124"/>
                    <a:pt x="565" y="122"/>
                  </a:cubicBezTo>
                  <a:cubicBezTo>
                    <a:pt x="565" y="121"/>
                    <a:pt x="564" y="121"/>
                    <a:pt x="564" y="121"/>
                  </a:cubicBezTo>
                  <a:cubicBezTo>
                    <a:pt x="564" y="120"/>
                    <a:pt x="564" y="119"/>
                    <a:pt x="564" y="117"/>
                  </a:cubicBezTo>
                  <a:cubicBezTo>
                    <a:pt x="563" y="116"/>
                    <a:pt x="561" y="113"/>
                    <a:pt x="561" y="112"/>
                  </a:cubicBezTo>
                  <a:cubicBezTo>
                    <a:pt x="561" y="111"/>
                    <a:pt x="560" y="111"/>
                    <a:pt x="559" y="110"/>
                  </a:cubicBezTo>
                  <a:cubicBezTo>
                    <a:pt x="559" y="110"/>
                    <a:pt x="556" y="108"/>
                    <a:pt x="556" y="108"/>
                  </a:cubicBezTo>
                  <a:cubicBezTo>
                    <a:pt x="554" y="102"/>
                    <a:pt x="554" y="102"/>
                    <a:pt x="554" y="102"/>
                  </a:cubicBezTo>
                  <a:cubicBezTo>
                    <a:pt x="554" y="102"/>
                    <a:pt x="554" y="96"/>
                    <a:pt x="554" y="96"/>
                  </a:cubicBezTo>
                  <a:cubicBezTo>
                    <a:pt x="554" y="97"/>
                    <a:pt x="554" y="99"/>
                    <a:pt x="554" y="99"/>
                  </a:cubicBezTo>
                  <a:cubicBezTo>
                    <a:pt x="554" y="99"/>
                    <a:pt x="557" y="102"/>
                    <a:pt x="557" y="103"/>
                  </a:cubicBezTo>
                  <a:cubicBezTo>
                    <a:pt x="558" y="103"/>
                    <a:pt x="559" y="105"/>
                    <a:pt x="560" y="104"/>
                  </a:cubicBezTo>
                  <a:cubicBezTo>
                    <a:pt x="560" y="104"/>
                    <a:pt x="560" y="106"/>
                    <a:pt x="561" y="106"/>
                  </a:cubicBezTo>
                  <a:cubicBezTo>
                    <a:pt x="561" y="106"/>
                    <a:pt x="563" y="111"/>
                    <a:pt x="563" y="111"/>
                  </a:cubicBezTo>
                  <a:cubicBezTo>
                    <a:pt x="564" y="112"/>
                    <a:pt x="564" y="113"/>
                    <a:pt x="564" y="113"/>
                  </a:cubicBezTo>
                  <a:cubicBezTo>
                    <a:pt x="564" y="113"/>
                    <a:pt x="566" y="116"/>
                    <a:pt x="567" y="116"/>
                  </a:cubicBezTo>
                  <a:cubicBezTo>
                    <a:pt x="567" y="117"/>
                    <a:pt x="569" y="120"/>
                    <a:pt x="569" y="120"/>
                  </a:cubicBezTo>
                  <a:cubicBezTo>
                    <a:pt x="574" y="118"/>
                    <a:pt x="574" y="118"/>
                    <a:pt x="574" y="118"/>
                  </a:cubicBezTo>
                  <a:cubicBezTo>
                    <a:pt x="574" y="117"/>
                    <a:pt x="575" y="115"/>
                    <a:pt x="575" y="114"/>
                  </a:cubicBezTo>
                  <a:cubicBezTo>
                    <a:pt x="575" y="113"/>
                    <a:pt x="576" y="110"/>
                    <a:pt x="576" y="110"/>
                  </a:cubicBezTo>
                  <a:cubicBezTo>
                    <a:pt x="577" y="107"/>
                    <a:pt x="577" y="107"/>
                    <a:pt x="577" y="107"/>
                  </a:cubicBezTo>
                  <a:cubicBezTo>
                    <a:pt x="577" y="107"/>
                    <a:pt x="577" y="107"/>
                    <a:pt x="577" y="107"/>
                  </a:cubicBezTo>
                  <a:cubicBezTo>
                    <a:pt x="577" y="107"/>
                    <a:pt x="577" y="107"/>
                    <a:pt x="577" y="107"/>
                  </a:cubicBezTo>
                  <a:cubicBezTo>
                    <a:pt x="578" y="103"/>
                    <a:pt x="578" y="103"/>
                    <a:pt x="578" y="103"/>
                  </a:cubicBezTo>
                  <a:cubicBezTo>
                    <a:pt x="578" y="105"/>
                    <a:pt x="578" y="105"/>
                    <a:pt x="578" y="105"/>
                  </a:cubicBezTo>
                  <a:cubicBezTo>
                    <a:pt x="578" y="105"/>
                    <a:pt x="578" y="105"/>
                    <a:pt x="578" y="106"/>
                  </a:cubicBezTo>
                  <a:cubicBezTo>
                    <a:pt x="581" y="102"/>
                    <a:pt x="579" y="93"/>
                    <a:pt x="578" y="89"/>
                  </a:cubicBezTo>
                  <a:cubicBezTo>
                    <a:pt x="577" y="86"/>
                    <a:pt x="574" y="83"/>
                    <a:pt x="574" y="80"/>
                  </a:cubicBezTo>
                  <a:cubicBezTo>
                    <a:pt x="573" y="78"/>
                    <a:pt x="574" y="77"/>
                    <a:pt x="572" y="75"/>
                  </a:cubicBezTo>
                  <a:cubicBezTo>
                    <a:pt x="571" y="76"/>
                    <a:pt x="571" y="76"/>
                    <a:pt x="570" y="76"/>
                  </a:cubicBezTo>
                  <a:cubicBezTo>
                    <a:pt x="568" y="78"/>
                    <a:pt x="569" y="78"/>
                    <a:pt x="568" y="78"/>
                  </a:cubicBezTo>
                  <a:cubicBezTo>
                    <a:pt x="568" y="78"/>
                    <a:pt x="559" y="78"/>
                    <a:pt x="556" y="79"/>
                  </a:cubicBezTo>
                  <a:cubicBezTo>
                    <a:pt x="553" y="79"/>
                    <a:pt x="553" y="79"/>
                    <a:pt x="553" y="78"/>
                  </a:cubicBezTo>
                  <a:cubicBezTo>
                    <a:pt x="552" y="77"/>
                    <a:pt x="551" y="77"/>
                    <a:pt x="550" y="76"/>
                  </a:cubicBezTo>
                  <a:cubicBezTo>
                    <a:pt x="549" y="75"/>
                    <a:pt x="549" y="75"/>
                    <a:pt x="548" y="75"/>
                  </a:cubicBezTo>
                  <a:cubicBezTo>
                    <a:pt x="548" y="75"/>
                    <a:pt x="548" y="75"/>
                    <a:pt x="547" y="75"/>
                  </a:cubicBezTo>
                  <a:cubicBezTo>
                    <a:pt x="547" y="74"/>
                    <a:pt x="544" y="74"/>
                    <a:pt x="544" y="74"/>
                  </a:cubicBezTo>
                  <a:cubicBezTo>
                    <a:pt x="544" y="73"/>
                    <a:pt x="535" y="73"/>
                    <a:pt x="532" y="74"/>
                  </a:cubicBezTo>
                  <a:cubicBezTo>
                    <a:pt x="530" y="75"/>
                    <a:pt x="530" y="75"/>
                    <a:pt x="530" y="75"/>
                  </a:cubicBezTo>
                  <a:cubicBezTo>
                    <a:pt x="530" y="75"/>
                    <a:pt x="527" y="77"/>
                    <a:pt x="525" y="79"/>
                  </a:cubicBezTo>
                  <a:cubicBezTo>
                    <a:pt x="523" y="80"/>
                    <a:pt x="521" y="82"/>
                    <a:pt x="520" y="82"/>
                  </a:cubicBezTo>
                  <a:cubicBezTo>
                    <a:pt x="518" y="82"/>
                    <a:pt x="518" y="82"/>
                    <a:pt x="518" y="82"/>
                  </a:cubicBezTo>
                  <a:cubicBezTo>
                    <a:pt x="517" y="81"/>
                    <a:pt x="516" y="82"/>
                    <a:pt x="515" y="81"/>
                  </a:cubicBezTo>
                  <a:cubicBezTo>
                    <a:pt x="514" y="80"/>
                    <a:pt x="513" y="80"/>
                    <a:pt x="511" y="80"/>
                  </a:cubicBezTo>
                  <a:cubicBezTo>
                    <a:pt x="510" y="79"/>
                    <a:pt x="508" y="79"/>
                    <a:pt x="507" y="79"/>
                  </a:cubicBezTo>
                  <a:cubicBezTo>
                    <a:pt x="506" y="79"/>
                    <a:pt x="504" y="78"/>
                    <a:pt x="504" y="78"/>
                  </a:cubicBezTo>
                  <a:cubicBezTo>
                    <a:pt x="503" y="78"/>
                    <a:pt x="500" y="78"/>
                    <a:pt x="500" y="78"/>
                  </a:cubicBezTo>
                  <a:cubicBezTo>
                    <a:pt x="500" y="78"/>
                    <a:pt x="491" y="75"/>
                    <a:pt x="490" y="74"/>
                  </a:cubicBezTo>
                  <a:cubicBezTo>
                    <a:pt x="490" y="74"/>
                    <a:pt x="483" y="73"/>
                    <a:pt x="483" y="73"/>
                  </a:cubicBezTo>
                  <a:cubicBezTo>
                    <a:pt x="483" y="73"/>
                    <a:pt x="480" y="73"/>
                    <a:pt x="479" y="73"/>
                  </a:cubicBezTo>
                  <a:cubicBezTo>
                    <a:pt x="479" y="73"/>
                    <a:pt x="479" y="73"/>
                    <a:pt x="478" y="73"/>
                  </a:cubicBezTo>
                  <a:cubicBezTo>
                    <a:pt x="477" y="73"/>
                    <a:pt x="476" y="73"/>
                    <a:pt x="474" y="72"/>
                  </a:cubicBezTo>
                  <a:cubicBezTo>
                    <a:pt x="474" y="72"/>
                    <a:pt x="474" y="71"/>
                    <a:pt x="473" y="71"/>
                  </a:cubicBezTo>
                  <a:cubicBezTo>
                    <a:pt x="473" y="71"/>
                    <a:pt x="472" y="70"/>
                    <a:pt x="471" y="69"/>
                  </a:cubicBezTo>
                  <a:cubicBezTo>
                    <a:pt x="470" y="68"/>
                    <a:pt x="471" y="69"/>
                    <a:pt x="470" y="68"/>
                  </a:cubicBezTo>
                  <a:cubicBezTo>
                    <a:pt x="470" y="67"/>
                    <a:pt x="469" y="67"/>
                    <a:pt x="468" y="67"/>
                  </a:cubicBezTo>
                  <a:cubicBezTo>
                    <a:pt x="466" y="66"/>
                    <a:pt x="464" y="67"/>
                    <a:pt x="464" y="67"/>
                  </a:cubicBezTo>
                  <a:cubicBezTo>
                    <a:pt x="463" y="67"/>
                    <a:pt x="460" y="67"/>
                    <a:pt x="460" y="67"/>
                  </a:cubicBezTo>
                  <a:cubicBezTo>
                    <a:pt x="460" y="67"/>
                    <a:pt x="452" y="66"/>
                    <a:pt x="452" y="66"/>
                  </a:cubicBezTo>
                  <a:cubicBezTo>
                    <a:pt x="451" y="65"/>
                    <a:pt x="450" y="66"/>
                    <a:pt x="450" y="64"/>
                  </a:cubicBezTo>
                  <a:cubicBezTo>
                    <a:pt x="450" y="63"/>
                    <a:pt x="448" y="63"/>
                    <a:pt x="448" y="62"/>
                  </a:cubicBezTo>
                  <a:cubicBezTo>
                    <a:pt x="448" y="61"/>
                    <a:pt x="446" y="61"/>
                    <a:pt x="445" y="59"/>
                  </a:cubicBezTo>
                  <a:cubicBezTo>
                    <a:pt x="445" y="59"/>
                    <a:pt x="444" y="59"/>
                    <a:pt x="443" y="59"/>
                  </a:cubicBezTo>
                  <a:cubicBezTo>
                    <a:pt x="443" y="59"/>
                    <a:pt x="443" y="59"/>
                    <a:pt x="443" y="59"/>
                  </a:cubicBezTo>
                  <a:cubicBezTo>
                    <a:pt x="442" y="58"/>
                    <a:pt x="440" y="59"/>
                    <a:pt x="439" y="58"/>
                  </a:cubicBezTo>
                  <a:cubicBezTo>
                    <a:pt x="438" y="57"/>
                    <a:pt x="437" y="57"/>
                    <a:pt x="436" y="57"/>
                  </a:cubicBezTo>
                  <a:cubicBezTo>
                    <a:pt x="436" y="56"/>
                    <a:pt x="432" y="58"/>
                    <a:pt x="430" y="58"/>
                  </a:cubicBezTo>
                  <a:cubicBezTo>
                    <a:pt x="428" y="58"/>
                    <a:pt x="429" y="59"/>
                    <a:pt x="428" y="59"/>
                  </a:cubicBezTo>
                  <a:cubicBezTo>
                    <a:pt x="428" y="60"/>
                    <a:pt x="424" y="62"/>
                    <a:pt x="423" y="61"/>
                  </a:cubicBezTo>
                  <a:cubicBezTo>
                    <a:pt x="422" y="61"/>
                    <a:pt x="421" y="63"/>
                    <a:pt x="419" y="63"/>
                  </a:cubicBezTo>
                  <a:cubicBezTo>
                    <a:pt x="418" y="64"/>
                    <a:pt x="417" y="65"/>
                    <a:pt x="416" y="66"/>
                  </a:cubicBezTo>
                  <a:cubicBezTo>
                    <a:pt x="415" y="67"/>
                    <a:pt x="414" y="70"/>
                    <a:pt x="414" y="70"/>
                  </a:cubicBezTo>
                  <a:cubicBezTo>
                    <a:pt x="414" y="70"/>
                    <a:pt x="416" y="74"/>
                    <a:pt x="416" y="74"/>
                  </a:cubicBezTo>
                  <a:cubicBezTo>
                    <a:pt x="416" y="75"/>
                    <a:pt x="417" y="78"/>
                    <a:pt x="417" y="78"/>
                  </a:cubicBezTo>
                  <a:cubicBezTo>
                    <a:pt x="417" y="79"/>
                    <a:pt x="414" y="84"/>
                    <a:pt x="414" y="84"/>
                  </a:cubicBezTo>
                  <a:cubicBezTo>
                    <a:pt x="410" y="86"/>
                    <a:pt x="410" y="86"/>
                    <a:pt x="410" y="86"/>
                  </a:cubicBezTo>
                  <a:cubicBezTo>
                    <a:pt x="410" y="86"/>
                    <a:pt x="407" y="87"/>
                    <a:pt x="406" y="88"/>
                  </a:cubicBezTo>
                  <a:cubicBezTo>
                    <a:pt x="405" y="88"/>
                    <a:pt x="403" y="88"/>
                    <a:pt x="403" y="88"/>
                  </a:cubicBezTo>
                  <a:cubicBezTo>
                    <a:pt x="402" y="89"/>
                    <a:pt x="400" y="86"/>
                    <a:pt x="399" y="85"/>
                  </a:cubicBezTo>
                  <a:cubicBezTo>
                    <a:pt x="398" y="84"/>
                    <a:pt x="397" y="83"/>
                    <a:pt x="396" y="83"/>
                  </a:cubicBezTo>
                  <a:cubicBezTo>
                    <a:pt x="395" y="82"/>
                    <a:pt x="393" y="82"/>
                    <a:pt x="392" y="81"/>
                  </a:cubicBezTo>
                  <a:cubicBezTo>
                    <a:pt x="391" y="80"/>
                    <a:pt x="388" y="80"/>
                    <a:pt x="388" y="79"/>
                  </a:cubicBezTo>
                  <a:cubicBezTo>
                    <a:pt x="387" y="79"/>
                    <a:pt x="385" y="79"/>
                    <a:pt x="385" y="79"/>
                  </a:cubicBezTo>
                  <a:cubicBezTo>
                    <a:pt x="385" y="79"/>
                    <a:pt x="377" y="77"/>
                    <a:pt x="377" y="76"/>
                  </a:cubicBezTo>
                  <a:cubicBezTo>
                    <a:pt x="377" y="76"/>
                    <a:pt x="374" y="77"/>
                    <a:pt x="372" y="77"/>
                  </a:cubicBezTo>
                  <a:cubicBezTo>
                    <a:pt x="370" y="77"/>
                    <a:pt x="370" y="77"/>
                    <a:pt x="370" y="76"/>
                  </a:cubicBezTo>
                  <a:cubicBezTo>
                    <a:pt x="370" y="75"/>
                    <a:pt x="369" y="75"/>
                    <a:pt x="368" y="75"/>
                  </a:cubicBezTo>
                  <a:cubicBezTo>
                    <a:pt x="368" y="75"/>
                    <a:pt x="367" y="75"/>
                    <a:pt x="367" y="75"/>
                  </a:cubicBezTo>
                  <a:cubicBezTo>
                    <a:pt x="365" y="75"/>
                    <a:pt x="366" y="74"/>
                    <a:pt x="366" y="72"/>
                  </a:cubicBezTo>
                  <a:cubicBezTo>
                    <a:pt x="366" y="70"/>
                    <a:pt x="364" y="69"/>
                    <a:pt x="363" y="67"/>
                  </a:cubicBezTo>
                  <a:cubicBezTo>
                    <a:pt x="362" y="65"/>
                    <a:pt x="363" y="65"/>
                    <a:pt x="362" y="64"/>
                  </a:cubicBezTo>
                  <a:cubicBezTo>
                    <a:pt x="362" y="64"/>
                    <a:pt x="361" y="63"/>
                    <a:pt x="360" y="62"/>
                  </a:cubicBezTo>
                  <a:cubicBezTo>
                    <a:pt x="360" y="62"/>
                    <a:pt x="359" y="62"/>
                    <a:pt x="358" y="63"/>
                  </a:cubicBezTo>
                  <a:cubicBezTo>
                    <a:pt x="357" y="63"/>
                    <a:pt x="357" y="63"/>
                    <a:pt x="356" y="63"/>
                  </a:cubicBezTo>
                  <a:cubicBezTo>
                    <a:pt x="355" y="63"/>
                    <a:pt x="349" y="58"/>
                    <a:pt x="349" y="58"/>
                  </a:cubicBezTo>
                  <a:cubicBezTo>
                    <a:pt x="342" y="57"/>
                    <a:pt x="342" y="57"/>
                    <a:pt x="342" y="57"/>
                  </a:cubicBezTo>
                  <a:cubicBezTo>
                    <a:pt x="342" y="57"/>
                    <a:pt x="335" y="58"/>
                    <a:pt x="335" y="58"/>
                  </a:cubicBezTo>
                  <a:cubicBezTo>
                    <a:pt x="334" y="57"/>
                    <a:pt x="333" y="58"/>
                    <a:pt x="331" y="58"/>
                  </a:cubicBezTo>
                  <a:cubicBezTo>
                    <a:pt x="330" y="58"/>
                    <a:pt x="329" y="57"/>
                    <a:pt x="329" y="57"/>
                  </a:cubicBezTo>
                  <a:cubicBezTo>
                    <a:pt x="329" y="57"/>
                    <a:pt x="327" y="57"/>
                    <a:pt x="326" y="56"/>
                  </a:cubicBezTo>
                  <a:cubicBezTo>
                    <a:pt x="326" y="54"/>
                    <a:pt x="324" y="55"/>
                    <a:pt x="323" y="54"/>
                  </a:cubicBezTo>
                  <a:cubicBezTo>
                    <a:pt x="323" y="54"/>
                    <a:pt x="322" y="53"/>
                    <a:pt x="321" y="53"/>
                  </a:cubicBezTo>
                  <a:cubicBezTo>
                    <a:pt x="320" y="52"/>
                    <a:pt x="320" y="52"/>
                    <a:pt x="319" y="52"/>
                  </a:cubicBezTo>
                  <a:cubicBezTo>
                    <a:pt x="318" y="51"/>
                    <a:pt x="317" y="50"/>
                    <a:pt x="317" y="49"/>
                  </a:cubicBezTo>
                  <a:cubicBezTo>
                    <a:pt x="316" y="49"/>
                    <a:pt x="316" y="47"/>
                    <a:pt x="315" y="46"/>
                  </a:cubicBezTo>
                  <a:cubicBezTo>
                    <a:pt x="314" y="45"/>
                    <a:pt x="312" y="46"/>
                    <a:pt x="312" y="46"/>
                  </a:cubicBezTo>
                  <a:cubicBezTo>
                    <a:pt x="312" y="46"/>
                    <a:pt x="311" y="48"/>
                    <a:pt x="310" y="47"/>
                  </a:cubicBezTo>
                  <a:cubicBezTo>
                    <a:pt x="309" y="47"/>
                    <a:pt x="308" y="47"/>
                    <a:pt x="307" y="45"/>
                  </a:cubicBezTo>
                  <a:cubicBezTo>
                    <a:pt x="306" y="44"/>
                    <a:pt x="305" y="44"/>
                    <a:pt x="305" y="43"/>
                  </a:cubicBezTo>
                  <a:cubicBezTo>
                    <a:pt x="304" y="41"/>
                    <a:pt x="305" y="42"/>
                    <a:pt x="306" y="41"/>
                  </a:cubicBezTo>
                  <a:cubicBezTo>
                    <a:pt x="307" y="40"/>
                    <a:pt x="307" y="40"/>
                    <a:pt x="308" y="39"/>
                  </a:cubicBezTo>
                  <a:cubicBezTo>
                    <a:pt x="308" y="38"/>
                    <a:pt x="310" y="37"/>
                    <a:pt x="311" y="37"/>
                  </a:cubicBezTo>
                  <a:cubicBezTo>
                    <a:pt x="311" y="36"/>
                    <a:pt x="313" y="36"/>
                    <a:pt x="314" y="34"/>
                  </a:cubicBezTo>
                  <a:cubicBezTo>
                    <a:pt x="315" y="33"/>
                    <a:pt x="315" y="32"/>
                    <a:pt x="316" y="31"/>
                  </a:cubicBezTo>
                  <a:cubicBezTo>
                    <a:pt x="316" y="30"/>
                    <a:pt x="316" y="30"/>
                    <a:pt x="316" y="28"/>
                  </a:cubicBezTo>
                  <a:cubicBezTo>
                    <a:pt x="316" y="27"/>
                    <a:pt x="316" y="26"/>
                    <a:pt x="316" y="26"/>
                  </a:cubicBezTo>
                  <a:cubicBezTo>
                    <a:pt x="316" y="25"/>
                    <a:pt x="313" y="20"/>
                    <a:pt x="312" y="19"/>
                  </a:cubicBezTo>
                  <a:cubicBezTo>
                    <a:pt x="311" y="18"/>
                    <a:pt x="310" y="18"/>
                    <a:pt x="310" y="16"/>
                  </a:cubicBezTo>
                  <a:cubicBezTo>
                    <a:pt x="310" y="15"/>
                    <a:pt x="311" y="15"/>
                    <a:pt x="311" y="14"/>
                  </a:cubicBezTo>
                  <a:cubicBezTo>
                    <a:pt x="312" y="13"/>
                    <a:pt x="312" y="13"/>
                    <a:pt x="313" y="11"/>
                  </a:cubicBezTo>
                  <a:cubicBezTo>
                    <a:pt x="314" y="10"/>
                    <a:pt x="315" y="9"/>
                    <a:pt x="316" y="6"/>
                  </a:cubicBezTo>
                  <a:cubicBezTo>
                    <a:pt x="316" y="6"/>
                    <a:pt x="314" y="5"/>
                    <a:pt x="314" y="5"/>
                  </a:cubicBezTo>
                  <a:cubicBezTo>
                    <a:pt x="313" y="6"/>
                    <a:pt x="310" y="8"/>
                    <a:pt x="308" y="9"/>
                  </a:cubicBezTo>
                  <a:cubicBezTo>
                    <a:pt x="306" y="9"/>
                    <a:pt x="308" y="9"/>
                    <a:pt x="308" y="8"/>
                  </a:cubicBezTo>
                  <a:cubicBezTo>
                    <a:pt x="308" y="6"/>
                    <a:pt x="308" y="5"/>
                    <a:pt x="307" y="3"/>
                  </a:cubicBezTo>
                  <a:cubicBezTo>
                    <a:pt x="307" y="2"/>
                    <a:pt x="305" y="3"/>
                    <a:pt x="304" y="1"/>
                  </a:cubicBezTo>
                  <a:cubicBezTo>
                    <a:pt x="303" y="0"/>
                    <a:pt x="302" y="1"/>
                    <a:pt x="302" y="1"/>
                  </a:cubicBezTo>
                  <a:cubicBezTo>
                    <a:pt x="301" y="1"/>
                    <a:pt x="301" y="1"/>
                    <a:pt x="301" y="1"/>
                  </a:cubicBezTo>
                  <a:cubicBezTo>
                    <a:pt x="301" y="0"/>
                    <a:pt x="298" y="2"/>
                    <a:pt x="298" y="3"/>
                  </a:cubicBezTo>
                  <a:cubicBezTo>
                    <a:pt x="297" y="3"/>
                    <a:pt x="295" y="4"/>
                    <a:pt x="295" y="4"/>
                  </a:cubicBezTo>
                  <a:cubicBezTo>
                    <a:pt x="295" y="4"/>
                    <a:pt x="289" y="6"/>
                    <a:pt x="286" y="7"/>
                  </a:cubicBezTo>
                  <a:cubicBezTo>
                    <a:pt x="286" y="7"/>
                    <a:pt x="285" y="7"/>
                    <a:pt x="285" y="7"/>
                  </a:cubicBezTo>
                  <a:cubicBezTo>
                    <a:pt x="285" y="7"/>
                    <a:pt x="284" y="7"/>
                    <a:pt x="284" y="7"/>
                  </a:cubicBezTo>
                  <a:cubicBezTo>
                    <a:pt x="283" y="8"/>
                    <a:pt x="282" y="8"/>
                    <a:pt x="281" y="7"/>
                  </a:cubicBezTo>
                  <a:cubicBezTo>
                    <a:pt x="281" y="7"/>
                    <a:pt x="279" y="8"/>
                    <a:pt x="278" y="6"/>
                  </a:cubicBezTo>
                  <a:cubicBezTo>
                    <a:pt x="277" y="4"/>
                    <a:pt x="277" y="5"/>
                    <a:pt x="276" y="5"/>
                  </a:cubicBezTo>
                  <a:cubicBezTo>
                    <a:pt x="276" y="5"/>
                    <a:pt x="276" y="5"/>
                    <a:pt x="276" y="5"/>
                  </a:cubicBezTo>
                  <a:cubicBezTo>
                    <a:pt x="276" y="5"/>
                    <a:pt x="275" y="5"/>
                    <a:pt x="275" y="5"/>
                  </a:cubicBezTo>
                  <a:cubicBezTo>
                    <a:pt x="274" y="6"/>
                    <a:pt x="274" y="6"/>
                    <a:pt x="274" y="6"/>
                  </a:cubicBezTo>
                  <a:cubicBezTo>
                    <a:pt x="274" y="5"/>
                    <a:pt x="273" y="6"/>
                    <a:pt x="272" y="6"/>
                  </a:cubicBezTo>
                  <a:cubicBezTo>
                    <a:pt x="271" y="6"/>
                    <a:pt x="270" y="6"/>
                    <a:pt x="270" y="6"/>
                  </a:cubicBezTo>
                  <a:cubicBezTo>
                    <a:pt x="270" y="6"/>
                    <a:pt x="269" y="6"/>
                    <a:pt x="269" y="6"/>
                  </a:cubicBezTo>
                  <a:cubicBezTo>
                    <a:pt x="269" y="6"/>
                    <a:pt x="268" y="6"/>
                    <a:pt x="268" y="6"/>
                  </a:cubicBezTo>
                  <a:cubicBezTo>
                    <a:pt x="267" y="5"/>
                    <a:pt x="265" y="5"/>
                    <a:pt x="264" y="5"/>
                  </a:cubicBezTo>
                  <a:cubicBezTo>
                    <a:pt x="263" y="5"/>
                    <a:pt x="262" y="6"/>
                    <a:pt x="261" y="6"/>
                  </a:cubicBezTo>
                  <a:cubicBezTo>
                    <a:pt x="261" y="6"/>
                    <a:pt x="259" y="8"/>
                    <a:pt x="259" y="8"/>
                  </a:cubicBezTo>
                  <a:cubicBezTo>
                    <a:pt x="259" y="8"/>
                    <a:pt x="254" y="11"/>
                    <a:pt x="252" y="11"/>
                  </a:cubicBezTo>
                  <a:cubicBezTo>
                    <a:pt x="251" y="10"/>
                    <a:pt x="250" y="9"/>
                    <a:pt x="250" y="9"/>
                  </a:cubicBezTo>
                  <a:cubicBezTo>
                    <a:pt x="248" y="7"/>
                    <a:pt x="248" y="7"/>
                    <a:pt x="248" y="7"/>
                  </a:cubicBezTo>
                  <a:cubicBezTo>
                    <a:pt x="239" y="6"/>
                    <a:pt x="239" y="6"/>
                    <a:pt x="239" y="6"/>
                  </a:cubicBezTo>
                  <a:cubicBezTo>
                    <a:pt x="239" y="6"/>
                    <a:pt x="234" y="7"/>
                    <a:pt x="234" y="7"/>
                  </a:cubicBezTo>
                  <a:cubicBezTo>
                    <a:pt x="233" y="7"/>
                    <a:pt x="231" y="7"/>
                    <a:pt x="229" y="7"/>
                  </a:cubicBezTo>
                  <a:cubicBezTo>
                    <a:pt x="227" y="7"/>
                    <a:pt x="228" y="8"/>
                    <a:pt x="227" y="8"/>
                  </a:cubicBezTo>
                  <a:cubicBezTo>
                    <a:pt x="226" y="7"/>
                    <a:pt x="225" y="9"/>
                    <a:pt x="223" y="9"/>
                  </a:cubicBezTo>
                  <a:cubicBezTo>
                    <a:pt x="222" y="10"/>
                    <a:pt x="219" y="11"/>
                    <a:pt x="218" y="11"/>
                  </a:cubicBezTo>
                  <a:cubicBezTo>
                    <a:pt x="217" y="11"/>
                    <a:pt x="209" y="12"/>
                    <a:pt x="207" y="12"/>
                  </a:cubicBezTo>
                  <a:cubicBezTo>
                    <a:pt x="205" y="12"/>
                    <a:pt x="204" y="12"/>
                    <a:pt x="204" y="13"/>
                  </a:cubicBezTo>
                  <a:cubicBezTo>
                    <a:pt x="203" y="13"/>
                    <a:pt x="203" y="14"/>
                    <a:pt x="202" y="14"/>
                  </a:cubicBezTo>
                  <a:cubicBezTo>
                    <a:pt x="201" y="13"/>
                    <a:pt x="201" y="15"/>
                    <a:pt x="200" y="16"/>
                  </a:cubicBezTo>
                  <a:cubicBezTo>
                    <a:pt x="199" y="16"/>
                    <a:pt x="198" y="17"/>
                    <a:pt x="197" y="17"/>
                  </a:cubicBezTo>
                  <a:cubicBezTo>
                    <a:pt x="196" y="18"/>
                    <a:pt x="193" y="20"/>
                    <a:pt x="192" y="20"/>
                  </a:cubicBezTo>
                  <a:cubicBezTo>
                    <a:pt x="191" y="20"/>
                    <a:pt x="191" y="19"/>
                    <a:pt x="191" y="19"/>
                  </a:cubicBezTo>
                  <a:cubicBezTo>
                    <a:pt x="191" y="19"/>
                    <a:pt x="183" y="22"/>
                    <a:pt x="183" y="21"/>
                  </a:cubicBezTo>
                  <a:cubicBezTo>
                    <a:pt x="182" y="21"/>
                    <a:pt x="181" y="23"/>
                    <a:pt x="180" y="23"/>
                  </a:cubicBezTo>
                  <a:cubicBezTo>
                    <a:pt x="180" y="24"/>
                    <a:pt x="178" y="25"/>
                    <a:pt x="178" y="25"/>
                  </a:cubicBezTo>
                  <a:cubicBezTo>
                    <a:pt x="177" y="26"/>
                    <a:pt x="176" y="28"/>
                    <a:pt x="176" y="28"/>
                  </a:cubicBezTo>
                  <a:cubicBezTo>
                    <a:pt x="173" y="30"/>
                    <a:pt x="173" y="30"/>
                    <a:pt x="173" y="30"/>
                  </a:cubicBezTo>
                  <a:cubicBezTo>
                    <a:pt x="173" y="30"/>
                    <a:pt x="171" y="31"/>
                    <a:pt x="171" y="31"/>
                  </a:cubicBezTo>
                  <a:cubicBezTo>
                    <a:pt x="170" y="31"/>
                    <a:pt x="170" y="31"/>
                    <a:pt x="170" y="31"/>
                  </a:cubicBezTo>
                  <a:cubicBezTo>
                    <a:pt x="169" y="31"/>
                    <a:pt x="168" y="31"/>
                    <a:pt x="168" y="31"/>
                  </a:cubicBezTo>
                  <a:cubicBezTo>
                    <a:pt x="167" y="30"/>
                    <a:pt x="167" y="30"/>
                    <a:pt x="166" y="30"/>
                  </a:cubicBezTo>
                  <a:cubicBezTo>
                    <a:pt x="166" y="30"/>
                    <a:pt x="166" y="31"/>
                    <a:pt x="165" y="30"/>
                  </a:cubicBezTo>
                  <a:cubicBezTo>
                    <a:pt x="165" y="29"/>
                    <a:pt x="164" y="29"/>
                    <a:pt x="164" y="28"/>
                  </a:cubicBezTo>
                  <a:cubicBezTo>
                    <a:pt x="163" y="28"/>
                    <a:pt x="163" y="28"/>
                    <a:pt x="162" y="29"/>
                  </a:cubicBezTo>
                  <a:cubicBezTo>
                    <a:pt x="161" y="29"/>
                    <a:pt x="160" y="29"/>
                    <a:pt x="160" y="28"/>
                  </a:cubicBezTo>
                  <a:cubicBezTo>
                    <a:pt x="159" y="27"/>
                    <a:pt x="159" y="28"/>
                    <a:pt x="158" y="27"/>
                  </a:cubicBezTo>
                  <a:cubicBezTo>
                    <a:pt x="158" y="26"/>
                    <a:pt x="157" y="26"/>
                    <a:pt x="157" y="26"/>
                  </a:cubicBezTo>
                  <a:cubicBezTo>
                    <a:pt x="156" y="27"/>
                    <a:pt x="156" y="27"/>
                    <a:pt x="156" y="27"/>
                  </a:cubicBezTo>
                  <a:cubicBezTo>
                    <a:pt x="155" y="27"/>
                    <a:pt x="153" y="27"/>
                    <a:pt x="153" y="27"/>
                  </a:cubicBezTo>
                  <a:cubicBezTo>
                    <a:pt x="151" y="28"/>
                    <a:pt x="151" y="28"/>
                    <a:pt x="151" y="28"/>
                  </a:cubicBezTo>
                  <a:cubicBezTo>
                    <a:pt x="151" y="28"/>
                    <a:pt x="147" y="29"/>
                    <a:pt x="146" y="29"/>
                  </a:cubicBezTo>
                  <a:cubicBezTo>
                    <a:pt x="146" y="29"/>
                    <a:pt x="143" y="28"/>
                    <a:pt x="143" y="27"/>
                  </a:cubicBezTo>
                  <a:cubicBezTo>
                    <a:pt x="143" y="27"/>
                    <a:pt x="142" y="27"/>
                    <a:pt x="141" y="27"/>
                  </a:cubicBezTo>
                  <a:cubicBezTo>
                    <a:pt x="140" y="27"/>
                    <a:pt x="138" y="27"/>
                    <a:pt x="138" y="26"/>
                  </a:cubicBezTo>
                  <a:cubicBezTo>
                    <a:pt x="138" y="25"/>
                    <a:pt x="132" y="24"/>
                    <a:pt x="132" y="23"/>
                  </a:cubicBezTo>
                  <a:cubicBezTo>
                    <a:pt x="132" y="22"/>
                    <a:pt x="131" y="22"/>
                    <a:pt x="131" y="21"/>
                  </a:cubicBezTo>
                  <a:cubicBezTo>
                    <a:pt x="131" y="20"/>
                    <a:pt x="129" y="20"/>
                    <a:pt x="129" y="20"/>
                  </a:cubicBezTo>
                  <a:cubicBezTo>
                    <a:pt x="129" y="19"/>
                    <a:pt x="128" y="21"/>
                    <a:pt x="127" y="21"/>
                  </a:cubicBezTo>
                  <a:cubicBezTo>
                    <a:pt x="126" y="21"/>
                    <a:pt x="126" y="23"/>
                    <a:pt x="125" y="24"/>
                  </a:cubicBezTo>
                  <a:cubicBezTo>
                    <a:pt x="124" y="26"/>
                    <a:pt x="125" y="26"/>
                    <a:pt x="124" y="27"/>
                  </a:cubicBezTo>
                  <a:cubicBezTo>
                    <a:pt x="124" y="28"/>
                    <a:pt x="121" y="33"/>
                    <a:pt x="121" y="33"/>
                  </a:cubicBezTo>
                  <a:cubicBezTo>
                    <a:pt x="121" y="33"/>
                    <a:pt x="121" y="35"/>
                    <a:pt x="120" y="36"/>
                  </a:cubicBezTo>
                  <a:cubicBezTo>
                    <a:pt x="120" y="36"/>
                    <a:pt x="119" y="38"/>
                    <a:pt x="119" y="38"/>
                  </a:cubicBezTo>
                  <a:cubicBezTo>
                    <a:pt x="119" y="39"/>
                    <a:pt x="118" y="41"/>
                    <a:pt x="118" y="41"/>
                  </a:cubicBezTo>
                  <a:cubicBezTo>
                    <a:pt x="117" y="41"/>
                    <a:pt x="115" y="44"/>
                    <a:pt x="115" y="43"/>
                  </a:cubicBezTo>
                  <a:cubicBezTo>
                    <a:pt x="114" y="43"/>
                    <a:pt x="112" y="46"/>
                    <a:pt x="112" y="46"/>
                  </a:cubicBezTo>
                  <a:cubicBezTo>
                    <a:pt x="107" y="48"/>
                    <a:pt x="107" y="48"/>
                    <a:pt x="107" y="48"/>
                  </a:cubicBezTo>
                  <a:cubicBezTo>
                    <a:pt x="107" y="48"/>
                    <a:pt x="103" y="50"/>
                    <a:pt x="103" y="49"/>
                  </a:cubicBezTo>
                  <a:cubicBezTo>
                    <a:pt x="102" y="49"/>
                    <a:pt x="100" y="50"/>
                    <a:pt x="100" y="50"/>
                  </a:cubicBezTo>
                  <a:cubicBezTo>
                    <a:pt x="99" y="50"/>
                    <a:pt x="98" y="53"/>
                    <a:pt x="96" y="54"/>
                  </a:cubicBezTo>
                  <a:cubicBezTo>
                    <a:pt x="94" y="56"/>
                    <a:pt x="93" y="57"/>
                    <a:pt x="92" y="58"/>
                  </a:cubicBezTo>
                  <a:cubicBezTo>
                    <a:pt x="91" y="59"/>
                    <a:pt x="90" y="61"/>
                    <a:pt x="90" y="62"/>
                  </a:cubicBezTo>
                  <a:cubicBezTo>
                    <a:pt x="89" y="62"/>
                    <a:pt x="88" y="65"/>
                    <a:pt x="87" y="66"/>
                  </a:cubicBezTo>
                  <a:cubicBezTo>
                    <a:pt x="86" y="67"/>
                    <a:pt x="87" y="69"/>
                    <a:pt x="87" y="69"/>
                  </a:cubicBezTo>
                  <a:cubicBezTo>
                    <a:pt x="87" y="69"/>
                    <a:pt x="84" y="82"/>
                    <a:pt x="84" y="83"/>
                  </a:cubicBezTo>
                  <a:cubicBezTo>
                    <a:pt x="83" y="84"/>
                    <a:pt x="84" y="86"/>
                    <a:pt x="84" y="86"/>
                  </a:cubicBezTo>
                  <a:cubicBezTo>
                    <a:pt x="85" y="86"/>
                    <a:pt x="85" y="90"/>
                    <a:pt x="85" y="90"/>
                  </a:cubicBezTo>
                  <a:cubicBezTo>
                    <a:pt x="85" y="91"/>
                    <a:pt x="84" y="92"/>
                    <a:pt x="84" y="92"/>
                  </a:cubicBezTo>
                  <a:cubicBezTo>
                    <a:pt x="83" y="93"/>
                    <a:pt x="82" y="95"/>
                    <a:pt x="82" y="96"/>
                  </a:cubicBezTo>
                  <a:cubicBezTo>
                    <a:pt x="81" y="96"/>
                    <a:pt x="80" y="99"/>
                    <a:pt x="79" y="99"/>
                  </a:cubicBezTo>
                  <a:cubicBezTo>
                    <a:pt x="78" y="100"/>
                    <a:pt x="78" y="100"/>
                    <a:pt x="77" y="102"/>
                  </a:cubicBezTo>
                  <a:cubicBezTo>
                    <a:pt x="76" y="103"/>
                    <a:pt x="75" y="103"/>
                    <a:pt x="73" y="104"/>
                  </a:cubicBezTo>
                  <a:cubicBezTo>
                    <a:pt x="72" y="104"/>
                    <a:pt x="72" y="105"/>
                    <a:pt x="72" y="105"/>
                  </a:cubicBezTo>
                  <a:cubicBezTo>
                    <a:pt x="70" y="107"/>
                    <a:pt x="70" y="107"/>
                    <a:pt x="70" y="107"/>
                  </a:cubicBezTo>
                  <a:cubicBezTo>
                    <a:pt x="70" y="107"/>
                    <a:pt x="69" y="109"/>
                    <a:pt x="68" y="110"/>
                  </a:cubicBezTo>
                  <a:cubicBezTo>
                    <a:pt x="67" y="110"/>
                    <a:pt x="66" y="111"/>
                    <a:pt x="65" y="112"/>
                  </a:cubicBezTo>
                  <a:cubicBezTo>
                    <a:pt x="64" y="113"/>
                    <a:pt x="61" y="114"/>
                    <a:pt x="61" y="114"/>
                  </a:cubicBezTo>
                  <a:cubicBezTo>
                    <a:pt x="60" y="114"/>
                    <a:pt x="49" y="118"/>
                    <a:pt x="49" y="118"/>
                  </a:cubicBezTo>
                  <a:cubicBezTo>
                    <a:pt x="48" y="118"/>
                    <a:pt x="46" y="121"/>
                    <a:pt x="45" y="122"/>
                  </a:cubicBezTo>
                  <a:cubicBezTo>
                    <a:pt x="45" y="122"/>
                    <a:pt x="45" y="122"/>
                    <a:pt x="45" y="122"/>
                  </a:cubicBezTo>
                  <a:cubicBezTo>
                    <a:pt x="44" y="123"/>
                    <a:pt x="43" y="128"/>
                    <a:pt x="43" y="128"/>
                  </a:cubicBezTo>
                  <a:cubicBezTo>
                    <a:pt x="42" y="131"/>
                    <a:pt x="42" y="131"/>
                    <a:pt x="42" y="131"/>
                  </a:cubicBezTo>
                  <a:cubicBezTo>
                    <a:pt x="42" y="131"/>
                    <a:pt x="38" y="134"/>
                    <a:pt x="38" y="134"/>
                  </a:cubicBezTo>
                  <a:cubicBezTo>
                    <a:pt x="37" y="134"/>
                    <a:pt x="34" y="136"/>
                    <a:pt x="34" y="136"/>
                  </a:cubicBezTo>
                  <a:cubicBezTo>
                    <a:pt x="34" y="136"/>
                    <a:pt x="31" y="139"/>
                    <a:pt x="31" y="140"/>
                  </a:cubicBezTo>
                  <a:cubicBezTo>
                    <a:pt x="30" y="140"/>
                    <a:pt x="30" y="144"/>
                    <a:pt x="30" y="144"/>
                  </a:cubicBezTo>
                  <a:cubicBezTo>
                    <a:pt x="30" y="144"/>
                    <a:pt x="29" y="147"/>
                    <a:pt x="28" y="148"/>
                  </a:cubicBezTo>
                  <a:cubicBezTo>
                    <a:pt x="28" y="148"/>
                    <a:pt x="26" y="152"/>
                    <a:pt x="26" y="152"/>
                  </a:cubicBezTo>
                  <a:cubicBezTo>
                    <a:pt x="26" y="152"/>
                    <a:pt x="23" y="156"/>
                    <a:pt x="23" y="156"/>
                  </a:cubicBezTo>
                  <a:cubicBezTo>
                    <a:pt x="23" y="157"/>
                    <a:pt x="21" y="159"/>
                    <a:pt x="20" y="159"/>
                  </a:cubicBezTo>
                  <a:cubicBezTo>
                    <a:pt x="20" y="160"/>
                    <a:pt x="19" y="161"/>
                    <a:pt x="18" y="162"/>
                  </a:cubicBezTo>
                  <a:cubicBezTo>
                    <a:pt x="17" y="162"/>
                    <a:pt x="16" y="165"/>
                    <a:pt x="16" y="165"/>
                  </a:cubicBezTo>
                  <a:cubicBezTo>
                    <a:pt x="15" y="166"/>
                    <a:pt x="15" y="167"/>
                    <a:pt x="15" y="169"/>
                  </a:cubicBezTo>
                  <a:cubicBezTo>
                    <a:pt x="15" y="170"/>
                    <a:pt x="14" y="172"/>
                    <a:pt x="14" y="173"/>
                  </a:cubicBezTo>
                  <a:cubicBezTo>
                    <a:pt x="13" y="174"/>
                    <a:pt x="11" y="180"/>
                    <a:pt x="9" y="182"/>
                  </a:cubicBezTo>
                  <a:cubicBezTo>
                    <a:pt x="7" y="183"/>
                    <a:pt x="6" y="184"/>
                    <a:pt x="6" y="185"/>
                  </a:cubicBezTo>
                  <a:cubicBezTo>
                    <a:pt x="5" y="186"/>
                    <a:pt x="4" y="188"/>
                    <a:pt x="4" y="189"/>
                  </a:cubicBezTo>
                  <a:cubicBezTo>
                    <a:pt x="4" y="189"/>
                    <a:pt x="3" y="192"/>
                    <a:pt x="3" y="194"/>
                  </a:cubicBezTo>
                  <a:cubicBezTo>
                    <a:pt x="2" y="194"/>
                    <a:pt x="2" y="194"/>
                    <a:pt x="2" y="194"/>
                  </a:cubicBezTo>
                  <a:cubicBezTo>
                    <a:pt x="2" y="195"/>
                    <a:pt x="2" y="196"/>
                    <a:pt x="2" y="196"/>
                  </a:cubicBezTo>
                  <a:cubicBezTo>
                    <a:pt x="1" y="199"/>
                    <a:pt x="2" y="201"/>
                    <a:pt x="2" y="201"/>
                  </a:cubicBezTo>
                  <a:cubicBezTo>
                    <a:pt x="3" y="201"/>
                    <a:pt x="3" y="201"/>
                    <a:pt x="4" y="200"/>
                  </a:cubicBezTo>
                  <a:cubicBezTo>
                    <a:pt x="6" y="199"/>
                    <a:pt x="9" y="204"/>
                    <a:pt x="9" y="204"/>
                  </a:cubicBezTo>
                  <a:cubicBezTo>
                    <a:pt x="10" y="204"/>
                    <a:pt x="13" y="212"/>
                    <a:pt x="13" y="212"/>
                  </a:cubicBezTo>
                  <a:cubicBezTo>
                    <a:pt x="13" y="213"/>
                    <a:pt x="12" y="215"/>
                    <a:pt x="10" y="215"/>
                  </a:cubicBezTo>
                  <a:cubicBezTo>
                    <a:pt x="9" y="216"/>
                    <a:pt x="10" y="218"/>
                    <a:pt x="10" y="218"/>
                  </a:cubicBezTo>
                  <a:cubicBezTo>
                    <a:pt x="10" y="218"/>
                    <a:pt x="10" y="220"/>
                    <a:pt x="11" y="221"/>
                  </a:cubicBezTo>
                  <a:cubicBezTo>
                    <a:pt x="12" y="221"/>
                    <a:pt x="12" y="223"/>
                    <a:pt x="12" y="223"/>
                  </a:cubicBezTo>
                  <a:cubicBezTo>
                    <a:pt x="14" y="228"/>
                    <a:pt x="14" y="228"/>
                    <a:pt x="14" y="228"/>
                  </a:cubicBezTo>
                  <a:cubicBezTo>
                    <a:pt x="14" y="228"/>
                    <a:pt x="15" y="234"/>
                    <a:pt x="15" y="234"/>
                  </a:cubicBezTo>
                  <a:cubicBezTo>
                    <a:pt x="15" y="235"/>
                    <a:pt x="13" y="237"/>
                    <a:pt x="13" y="237"/>
                  </a:cubicBezTo>
                  <a:cubicBezTo>
                    <a:pt x="13" y="237"/>
                    <a:pt x="11" y="240"/>
                    <a:pt x="10" y="244"/>
                  </a:cubicBezTo>
                  <a:cubicBezTo>
                    <a:pt x="10" y="247"/>
                    <a:pt x="10" y="249"/>
                    <a:pt x="10" y="249"/>
                  </a:cubicBezTo>
                  <a:cubicBezTo>
                    <a:pt x="10" y="249"/>
                    <a:pt x="9" y="250"/>
                    <a:pt x="9" y="250"/>
                  </a:cubicBezTo>
                  <a:cubicBezTo>
                    <a:pt x="9" y="251"/>
                    <a:pt x="9" y="252"/>
                    <a:pt x="9" y="252"/>
                  </a:cubicBezTo>
                  <a:cubicBezTo>
                    <a:pt x="9" y="252"/>
                    <a:pt x="8" y="257"/>
                    <a:pt x="7" y="258"/>
                  </a:cubicBezTo>
                  <a:cubicBezTo>
                    <a:pt x="6" y="259"/>
                    <a:pt x="6" y="261"/>
                    <a:pt x="6" y="261"/>
                  </a:cubicBezTo>
                  <a:cubicBezTo>
                    <a:pt x="6" y="262"/>
                    <a:pt x="3" y="265"/>
                    <a:pt x="2" y="266"/>
                  </a:cubicBezTo>
                  <a:cubicBezTo>
                    <a:pt x="0" y="267"/>
                    <a:pt x="0" y="269"/>
                    <a:pt x="1" y="269"/>
                  </a:cubicBezTo>
                  <a:cubicBezTo>
                    <a:pt x="1" y="269"/>
                    <a:pt x="2" y="272"/>
                    <a:pt x="3" y="273"/>
                  </a:cubicBezTo>
                  <a:cubicBezTo>
                    <a:pt x="3" y="273"/>
                    <a:pt x="3" y="276"/>
                    <a:pt x="4" y="275"/>
                  </a:cubicBezTo>
                  <a:cubicBezTo>
                    <a:pt x="6" y="275"/>
                    <a:pt x="8" y="279"/>
                    <a:pt x="8" y="279"/>
                  </a:cubicBezTo>
                  <a:cubicBezTo>
                    <a:pt x="8" y="279"/>
                    <a:pt x="8" y="283"/>
                    <a:pt x="8" y="283"/>
                  </a:cubicBezTo>
                  <a:cubicBezTo>
                    <a:pt x="9" y="283"/>
                    <a:pt x="8" y="284"/>
                    <a:pt x="7" y="285"/>
                  </a:cubicBezTo>
                  <a:cubicBezTo>
                    <a:pt x="6" y="286"/>
                    <a:pt x="6" y="287"/>
                    <a:pt x="6" y="288"/>
                  </a:cubicBezTo>
                  <a:cubicBezTo>
                    <a:pt x="5" y="289"/>
                    <a:pt x="6" y="290"/>
                    <a:pt x="6" y="290"/>
                  </a:cubicBezTo>
                  <a:cubicBezTo>
                    <a:pt x="6" y="294"/>
                    <a:pt x="6" y="294"/>
                    <a:pt x="6" y="294"/>
                  </a:cubicBezTo>
                  <a:cubicBezTo>
                    <a:pt x="6" y="296"/>
                    <a:pt x="6" y="296"/>
                    <a:pt x="6" y="296"/>
                  </a:cubicBezTo>
                  <a:cubicBezTo>
                    <a:pt x="7" y="297"/>
                    <a:pt x="7" y="297"/>
                    <a:pt x="7" y="297"/>
                  </a:cubicBezTo>
                  <a:cubicBezTo>
                    <a:pt x="7" y="297"/>
                    <a:pt x="8" y="298"/>
                    <a:pt x="8" y="298"/>
                  </a:cubicBezTo>
                  <a:cubicBezTo>
                    <a:pt x="8" y="298"/>
                    <a:pt x="9" y="299"/>
                    <a:pt x="10" y="299"/>
                  </a:cubicBezTo>
                  <a:cubicBezTo>
                    <a:pt x="11" y="299"/>
                    <a:pt x="10" y="300"/>
                    <a:pt x="11" y="301"/>
                  </a:cubicBezTo>
                  <a:cubicBezTo>
                    <a:pt x="11" y="302"/>
                    <a:pt x="13" y="303"/>
                    <a:pt x="13" y="302"/>
                  </a:cubicBezTo>
                  <a:cubicBezTo>
                    <a:pt x="14" y="302"/>
                    <a:pt x="14" y="302"/>
                    <a:pt x="14" y="302"/>
                  </a:cubicBezTo>
                  <a:cubicBezTo>
                    <a:pt x="15" y="302"/>
                    <a:pt x="15" y="302"/>
                    <a:pt x="16" y="302"/>
                  </a:cubicBezTo>
                  <a:cubicBezTo>
                    <a:pt x="16" y="301"/>
                    <a:pt x="17" y="301"/>
                    <a:pt x="18" y="302"/>
                  </a:cubicBezTo>
                  <a:cubicBezTo>
                    <a:pt x="18" y="302"/>
                    <a:pt x="19" y="302"/>
                    <a:pt x="19" y="302"/>
                  </a:cubicBezTo>
                  <a:cubicBezTo>
                    <a:pt x="20" y="302"/>
                    <a:pt x="22" y="304"/>
                    <a:pt x="22" y="304"/>
                  </a:cubicBezTo>
                  <a:cubicBezTo>
                    <a:pt x="22" y="307"/>
                    <a:pt x="22" y="307"/>
                    <a:pt x="22" y="307"/>
                  </a:cubicBezTo>
                  <a:cubicBezTo>
                    <a:pt x="22" y="307"/>
                    <a:pt x="22" y="309"/>
                    <a:pt x="22" y="309"/>
                  </a:cubicBezTo>
                  <a:cubicBezTo>
                    <a:pt x="22" y="310"/>
                    <a:pt x="23" y="311"/>
                    <a:pt x="23" y="311"/>
                  </a:cubicBezTo>
                  <a:cubicBezTo>
                    <a:pt x="24" y="311"/>
                    <a:pt x="25" y="312"/>
                    <a:pt x="26" y="313"/>
                  </a:cubicBezTo>
                  <a:cubicBezTo>
                    <a:pt x="27" y="314"/>
                    <a:pt x="27" y="314"/>
                    <a:pt x="27" y="314"/>
                  </a:cubicBezTo>
                  <a:cubicBezTo>
                    <a:pt x="27" y="314"/>
                    <a:pt x="28" y="316"/>
                    <a:pt x="29" y="317"/>
                  </a:cubicBezTo>
                  <a:cubicBezTo>
                    <a:pt x="30" y="318"/>
                    <a:pt x="31" y="320"/>
                    <a:pt x="32" y="320"/>
                  </a:cubicBezTo>
                  <a:cubicBezTo>
                    <a:pt x="33" y="321"/>
                    <a:pt x="34" y="322"/>
                    <a:pt x="34" y="322"/>
                  </a:cubicBezTo>
                  <a:cubicBezTo>
                    <a:pt x="34" y="322"/>
                    <a:pt x="39" y="326"/>
                    <a:pt x="43" y="332"/>
                  </a:cubicBezTo>
                  <a:cubicBezTo>
                    <a:pt x="44" y="334"/>
                    <a:pt x="45" y="335"/>
                    <a:pt x="45" y="335"/>
                  </a:cubicBezTo>
                  <a:cubicBezTo>
                    <a:pt x="45" y="336"/>
                    <a:pt x="45" y="336"/>
                    <a:pt x="45" y="336"/>
                  </a:cubicBezTo>
                  <a:cubicBezTo>
                    <a:pt x="46" y="336"/>
                    <a:pt x="47" y="338"/>
                    <a:pt x="48" y="339"/>
                  </a:cubicBezTo>
                  <a:cubicBezTo>
                    <a:pt x="49" y="340"/>
                    <a:pt x="50" y="344"/>
                    <a:pt x="50" y="345"/>
                  </a:cubicBezTo>
                  <a:cubicBezTo>
                    <a:pt x="50" y="345"/>
                    <a:pt x="50" y="348"/>
                    <a:pt x="50" y="348"/>
                  </a:cubicBezTo>
                  <a:cubicBezTo>
                    <a:pt x="51" y="350"/>
                    <a:pt x="51" y="350"/>
                    <a:pt x="51" y="350"/>
                  </a:cubicBezTo>
                  <a:cubicBezTo>
                    <a:pt x="51" y="350"/>
                    <a:pt x="53" y="350"/>
                    <a:pt x="54" y="350"/>
                  </a:cubicBezTo>
                  <a:cubicBezTo>
                    <a:pt x="55" y="350"/>
                    <a:pt x="55" y="352"/>
                    <a:pt x="55" y="352"/>
                  </a:cubicBezTo>
                  <a:cubicBezTo>
                    <a:pt x="56" y="352"/>
                    <a:pt x="59" y="354"/>
                    <a:pt x="59" y="354"/>
                  </a:cubicBezTo>
                  <a:cubicBezTo>
                    <a:pt x="60" y="354"/>
                    <a:pt x="61" y="358"/>
                    <a:pt x="63" y="359"/>
                  </a:cubicBezTo>
                  <a:cubicBezTo>
                    <a:pt x="63" y="359"/>
                    <a:pt x="63" y="359"/>
                    <a:pt x="63" y="359"/>
                  </a:cubicBezTo>
                  <a:cubicBezTo>
                    <a:pt x="65" y="360"/>
                    <a:pt x="68" y="361"/>
                    <a:pt x="68" y="361"/>
                  </a:cubicBezTo>
                  <a:cubicBezTo>
                    <a:pt x="68" y="361"/>
                    <a:pt x="73" y="362"/>
                    <a:pt x="74" y="365"/>
                  </a:cubicBezTo>
                  <a:cubicBezTo>
                    <a:pt x="76" y="367"/>
                    <a:pt x="78" y="369"/>
                    <a:pt x="79" y="369"/>
                  </a:cubicBezTo>
                  <a:cubicBezTo>
                    <a:pt x="80" y="370"/>
                    <a:pt x="82" y="372"/>
                    <a:pt x="82" y="373"/>
                  </a:cubicBezTo>
                  <a:cubicBezTo>
                    <a:pt x="83" y="374"/>
                    <a:pt x="85" y="375"/>
                    <a:pt x="85" y="375"/>
                  </a:cubicBezTo>
                  <a:cubicBezTo>
                    <a:pt x="85" y="375"/>
                    <a:pt x="88" y="376"/>
                    <a:pt x="88" y="377"/>
                  </a:cubicBezTo>
                  <a:cubicBezTo>
                    <a:pt x="89" y="378"/>
                    <a:pt x="91" y="379"/>
                    <a:pt x="91" y="379"/>
                  </a:cubicBezTo>
                  <a:cubicBezTo>
                    <a:pt x="92" y="380"/>
                    <a:pt x="94" y="382"/>
                    <a:pt x="95" y="382"/>
                  </a:cubicBezTo>
                  <a:cubicBezTo>
                    <a:pt x="95" y="382"/>
                    <a:pt x="99" y="383"/>
                    <a:pt x="100" y="384"/>
                  </a:cubicBezTo>
                  <a:cubicBezTo>
                    <a:pt x="101" y="384"/>
                    <a:pt x="105" y="386"/>
                    <a:pt x="106" y="386"/>
                  </a:cubicBezTo>
                  <a:cubicBezTo>
                    <a:pt x="106" y="386"/>
                    <a:pt x="110" y="387"/>
                    <a:pt x="110" y="387"/>
                  </a:cubicBezTo>
                  <a:cubicBezTo>
                    <a:pt x="110" y="386"/>
                    <a:pt x="110" y="386"/>
                    <a:pt x="110" y="386"/>
                  </a:cubicBezTo>
                  <a:cubicBezTo>
                    <a:pt x="114" y="384"/>
                    <a:pt x="116" y="384"/>
                    <a:pt x="118" y="382"/>
                  </a:cubicBezTo>
                  <a:cubicBezTo>
                    <a:pt x="119" y="380"/>
                    <a:pt x="120" y="381"/>
                    <a:pt x="120" y="381"/>
                  </a:cubicBezTo>
                  <a:cubicBezTo>
                    <a:pt x="120" y="381"/>
                    <a:pt x="121" y="381"/>
                    <a:pt x="121" y="380"/>
                  </a:cubicBezTo>
                  <a:cubicBezTo>
                    <a:pt x="122" y="380"/>
                    <a:pt x="125" y="380"/>
                    <a:pt x="127" y="378"/>
                  </a:cubicBezTo>
                  <a:cubicBezTo>
                    <a:pt x="129" y="377"/>
                    <a:pt x="131" y="378"/>
                    <a:pt x="134" y="377"/>
                  </a:cubicBezTo>
                  <a:cubicBezTo>
                    <a:pt x="136" y="376"/>
                    <a:pt x="137" y="376"/>
                    <a:pt x="138" y="377"/>
                  </a:cubicBezTo>
                  <a:cubicBezTo>
                    <a:pt x="139" y="377"/>
                    <a:pt x="140" y="377"/>
                    <a:pt x="140" y="377"/>
                  </a:cubicBezTo>
                  <a:cubicBezTo>
                    <a:pt x="141" y="376"/>
                    <a:pt x="144" y="376"/>
                    <a:pt x="146" y="376"/>
                  </a:cubicBezTo>
                  <a:cubicBezTo>
                    <a:pt x="148" y="376"/>
                    <a:pt x="150" y="376"/>
                    <a:pt x="152" y="376"/>
                  </a:cubicBezTo>
                  <a:cubicBezTo>
                    <a:pt x="154" y="375"/>
                    <a:pt x="155" y="376"/>
                    <a:pt x="157" y="376"/>
                  </a:cubicBezTo>
                  <a:cubicBezTo>
                    <a:pt x="157" y="376"/>
                    <a:pt x="158" y="377"/>
                    <a:pt x="159" y="377"/>
                  </a:cubicBezTo>
                  <a:cubicBezTo>
                    <a:pt x="160" y="377"/>
                    <a:pt x="162" y="377"/>
                    <a:pt x="164" y="378"/>
                  </a:cubicBezTo>
                  <a:cubicBezTo>
                    <a:pt x="168" y="378"/>
                    <a:pt x="168" y="381"/>
                    <a:pt x="168" y="382"/>
                  </a:cubicBezTo>
                  <a:cubicBezTo>
                    <a:pt x="169" y="383"/>
                    <a:pt x="170" y="382"/>
                    <a:pt x="170" y="382"/>
                  </a:cubicBezTo>
                  <a:cubicBezTo>
                    <a:pt x="170" y="382"/>
                    <a:pt x="174" y="380"/>
                    <a:pt x="176" y="379"/>
                  </a:cubicBezTo>
                  <a:cubicBezTo>
                    <a:pt x="179" y="378"/>
                    <a:pt x="181" y="377"/>
                    <a:pt x="182" y="376"/>
                  </a:cubicBezTo>
                  <a:cubicBezTo>
                    <a:pt x="184" y="374"/>
                    <a:pt x="184" y="374"/>
                    <a:pt x="185" y="374"/>
                  </a:cubicBezTo>
                  <a:cubicBezTo>
                    <a:pt x="186" y="373"/>
                    <a:pt x="186" y="373"/>
                    <a:pt x="186" y="373"/>
                  </a:cubicBezTo>
                  <a:cubicBezTo>
                    <a:pt x="187" y="374"/>
                    <a:pt x="188" y="374"/>
                    <a:pt x="189" y="373"/>
                  </a:cubicBezTo>
                  <a:cubicBezTo>
                    <a:pt x="192" y="373"/>
                    <a:pt x="192" y="373"/>
                    <a:pt x="194" y="373"/>
                  </a:cubicBezTo>
                  <a:cubicBezTo>
                    <a:pt x="195" y="372"/>
                    <a:pt x="196" y="371"/>
                    <a:pt x="197" y="371"/>
                  </a:cubicBezTo>
                  <a:cubicBezTo>
                    <a:pt x="198" y="370"/>
                    <a:pt x="198" y="370"/>
                    <a:pt x="198" y="370"/>
                  </a:cubicBezTo>
                  <a:cubicBezTo>
                    <a:pt x="199" y="369"/>
                    <a:pt x="200" y="369"/>
                    <a:pt x="201" y="369"/>
                  </a:cubicBezTo>
                  <a:cubicBezTo>
                    <a:pt x="203" y="369"/>
                    <a:pt x="205" y="367"/>
                    <a:pt x="207" y="366"/>
                  </a:cubicBezTo>
                  <a:cubicBezTo>
                    <a:pt x="209" y="366"/>
                    <a:pt x="209" y="366"/>
                    <a:pt x="211" y="365"/>
                  </a:cubicBezTo>
                  <a:cubicBezTo>
                    <a:pt x="211" y="365"/>
                    <a:pt x="211" y="365"/>
                    <a:pt x="211" y="365"/>
                  </a:cubicBezTo>
                  <a:cubicBezTo>
                    <a:pt x="213" y="365"/>
                    <a:pt x="213" y="364"/>
                    <a:pt x="213" y="364"/>
                  </a:cubicBezTo>
                  <a:cubicBezTo>
                    <a:pt x="213" y="364"/>
                    <a:pt x="221" y="364"/>
                    <a:pt x="223" y="362"/>
                  </a:cubicBezTo>
                  <a:cubicBezTo>
                    <a:pt x="226" y="360"/>
                    <a:pt x="226" y="363"/>
                    <a:pt x="226" y="363"/>
                  </a:cubicBezTo>
                  <a:cubicBezTo>
                    <a:pt x="226" y="363"/>
                    <a:pt x="227" y="363"/>
                    <a:pt x="227" y="363"/>
                  </a:cubicBezTo>
                  <a:cubicBezTo>
                    <a:pt x="228" y="363"/>
                    <a:pt x="230" y="362"/>
                    <a:pt x="231" y="362"/>
                  </a:cubicBezTo>
                  <a:cubicBezTo>
                    <a:pt x="234" y="362"/>
                    <a:pt x="237" y="361"/>
                    <a:pt x="239" y="362"/>
                  </a:cubicBezTo>
                  <a:cubicBezTo>
                    <a:pt x="242" y="363"/>
                    <a:pt x="242" y="365"/>
                    <a:pt x="244" y="366"/>
                  </a:cubicBezTo>
                  <a:cubicBezTo>
                    <a:pt x="245" y="366"/>
                    <a:pt x="246" y="369"/>
                    <a:pt x="248" y="368"/>
                  </a:cubicBezTo>
                  <a:cubicBezTo>
                    <a:pt x="251" y="368"/>
                    <a:pt x="251" y="372"/>
                    <a:pt x="252" y="372"/>
                  </a:cubicBezTo>
                  <a:cubicBezTo>
                    <a:pt x="253" y="373"/>
                    <a:pt x="252" y="376"/>
                    <a:pt x="252" y="378"/>
                  </a:cubicBezTo>
                  <a:cubicBezTo>
                    <a:pt x="252" y="379"/>
                    <a:pt x="253" y="382"/>
                    <a:pt x="255" y="382"/>
                  </a:cubicBezTo>
                  <a:cubicBezTo>
                    <a:pt x="257" y="383"/>
                    <a:pt x="258" y="385"/>
                    <a:pt x="259" y="384"/>
                  </a:cubicBezTo>
                  <a:cubicBezTo>
                    <a:pt x="259" y="384"/>
                    <a:pt x="267" y="384"/>
                    <a:pt x="270" y="385"/>
                  </a:cubicBezTo>
                  <a:cubicBezTo>
                    <a:pt x="272" y="385"/>
                    <a:pt x="273" y="385"/>
                    <a:pt x="275" y="384"/>
                  </a:cubicBezTo>
                  <a:cubicBezTo>
                    <a:pt x="276" y="384"/>
                    <a:pt x="278" y="383"/>
                    <a:pt x="280" y="382"/>
                  </a:cubicBezTo>
                  <a:cubicBezTo>
                    <a:pt x="281" y="382"/>
                    <a:pt x="285" y="380"/>
                    <a:pt x="287" y="380"/>
                  </a:cubicBezTo>
                  <a:cubicBezTo>
                    <a:pt x="288" y="379"/>
                    <a:pt x="286" y="381"/>
                    <a:pt x="286" y="383"/>
                  </a:cubicBezTo>
                  <a:cubicBezTo>
                    <a:pt x="286" y="383"/>
                    <a:pt x="286" y="384"/>
                    <a:pt x="286" y="384"/>
                  </a:cubicBezTo>
                  <a:cubicBezTo>
                    <a:pt x="286" y="385"/>
                    <a:pt x="287" y="386"/>
                    <a:pt x="288" y="387"/>
                  </a:cubicBezTo>
                  <a:cubicBezTo>
                    <a:pt x="289" y="387"/>
                    <a:pt x="290" y="389"/>
                    <a:pt x="291" y="389"/>
                  </a:cubicBezTo>
                  <a:cubicBezTo>
                    <a:pt x="291" y="390"/>
                    <a:pt x="293" y="388"/>
                    <a:pt x="295" y="388"/>
                  </a:cubicBezTo>
                  <a:cubicBezTo>
                    <a:pt x="296" y="387"/>
                    <a:pt x="297" y="391"/>
                    <a:pt x="297" y="391"/>
                  </a:cubicBezTo>
                  <a:cubicBezTo>
                    <a:pt x="298" y="391"/>
                    <a:pt x="300" y="397"/>
                    <a:pt x="301" y="398"/>
                  </a:cubicBezTo>
                  <a:cubicBezTo>
                    <a:pt x="301" y="398"/>
                    <a:pt x="301" y="405"/>
                    <a:pt x="301" y="405"/>
                  </a:cubicBezTo>
                  <a:cubicBezTo>
                    <a:pt x="302" y="405"/>
                    <a:pt x="300" y="408"/>
                    <a:pt x="299" y="410"/>
                  </a:cubicBezTo>
                  <a:cubicBezTo>
                    <a:pt x="298" y="411"/>
                    <a:pt x="298" y="411"/>
                    <a:pt x="298" y="411"/>
                  </a:cubicBezTo>
                  <a:cubicBezTo>
                    <a:pt x="298" y="411"/>
                    <a:pt x="297" y="413"/>
                    <a:pt x="298" y="415"/>
                  </a:cubicBezTo>
                  <a:cubicBezTo>
                    <a:pt x="298" y="416"/>
                    <a:pt x="298" y="418"/>
                    <a:pt x="298" y="420"/>
                  </a:cubicBezTo>
                  <a:cubicBezTo>
                    <a:pt x="298" y="423"/>
                    <a:pt x="297" y="424"/>
                    <a:pt x="298" y="427"/>
                  </a:cubicBezTo>
                  <a:cubicBezTo>
                    <a:pt x="298" y="431"/>
                    <a:pt x="295" y="431"/>
                    <a:pt x="294" y="433"/>
                  </a:cubicBezTo>
                  <a:cubicBezTo>
                    <a:pt x="292" y="434"/>
                    <a:pt x="292" y="438"/>
                    <a:pt x="292" y="440"/>
                  </a:cubicBezTo>
                  <a:cubicBezTo>
                    <a:pt x="293" y="442"/>
                    <a:pt x="292" y="446"/>
                    <a:pt x="293" y="447"/>
                  </a:cubicBezTo>
                  <a:cubicBezTo>
                    <a:pt x="293" y="448"/>
                    <a:pt x="295" y="454"/>
                    <a:pt x="297" y="454"/>
                  </a:cubicBezTo>
                  <a:cubicBezTo>
                    <a:pt x="298" y="454"/>
                    <a:pt x="299" y="459"/>
                    <a:pt x="300" y="459"/>
                  </a:cubicBezTo>
                  <a:cubicBezTo>
                    <a:pt x="301" y="458"/>
                    <a:pt x="307" y="466"/>
                    <a:pt x="312" y="473"/>
                  </a:cubicBezTo>
                  <a:cubicBezTo>
                    <a:pt x="313" y="475"/>
                    <a:pt x="315" y="477"/>
                    <a:pt x="315" y="478"/>
                  </a:cubicBezTo>
                  <a:cubicBezTo>
                    <a:pt x="317" y="480"/>
                    <a:pt x="317" y="480"/>
                    <a:pt x="318" y="480"/>
                  </a:cubicBezTo>
                  <a:cubicBezTo>
                    <a:pt x="319" y="480"/>
                    <a:pt x="322" y="486"/>
                    <a:pt x="325" y="488"/>
                  </a:cubicBezTo>
                  <a:cubicBezTo>
                    <a:pt x="325" y="488"/>
                    <a:pt x="325" y="488"/>
                    <a:pt x="325" y="488"/>
                  </a:cubicBezTo>
                  <a:cubicBezTo>
                    <a:pt x="328" y="491"/>
                    <a:pt x="328" y="496"/>
                    <a:pt x="328" y="496"/>
                  </a:cubicBezTo>
                  <a:cubicBezTo>
                    <a:pt x="328" y="497"/>
                    <a:pt x="328" y="498"/>
                    <a:pt x="328" y="498"/>
                  </a:cubicBezTo>
                  <a:cubicBezTo>
                    <a:pt x="328" y="500"/>
                    <a:pt x="328" y="501"/>
                    <a:pt x="328" y="502"/>
                  </a:cubicBezTo>
                  <a:cubicBezTo>
                    <a:pt x="328" y="503"/>
                    <a:pt x="330" y="506"/>
                    <a:pt x="331" y="508"/>
                  </a:cubicBezTo>
                  <a:cubicBezTo>
                    <a:pt x="333" y="510"/>
                    <a:pt x="334" y="514"/>
                    <a:pt x="336" y="516"/>
                  </a:cubicBezTo>
                  <a:cubicBezTo>
                    <a:pt x="338" y="518"/>
                    <a:pt x="338" y="521"/>
                    <a:pt x="340" y="523"/>
                  </a:cubicBezTo>
                  <a:cubicBezTo>
                    <a:pt x="342" y="525"/>
                    <a:pt x="339" y="527"/>
                    <a:pt x="339" y="529"/>
                  </a:cubicBezTo>
                  <a:cubicBezTo>
                    <a:pt x="338" y="530"/>
                    <a:pt x="336" y="533"/>
                    <a:pt x="335" y="533"/>
                  </a:cubicBezTo>
                  <a:cubicBezTo>
                    <a:pt x="335" y="534"/>
                    <a:pt x="337" y="538"/>
                    <a:pt x="339" y="542"/>
                  </a:cubicBezTo>
                  <a:cubicBezTo>
                    <a:pt x="341" y="545"/>
                    <a:pt x="342" y="550"/>
                    <a:pt x="344" y="553"/>
                  </a:cubicBezTo>
                  <a:cubicBezTo>
                    <a:pt x="346" y="555"/>
                    <a:pt x="344" y="558"/>
                    <a:pt x="345" y="559"/>
                  </a:cubicBezTo>
                  <a:cubicBezTo>
                    <a:pt x="345" y="559"/>
                    <a:pt x="345" y="562"/>
                    <a:pt x="345" y="563"/>
                  </a:cubicBezTo>
                  <a:cubicBezTo>
                    <a:pt x="345" y="564"/>
                    <a:pt x="344" y="568"/>
                    <a:pt x="344" y="568"/>
                  </a:cubicBezTo>
                  <a:cubicBezTo>
                    <a:pt x="344" y="568"/>
                    <a:pt x="342" y="570"/>
                    <a:pt x="342" y="571"/>
                  </a:cubicBezTo>
                  <a:cubicBezTo>
                    <a:pt x="341" y="572"/>
                    <a:pt x="339" y="573"/>
                    <a:pt x="338" y="574"/>
                  </a:cubicBezTo>
                  <a:cubicBezTo>
                    <a:pt x="336" y="575"/>
                    <a:pt x="334" y="576"/>
                    <a:pt x="333" y="578"/>
                  </a:cubicBezTo>
                  <a:cubicBezTo>
                    <a:pt x="332" y="580"/>
                    <a:pt x="331" y="582"/>
                    <a:pt x="332" y="583"/>
                  </a:cubicBezTo>
                  <a:cubicBezTo>
                    <a:pt x="332" y="585"/>
                    <a:pt x="330" y="587"/>
                    <a:pt x="329" y="587"/>
                  </a:cubicBezTo>
                  <a:cubicBezTo>
                    <a:pt x="329" y="587"/>
                    <a:pt x="327" y="594"/>
                    <a:pt x="327" y="595"/>
                  </a:cubicBezTo>
                  <a:cubicBezTo>
                    <a:pt x="328" y="596"/>
                    <a:pt x="327" y="601"/>
                    <a:pt x="327" y="601"/>
                  </a:cubicBezTo>
                  <a:cubicBezTo>
                    <a:pt x="327" y="602"/>
                    <a:pt x="325" y="606"/>
                    <a:pt x="324" y="607"/>
                  </a:cubicBezTo>
                  <a:cubicBezTo>
                    <a:pt x="324" y="607"/>
                    <a:pt x="324" y="609"/>
                    <a:pt x="323" y="611"/>
                  </a:cubicBezTo>
                  <a:cubicBezTo>
                    <a:pt x="323" y="612"/>
                    <a:pt x="322" y="615"/>
                    <a:pt x="322" y="615"/>
                  </a:cubicBezTo>
                  <a:cubicBezTo>
                    <a:pt x="322" y="623"/>
                    <a:pt x="322" y="623"/>
                    <a:pt x="322" y="623"/>
                  </a:cubicBezTo>
                  <a:cubicBezTo>
                    <a:pt x="322" y="623"/>
                    <a:pt x="322" y="624"/>
                    <a:pt x="322" y="625"/>
                  </a:cubicBezTo>
                  <a:cubicBezTo>
                    <a:pt x="321" y="628"/>
                    <a:pt x="321" y="636"/>
                    <a:pt x="322" y="638"/>
                  </a:cubicBezTo>
                  <a:cubicBezTo>
                    <a:pt x="324" y="641"/>
                    <a:pt x="323" y="641"/>
                    <a:pt x="324" y="642"/>
                  </a:cubicBezTo>
                  <a:cubicBezTo>
                    <a:pt x="325" y="643"/>
                    <a:pt x="326" y="645"/>
                    <a:pt x="327" y="645"/>
                  </a:cubicBezTo>
                  <a:cubicBezTo>
                    <a:pt x="329" y="645"/>
                    <a:pt x="329" y="648"/>
                    <a:pt x="330" y="648"/>
                  </a:cubicBezTo>
                  <a:cubicBezTo>
                    <a:pt x="331" y="649"/>
                    <a:pt x="333" y="652"/>
                    <a:pt x="334" y="653"/>
                  </a:cubicBezTo>
                  <a:cubicBezTo>
                    <a:pt x="335" y="653"/>
                    <a:pt x="335" y="658"/>
                    <a:pt x="335" y="658"/>
                  </a:cubicBezTo>
                  <a:cubicBezTo>
                    <a:pt x="335" y="658"/>
                    <a:pt x="337" y="662"/>
                    <a:pt x="338" y="662"/>
                  </a:cubicBezTo>
                  <a:cubicBezTo>
                    <a:pt x="338" y="662"/>
                    <a:pt x="341" y="670"/>
                    <a:pt x="341" y="670"/>
                  </a:cubicBezTo>
                  <a:cubicBezTo>
                    <a:pt x="342" y="673"/>
                    <a:pt x="342" y="673"/>
                    <a:pt x="342" y="673"/>
                  </a:cubicBezTo>
                  <a:cubicBezTo>
                    <a:pt x="342" y="673"/>
                    <a:pt x="343" y="674"/>
                    <a:pt x="344" y="675"/>
                  </a:cubicBezTo>
                  <a:cubicBezTo>
                    <a:pt x="344" y="676"/>
                    <a:pt x="345" y="677"/>
                    <a:pt x="346" y="677"/>
                  </a:cubicBezTo>
                  <a:cubicBezTo>
                    <a:pt x="347" y="678"/>
                    <a:pt x="347" y="679"/>
                    <a:pt x="349" y="681"/>
                  </a:cubicBezTo>
                  <a:cubicBezTo>
                    <a:pt x="352" y="684"/>
                    <a:pt x="352" y="685"/>
                    <a:pt x="352" y="686"/>
                  </a:cubicBezTo>
                  <a:cubicBezTo>
                    <a:pt x="353" y="687"/>
                    <a:pt x="353" y="689"/>
                    <a:pt x="353" y="690"/>
                  </a:cubicBezTo>
                  <a:cubicBezTo>
                    <a:pt x="353" y="691"/>
                    <a:pt x="353" y="695"/>
                    <a:pt x="353" y="695"/>
                  </a:cubicBezTo>
                  <a:cubicBezTo>
                    <a:pt x="353" y="695"/>
                    <a:pt x="351" y="702"/>
                    <a:pt x="351" y="703"/>
                  </a:cubicBezTo>
                  <a:cubicBezTo>
                    <a:pt x="350" y="704"/>
                    <a:pt x="351" y="705"/>
                    <a:pt x="352" y="706"/>
                  </a:cubicBezTo>
                  <a:cubicBezTo>
                    <a:pt x="353" y="707"/>
                    <a:pt x="353" y="709"/>
                    <a:pt x="354" y="709"/>
                  </a:cubicBezTo>
                  <a:cubicBezTo>
                    <a:pt x="355" y="710"/>
                    <a:pt x="355" y="713"/>
                    <a:pt x="355" y="713"/>
                  </a:cubicBezTo>
                  <a:cubicBezTo>
                    <a:pt x="356" y="713"/>
                    <a:pt x="356" y="718"/>
                    <a:pt x="356" y="720"/>
                  </a:cubicBezTo>
                  <a:cubicBezTo>
                    <a:pt x="357" y="722"/>
                    <a:pt x="356" y="723"/>
                    <a:pt x="356" y="724"/>
                  </a:cubicBezTo>
                  <a:cubicBezTo>
                    <a:pt x="355" y="724"/>
                    <a:pt x="355" y="725"/>
                    <a:pt x="356" y="727"/>
                  </a:cubicBezTo>
                  <a:cubicBezTo>
                    <a:pt x="356" y="728"/>
                    <a:pt x="356" y="729"/>
                    <a:pt x="358" y="735"/>
                  </a:cubicBezTo>
                  <a:cubicBezTo>
                    <a:pt x="359" y="741"/>
                    <a:pt x="359" y="739"/>
                    <a:pt x="360" y="740"/>
                  </a:cubicBezTo>
                  <a:cubicBezTo>
                    <a:pt x="361" y="741"/>
                    <a:pt x="361" y="745"/>
                    <a:pt x="362" y="745"/>
                  </a:cubicBezTo>
                  <a:cubicBezTo>
                    <a:pt x="363" y="744"/>
                    <a:pt x="367" y="754"/>
                    <a:pt x="370" y="757"/>
                  </a:cubicBezTo>
                  <a:cubicBezTo>
                    <a:pt x="372" y="760"/>
                    <a:pt x="372" y="760"/>
                    <a:pt x="373" y="761"/>
                  </a:cubicBezTo>
                  <a:cubicBezTo>
                    <a:pt x="374" y="761"/>
                    <a:pt x="374" y="761"/>
                    <a:pt x="374" y="761"/>
                  </a:cubicBezTo>
                  <a:cubicBezTo>
                    <a:pt x="375" y="763"/>
                    <a:pt x="376" y="765"/>
                    <a:pt x="377" y="766"/>
                  </a:cubicBezTo>
                  <a:cubicBezTo>
                    <a:pt x="378" y="767"/>
                    <a:pt x="379" y="769"/>
                    <a:pt x="381" y="769"/>
                  </a:cubicBezTo>
                  <a:cubicBezTo>
                    <a:pt x="382" y="769"/>
                    <a:pt x="381" y="773"/>
                    <a:pt x="381" y="774"/>
                  </a:cubicBezTo>
                  <a:cubicBezTo>
                    <a:pt x="381" y="775"/>
                    <a:pt x="383" y="778"/>
                    <a:pt x="383" y="779"/>
                  </a:cubicBezTo>
                  <a:cubicBezTo>
                    <a:pt x="383" y="780"/>
                    <a:pt x="384" y="783"/>
                    <a:pt x="384" y="784"/>
                  </a:cubicBezTo>
                  <a:cubicBezTo>
                    <a:pt x="383" y="785"/>
                    <a:pt x="385" y="787"/>
                    <a:pt x="387" y="789"/>
                  </a:cubicBezTo>
                  <a:cubicBezTo>
                    <a:pt x="388" y="791"/>
                    <a:pt x="389" y="791"/>
                    <a:pt x="390" y="792"/>
                  </a:cubicBezTo>
                  <a:cubicBezTo>
                    <a:pt x="391" y="793"/>
                    <a:pt x="392" y="796"/>
                    <a:pt x="392" y="797"/>
                  </a:cubicBezTo>
                  <a:cubicBezTo>
                    <a:pt x="393" y="797"/>
                    <a:pt x="395" y="799"/>
                    <a:pt x="395" y="800"/>
                  </a:cubicBezTo>
                  <a:cubicBezTo>
                    <a:pt x="395" y="801"/>
                    <a:pt x="395" y="807"/>
                    <a:pt x="394" y="809"/>
                  </a:cubicBezTo>
                  <a:cubicBezTo>
                    <a:pt x="393" y="810"/>
                    <a:pt x="394" y="809"/>
                    <a:pt x="392" y="810"/>
                  </a:cubicBezTo>
                  <a:cubicBezTo>
                    <a:pt x="390" y="812"/>
                    <a:pt x="389" y="812"/>
                    <a:pt x="389" y="812"/>
                  </a:cubicBezTo>
                  <a:cubicBezTo>
                    <a:pt x="390" y="814"/>
                    <a:pt x="390" y="814"/>
                    <a:pt x="390" y="814"/>
                  </a:cubicBezTo>
                  <a:cubicBezTo>
                    <a:pt x="390" y="814"/>
                    <a:pt x="391" y="817"/>
                    <a:pt x="392" y="817"/>
                  </a:cubicBezTo>
                  <a:cubicBezTo>
                    <a:pt x="393" y="816"/>
                    <a:pt x="395" y="822"/>
                    <a:pt x="395" y="822"/>
                  </a:cubicBezTo>
                  <a:cubicBezTo>
                    <a:pt x="395" y="823"/>
                    <a:pt x="395" y="824"/>
                    <a:pt x="395" y="824"/>
                  </a:cubicBezTo>
                  <a:cubicBezTo>
                    <a:pt x="395" y="824"/>
                    <a:pt x="395" y="826"/>
                    <a:pt x="395" y="827"/>
                  </a:cubicBezTo>
                  <a:cubicBezTo>
                    <a:pt x="395" y="829"/>
                    <a:pt x="397" y="828"/>
                    <a:pt x="397" y="828"/>
                  </a:cubicBezTo>
                  <a:cubicBezTo>
                    <a:pt x="397" y="827"/>
                    <a:pt x="399" y="828"/>
                    <a:pt x="400" y="829"/>
                  </a:cubicBezTo>
                  <a:cubicBezTo>
                    <a:pt x="400" y="829"/>
                    <a:pt x="401" y="830"/>
                    <a:pt x="402" y="830"/>
                  </a:cubicBezTo>
                  <a:cubicBezTo>
                    <a:pt x="403" y="830"/>
                    <a:pt x="403" y="832"/>
                    <a:pt x="403" y="832"/>
                  </a:cubicBezTo>
                  <a:cubicBezTo>
                    <a:pt x="403" y="832"/>
                    <a:pt x="404" y="834"/>
                    <a:pt x="405" y="834"/>
                  </a:cubicBezTo>
                  <a:cubicBezTo>
                    <a:pt x="405" y="833"/>
                    <a:pt x="405" y="834"/>
                    <a:pt x="406" y="834"/>
                  </a:cubicBezTo>
                  <a:cubicBezTo>
                    <a:pt x="406" y="834"/>
                    <a:pt x="407" y="835"/>
                    <a:pt x="409" y="834"/>
                  </a:cubicBezTo>
                  <a:cubicBezTo>
                    <a:pt x="411" y="833"/>
                    <a:pt x="412" y="835"/>
                    <a:pt x="415" y="836"/>
                  </a:cubicBezTo>
                  <a:cubicBezTo>
                    <a:pt x="416" y="836"/>
                    <a:pt x="418" y="835"/>
                    <a:pt x="419" y="834"/>
                  </a:cubicBezTo>
                  <a:cubicBezTo>
                    <a:pt x="420" y="833"/>
                    <a:pt x="420" y="833"/>
                    <a:pt x="420" y="833"/>
                  </a:cubicBezTo>
                  <a:cubicBezTo>
                    <a:pt x="424" y="831"/>
                    <a:pt x="424" y="831"/>
                    <a:pt x="424" y="831"/>
                  </a:cubicBezTo>
                  <a:cubicBezTo>
                    <a:pt x="424" y="831"/>
                    <a:pt x="426" y="831"/>
                    <a:pt x="430" y="831"/>
                  </a:cubicBezTo>
                  <a:cubicBezTo>
                    <a:pt x="434" y="832"/>
                    <a:pt x="431" y="830"/>
                    <a:pt x="433" y="829"/>
                  </a:cubicBezTo>
                  <a:cubicBezTo>
                    <a:pt x="433" y="829"/>
                    <a:pt x="434" y="829"/>
                    <a:pt x="434" y="830"/>
                  </a:cubicBezTo>
                  <a:cubicBezTo>
                    <a:pt x="435" y="830"/>
                    <a:pt x="435" y="830"/>
                    <a:pt x="436" y="830"/>
                  </a:cubicBezTo>
                  <a:cubicBezTo>
                    <a:pt x="438" y="829"/>
                    <a:pt x="436" y="830"/>
                    <a:pt x="439" y="828"/>
                  </a:cubicBezTo>
                  <a:cubicBezTo>
                    <a:pt x="440" y="828"/>
                    <a:pt x="439" y="827"/>
                    <a:pt x="441" y="826"/>
                  </a:cubicBezTo>
                  <a:cubicBezTo>
                    <a:pt x="442" y="825"/>
                    <a:pt x="442" y="826"/>
                    <a:pt x="442" y="826"/>
                  </a:cubicBezTo>
                  <a:cubicBezTo>
                    <a:pt x="442" y="826"/>
                    <a:pt x="443" y="826"/>
                    <a:pt x="444" y="826"/>
                  </a:cubicBezTo>
                  <a:cubicBezTo>
                    <a:pt x="444" y="826"/>
                    <a:pt x="445" y="826"/>
                    <a:pt x="447" y="827"/>
                  </a:cubicBezTo>
                  <a:cubicBezTo>
                    <a:pt x="447" y="827"/>
                    <a:pt x="449" y="827"/>
                    <a:pt x="451" y="827"/>
                  </a:cubicBezTo>
                  <a:cubicBezTo>
                    <a:pt x="452" y="827"/>
                    <a:pt x="452" y="827"/>
                    <a:pt x="452" y="827"/>
                  </a:cubicBezTo>
                  <a:cubicBezTo>
                    <a:pt x="452" y="827"/>
                    <a:pt x="452" y="827"/>
                    <a:pt x="453" y="826"/>
                  </a:cubicBezTo>
                  <a:cubicBezTo>
                    <a:pt x="453" y="826"/>
                    <a:pt x="453" y="826"/>
                    <a:pt x="454" y="826"/>
                  </a:cubicBezTo>
                  <a:cubicBezTo>
                    <a:pt x="454" y="826"/>
                    <a:pt x="454" y="826"/>
                    <a:pt x="454" y="826"/>
                  </a:cubicBezTo>
                  <a:cubicBezTo>
                    <a:pt x="455" y="826"/>
                    <a:pt x="455" y="826"/>
                    <a:pt x="456" y="827"/>
                  </a:cubicBezTo>
                  <a:cubicBezTo>
                    <a:pt x="456" y="827"/>
                    <a:pt x="457" y="827"/>
                    <a:pt x="457" y="827"/>
                  </a:cubicBezTo>
                  <a:cubicBezTo>
                    <a:pt x="459" y="827"/>
                    <a:pt x="459" y="827"/>
                    <a:pt x="461" y="828"/>
                  </a:cubicBezTo>
                  <a:cubicBezTo>
                    <a:pt x="461" y="828"/>
                    <a:pt x="466" y="830"/>
                    <a:pt x="468" y="829"/>
                  </a:cubicBezTo>
                  <a:cubicBezTo>
                    <a:pt x="468" y="829"/>
                    <a:pt x="469" y="828"/>
                    <a:pt x="469" y="827"/>
                  </a:cubicBezTo>
                  <a:cubicBezTo>
                    <a:pt x="469" y="826"/>
                    <a:pt x="471" y="827"/>
                    <a:pt x="471" y="826"/>
                  </a:cubicBezTo>
                  <a:cubicBezTo>
                    <a:pt x="471" y="826"/>
                    <a:pt x="473" y="827"/>
                    <a:pt x="473" y="827"/>
                  </a:cubicBezTo>
                  <a:cubicBezTo>
                    <a:pt x="475" y="827"/>
                    <a:pt x="475" y="827"/>
                    <a:pt x="475" y="827"/>
                  </a:cubicBezTo>
                  <a:cubicBezTo>
                    <a:pt x="475" y="827"/>
                    <a:pt x="477" y="827"/>
                    <a:pt x="477" y="826"/>
                  </a:cubicBezTo>
                  <a:cubicBezTo>
                    <a:pt x="478" y="825"/>
                    <a:pt x="478" y="825"/>
                    <a:pt x="480" y="823"/>
                  </a:cubicBezTo>
                  <a:cubicBezTo>
                    <a:pt x="480" y="822"/>
                    <a:pt x="481" y="823"/>
                    <a:pt x="482" y="823"/>
                  </a:cubicBezTo>
                  <a:cubicBezTo>
                    <a:pt x="483" y="823"/>
                    <a:pt x="483" y="823"/>
                    <a:pt x="484" y="823"/>
                  </a:cubicBezTo>
                  <a:cubicBezTo>
                    <a:pt x="486" y="823"/>
                    <a:pt x="486" y="823"/>
                    <a:pt x="486" y="823"/>
                  </a:cubicBezTo>
                  <a:cubicBezTo>
                    <a:pt x="486" y="823"/>
                    <a:pt x="488" y="823"/>
                    <a:pt x="489" y="822"/>
                  </a:cubicBezTo>
                  <a:cubicBezTo>
                    <a:pt x="490" y="822"/>
                    <a:pt x="491" y="822"/>
                    <a:pt x="492" y="821"/>
                  </a:cubicBezTo>
                  <a:cubicBezTo>
                    <a:pt x="493" y="820"/>
                    <a:pt x="494" y="821"/>
                    <a:pt x="495" y="820"/>
                  </a:cubicBezTo>
                  <a:cubicBezTo>
                    <a:pt x="495" y="820"/>
                    <a:pt x="497" y="818"/>
                    <a:pt x="497" y="818"/>
                  </a:cubicBezTo>
                  <a:cubicBezTo>
                    <a:pt x="497" y="818"/>
                    <a:pt x="500" y="816"/>
                    <a:pt x="502" y="814"/>
                  </a:cubicBezTo>
                  <a:cubicBezTo>
                    <a:pt x="503" y="814"/>
                    <a:pt x="504" y="813"/>
                    <a:pt x="506" y="811"/>
                  </a:cubicBezTo>
                  <a:cubicBezTo>
                    <a:pt x="508" y="809"/>
                    <a:pt x="507" y="810"/>
                    <a:pt x="508" y="808"/>
                  </a:cubicBezTo>
                  <a:cubicBezTo>
                    <a:pt x="509" y="807"/>
                    <a:pt x="509" y="808"/>
                    <a:pt x="510" y="807"/>
                  </a:cubicBezTo>
                  <a:cubicBezTo>
                    <a:pt x="510" y="806"/>
                    <a:pt x="511" y="805"/>
                    <a:pt x="512" y="804"/>
                  </a:cubicBezTo>
                  <a:cubicBezTo>
                    <a:pt x="514" y="802"/>
                    <a:pt x="514" y="803"/>
                    <a:pt x="516" y="801"/>
                  </a:cubicBezTo>
                  <a:cubicBezTo>
                    <a:pt x="518" y="799"/>
                    <a:pt x="518" y="799"/>
                    <a:pt x="519" y="798"/>
                  </a:cubicBezTo>
                  <a:cubicBezTo>
                    <a:pt x="520" y="797"/>
                    <a:pt x="522" y="796"/>
                    <a:pt x="524" y="793"/>
                  </a:cubicBezTo>
                  <a:cubicBezTo>
                    <a:pt x="526" y="791"/>
                    <a:pt x="525" y="791"/>
                    <a:pt x="525" y="792"/>
                  </a:cubicBezTo>
                  <a:cubicBezTo>
                    <a:pt x="525" y="792"/>
                    <a:pt x="524" y="792"/>
                    <a:pt x="524" y="792"/>
                  </a:cubicBezTo>
                  <a:cubicBezTo>
                    <a:pt x="524" y="792"/>
                    <a:pt x="527" y="790"/>
                    <a:pt x="528" y="790"/>
                  </a:cubicBezTo>
                  <a:cubicBezTo>
                    <a:pt x="528" y="790"/>
                    <a:pt x="530" y="787"/>
                    <a:pt x="530" y="786"/>
                  </a:cubicBezTo>
                  <a:cubicBezTo>
                    <a:pt x="531" y="785"/>
                    <a:pt x="531" y="785"/>
                    <a:pt x="531" y="784"/>
                  </a:cubicBezTo>
                  <a:cubicBezTo>
                    <a:pt x="532" y="782"/>
                    <a:pt x="533" y="781"/>
                    <a:pt x="534" y="780"/>
                  </a:cubicBezTo>
                  <a:cubicBezTo>
                    <a:pt x="535" y="778"/>
                    <a:pt x="536" y="778"/>
                    <a:pt x="536" y="777"/>
                  </a:cubicBezTo>
                  <a:cubicBezTo>
                    <a:pt x="536" y="776"/>
                    <a:pt x="538" y="775"/>
                    <a:pt x="538" y="775"/>
                  </a:cubicBezTo>
                  <a:cubicBezTo>
                    <a:pt x="538" y="775"/>
                    <a:pt x="539" y="774"/>
                    <a:pt x="539" y="773"/>
                  </a:cubicBezTo>
                  <a:cubicBezTo>
                    <a:pt x="539" y="772"/>
                    <a:pt x="542" y="770"/>
                    <a:pt x="542" y="769"/>
                  </a:cubicBezTo>
                  <a:cubicBezTo>
                    <a:pt x="543" y="768"/>
                    <a:pt x="543" y="768"/>
                    <a:pt x="544" y="767"/>
                  </a:cubicBezTo>
                  <a:cubicBezTo>
                    <a:pt x="544" y="766"/>
                    <a:pt x="545" y="766"/>
                    <a:pt x="546" y="766"/>
                  </a:cubicBezTo>
                  <a:cubicBezTo>
                    <a:pt x="546" y="765"/>
                    <a:pt x="549" y="763"/>
                    <a:pt x="549" y="762"/>
                  </a:cubicBezTo>
                  <a:cubicBezTo>
                    <a:pt x="549" y="761"/>
                    <a:pt x="550" y="760"/>
                    <a:pt x="551" y="758"/>
                  </a:cubicBezTo>
                  <a:cubicBezTo>
                    <a:pt x="553" y="756"/>
                    <a:pt x="552" y="756"/>
                    <a:pt x="553" y="755"/>
                  </a:cubicBezTo>
                  <a:cubicBezTo>
                    <a:pt x="553" y="753"/>
                    <a:pt x="554" y="753"/>
                    <a:pt x="554" y="752"/>
                  </a:cubicBezTo>
                  <a:cubicBezTo>
                    <a:pt x="555" y="751"/>
                    <a:pt x="556" y="749"/>
                    <a:pt x="556" y="748"/>
                  </a:cubicBezTo>
                  <a:cubicBezTo>
                    <a:pt x="556" y="746"/>
                    <a:pt x="556" y="746"/>
                    <a:pt x="556" y="744"/>
                  </a:cubicBezTo>
                  <a:cubicBezTo>
                    <a:pt x="557" y="742"/>
                    <a:pt x="557" y="742"/>
                    <a:pt x="557" y="741"/>
                  </a:cubicBezTo>
                  <a:cubicBezTo>
                    <a:pt x="557" y="741"/>
                    <a:pt x="557" y="740"/>
                    <a:pt x="557" y="740"/>
                  </a:cubicBezTo>
                  <a:cubicBezTo>
                    <a:pt x="557" y="738"/>
                    <a:pt x="558" y="738"/>
                    <a:pt x="558" y="737"/>
                  </a:cubicBezTo>
                  <a:cubicBezTo>
                    <a:pt x="557" y="736"/>
                    <a:pt x="558" y="736"/>
                    <a:pt x="559" y="735"/>
                  </a:cubicBezTo>
                  <a:cubicBezTo>
                    <a:pt x="560" y="734"/>
                    <a:pt x="559" y="733"/>
                    <a:pt x="559" y="732"/>
                  </a:cubicBezTo>
                  <a:cubicBezTo>
                    <a:pt x="558" y="731"/>
                    <a:pt x="558" y="730"/>
                    <a:pt x="558" y="730"/>
                  </a:cubicBezTo>
                  <a:cubicBezTo>
                    <a:pt x="558" y="730"/>
                    <a:pt x="557" y="731"/>
                    <a:pt x="556" y="730"/>
                  </a:cubicBezTo>
                  <a:cubicBezTo>
                    <a:pt x="554" y="729"/>
                    <a:pt x="556" y="730"/>
                    <a:pt x="554" y="729"/>
                  </a:cubicBezTo>
                  <a:cubicBezTo>
                    <a:pt x="553" y="728"/>
                    <a:pt x="554" y="729"/>
                    <a:pt x="554" y="726"/>
                  </a:cubicBezTo>
                  <a:cubicBezTo>
                    <a:pt x="555" y="725"/>
                    <a:pt x="555" y="725"/>
                    <a:pt x="555" y="725"/>
                  </a:cubicBezTo>
                  <a:cubicBezTo>
                    <a:pt x="555" y="725"/>
                    <a:pt x="556" y="725"/>
                    <a:pt x="556" y="724"/>
                  </a:cubicBezTo>
                  <a:cubicBezTo>
                    <a:pt x="557" y="723"/>
                    <a:pt x="557" y="723"/>
                    <a:pt x="558" y="722"/>
                  </a:cubicBezTo>
                  <a:cubicBezTo>
                    <a:pt x="559" y="721"/>
                    <a:pt x="560" y="721"/>
                    <a:pt x="561" y="720"/>
                  </a:cubicBezTo>
                  <a:cubicBezTo>
                    <a:pt x="563" y="718"/>
                    <a:pt x="564" y="719"/>
                    <a:pt x="565" y="718"/>
                  </a:cubicBezTo>
                  <a:cubicBezTo>
                    <a:pt x="567" y="717"/>
                    <a:pt x="568" y="717"/>
                    <a:pt x="569" y="717"/>
                  </a:cubicBezTo>
                  <a:cubicBezTo>
                    <a:pt x="570" y="716"/>
                    <a:pt x="574" y="715"/>
                    <a:pt x="574" y="715"/>
                  </a:cubicBezTo>
                  <a:cubicBezTo>
                    <a:pt x="574" y="715"/>
                    <a:pt x="576" y="715"/>
                    <a:pt x="577" y="714"/>
                  </a:cubicBezTo>
                  <a:cubicBezTo>
                    <a:pt x="578" y="714"/>
                    <a:pt x="580" y="712"/>
                    <a:pt x="581" y="712"/>
                  </a:cubicBezTo>
                  <a:cubicBezTo>
                    <a:pt x="581" y="712"/>
                    <a:pt x="584" y="711"/>
                    <a:pt x="584" y="711"/>
                  </a:cubicBezTo>
                  <a:cubicBezTo>
                    <a:pt x="584" y="711"/>
                    <a:pt x="585" y="707"/>
                    <a:pt x="585" y="706"/>
                  </a:cubicBezTo>
                  <a:cubicBezTo>
                    <a:pt x="585" y="704"/>
                    <a:pt x="585" y="705"/>
                    <a:pt x="586" y="702"/>
                  </a:cubicBezTo>
                  <a:cubicBezTo>
                    <a:pt x="586" y="700"/>
                    <a:pt x="586" y="701"/>
                    <a:pt x="586" y="699"/>
                  </a:cubicBezTo>
                  <a:cubicBezTo>
                    <a:pt x="586" y="697"/>
                    <a:pt x="587" y="696"/>
                    <a:pt x="587" y="696"/>
                  </a:cubicBezTo>
                  <a:cubicBezTo>
                    <a:pt x="587" y="696"/>
                    <a:pt x="587" y="695"/>
                    <a:pt x="587" y="694"/>
                  </a:cubicBezTo>
                  <a:cubicBezTo>
                    <a:pt x="587" y="692"/>
                    <a:pt x="587" y="691"/>
                    <a:pt x="587" y="690"/>
                  </a:cubicBezTo>
                  <a:cubicBezTo>
                    <a:pt x="587" y="690"/>
                    <a:pt x="587" y="689"/>
                    <a:pt x="587" y="687"/>
                  </a:cubicBezTo>
                  <a:cubicBezTo>
                    <a:pt x="587" y="685"/>
                    <a:pt x="585" y="686"/>
                    <a:pt x="586" y="684"/>
                  </a:cubicBezTo>
                  <a:cubicBezTo>
                    <a:pt x="586" y="682"/>
                    <a:pt x="586" y="683"/>
                    <a:pt x="586" y="682"/>
                  </a:cubicBezTo>
                  <a:cubicBezTo>
                    <a:pt x="586" y="680"/>
                    <a:pt x="585" y="681"/>
                    <a:pt x="585" y="680"/>
                  </a:cubicBezTo>
                  <a:cubicBezTo>
                    <a:pt x="584" y="678"/>
                    <a:pt x="584" y="678"/>
                    <a:pt x="583" y="677"/>
                  </a:cubicBezTo>
                  <a:cubicBezTo>
                    <a:pt x="583" y="676"/>
                    <a:pt x="582" y="676"/>
                    <a:pt x="582" y="675"/>
                  </a:cubicBezTo>
                  <a:cubicBezTo>
                    <a:pt x="582" y="674"/>
                    <a:pt x="583" y="673"/>
                    <a:pt x="583" y="671"/>
                  </a:cubicBezTo>
                  <a:cubicBezTo>
                    <a:pt x="583" y="669"/>
                    <a:pt x="583" y="670"/>
                    <a:pt x="583" y="668"/>
                  </a:cubicBezTo>
                  <a:cubicBezTo>
                    <a:pt x="583" y="667"/>
                    <a:pt x="582" y="667"/>
                    <a:pt x="581" y="666"/>
                  </a:cubicBezTo>
                  <a:cubicBezTo>
                    <a:pt x="580" y="665"/>
                    <a:pt x="580" y="665"/>
                    <a:pt x="578" y="663"/>
                  </a:cubicBezTo>
                  <a:cubicBezTo>
                    <a:pt x="577" y="661"/>
                    <a:pt x="578" y="662"/>
                    <a:pt x="578" y="661"/>
                  </a:cubicBezTo>
                  <a:cubicBezTo>
                    <a:pt x="578" y="659"/>
                    <a:pt x="579" y="660"/>
                    <a:pt x="579" y="659"/>
                  </a:cubicBezTo>
                  <a:cubicBezTo>
                    <a:pt x="579" y="659"/>
                    <a:pt x="579" y="658"/>
                    <a:pt x="578" y="657"/>
                  </a:cubicBezTo>
                  <a:cubicBezTo>
                    <a:pt x="577" y="656"/>
                    <a:pt x="578" y="654"/>
                    <a:pt x="578" y="654"/>
                  </a:cubicBezTo>
                  <a:cubicBezTo>
                    <a:pt x="578" y="654"/>
                    <a:pt x="579" y="656"/>
                    <a:pt x="579" y="656"/>
                  </a:cubicBezTo>
                  <a:cubicBezTo>
                    <a:pt x="579" y="656"/>
                    <a:pt x="580" y="656"/>
                    <a:pt x="581" y="654"/>
                  </a:cubicBezTo>
                  <a:cubicBezTo>
                    <a:pt x="582" y="652"/>
                    <a:pt x="583" y="653"/>
                    <a:pt x="584" y="651"/>
                  </a:cubicBezTo>
                  <a:cubicBezTo>
                    <a:pt x="585" y="651"/>
                    <a:pt x="585" y="651"/>
                    <a:pt x="586" y="651"/>
                  </a:cubicBezTo>
                  <a:cubicBezTo>
                    <a:pt x="586" y="651"/>
                    <a:pt x="586" y="651"/>
                    <a:pt x="586" y="651"/>
                  </a:cubicBezTo>
                  <a:cubicBezTo>
                    <a:pt x="587" y="650"/>
                    <a:pt x="588" y="650"/>
                    <a:pt x="588" y="649"/>
                  </a:cubicBezTo>
                  <a:cubicBezTo>
                    <a:pt x="589" y="649"/>
                    <a:pt x="590" y="648"/>
                    <a:pt x="592" y="646"/>
                  </a:cubicBezTo>
                  <a:cubicBezTo>
                    <a:pt x="594" y="644"/>
                    <a:pt x="594" y="645"/>
                    <a:pt x="594" y="644"/>
                  </a:cubicBezTo>
                  <a:cubicBezTo>
                    <a:pt x="595" y="644"/>
                    <a:pt x="596" y="642"/>
                    <a:pt x="596" y="641"/>
                  </a:cubicBezTo>
                  <a:cubicBezTo>
                    <a:pt x="597" y="641"/>
                    <a:pt x="597" y="640"/>
                    <a:pt x="597" y="640"/>
                  </a:cubicBezTo>
                  <a:cubicBezTo>
                    <a:pt x="597" y="640"/>
                    <a:pt x="599" y="639"/>
                    <a:pt x="600" y="637"/>
                  </a:cubicBezTo>
                  <a:cubicBezTo>
                    <a:pt x="602" y="636"/>
                    <a:pt x="603" y="635"/>
                    <a:pt x="604" y="634"/>
                  </a:cubicBezTo>
                  <a:cubicBezTo>
                    <a:pt x="605" y="632"/>
                    <a:pt x="605" y="633"/>
                    <a:pt x="606" y="632"/>
                  </a:cubicBezTo>
                  <a:cubicBezTo>
                    <a:pt x="607" y="631"/>
                    <a:pt x="607" y="632"/>
                    <a:pt x="609" y="631"/>
                  </a:cubicBezTo>
                  <a:cubicBezTo>
                    <a:pt x="610" y="630"/>
                    <a:pt x="611" y="630"/>
                    <a:pt x="612" y="629"/>
                  </a:cubicBezTo>
                  <a:cubicBezTo>
                    <a:pt x="613" y="629"/>
                    <a:pt x="613" y="629"/>
                    <a:pt x="614" y="628"/>
                  </a:cubicBezTo>
                  <a:cubicBezTo>
                    <a:pt x="616" y="627"/>
                    <a:pt x="617" y="627"/>
                    <a:pt x="620" y="625"/>
                  </a:cubicBezTo>
                  <a:cubicBezTo>
                    <a:pt x="620" y="625"/>
                    <a:pt x="624" y="623"/>
                    <a:pt x="624" y="623"/>
                  </a:cubicBezTo>
                  <a:cubicBezTo>
                    <a:pt x="624" y="623"/>
                    <a:pt x="627" y="622"/>
                    <a:pt x="628" y="622"/>
                  </a:cubicBezTo>
                  <a:cubicBezTo>
                    <a:pt x="629" y="622"/>
                    <a:pt x="635" y="616"/>
                    <a:pt x="638" y="612"/>
                  </a:cubicBezTo>
                  <a:cubicBezTo>
                    <a:pt x="642" y="609"/>
                    <a:pt x="640" y="611"/>
                    <a:pt x="641" y="610"/>
                  </a:cubicBezTo>
                  <a:cubicBezTo>
                    <a:pt x="641" y="608"/>
                    <a:pt x="642" y="608"/>
                    <a:pt x="642" y="607"/>
                  </a:cubicBezTo>
                  <a:cubicBezTo>
                    <a:pt x="643" y="606"/>
                    <a:pt x="643" y="601"/>
                    <a:pt x="644" y="600"/>
                  </a:cubicBezTo>
                  <a:cubicBezTo>
                    <a:pt x="644" y="599"/>
                    <a:pt x="644" y="598"/>
                    <a:pt x="644" y="597"/>
                  </a:cubicBezTo>
                  <a:cubicBezTo>
                    <a:pt x="644" y="595"/>
                    <a:pt x="644" y="594"/>
                    <a:pt x="644" y="593"/>
                  </a:cubicBezTo>
                  <a:cubicBezTo>
                    <a:pt x="644" y="592"/>
                    <a:pt x="643" y="589"/>
                    <a:pt x="644" y="588"/>
                  </a:cubicBezTo>
                  <a:cubicBezTo>
                    <a:pt x="644" y="586"/>
                    <a:pt x="643" y="585"/>
                    <a:pt x="643" y="583"/>
                  </a:cubicBezTo>
                  <a:cubicBezTo>
                    <a:pt x="643" y="581"/>
                    <a:pt x="643" y="581"/>
                    <a:pt x="643" y="580"/>
                  </a:cubicBezTo>
                  <a:cubicBezTo>
                    <a:pt x="643" y="579"/>
                    <a:pt x="642" y="577"/>
                    <a:pt x="642" y="575"/>
                  </a:cubicBezTo>
                  <a:cubicBezTo>
                    <a:pt x="642" y="573"/>
                    <a:pt x="642" y="573"/>
                    <a:pt x="642" y="572"/>
                  </a:cubicBezTo>
                  <a:cubicBezTo>
                    <a:pt x="641" y="570"/>
                    <a:pt x="641" y="571"/>
                    <a:pt x="641" y="567"/>
                  </a:cubicBezTo>
                  <a:cubicBezTo>
                    <a:pt x="641" y="563"/>
                    <a:pt x="642" y="564"/>
                    <a:pt x="642" y="562"/>
                  </a:cubicBezTo>
                  <a:cubicBezTo>
                    <a:pt x="642" y="561"/>
                    <a:pt x="642" y="561"/>
                    <a:pt x="643" y="560"/>
                  </a:cubicBezTo>
                  <a:cubicBezTo>
                    <a:pt x="643" y="559"/>
                    <a:pt x="642" y="552"/>
                    <a:pt x="642" y="551"/>
                  </a:cubicBezTo>
                  <a:cubicBezTo>
                    <a:pt x="642" y="551"/>
                    <a:pt x="642" y="550"/>
                    <a:pt x="641" y="549"/>
                  </a:cubicBezTo>
                  <a:cubicBezTo>
                    <a:pt x="641" y="548"/>
                    <a:pt x="640" y="548"/>
                    <a:pt x="640" y="547"/>
                  </a:cubicBezTo>
                  <a:cubicBezTo>
                    <a:pt x="640" y="547"/>
                    <a:pt x="639" y="546"/>
                    <a:pt x="639" y="545"/>
                  </a:cubicBezTo>
                  <a:cubicBezTo>
                    <a:pt x="638" y="545"/>
                    <a:pt x="637" y="544"/>
                    <a:pt x="637" y="544"/>
                  </a:cubicBezTo>
                  <a:cubicBezTo>
                    <a:pt x="637" y="543"/>
                    <a:pt x="636" y="542"/>
                    <a:pt x="636" y="541"/>
                  </a:cubicBezTo>
                  <a:cubicBezTo>
                    <a:pt x="635" y="540"/>
                    <a:pt x="633" y="540"/>
                    <a:pt x="633" y="539"/>
                  </a:cubicBezTo>
                  <a:cubicBezTo>
                    <a:pt x="632" y="539"/>
                    <a:pt x="632" y="537"/>
                    <a:pt x="632" y="536"/>
                  </a:cubicBezTo>
                  <a:cubicBezTo>
                    <a:pt x="632" y="534"/>
                    <a:pt x="631" y="534"/>
                    <a:pt x="630" y="532"/>
                  </a:cubicBezTo>
                  <a:cubicBezTo>
                    <a:pt x="629" y="531"/>
                    <a:pt x="629" y="530"/>
                    <a:pt x="628" y="528"/>
                  </a:cubicBezTo>
                  <a:cubicBezTo>
                    <a:pt x="627" y="525"/>
                    <a:pt x="628" y="527"/>
                    <a:pt x="628" y="526"/>
                  </a:cubicBezTo>
                  <a:cubicBezTo>
                    <a:pt x="628" y="525"/>
                    <a:pt x="629" y="525"/>
                    <a:pt x="629" y="524"/>
                  </a:cubicBezTo>
                  <a:cubicBezTo>
                    <a:pt x="630" y="523"/>
                    <a:pt x="630" y="522"/>
                    <a:pt x="629" y="521"/>
                  </a:cubicBezTo>
                  <a:cubicBezTo>
                    <a:pt x="629" y="521"/>
                    <a:pt x="629" y="519"/>
                    <a:pt x="628" y="518"/>
                  </a:cubicBezTo>
                  <a:cubicBezTo>
                    <a:pt x="628" y="518"/>
                    <a:pt x="629" y="517"/>
                    <a:pt x="629" y="517"/>
                  </a:cubicBezTo>
                  <a:cubicBezTo>
                    <a:pt x="631" y="515"/>
                    <a:pt x="631" y="515"/>
                    <a:pt x="631" y="515"/>
                  </a:cubicBezTo>
                  <a:cubicBezTo>
                    <a:pt x="631" y="515"/>
                    <a:pt x="632" y="512"/>
                    <a:pt x="632" y="511"/>
                  </a:cubicBezTo>
                  <a:cubicBezTo>
                    <a:pt x="632" y="511"/>
                    <a:pt x="631" y="510"/>
                    <a:pt x="629" y="508"/>
                  </a:cubicBezTo>
                  <a:cubicBezTo>
                    <a:pt x="626" y="505"/>
                    <a:pt x="627" y="506"/>
                    <a:pt x="626" y="505"/>
                  </a:cubicBezTo>
                  <a:cubicBezTo>
                    <a:pt x="625" y="504"/>
                    <a:pt x="625" y="504"/>
                    <a:pt x="624" y="503"/>
                  </a:cubicBezTo>
                  <a:cubicBezTo>
                    <a:pt x="624" y="501"/>
                    <a:pt x="624" y="501"/>
                    <a:pt x="624" y="500"/>
                  </a:cubicBezTo>
                  <a:cubicBezTo>
                    <a:pt x="624" y="499"/>
                    <a:pt x="624" y="498"/>
                    <a:pt x="624" y="496"/>
                  </a:cubicBezTo>
                  <a:cubicBezTo>
                    <a:pt x="624" y="495"/>
                    <a:pt x="624" y="496"/>
                    <a:pt x="625" y="494"/>
                  </a:cubicBezTo>
                  <a:cubicBezTo>
                    <a:pt x="625" y="493"/>
                    <a:pt x="625" y="494"/>
                    <a:pt x="626" y="492"/>
                  </a:cubicBezTo>
                  <a:cubicBezTo>
                    <a:pt x="626" y="491"/>
                    <a:pt x="627" y="490"/>
                    <a:pt x="628" y="488"/>
                  </a:cubicBezTo>
                  <a:cubicBezTo>
                    <a:pt x="628" y="488"/>
                    <a:pt x="628" y="487"/>
                    <a:pt x="629" y="486"/>
                  </a:cubicBezTo>
                  <a:cubicBezTo>
                    <a:pt x="630" y="484"/>
                    <a:pt x="629" y="485"/>
                    <a:pt x="630" y="484"/>
                  </a:cubicBezTo>
                  <a:cubicBezTo>
                    <a:pt x="630" y="482"/>
                    <a:pt x="631" y="482"/>
                    <a:pt x="632" y="480"/>
                  </a:cubicBezTo>
                  <a:cubicBezTo>
                    <a:pt x="633" y="477"/>
                    <a:pt x="633" y="477"/>
                    <a:pt x="634" y="475"/>
                  </a:cubicBezTo>
                  <a:cubicBezTo>
                    <a:pt x="636" y="473"/>
                    <a:pt x="636" y="472"/>
                    <a:pt x="636" y="469"/>
                  </a:cubicBezTo>
                  <a:cubicBezTo>
                    <a:pt x="636" y="467"/>
                    <a:pt x="637" y="466"/>
                    <a:pt x="638" y="465"/>
                  </a:cubicBezTo>
                  <a:cubicBezTo>
                    <a:pt x="639" y="465"/>
                    <a:pt x="639" y="465"/>
                    <a:pt x="640" y="464"/>
                  </a:cubicBezTo>
                  <a:cubicBezTo>
                    <a:pt x="641" y="463"/>
                    <a:pt x="642" y="463"/>
                    <a:pt x="643" y="461"/>
                  </a:cubicBezTo>
                  <a:cubicBezTo>
                    <a:pt x="644" y="459"/>
                    <a:pt x="645" y="458"/>
                    <a:pt x="646" y="457"/>
                  </a:cubicBezTo>
                  <a:cubicBezTo>
                    <a:pt x="647" y="456"/>
                    <a:pt x="649" y="456"/>
                    <a:pt x="649" y="456"/>
                  </a:cubicBezTo>
                  <a:cubicBezTo>
                    <a:pt x="649" y="456"/>
                    <a:pt x="651" y="456"/>
                    <a:pt x="652" y="453"/>
                  </a:cubicBezTo>
                  <a:cubicBezTo>
                    <a:pt x="653" y="453"/>
                    <a:pt x="653" y="452"/>
                    <a:pt x="653" y="452"/>
                  </a:cubicBezTo>
                  <a:cubicBezTo>
                    <a:pt x="654" y="451"/>
                    <a:pt x="655" y="451"/>
                    <a:pt x="655" y="450"/>
                  </a:cubicBezTo>
                  <a:cubicBezTo>
                    <a:pt x="657" y="449"/>
                    <a:pt x="657" y="448"/>
                    <a:pt x="658" y="447"/>
                  </a:cubicBezTo>
                  <a:cubicBezTo>
                    <a:pt x="658" y="446"/>
                    <a:pt x="658" y="446"/>
                    <a:pt x="659" y="444"/>
                  </a:cubicBezTo>
                  <a:cubicBezTo>
                    <a:pt x="660" y="442"/>
                    <a:pt x="660" y="443"/>
                    <a:pt x="661" y="442"/>
                  </a:cubicBezTo>
                  <a:cubicBezTo>
                    <a:pt x="662" y="440"/>
                    <a:pt x="663" y="439"/>
                    <a:pt x="665" y="437"/>
                  </a:cubicBezTo>
                  <a:cubicBezTo>
                    <a:pt x="667" y="435"/>
                    <a:pt x="667" y="437"/>
                    <a:pt x="668" y="435"/>
                  </a:cubicBezTo>
                  <a:cubicBezTo>
                    <a:pt x="669" y="433"/>
                    <a:pt x="670" y="434"/>
                    <a:pt x="671" y="431"/>
                  </a:cubicBezTo>
                  <a:cubicBezTo>
                    <a:pt x="673" y="429"/>
                    <a:pt x="673" y="430"/>
                    <a:pt x="674" y="428"/>
                  </a:cubicBezTo>
                  <a:cubicBezTo>
                    <a:pt x="676" y="425"/>
                    <a:pt x="677" y="425"/>
                    <a:pt x="678" y="423"/>
                  </a:cubicBezTo>
                  <a:cubicBezTo>
                    <a:pt x="679" y="422"/>
                    <a:pt x="680" y="422"/>
                    <a:pt x="682" y="420"/>
                  </a:cubicBezTo>
                  <a:cubicBezTo>
                    <a:pt x="684" y="418"/>
                    <a:pt x="685" y="418"/>
                    <a:pt x="686" y="417"/>
                  </a:cubicBezTo>
                  <a:cubicBezTo>
                    <a:pt x="687" y="417"/>
                    <a:pt x="688" y="416"/>
                    <a:pt x="689" y="416"/>
                  </a:cubicBezTo>
                  <a:cubicBezTo>
                    <a:pt x="689" y="415"/>
                    <a:pt x="693" y="414"/>
                    <a:pt x="693" y="414"/>
                  </a:cubicBezTo>
                  <a:cubicBezTo>
                    <a:pt x="695" y="413"/>
                    <a:pt x="695" y="413"/>
                    <a:pt x="695" y="413"/>
                  </a:cubicBezTo>
                  <a:cubicBezTo>
                    <a:pt x="695" y="413"/>
                    <a:pt x="702" y="408"/>
                    <a:pt x="703" y="407"/>
                  </a:cubicBezTo>
                  <a:cubicBezTo>
                    <a:pt x="704" y="406"/>
                    <a:pt x="706" y="406"/>
                    <a:pt x="706" y="405"/>
                  </a:cubicBezTo>
                  <a:cubicBezTo>
                    <a:pt x="706" y="405"/>
                    <a:pt x="708" y="404"/>
                    <a:pt x="708" y="403"/>
                  </a:cubicBezTo>
                  <a:cubicBezTo>
                    <a:pt x="709" y="401"/>
                    <a:pt x="710" y="401"/>
                    <a:pt x="711" y="400"/>
                  </a:cubicBezTo>
                  <a:cubicBezTo>
                    <a:pt x="711" y="399"/>
                    <a:pt x="713" y="396"/>
                    <a:pt x="713" y="396"/>
                  </a:cubicBezTo>
                  <a:cubicBezTo>
                    <a:pt x="713" y="396"/>
                    <a:pt x="722" y="387"/>
                    <a:pt x="722" y="386"/>
                  </a:cubicBezTo>
                  <a:cubicBezTo>
                    <a:pt x="723" y="386"/>
                    <a:pt x="727" y="381"/>
                    <a:pt x="727" y="380"/>
                  </a:cubicBezTo>
                  <a:cubicBezTo>
                    <a:pt x="728" y="380"/>
                    <a:pt x="728" y="379"/>
                    <a:pt x="729" y="378"/>
                  </a:cubicBezTo>
                  <a:cubicBezTo>
                    <a:pt x="729" y="376"/>
                    <a:pt x="732" y="374"/>
                    <a:pt x="733" y="372"/>
                  </a:cubicBezTo>
                  <a:cubicBezTo>
                    <a:pt x="733" y="370"/>
                    <a:pt x="734" y="368"/>
                    <a:pt x="734" y="367"/>
                  </a:cubicBezTo>
                  <a:cubicBezTo>
                    <a:pt x="735" y="366"/>
                    <a:pt x="737" y="365"/>
                    <a:pt x="737" y="364"/>
                  </a:cubicBezTo>
                  <a:cubicBezTo>
                    <a:pt x="737" y="364"/>
                    <a:pt x="738" y="363"/>
                    <a:pt x="740" y="361"/>
                  </a:cubicBezTo>
                  <a:cubicBezTo>
                    <a:pt x="741" y="359"/>
                    <a:pt x="740" y="359"/>
                    <a:pt x="741" y="357"/>
                  </a:cubicBezTo>
                  <a:cubicBezTo>
                    <a:pt x="741" y="356"/>
                    <a:pt x="742" y="356"/>
                    <a:pt x="743" y="353"/>
                  </a:cubicBezTo>
                  <a:cubicBezTo>
                    <a:pt x="744" y="352"/>
                    <a:pt x="744" y="352"/>
                    <a:pt x="744" y="352"/>
                  </a:cubicBezTo>
                  <a:cubicBezTo>
                    <a:pt x="744" y="353"/>
                    <a:pt x="743" y="353"/>
                    <a:pt x="744" y="352"/>
                  </a:cubicBezTo>
                  <a:cubicBezTo>
                    <a:pt x="744" y="351"/>
                    <a:pt x="746" y="349"/>
                    <a:pt x="747" y="347"/>
                  </a:cubicBezTo>
                  <a:cubicBezTo>
                    <a:pt x="748" y="345"/>
                    <a:pt x="748" y="345"/>
                    <a:pt x="749" y="344"/>
                  </a:cubicBezTo>
                  <a:cubicBezTo>
                    <a:pt x="750" y="343"/>
                    <a:pt x="749" y="344"/>
                    <a:pt x="751" y="340"/>
                  </a:cubicBezTo>
                  <a:cubicBezTo>
                    <a:pt x="752" y="338"/>
                    <a:pt x="752" y="338"/>
                    <a:pt x="752" y="338"/>
                  </a:cubicBezTo>
                  <a:cubicBezTo>
                    <a:pt x="752" y="338"/>
                    <a:pt x="752" y="338"/>
                    <a:pt x="753" y="338"/>
                  </a:cubicBezTo>
                  <a:cubicBezTo>
                    <a:pt x="754" y="338"/>
                    <a:pt x="753" y="336"/>
                    <a:pt x="754" y="335"/>
                  </a:cubicBezTo>
                  <a:cubicBezTo>
                    <a:pt x="755" y="334"/>
                    <a:pt x="755" y="334"/>
                    <a:pt x="755" y="332"/>
                  </a:cubicBezTo>
                  <a:cubicBezTo>
                    <a:pt x="756" y="331"/>
                    <a:pt x="756" y="331"/>
                    <a:pt x="757" y="329"/>
                  </a:cubicBezTo>
                  <a:cubicBezTo>
                    <a:pt x="758" y="327"/>
                    <a:pt x="757" y="328"/>
                    <a:pt x="757" y="325"/>
                  </a:cubicBezTo>
                  <a:cubicBezTo>
                    <a:pt x="757" y="323"/>
                    <a:pt x="758" y="323"/>
                    <a:pt x="758" y="322"/>
                  </a:cubicBezTo>
                  <a:cubicBezTo>
                    <a:pt x="759" y="321"/>
                    <a:pt x="759" y="320"/>
                    <a:pt x="759" y="320"/>
                  </a:cubicBezTo>
                  <a:cubicBezTo>
                    <a:pt x="760" y="319"/>
                    <a:pt x="761" y="318"/>
                    <a:pt x="761" y="318"/>
                  </a:cubicBezTo>
                  <a:cubicBezTo>
                    <a:pt x="761" y="318"/>
                    <a:pt x="762" y="311"/>
                    <a:pt x="762" y="310"/>
                  </a:cubicBezTo>
                  <a:cubicBezTo>
                    <a:pt x="762" y="309"/>
                    <a:pt x="760" y="305"/>
                    <a:pt x="760" y="304"/>
                  </a:cubicBezTo>
                  <a:cubicBezTo>
                    <a:pt x="760" y="302"/>
                    <a:pt x="760" y="303"/>
                    <a:pt x="758" y="302"/>
                  </a:cubicBezTo>
                </a:path>
              </a:pathLst>
            </a:custGeom>
            <a:solidFill>
              <a:schemeClr val="bg1">
                <a:lumMod val="85000"/>
              </a:schemeClr>
            </a:solidFill>
            <a:ln>
              <a:noFill/>
            </a:ln>
          </p:spPr>
          <p:txBody>
            <a:bodyPr anchor="ctr"/>
            <a:lstStyle/>
            <a:p>
              <a:pPr algn="ctr"/>
              <a:endParaRPr/>
            </a:p>
          </p:txBody>
        </p:sp>
        <p:sp>
          <p:nvSpPr>
            <p:cNvPr id="52" name="íšliḓe"/>
            <p:cNvSpPr/>
            <p:nvPr/>
          </p:nvSpPr>
          <p:spPr bwMode="auto">
            <a:xfrm>
              <a:off x="6398476" y="1418399"/>
              <a:ext cx="2630488" cy="1674813"/>
            </a:xfrm>
            <a:custGeom>
              <a:avLst/>
              <a:gdLst>
                <a:gd name="T0" fmla="*/ 1537 w 1619"/>
                <a:gd name="T1" fmla="*/ 190 h 1032"/>
                <a:gd name="T2" fmla="*/ 1413 w 1619"/>
                <a:gd name="T3" fmla="*/ 166 h 1032"/>
                <a:gd name="T4" fmla="*/ 1320 w 1619"/>
                <a:gd name="T5" fmla="*/ 166 h 1032"/>
                <a:gd name="T6" fmla="*/ 1255 w 1619"/>
                <a:gd name="T7" fmla="*/ 138 h 1032"/>
                <a:gd name="T8" fmla="*/ 1163 w 1619"/>
                <a:gd name="T9" fmla="*/ 111 h 1032"/>
                <a:gd name="T10" fmla="*/ 1092 w 1619"/>
                <a:gd name="T11" fmla="*/ 130 h 1032"/>
                <a:gd name="T12" fmla="*/ 981 w 1619"/>
                <a:gd name="T13" fmla="*/ 125 h 1032"/>
                <a:gd name="T14" fmla="*/ 925 w 1619"/>
                <a:gd name="T15" fmla="*/ 98 h 1032"/>
                <a:gd name="T16" fmla="*/ 821 w 1619"/>
                <a:gd name="T17" fmla="*/ 93 h 1032"/>
                <a:gd name="T18" fmla="*/ 756 w 1619"/>
                <a:gd name="T19" fmla="*/ 89 h 1032"/>
                <a:gd name="T20" fmla="*/ 813 w 1619"/>
                <a:gd name="T21" fmla="*/ 28 h 1032"/>
                <a:gd name="T22" fmla="*/ 738 w 1619"/>
                <a:gd name="T23" fmla="*/ 5 h 1032"/>
                <a:gd name="T24" fmla="*/ 656 w 1619"/>
                <a:gd name="T25" fmla="*/ 39 h 1032"/>
                <a:gd name="T26" fmla="*/ 547 w 1619"/>
                <a:gd name="T27" fmla="*/ 73 h 1032"/>
                <a:gd name="T28" fmla="*/ 479 w 1619"/>
                <a:gd name="T29" fmla="*/ 118 h 1032"/>
                <a:gd name="T30" fmla="*/ 458 w 1619"/>
                <a:gd name="T31" fmla="*/ 141 h 1032"/>
                <a:gd name="T32" fmla="*/ 408 w 1619"/>
                <a:gd name="T33" fmla="*/ 162 h 1032"/>
                <a:gd name="T34" fmla="*/ 445 w 1619"/>
                <a:gd name="T35" fmla="*/ 194 h 1032"/>
                <a:gd name="T36" fmla="*/ 361 w 1619"/>
                <a:gd name="T37" fmla="*/ 217 h 1032"/>
                <a:gd name="T38" fmla="*/ 393 w 1619"/>
                <a:gd name="T39" fmla="*/ 133 h 1032"/>
                <a:gd name="T40" fmla="*/ 342 w 1619"/>
                <a:gd name="T41" fmla="*/ 144 h 1032"/>
                <a:gd name="T42" fmla="*/ 330 w 1619"/>
                <a:gd name="T43" fmla="*/ 200 h 1032"/>
                <a:gd name="T44" fmla="*/ 157 w 1619"/>
                <a:gd name="T45" fmla="*/ 337 h 1032"/>
                <a:gd name="T46" fmla="*/ 165 w 1619"/>
                <a:gd name="T47" fmla="*/ 381 h 1032"/>
                <a:gd name="T48" fmla="*/ 189 w 1619"/>
                <a:gd name="T49" fmla="*/ 413 h 1032"/>
                <a:gd name="T50" fmla="*/ 173 w 1619"/>
                <a:gd name="T51" fmla="*/ 449 h 1032"/>
                <a:gd name="T52" fmla="*/ 152 w 1619"/>
                <a:gd name="T53" fmla="*/ 523 h 1032"/>
                <a:gd name="T54" fmla="*/ 195 w 1619"/>
                <a:gd name="T55" fmla="*/ 642 h 1032"/>
                <a:gd name="T56" fmla="*/ 112 w 1619"/>
                <a:gd name="T57" fmla="*/ 587 h 1032"/>
                <a:gd name="T58" fmla="*/ 77 w 1619"/>
                <a:gd name="T59" fmla="*/ 637 h 1032"/>
                <a:gd name="T60" fmla="*/ 10 w 1619"/>
                <a:gd name="T61" fmla="*/ 746 h 1032"/>
                <a:gd name="T62" fmla="*/ 78 w 1619"/>
                <a:gd name="T63" fmla="*/ 857 h 1032"/>
                <a:gd name="T64" fmla="*/ 148 w 1619"/>
                <a:gd name="T65" fmla="*/ 899 h 1032"/>
                <a:gd name="T66" fmla="*/ 245 w 1619"/>
                <a:gd name="T67" fmla="*/ 844 h 1032"/>
                <a:gd name="T68" fmla="*/ 213 w 1619"/>
                <a:gd name="T69" fmla="*/ 780 h 1032"/>
                <a:gd name="T70" fmla="*/ 144 w 1619"/>
                <a:gd name="T71" fmla="*/ 727 h 1032"/>
                <a:gd name="T72" fmla="*/ 229 w 1619"/>
                <a:gd name="T73" fmla="*/ 754 h 1032"/>
                <a:gd name="T74" fmla="*/ 341 w 1619"/>
                <a:gd name="T75" fmla="*/ 782 h 1032"/>
                <a:gd name="T76" fmla="*/ 400 w 1619"/>
                <a:gd name="T77" fmla="*/ 822 h 1032"/>
                <a:gd name="T78" fmla="*/ 462 w 1619"/>
                <a:gd name="T79" fmla="*/ 949 h 1032"/>
                <a:gd name="T80" fmla="*/ 515 w 1619"/>
                <a:gd name="T81" fmla="*/ 853 h 1032"/>
                <a:gd name="T82" fmla="*/ 598 w 1619"/>
                <a:gd name="T83" fmla="*/ 815 h 1032"/>
                <a:gd name="T84" fmla="*/ 643 w 1619"/>
                <a:gd name="T85" fmla="*/ 873 h 1032"/>
                <a:gd name="T86" fmla="*/ 675 w 1619"/>
                <a:gd name="T87" fmla="*/ 966 h 1032"/>
                <a:gd name="T88" fmla="*/ 702 w 1619"/>
                <a:gd name="T89" fmla="*/ 977 h 1032"/>
                <a:gd name="T90" fmla="*/ 709 w 1619"/>
                <a:gd name="T91" fmla="*/ 919 h 1032"/>
                <a:gd name="T92" fmla="*/ 777 w 1619"/>
                <a:gd name="T93" fmla="*/ 904 h 1032"/>
                <a:gd name="T94" fmla="*/ 782 w 1619"/>
                <a:gd name="T95" fmla="*/ 823 h 1032"/>
                <a:gd name="T96" fmla="*/ 884 w 1619"/>
                <a:gd name="T97" fmla="*/ 767 h 1032"/>
                <a:gd name="T98" fmla="*/ 882 w 1619"/>
                <a:gd name="T99" fmla="*/ 664 h 1032"/>
                <a:gd name="T100" fmla="*/ 907 w 1619"/>
                <a:gd name="T101" fmla="*/ 593 h 1032"/>
                <a:gd name="T102" fmla="*/ 951 w 1619"/>
                <a:gd name="T103" fmla="*/ 667 h 1032"/>
                <a:gd name="T104" fmla="*/ 1012 w 1619"/>
                <a:gd name="T105" fmla="*/ 562 h 1032"/>
                <a:gd name="T106" fmla="*/ 1083 w 1619"/>
                <a:gd name="T107" fmla="*/ 417 h 1032"/>
                <a:gd name="T108" fmla="*/ 1090 w 1619"/>
                <a:gd name="T109" fmla="*/ 370 h 1032"/>
                <a:gd name="T110" fmla="*/ 1222 w 1619"/>
                <a:gd name="T111" fmla="*/ 341 h 1032"/>
                <a:gd name="T112" fmla="*/ 1282 w 1619"/>
                <a:gd name="T113" fmla="*/ 300 h 1032"/>
                <a:gd name="T114" fmla="*/ 1344 w 1619"/>
                <a:gd name="T115" fmla="*/ 286 h 1032"/>
                <a:gd name="T116" fmla="*/ 1269 w 1619"/>
                <a:gd name="T117" fmla="*/ 373 h 1032"/>
                <a:gd name="T118" fmla="*/ 1327 w 1619"/>
                <a:gd name="T119" fmla="*/ 386 h 1032"/>
                <a:gd name="T120" fmla="*/ 1414 w 1619"/>
                <a:gd name="T121" fmla="*/ 322 h 1032"/>
                <a:gd name="T122" fmla="*/ 1498 w 1619"/>
                <a:gd name="T123" fmla="*/ 255 h 1032"/>
                <a:gd name="T124" fmla="*/ 1595 w 1619"/>
                <a:gd name="T125" fmla="*/ 240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19" h="1032">
                  <a:moveTo>
                    <a:pt x="1617" y="227"/>
                  </a:moveTo>
                  <a:cubicBezTo>
                    <a:pt x="1616" y="227"/>
                    <a:pt x="1614" y="226"/>
                    <a:pt x="1614" y="226"/>
                  </a:cubicBezTo>
                  <a:cubicBezTo>
                    <a:pt x="1613" y="226"/>
                    <a:pt x="1610" y="225"/>
                    <a:pt x="1608" y="224"/>
                  </a:cubicBezTo>
                  <a:cubicBezTo>
                    <a:pt x="1606" y="223"/>
                    <a:pt x="1606" y="223"/>
                    <a:pt x="1605" y="221"/>
                  </a:cubicBezTo>
                  <a:cubicBezTo>
                    <a:pt x="1604" y="220"/>
                    <a:pt x="1605" y="219"/>
                    <a:pt x="1604" y="218"/>
                  </a:cubicBezTo>
                  <a:cubicBezTo>
                    <a:pt x="1604" y="217"/>
                    <a:pt x="1600" y="216"/>
                    <a:pt x="1600" y="215"/>
                  </a:cubicBezTo>
                  <a:cubicBezTo>
                    <a:pt x="1599" y="215"/>
                    <a:pt x="1598" y="214"/>
                    <a:pt x="1598" y="214"/>
                  </a:cubicBezTo>
                  <a:cubicBezTo>
                    <a:pt x="1598" y="213"/>
                    <a:pt x="1595" y="213"/>
                    <a:pt x="1594" y="213"/>
                  </a:cubicBezTo>
                  <a:cubicBezTo>
                    <a:pt x="1594" y="212"/>
                    <a:pt x="1593" y="212"/>
                    <a:pt x="1592" y="213"/>
                  </a:cubicBezTo>
                  <a:cubicBezTo>
                    <a:pt x="1591" y="213"/>
                    <a:pt x="1590" y="213"/>
                    <a:pt x="1588" y="213"/>
                  </a:cubicBezTo>
                  <a:cubicBezTo>
                    <a:pt x="1588" y="213"/>
                    <a:pt x="1585" y="214"/>
                    <a:pt x="1585" y="214"/>
                  </a:cubicBezTo>
                  <a:cubicBezTo>
                    <a:pt x="1584" y="215"/>
                    <a:pt x="1582" y="214"/>
                    <a:pt x="1582" y="212"/>
                  </a:cubicBezTo>
                  <a:cubicBezTo>
                    <a:pt x="1582" y="210"/>
                    <a:pt x="1580" y="210"/>
                    <a:pt x="1579" y="210"/>
                  </a:cubicBezTo>
                  <a:cubicBezTo>
                    <a:pt x="1579" y="210"/>
                    <a:pt x="1578" y="210"/>
                    <a:pt x="1578" y="210"/>
                  </a:cubicBezTo>
                  <a:cubicBezTo>
                    <a:pt x="1576" y="210"/>
                    <a:pt x="1570" y="211"/>
                    <a:pt x="1569" y="211"/>
                  </a:cubicBezTo>
                  <a:cubicBezTo>
                    <a:pt x="1569" y="211"/>
                    <a:pt x="1570" y="211"/>
                    <a:pt x="1570" y="211"/>
                  </a:cubicBezTo>
                  <a:cubicBezTo>
                    <a:pt x="1572" y="214"/>
                    <a:pt x="1572" y="214"/>
                    <a:pt x="1572" y="214"/>
                  </a:cubicBezTo>
                  <a:cubicBezTo>
                    <a:pt x="1572" y="214"/>
                    <a:pt x="1573" y="217"/>
                    <a:pt x="1571" y="219"/>
                  </a:cubicBezTo>
                  <a:cubicBezTo>
                    <a:pt x="1571" y="219"/>
                    <a:pt x="1572" y="221"/>
                    <a:pt x="1572" y="222"/>
                  </a:cubicBezTo>
                  <a:cubicBezTo>
                    <a:pt x="1573" y="222"/>
                    <a:pt x="1573" y="224"/>
                    <a:pt x="1573" y="224"/>
                  </a:cubicBezTo>
                  <a:cubicBezTo>
                    <a:pt x="1572" y="224"/>
                    <a:pt x="1572" y="223"/>
                    <a:pt x="1571" y="222"/>
                  </a:cubicBezTo>
                  <a:cubicBezTo>
                    <a:pt x="1569" y="221"/>
                    <a:pt x="1569" y="222"/>
                    <a:pt x="1569" y="223"/>
                  </a:cubicBezTo>
                  <a:cubicBezTo>
                    <a:pt x="1568" y="223"/>
                    <a:pt x="1566" y="222"/>
                    <a:pt x="1566" y="222"/>
                  </a:cubicBezTo>
                  <a:cubicBezTo>
                    <a:pt x="1565" y="217"/>
                    <a:pt x="1565" y="217"/>
                    <a:pt x="1565" y="217"/>
                  </a:cubicBezTo>
                  <a:cubicBezTo>
                    <a:pt x="1565" y="215"/>
                    <a:pt x="1564" y="215"/>
                    <a:pt x="1564" y="214"/>
                  </a:cubicBezTo>
                  <a:cubicBezTo>
                    <a:pt x="1564" y="212"/>
                    <a:pt x="1564" y="212"/>
                    <a:pt x="1564" y="211"/>
                  </a:cubicBezTo>
                  <a:cubicBezTo>
                    <a:pt x="1564" y="210"/>
                    <a:pt x="1565" y="208"/>
                    <a:pt x="1564" y="207"/>
                  </a:cubicBezTo>
                  <a:cubicBezTo>
                    <a:pt x="1564" y="205"/>
                    <a:pt x="1563" y="207"/>
                    <a:pt x="1563" y="207"/>
                  </a:cubicBezTo>
                  <a:cubicBezTo>
                    <a:pt x="1562" y="207"/>
                    <a:pt x="1560" y="207"/>
                    <a:pt x="1560" y="206"/>
                  </a:cubicBezTo>
                  <a:cubicBezTo>
                    <a:pt x="1560" y="205"/>
                    <a:pt x="1560" y="204"/>
                    <a:pt x="1559" y="203"/>
                  </a:cubicBezTo>
                  <a:cubicBezTo>
                    <a:pt x="1559" y="202"/>
                    <a:pt x="1557" y="200"/>
                    <a:pt x="1556" y="199"/>
                  </a:cubicBezTo>
                  <a:cubicBezTo>
                    <a:pt x="1555" y="198"/>
                    <a:pt x="1554" y="198"/>
                    <a:pt x="1553" y="197"/>
                  </a:cubicBezTo>
                  <a:cubicBezTo>
                    <a:pt x="1553" y="196"/>
                    <a:pt x="1551" y="196"/>
                    <a:pt x="1551" y="195"/>
                  </a:cubicBezTo>
                  <a:cubicBezTo>
                    <a:pt x="1550" y="194"/>
                    <a:pt x="1548" y="194"/>
                    <a:pt x="1548" y="194"/>
                  </a:cubicBezTo>
                  <a:cubicBezTo>
                    <a:pt x="1547" y="194"/>
                    <a:pt x="1544" y="193"/>
                    <a:pt x="1542" y="192"/>
                  </a:cubicBezTo>
                  <a:cubicBezTo>
                    <a:pt x="1541" y="190"/>
                    <a:pt x="1540" y="191"/>
                    <a:pt x="1539" y="190"/>
                  </a:cubicBezTo>
                  <a:cubicBezTo>
                    <a:pt x="1539" y="190"/>
                    <a:pt x="1538" y="190"/>
                    <a:pt x="1538" y="190"/>
                  </a:cubicBezTo>
                  <a:cubicBezTo>
                    <a:pt x="1538" y="190"/>
                    <a:pt x="1537" y="191"/>
                    <a:pt x="1537" y="190"/>
                  </a:cubicBezTo>
                  <a:cubicBezTo>
                    <a:pt x="1537" y="190"/>
                    <a:pt x="1535" y="190"/>
                    <a:pt x="1534" y="189"/>
                  </a:cubicBezTo>
                  <a:cubicBezTo>
                    <a:pt x="1533" y="188"/>
                    <a:pt x="1531" y="188"/>
                    <a:pt x="1531" y="188"/>
                  </a:cubicBezTo>
                  <a:cubicBezTo>
                    <a:pt x="1530" y="187"/>
                    <a:pt x="1524" y="183"/>
                    <a:pt x="1524" y="182"/>
                  </a:cubicBezTo>
                  <a:cubicBezTo>
                    <a:pt x="1523" y="180"/>
                    <a:pt x="1522" y="181"/>
                    <a:pt x="1521" y="181"/>
                  </a:cubicBezTo>
                  <a:cubicBezTo>
                    <a:pt x="1521" y="180"/>
                    <a:pt x="1521" y="180"/>
                    <a:pt x="1520" y="180"/>
                  </a:cubicBezTo>
                  <a:cubicBezTo>
                    <a:pt x="1518" y="179"/>
                    <a:pt x="1518" y="179"/>
                    <a:pt x="1517" y="178"/>
                  </a:cubicBezTo>
                  <a:cubicBezTo>
                    <a:pt x="1517" y="178"/>
                    <a:pt x="1516" y="178"/>
                    <a:pt x="1515" y="178"/>
                  </a:cubicBezTo>
                  <a:cubicBezTo>
                    <a:pt x="1515" y="179"/>
                    <a:pt x="1514" y="179"/>
                    <a:pt x="1513" y="179"/>
                  </a:cubicBezTo>
                  <a:cubicBezTo>
                    <a:pt x="1512" y="179"/>
                    <a:pt x="1511" y="179"/>
                    <a:pt x="1510" y="178"/>
                  </a:cubicBezTo>
                  <a:cubicBezTo>
                    <a:pt x="1510" y="178"/>
                    <a:pt x="1498" y="169"/>
                    <a:pt x="1498" y="169"/>
                  </a:cubicBezTo>
                  <a:cubicBezTo>
                    <a:pt x="1497" y="168"/>
                    <a:pt x="1495" y="169"/>
                    <a:pt x="1494" y="169"/>
                  </a:cubicBezTo>
                  <a:cubicBezTo>
                    <a:pt x="1494" y="169"/>
                    <a:pt x="1491" y="168"/>
                    <a:pt x="1491" y="167"/>
                  </a:cubicBezTo>
                  <a:cubicBezTo>
                    <a:pt x="1491" y="167"/>
                    <a:pt x="1489" y="167"/>
                    <a:pt x="1487" y="166"/>
                  </a:cubicBezTo>
                  <a:cubicBezTo>
                    <a:pt x="1487" y="166"/>
                    <a:pt x="1486" y="166"/>
                    <a:pt x="1486" y="166"/>
                  </a:cubicBezTo>
                  <a:cubicBezTo>
                    <a:pt x="1486" y="166"/>
                    <a:pt x="1486" y="166"/>
                    <a:pt x="1485" y="166"/>
                  </a:cubicBezTo>
                  <a:cubicBezTo>
                    <a:pt x="1484" y="165"/>
                    <a:pt x="1481" y="165"/>
                    <a:pt x="1481" y="165"/>
                  </a:cubicBezTo>
                  <a:cubicBezTo>
                    <a:pt x="1480" y="165"/>
                    <a:pt x="1478" y="165"/>
                    <a:pt x="1478" y="164"/>
                  </a:cubicBezTo>
                  <a:cubicBezTo>
                    <a:pt x="1477" y="163"/>
                    <a:pt x="1476" y="163"/>
                    <a:pt x="1475" y="162"/>
                  </a:cubicBezTo>
                  <a:cubicBezTo>
                    <a:pt x="1475" y="161"/>
                    <a:pt x="1472" y="161"/>
                    <a:pt x="1471" y="161"/>
                  </a:cubicBezTo>
                  <a:cubicBezTo>
                    <a:pt x="1469" y="161"/>
                    <a:pt x="1467" y="161"/>
                    <a:pt x="1466" y="161"/>
                  </a:cubicBezTo>
                  <a:cubicBezTo>
                    <a:pt x="1464" y="160"/>
                    <a:pt x="1459" y="160"/>
                    <a:pt x="1459" y="160"/>
                  </a:cubicBezTo>
                  <a:cubicBezTo>
                    <a:pt x="1459" y="159"/>
                    <a:pt x="1455" y="160"/>
                    <a:pt x="1454" y="160"/>
                  </a:cubicBezTo>
                  <a:cubicBezTo>
                    <a:pt x="1453" y="160"/>
                    <a:pt x="1451" y="160"/>
                    <a:pt x="1451" y="160"/>
                  </a:cubicBezTo>
                  <a:cubicBezTo>
                    <a:pt x="1451" y="160"/>
                    <a:pt x="1448" y="161"/>
                    <a:pt x="1447" y="161"/>
                  </a:cubicBezTo>
                  <a:cubicBezTo>
                    <a:pt x="1446" y="161"/>
                    <a:pt x="1445" y="162"/>
                    <a:pt x="1444" y="162"/>
                  </a:cubicBezTo>
                  <a:cubicBezTo>
                    <a:pt x="1443" y="163"/>
                    <a:pt x="1442" y="163"/>
                    <a:pt x="1442" y="163"/>
                  </a:cubicBezTo>
                  <a:cubicBezTo>
                    <a:pt x="1442" y="163"/>
                    <a:pt x="1442" y="162"/>
                    <a:pt x="1441" y="161"/>
                  </a:cubicBezTo>
                  <a:cubicBezTo>
                    <a:pt x="1441" y="161"/>
                    <a:pt x="1439" y="161"/>
                    <a:pt x="1439" y="160"/>
                  </a:cubicBezTo>
                  <a:cubicBezTo>
                    <a:pt x="1438" y="160"/>
                    <a:pt x="1437" y="160"/>
                    <a:pt x="1437" y="159"/>
                  </a:cubicBezTo>
                  <a:cubicBezTo>
                    <a:pt x="1437" y="159"/>
                    <a:pt x="1436" y="159"/>
                    <a:pt x="1435" y="159"/>
                  </a:cubicBezTo>
                  <a:cubicBezTo>
                    <a:pt x="1434" y="159"/>
                    <a:pt x="1434" y="159"/>
                    <a:pt x="1433" y="159"/>
                  </a:cubicBezTo>
                  <a:cubicBezTo>
                    <a:pt x="1433" y="159"/>
                    <a:pt x="1430" y="158"/>
                    <a:pt x="1429" y="157"/>
                  </a:cubicBezTo>
                  <a:cubicBezTo>
                    <a:pt x="1428" y="157"/>
                    <a:pt x="1423" y="158"/>
                    <a:pt x="1423" y="158"/>
                  </a:cubicBezTo>
                  <a:cubicBezTo>
                    <a:pt x="1423" y="158"/>
                    <a:pt x="1414" y="157"/>
                    <a:pt x="1413" y="156"/>
                  </a:cubicBezTo>
                  <a:cubicBezTo>
                    <a:pt x="1412" y="155"/>
                    <a:pt x="1412" y="159"/>
                    <a:pt x="1412" y="160"/>
                  </a:cubicBezTo>
                  <a:cubicBezTo>
                    <a:pt x="1412" y="160"/>
                    <a:pt x="1412" y="162"/>
                    <a:pt x="1411" y="163"/>
                  </a:cubicBezTo>
                  <a:cubicBezTo>
                    <a:pt x="1410" y="163"/>
                    <a:pt x="1410" y="164"/>
                    <a:pt x="1410" y="165"/>
                  </a:cubicBezTo>
                  <a:cubicBezTo>
                    <a:pt x="1409" y="165"/>
                    <a:pt x="1411" y="166"/>
                    <a:pt x="1413" y="166"/>
                  </a:cubicBezTo>
                  <a:cubicBezTo>
                    <a:pt x="1413" y="167"/>
                    <a:pt x="1414" y="169"/>
                    <a:pt x="1414" y="169"/>
                  </a:cubicBezTo>
                  <a:cubicBezTo>
                    <a:pt x="1415" y="170"/>
                    <a:pt x="1417" y="173"/>
                    <a:pt x="1417" y="173"/>
                  </a:cubicBezTo>
                  <a:cubicBezTo>
                    <a:pt x="1418" y="174"/>
                    <a:pt x="1418" y="174"/>
                    <a:pt x="1418" y="174"/>
                  </a:cubicBezTo>
                  <a:cubicBezTo>
                    <a:pt x="1418" y="174"/>
                    <a:pt x="1416" y="177"/>
                    <a:pt x="1415" y="178"/>
                  </a:cubicBezTo>
                  <a:cubicBezTo>
                    <a:pt x="1414" y="179"/>
                    <a:pt x="1414" y="179"/>
                    <a:pt x="1413" y="179"/>
                  </a:cubicBezTo>
                  <a:cubicBezTo>
                    <a:pt x="1412" y="179"/>
                    <a:pt x="1411" y="179"/>
                    <a:pt x="1411" y="179"/>
                  </a:cubicBezTo>
                  <a:cubicBezTo>
                    <a:pt x="1411" y="179"/>
                    <a:pt x="1408" y="180"/>
                    <a:pt x="1407" y="180"/>
                  </a:cubicBezTo>
                  <a:cubicBezTo>
                    <a:pt x="1406" y="180"/>
                    <a:pt x="1406" y="180"/>
                    <a:pt x="1405" y="180"/>
                  </a:cubicBezTo>
                  <a:cubicBezTo>
                    <a:pt x="1404" y="180"/>
                    <a:pt x="1403" y="180"/>
                    <a:pt x="1403" y="180"/>
                  </a:cubicBezTo>
                  <a:cubicBezTo>
                    <a:pt x="1402" y="180"/>
                    <a:pt x="1402" y="179"/>
                    <a:pt x="1402" y="178"/>
                  </a:cubicBezTo>
                  <a:cubicBezTo>
                    <a:pt x="1402" y="177"/>
                    <a:pt x="1400" y="177"/>
                    <a:pt x="1399" y="176"/>
                  </a:cubicBezTo>
                  <a:cubicBezTo>
                    <a:pt x="1398" y="174"/>
                    <a:pt x="1398" y="174"/>
                    <a:pt x="1397" y="173"/>
                  </a:cubicBezTo>
                  <a:cubicBezTo>
                    <a:pt x="1396" y="172"/>
                    <a:pt x="1394" y="173"/>
                    <a:pt x="1393" y="173"/>
                  </a:cubicBezTo>
                  <a:cubicBezTo>
                    <a:pt x="1392" y="173"/>
                    <a:pt x="1391" y="174"/>
                    <a:pt x="1390" y="173"/>
                  </a:cubicBezTo>
                  <a:cubicBezTo>
                    <a:pt x="1389" y="172"/>
                    <a:pt x="1389" y="171"/>
                    <a:pt x="1389" y="170"/>
                  </a:cubicBezTo>
                  <a:cubicBezTo>
                    <a:pt x="1389" y="168"/>
                    <a:pt x="1389" y="166"/>
                    <a:pt x="1388" y="165"/>
                  </a:cubicBezTo>
                  <a:cubicBezTo>
                    <a:pt x="1387" y="164"/>
                    <a:pt x="1386" y="161"/>
                    <a:pt x="1385" y="161"/>
                  </a:cubicBezTo>
                  <a:cubicBezTo>
                    <a:pt x="1385" y="160"/>
                    <a:pt x="1384" y="162"/>
                    <a:pt x="1384" y="162"/>
                  </a:cubicBezTo>
                  <a:cubicBezTo>
                    <a:pt x="1384" y="162"/>
                    <a:pt x="1382" y="163"/>
                    <a:pt x="1381" y="164"/>
                  </a:cubicBezTo>
                  <a:cubicBezTo>
                    <a:pt x="1381" y="165"/>
                    <a:pt x="1378" y="166"/>
                    <a:pt x="1378" y="166"/>
                  </a:cubicBezTo>
                  <a:cubicBezTo>
                    <a:pt x="1376" y="166"/>
                    <a:pt x="1376" y="166"/>
                    <a:pt x="1376" y="166"/>
                  </a:cubicBezTo>
                  <a:cubicBezTo>
                    <a:pt x="1376" y="166"/>
                    <a:pt x="1372" y="167"/>
                    <a:pt x="1372" y="166"/>
                  </a:cubicBezTo>
                  <a:cubicBezTo>
                    <a:pt x="1371" y="166"/>
                    <a:pt x="1371" y="166"/>
                    <a:pt x="1370" y="166"/>
                  </a:cubicBezTo>
                  <a:cubicBezTo>
                    <a:pt x="1369" y="166"/>
                    <a:pt x="1366" y="166"/>
                    <a:pt x="1366" y="165"/>
                  </a:cubicBezTo>
                  <a:cubicBezTo>
                    <a:pt x="1362" y="166"/>
                    <a:pt x="1362" y="166"/>
                    <a:pt x="1362" y="166"/>
                  </a:cubicBezTo>
                  <a:cubicBezTo>
                    <a:pt x="1359" y="166"/>
                    <a:pt x="1359" y="166"/>
                    <a:pt x="1359" y="166"/>
                  </a:cubicBezTo>
                  <a:cubicBezTo>
                    <a:pt x="1354" y="166"/>
                    <a:pt x="1354" y="166"/>
                    <a:pt x="1354" y="166"/>
                  </a:cubicBezTo>
                  <a:cubicBezTo>
                    <a:pt x="1349" y="165"/>
                    <a:pt x="1349" y="165"/>
                    <a:pt x="1349" y="165"/>
                  </a:cubicBezTo>
                  <a:cubicBezTo>
                    <a:pt x="1349" y="165"/>
                    <a:pt x="1347" y="165"/>
                    <a:pt x="1346" y="163"/>
                  </a:cubicBezTo>
                  <a:cubicBezTo>
                    <a:pt x="1345" y="161"/>
                    <a:pt x="1344" y="163"/>
                    <a:pt x="1344" y="163"/>
                  </a:cubicBezTo>
                  <a:cubicBezTo>
                    <a:pt x="1342" y="164"/>
                    <a:pt x="1342" y="164"/>
                    <a:pt x="1342" y="164"/>
                  </a:cubicBezTo>
                  <a:cubicBezTo>
                    <a:pt x="1339" y="164"/>
                    <a:pt x="1339" y="164"/>
                    <a:pt x="1339" y="164"/>
                  </a:cubicBezTo>
                  <a:cubicBezTo>
                    <a:pt x="1336" y="163"/>
                    <a:pt x="1336" y="163"/>
                    <a:pt x="1336" y="163"/>
                  </a:cubicBezTo>
                  <a:cubicBezTo>
                    <a:pt x="1331" y="164"/>
                    <a:pt x="1331" y="164"/>
                    <a:pt x="1331" y="164"/>
                  </a:cubicBezTo>
                  <a:cubicBezTo>
                    <a:pt x="1328" y="164"/>
                    <a:pt x="1328" y="164"/>
                    <a:pt x="1328" y="164"/>
                  </a:cubicBezTo>
                  <a:cubicBezTo>
                    <a:pt x="1328" y="164"/>
                    <a:pt x="1328" y="164"/>
                    <a:pt x="1328" y="164"/>
                  </a:cubicBezTo>
                  <a:cubicBezTo>
                    <a:pt x="1328" y="164"/>
                    <a:pt x="1324" y="164"/>
                    <a:pt x="1323" y="164"/>
                  </a:cubicBezTo>
                  <a:cubicBezTo>
                    <a:pt x="1323" y="163"/>
                    <a:pt x="1321" y="165"/>
                    <a:pt x="1320" y="166"/>
                  </a:cubicBezTo>
                  <a:cubicBezTo>
                    <a:pt x="1320" y="166"/>
                    <a:pt x="1319" y="167"/>
                    <a:pt x="1319" y="167"/>
                  </a:cubicBezTo>
                  <a:cubicBezTo>
                    <a:pt x="1318" y="168"/>
                    <a:pt x="1318" y="170"/>
                    <a:pt x="1318" y="171"/>
                  </a:cubicBezTo>
                  <a:cubicBezTo>
                    <a:pt x="1318" y="171"/>
                    <a:pt x="1319" y="174"/>
                    <a:pt x="1319" y="174"/>
                  </a:cubicBezTo>
                  <a:cubicBezTo>
                    <a:pt x="1319" y="174"/>
                    <a:pt x="1320" y="178"/>
                    <a:pt x="1320" y="179"/>
                  </a:cubicBezTo>
                  <a:cubicBezTo>
                    <a:pt x="1319" y="180"/>
                    <a:pt x="1319" y="178"/>
                    <a:pt x="1318" y="178"/>
                  </a:cubicBezTo>
                  <a:cubicBezTo>
                    <a:pt x="1318" y="177"/>
                    <a:pt x="1317" y="175"/>
                    <a:pt x="1316" y="174"/>
                  </a:cubicBezTo>
                  <a:cubicBezTo>
                    <a:pt x="1316" y="173"/>
                    <a:pt x="1316" y="173"/>
                    <a:pt x="1316" y="171"/>
                  </a:cubicBezTo>
                  <a:cubicBezTo>
                    <a:pt x="1316" y="170"/>
                    <a:pt x="1316" y="170"/>
                    <a:pt x="1316" y="169"/>
                  </a:cubicBezTo>
                  <a:cubicBezTo>
                    <a:pt x="1316" y="169"/>
                    <a:pt x="1315" y="168"/>
                    <a:pt x="1314" y="167"/>
                  </a:cubicBezTo>
                  <a:cubicBezTo>
                    <a:pt x="1314" y="166"/>
                    <a:pt x="1313" y="166"/>
                    <a:pt x="1313" y="165"/>
                  </a:cubicBezTo>
                  <a:cubicBezTo>
                    <a:pt x="1313" y="164"/>
                    <a:pt x="1310" y="164"/>
                    <a:pt x="1310" y="164"/>
                  </a:cubicBezTo>
                  <a:cubicBezTo>
                    <a:pt x="1310" y="164"/>
                    <a:pt x="1308" y="164"/>
                    <a:pt x="1308" y="163"/>
                  </a:cubicBezTo>
                  <a:cubicBezTo>
                    <a:pt x="1307" y="163"/>
                    <a:pt x="1307" y="163"/>
                    <a:pt x="1306" y="163"/>
                  </a:cubicBezTo>
                  <a:cubicBezTo>
                    <a:pt x="1306" y="164"/>
                    <a:pt x="1305" y="164"/>
                    <a:pt x="1304" y="163"/>
                  </a:cubicBezTo>
                  <a:cubicBezTo>
                    <a:pt x="1303" y="163"/>
                    <a:pt x="1302" y="163"/>
                    <a:pt x="1301" y="162"/>
                  </a:cubicBezTo>
                  <a:cubicBezTo>
                    <a:pt x="1300" y="160"/>
                    <a:pt x="1301" y="161"/>
                    <a:pt x="1301" y="159"/>
                  </a:cubicBezTo>
                  <a:cubicBezTo>
                    <a:pt x="1301" y="158"/>
                    <a:pt x="1301" y="158"/>
                    <a:pt x="1303" y="157"/>
                  </a:cubicBezTo>
                  <a:cubicBezTo>
                    <a:pt x="1305" y="156"/>
                    <a:pt x="1304" y="156"/>
                    <a:pt x="1304" y="153"/>
                  </a:cubicBezTo>
                  <a:cubicBezTo>
                    <a:pt x="1305" y="151"/>
                    <a:pt x="1304" y="151"/>
                    <a:pt x="1303" y="150"/>
                  </a:cubicBezTo>
                  <a:cubicBezTo>
                    <a:pt x="1303" y="148"/>
                    <a:pt x="1302" y="149"/>
                    <a:pt x="1302" y="149"/>
                  </a:cubicBezTo>
                  <a:cubicBezTo>
                    <a:pt x="1302" y="149"/>
                    <a:pt x="1300" y="147"/>
                    <a:pt x="1299" y="146"/>
                  </a:cubicBezTo>
                  <a:cubicBezTo>
                    <a:pt x="1299" y="146"/>
                    <a:pt x="1297" y="144"/>
                    <a:pt x="1297" y="143"/>
                  </a:cubicBezTo>
                  <a:cubicBezTo>
                    <a:pt x="1296" y="142"/>
                    <a:pt x="1295" y="143"/>
                    <a:pt x="1295" y="142"/>
                  </a:cubicBezTo>
                  <a:cubicBezTo>
                    <a:pt x="1294" y="142"/>
                    <a:pt x="1292" y="142"/>
                    <a:pt x="1292" y="142"/>
                  </a:cubicBezTo>
                  <a:cubicBezTo>
                    <a:pt x="1292" y="142"/>
                    <a:pt x="1290" y="141"/>
                    <a:pt x="1289" y="140"/>
                  </a:cubicBezTo>
                  <a:cubicBezTo>
                    <a:pt x="1289" y="139"/>
                    <a:pt x="1287" y="139"/>
                    <a:pt x="1287" y="139"/>
                  </a:cubicBezTo>
                  <a:cubicBezTo>
                    <a:pt x="1287" y="139"/>
                    <a:pt x="1285" y="139"/>
                    <a:pt x="1285" y="139"/>
                  </a:cubicBezTo>
                  <a:cubicBezTo>
                    <a:pt x="1285" y="138"/>
                    <a:pt x="1284" y="138"/>
                    <a:pt x="1283" y="138"/>
                  </a:cubicBezTo>
                  <a:cubicBezTo>
                    <a:pt x="1283" y="137"/>
                    <a:pt x="1282" y="138"/>
                    <a:pt x="1282" y="138"/>
                  </a:cubicBezTo>
                  <a:cubicBezTo>
                    <a:pt x="1278" y="138"/>
                    <a:pt x="1278" y="138"/>
                    <a:pt x="1278" y="138"/>
                  </a:cubicBezTo>
                  <a:cubicBezTo>
                    <a:pt x="1276" y="138"/>
                    <a:pt x="1276" y="138"/>
                    <a:pt x="1276" y="138"/>
                  </a:cubicBezTo>
                  <a:cubicBezTo>
                    <a:pt x="1273" y="138"/>
                    <a:pt x="1273" y="138"/>
                    <a:pt x="1273" y="138"/>
                  </a:cubicBezTo>
                  <a:cubicBezTo>
                    <a:pt x="1273" y="138"/>
                    <a:pt x="1269" y="138"/>
                    <a:pt x="1268" y="137"/>
                  </a:cubicBezTo>
                  <a:cubicBezTo>
                    <a:pt x="1268" y="137"/>
                    <a:pt x="1266" y="138"/>
                    <a:pt x="1266" y="138"/>
                  </a:cubicBezTo>
                  <a:cubicBezTo>
                    <a:pt x="1266" y="138"/>
                    <a:pt x="1265" y="138"/>
                    <a:pt x="1264" y="137"/>
                  </a:cubicBezTo>
                  <a:cubicBezTo>
                    <a:pt x="1264" y="137"/>
                    <a:pt x="1262" y="137"/>
                    <a:pt x="1262" y="137"/>
                  </a:cubicBezTo>
                  <a:cubicBezTo>
                    <a:pt x="1257" y="138"/>
                    <a:pt x="1257" y="138"/>
                    <a:pt x="1257" y="138"/>
                  </a:cubicBezTo>
                  <a:cubicBezTo>
                    <a:pt x="1255" y="138"/>
                    <a:pt x="1255" y="138"/>
                    <a:pt x="1255" y="138"/>
                  </a:cubicBezTo>
                  <a:cubicBezTo>
                    <a:pt x="1252" y="139"/>
                    <a:pt x="1252" y="139"/>
                    <a:pt x="1252" y="139"/>
                  </a:cubicBezTo>
                  <a:cubicBezTo>
                    <a:pt x="1252" y="139"/>
                    <a:pt x="1248" y="140"/>
                    <a:pt x="1247" y="140"/>
                  </a:cubicBezTo>
                  <a:cubicBezTo>
                    <a:pt x="1246" y="140"/>
                    <a:pt x="1241" y="140"/>
                    <a:pt x="1241" y="140"/>
                  </a:cubicBezTo>
                  <a:cubicBezTo>
                    <a:pt x="1241" y="140"/>
                    <a:pt x="1240" y="141"/>
                    <a:pt x="1240" y="141"/>
                  </a:cubicBezTo>
                  <a:cubicBezTo>
                    <a:pt x="1240" y="140"/>
                    <a:pt x="1234" y="143"/>
                    <a:pt x="1233" y="143"/>
                  </a:cubicBezTo>
                  <a:cubicBezTo>
                    <a:pt x="1232" y="144"/>
                    <a:pt x="1229" y="144"/>
                    <a:pt x="1228" y="143"/>
                  </a:cubicBezTo>
                  <a:cubicBezTo>
                    <a:pt x="1226" y="143"/>
                    <a:pt x="1222" y="142"/>
                    <a:pt x="1222" y="141"/>
                  </a:cubicBezTo>
                  <a:cubicBezTo>
                    <a:pt x="1223" y="140"/>
                    <a:pt x="1222" y="139"/>
                    <a:pt x="1222" y="139"/>
                  </a:cubicBezTo>
                  <a:cubicBezTo>
                    <a:pt x="1223" y="138"/>
                    <a:pt x="1221" y="136"/>
                    <a:pt x="1220" y="135"/>
                  </a:cubicBezTo>
                  <a:cubicBezTo>
                    <a:pt x="1220" y="134"/>
                    <a:pt x="1219" y="134"/>
                    <a:pt x="1218" y="133"/>
                  </a:cubicBezTo>
                  <a:cubicBezTo>
                    <a:pt x="1217" y="133"/>
                    <a:pt x="1215" y="134"/>
                    <a:pt x="1214" y="133"/>
                  </a:cubicBezTo>
                  <a:cubicBezTo>
                    <a:pt x="1213" y="132"/>
                    <a:pt x="1212" y="132"/>
                    <a:pt x="1212" y="132"/>
                  </a:cubicBezTo>
                  <a:cubicBezTo>
                    <a:pt x="1212" y="132"/>
                    <a:pt x="1212" y="132"/>
                    <a:pt x="1211" y="132"/>
                  </a:cubicBezTo>
                  <a:cubicBezTo>
                    <a:pt x="1210" y="131"/>
                    <a:pt x="1210" y="131"/>
                    <a:pt x="1209" y="130"/>
                  </a:cubicBezTo>
                  <a:cubicBezTo>
                    <a:pt x="1207" y="129"/>
                    <a:pt x="1208" y="130"/>
                    <a:pt x="1206" y="131"/>
                  </a:cubicBezTo>
                  <a:cubicBezTo>
                    <a:pt x="1205" y="131"/>
                    <a:pt x="1203" y="132"/>
                    <a:pt x="1202" y="131"/>
                  </a:cubicBezTo>
                  <a:cubicBezTo>
                    <a:pt x="1201" y="131"/>
                    <a:pt x="1201" y="130"/>
                    <a:pt x="1201" y="129"/>
                  </a:cubicBezTo>
                  <a:cubicBezTo>
                    <a:pt x="1200" y="128"/>
                    <a:pt x="1198" y="128"/>
                    <a:pt x="1196" y="128"/>
                  </a:cubicBezTo>
                  <a:cubicBezTo>
                    <a:pt x="1195" y="128"/>
                    <a:pt x="1192" y="128"/>
                    <a:pt x="1192" y="128"/>
                  </a:cubicBezTo>
                  <a:cubicBezTo>
                    <a:pt x="1191" y="128"/>
                    <a:pt x="1190" y="127"/>
                    <a:pt x="1191" y="125"/>
                  </a:cubicBezTo>
                  <a:cubicBezTo>
                    <a:pt x="1191" y="124"/>
                    <a:pt x="1193" y="125"/>
                    <a:pt x="1194" y="126"/>
                  </a:cubicBezTo>
                  <a:cubicBezTo>
                    <a:pt x="1196" y="127"/>
                    <a:pt x="1197" y="127"/>
                    <a:pt x="1198" y="127"/>
                  </a:cubicBezTo>
                  <a:cubicBezTo>
                    <a:pt x="1200" y="126"/>
                    <a:pt x="1197" y="126"/>
                    <a:pt x="1196" y="124"/>
                  </a:cubicBezTo>
                  <a:cubicBezTo>
                    <a:pt x="1195" y="123"/>
                    <a:pt x="1196" y="123"/>
                    <a:pt x="1196" y="123"/>
                  </a:cubicBezTo>
                  <a:cubicBezTo>
                    <a:pt x="1197" y="122"/>
                    <a:pt x="1198" y="122"/>
                    <a:pt x="1199" y="120"/>
                  </a:cubicBezTo>
                  <a:cubicBezTo>
                    <a:pt x="1199" y="119"/>
                    <a:pt x="1198" y="119"/>
                    <a:pt x="1198" y="119"/>
                  </a:cubicBezTo>
                  <a:cubicBezTo>
                    <a:pt x="1198" y="118"/>
                    <a:pt x="1194" y="116"/>
                    <a:pt x="1193" y="116"/>
                  </a:cubicBezTo>
                  <a:cubicBezTo>
                    <a:pt x="1193" y="116"/>
                    <a:pt x="1184" y="113"/>
                    <a:pt x="1182" y="113"/>
                  </a:cubicBezTo>
                  <a:cubicBezTo>
                    <a:pt x="1181" y="112"/>
                    <a:pt x="1181" y="113"/>
                    <a:pt x="1180" y="113"/>
                  </a:cubicBezTo>
                  <a:cubicBezTo>
                    <a:pt x="1179" y="113"/>
                    <a:pt x="1178" y="113"/>
                    <a:pt x="1178" y="113"/>
                  </a:cubicBezTo>
                  <a:cubicBezTo>
                    <a:pt x="1177" y="112"/>
                    <a:pt x="1176" y="113"/>
                    <a:pt x="1176" y="113"/>
                  </a:cubicBezTo>
                  <a:cubicBezTo>
                    <a:pt x="1175" y="113"/>
                    <a:pt x="1175" y="113"/>
                    <a:pt x="1175" y="113"/>
                  </a:cubicBezTo>
                  <a:cubicBezTo>
                    <a:pt x="1174" y="113"/>
                    <a:pt x="1172" y="113"/>
                    <a:pt x="1171" y="113"/>
                  </a:cubicBezTo>
                  <a:cubicBezTo>
                    <a:pt x="1170" y="113"/>
                    <a:pt x="1169" y="114"/>
                    <a:pt x="1169" y="114"/>
                  </a:cubicBezTo>
                  <a:cubicBezTo>
                    <a:pt x="1167" y="114"/>
                    <a:pt x="1167" y="114"/>
                    <a:pt x="1167" y="114"/>
                  </a:cubicBezTo>
                  <a:cubicBezTo>
                    <a:pt x="1167" y="114"/>
                    <a:pt x="1165" y="114"/>
                    <a:pt x="1165" y="112"/>
                  </a:cubicBezTo>
                  <a:cubicBezTo>
                    <a:pt x="1165" y="112"/>
                    <a:pt x="1165" y="112"/>
                    <a:pt x="1165" y="112"/>
                  </a:cubicBezTo>
                  <a:cubicBezTo>
                    <a:pt x="1165" y="111"/>
                    <a:pt x="1163" y="111"/>
                    <a:pt x="1163" y="111"/>
                  </a:cubicBezTo>
                  <a:cubicBezTo>
                    <a:pt x="1163" y="111"/>
                    <a:pt x="1160" y="111"/>
                    <a:pt x="1160" y="110"/>
                  </a:cubicBezTo>
                  <a:cubicBezTo>
                    <a:pt x="1159" y="109"/>
                    <a:pt x="1156" y="110"/>
                    <a:pt x="1155" y="109"/>
                  </a:cubicBezTo>
                  <a:cubicBezTo>
                    <a:pt x="1154" y="108"/>
                    <a:pt x="1154" y="109"/>
                    <a:pt x="1153" y="109"/>
                  </a:cubicBezTo>
                  <a:cubicBezTo>
                    <a:pt x="1152" y="109"/>
                    <a:pt x="1152" y="109"/>
                    <a:pt x="1151" y="109"/>
                  </a:cubicBezTo>
                  <a:cubicBezTo>
                    <a:pt x="1150" y="109"/>
                    <a:pt x="1150" y="109"/>
                    <a:pt x="1149" y="109"/>
                  </a:cubicBezTo>
                  <a:cubicBezTo>
                    <a:pt x="1148" y="109"/>
                    <a:pt x="1148" y="109"/>
                    <a:pt x="1148" y="108"/>
                  </a:cubicBezTo>
                  <a:cubicBezTo>
                    <a:pt x="1148" y="108"/>
                    <a:pt x="1147" y="108"/>
                    <a:pt x="1147" y="108"/>
                  </a:cubicBezTo>
                  <a:cubicBezTo>
                    <a:pt x="1146" y="109"/>
                    <a:pt x="1145" y="109"/>
                    <a:pt x="1144" y="108"/>
                  </a:cubicBezTo>
                  <a:cubicBezTo>
                    <a:pt x="1144" y="107"/>
                    <a:pt x="1143" y="107"/>
                    <a:pt x="1142" y="107"/>
                  </a:cubicBezTo>
                  <a:cubicBezTo>
                    <a:pt x="1142" y="108"/>
                    <a:pt x="1141" y="108"/>
                    <a:pt x="1140" y="107"/>
                  </a:cubicBezTo>
                  <a:cubicBezTo>
                    <a:pt x="1139" y="107"/>
                    <a:pt x="1137" y="108"/>
                    <a:pt x="1137" y="108"/>
                  </a:cubicBezTo>
                  <a:cubicBezTo>
                    <a:pt x="1127" y="107"/>
                    <a:pt x="1127" y="107"/>
                    <a:pt x="1127" y="107"/>
                  </a:cubicBezTo>
                  <a:cubicBezTo>
                    <a:pt x="1127" y="107"/>
                    <a:pt x="1124" y="107"/>
                    <a:pt x="1123" y="107"/>
                  </a:cubicBezTo>
                  <a:cubicBezTo>
                    <a:pt x="1122" y="107"/>
                    <a:pt x="1119" y="106"/>
                    <a:pt x="1119" y="106"/>
                  </a:cubicBezTo>
                  <a:cubicBezTo>
                    <a:pt x="1119" y="106"/>
                    <a:pt x="1116" y="107"/>
                    <a:pt x="1115" y="107"/>
                  </a:cubicBezTo>
                  <a:cubicBezTo>
                    <a:pt x="1115" y="106"/>
                    <a:pt x="1115" y="107"/>
                    <a:pt x="1114" y="107"/>
                  </a:cubicBezTo>
                  <a:cubicBezTo>
                    <a:pt x="1113" y="107"/>
                    <a:pt x="1112" y="107"/>
                    <a:pt x="1112" y="106"/>
                  </a:cubicBezTo>
                  <a:cubicBezTo>
                    <a:pt x="1110" y="105"/>
                    <a:pt x="1111" y="105"/>
                    <a:pt x="1108" y="104"/>
                  </a:cubicBezTo>
                  <a:cubicBezTo>
                    <a:pt x="1106" y="103"/>
                    <a:pt x="1107" y="104"/>
                    <a:pt x="1105" y="104"/>
                  </a:cubicBezTo>
                  <a:cubicBezTo>
                    <a:pt x="1103" y="104"/>
                    <a:pt x="1103" y="104"/>
                    <a:pt x="1104" y="105"/>
                  </a:cubicBezTo>
                  <a:cubicBezTo>
                    <a:pt x="1105" y="106"/>
                    <a:pt x="1106" y="108"/>
                    <a:pt x="1106" y="108"/>
                  </a:cubicBezTo>
                  <a:cubicBezTo>
                    <a:pt x="1106" y="109"/>
                    <a:pt x="1106" y="110"/>
                    <a:pt x="1106" y="111"/>
                  </a:cubicBezTo>
                  <a:cubicBezTo>
                    <a:pt x="1105" y="111"/>
                    <a:pt x="1102" y="112"/>
                    <a:pt x="1101" y="111"/>
                  </a:cubicBezTo>
                  <a:cubicBezTo>
                    <a:pt x="1100" y="111"/>
                    <a:pt x="1100" y="111"/>
                    <a:pt x="1099" y="111"/>
                  </a:cubicBezTo>
                  <a:cubicBezTo>
                    <a:pt x="1098" y="111"/>
                    <a:pt x="1097" y="111"/>
                    <a:pt x="1095" y="111"/>
                  </a:cubicBezTo>
                  <a:cubicBezTo>
                    <a:pt x="1091" y="110"/>
                    <a:pt x="1092" y="111"/>
                    <a:pt x="1091" y="112"/>
                  </a:cubicBezTo>
                  <a:cubicBezTo>
                    <a:pt x="1090" y="112"/>
                    <a:pt x="1090" y="112"/>
                    <a:pt x="1089" y="113"/>
                  </a:cubicBezTo>
                  <a:cubicBezTo>
                    <a:pt x="1088" y="114"/>
                    <a:pt x="1088" y="115"/>
                    <a:pt x="1088" y="116"/>
                  </a:cubicBezTo>
                  <a:cubicBezTo>
                    <a:pt x="1088" y="117"/>
                    <a:pt x="1089" y="118"/>
                    <a:pt x="1089" y="118"/>
                  </a:cubicBezTo>
                  <a:cubicBezTo>
                    <a:pt x="1089" y="118"/>
                    <a:pt x="1090" y="117"/>
                    <a:pt x="1091" y="116"/>
                  </a:cubicBezTo>
                  <a:cubicBezTo>
                    <a:pt x="1092" y="115"/>
                    <a:pt x="1093" y="116"/>
                    <a:pt x="1095" y="116"/>
                  </a:cubicBezTo>
                  <a:cubicBezTo>
                    <a:pt x="1096" y="116"/>
                    <a:pt x="1095" y="117"/>
                    <a:pt x="1094" y="118"/>
                  </a:cubicBezTo>
                  <a:cubicBezTo>
                    <a:pt x="1094" y="119"/>
                    <a:pt x="1094" y="120"/>
                    <a:pt x="1094" y="120"/>
                  </a:cubicBezTo>
                  <a:cubicBezTo>
                    <a:pt x="1094" y="120"/>
                    <a:pt x="1092" y="123"/>
                    <a:pt x="1092" y="123"/>
                  </a:cubicBezTo>
                  <a:cubicBezTo>
                    <a:pt x="1092" y="124"/>
                    <a:pt x="1092" y="126"/>
                    <a:pt x="1092" y="126"/>
                  </a:cubicBezTo>
                  <a:cubicBezTo>
                    <a:pt x="1092" y="127"/>
                    <a:pt x="1094" y="129"/>
                    <a:pt x="1094" y="130"/>
                  </a:cubicBezTo>
                  <a:cubicBezTo>
                    <a:pt x="1095" y="130"/>
                    <a:pt x="1094" y="130"/>
                    <a:pt x="1094" y="130"/>
                  </a:cubicBezTo>
                  <a:cubicBezTo>
                    <a:pt x="1093" y="130"/>
                    <a:pt x="1093" y="130"/>
                    <a:pt x="1092" y="130"/>
                  </a:cubicBezTo>
                  <a:cubicBezTo>
                    <a:pt x="1091" y="130"/>
                    <a:pt x="1089" y="131"/>
                    <a:pt x="1089" y="130"/>
                  </a:cubicBezTo>
                  <a:cubicBezTo>
                    <a:pt x="1088" y="129"/>
                    <a:pt x="1088" y="129"/>
                    <a:pt x="1087" y="128"/>
                  </a:cubicBezTo>
                  <a:cubicBezTo>
                    <a:pt x="1086" y="126"/>
                    <a:pt x="1085" y="127"/>
                    <a:pt x="1085" y="127"/>
                  </a:cubicBezTo>
                  <a:cubicBezTo>
                    <a:pt x="1085" y="127"/>
                    <a:pt x="1078" y="129"/>
                    <a:pt x="1078" y="129"/>
                  </a:cubicBezTo>
                  <a:cubicBezTo>
                    <a:pt x="1077" y="129"/>
                    <a:pt x="1075" y="129"/>
                    <a:pt x="1074" y="128"/>
                  </a:cubicBezTo>
                  <a:cubicBezTo>
                    <a:pt x="1073" y="128"/>
                    <a:pt x="1075" y="130"/>
                    <a:pt x="1076" y="130"/>
                  </a:cubicBezTo>
                  <a:cubicBezTo>
                    <a:pt x="1077" y="131"/>
                    <a:pt x="1076" y="133"/>
                    <a:pt x="1076" y="134"/>
                  </a:cubicBezTo>
                  <a:cubicBezTo>
                    <a:pt x="1076" y="136"/>
                    <a:pt x="1074" y="136"/>
                    <a:pt x="1073" y="136"/>
                  </a:cubicBezTo>
                  <a:cubicBezTo>
                    <a:pt x="1073" y="135"/>
                    <a:pt x="1072" y="135"/>
                    <a:pt x="1071" y="135"/>
                  </a:cubicBezTo>
                  <a:cubicBezTo>
                    <a:pt x="1071" y="135"/>
                    <a:pt x="1070" y="135"/>
                    <a:pt x="1070" y="135"/>
                  </a:cubicBezTo>
                  <a:cubicBezTo>
                    <a:pt x="1069" y="135"/>
                    <a:pt x="1067" y="135"/>
                    <a:pt x="1067" y="134"/>
                  </a:cubicBezTo>
                  <a:cubicBezTo>
                    <a:pt x="1067" y="133"/>
                    <a:pt x="1064" y="133"/>
                    <a:pt x="1063" y="130"/>
                  </a:cubicBezTo>
                  <a:cubicBezTo>
                    <a:pt x="1062" y="128"/>
                    <a:pt x="1060" y="128"/>
                    <a:pt x="1060" y="128"/>
                  </a:cubicBezTo>
                  <a:cubicBezTo>
                    <a:pt x="1060" y="128"/>
                    <a:pt x="1056" y="128"/>
                    <a:pt x="1056" y="127"/>
                  </a:cubicBezTo>
                  <a:cubicBezTo>
                    <a:pt x="1055" y="127"/>
                    <a:pt x="1054" y="127"/>
                    <a:pt x="1053" y="127"/>
                  </a:cubicBezTo>
                  <a:cubicBezTo>
                    <a:pt x="1053" y="127"/>
                    <a:pt x="1052" y="128"/>
                    <a:pt x="1052" y="128"/>
                  </a:cubicBezTo>
                  <a:cubicBezTo>
                    <a:pt x="1051" y="127"/>
                    <a:pt x="1048" y="128"/>
                    <a:pt x="1046" y="128"/>
                  </a:cubicBezTo>
                  <a:cubicBezTo>
                    <a:pt x="1045" y="129"/>
                    <a:pt x="1044" y="130"/>
                    <a:pt x="1043" y="131"/>
                  </a:cubicBezTo>
                  <a:cubicBezTo>
                    <a:pt x="1042" y="132"/>
                    <a:pt x="1040" y="132"/>
                    <a:pt x="1039" y="132"/>
                  </a:cubicBezTo>
                  <a:cubicBezTo>
                    <a:pt x="1038" y="132"/>
                    <a:pt x="1031" y="132"/>
                    <a:pt x="1030" y="131"/>
                  </a:cubicBezTo>
                  <a:cubicBezTo>
                    <a:pt x="1030" y="130"/>
                    <a:pt x="1028" y="130"/>
                    <a:pt x="1027" y="130"/>
                  </a:cubicBezTo>
                  <a:cubicBezTo>
                    <a:pt x="1026" y="129"/>
                    <a:pt x="1024" y="128"/>
                    <a:pt x="1024" y="127"/>
                  </a:cubicBezTo>
                  <a:cubicBezTo>
                    <a:pt x="1023" y="125"/>
                    <a:pt x="1022" y="125"/>
                    <a:pt x="1021" y="123"/>
                  </a:cubicBezTo>
                  <a:cubicBezTo>
                    <a:pt x="1020" y="122"/>
                    <a:pt x="1020" y="122"/>
                    <a:pt x="1019" y="122"/>
                  </a:cubicBezTo>
                  <a:cubicBezTo>
                    <a:pt x="1018" y="123"/>
                    <a:pt x="1018" y="125"/>
                    <a:pt x="1018" y="125"/>
                  </a:cubicBezTo>
                  <a:cubicBezTo>
                    <a:pt x="1018" y="125"/>
                    <a:pt x="1017" y="129"/>
                    <a:pt x="1014" y="131"/>
                  </a:cubicBezTo>
                  <a:cubicBezTo>
                    <a:pt x="1014" y="131"/>
                    <a:pt x="1013" y="133"/>
                    <a:pt x="1012" y="135"/>
                  </a:cubicBezTo>
                  <a:cubicBezTo>
                    <a:pt x="1012" y="136"/>
                    <a:pt x="1012" y="136"/>
                    <a:pt x="1012" y="136"/>
                  </a:cubicBezTo>
                  <a:cubicBezTo>
                    <a:pt x="1012" y="137"/>
                    <a:pt x="1011" y="138"/>
                    <a:pt x="1010" y="139"/>
                  </a:cubicBezTo>
                  <a:cubicBezTo>
                    <a:pt x="1009" y="140"/>
                    <a:pt x="1009" y="141"/>
                    <a:pt x="1008" y="142"/>
                  </a:cubicBezTo>
                  <a:cubicBezTo>
                    <a:pt x="1007" y="142"/>
                    <a:pt x="1006" y="144"/>
                    <a:pt x="1005" y="143"/>
                  </a:cubicBezTo>
                  <a:cubicBezTo>
                    <a:pt x="1003" y="142"/>
                    <a:pt x="1003" y="143"/>
                    <a:pt x="1003" y="142"/>
                  </a:cubicBezTo>
                  <a:cubicBezTo>
                    <a:pt x="1002" y="142"/>
                    <a:pt x="1001" y="142"/>
                    <a:pt x="1000" y="142"/>
                  </a:cubicBezTo>
                  <a:cubicBezTo>
                    <a:pt x="998" y="141"/>
                    <a:pt x="997" y="141"/>
                    <a:pt x="996" y="140"/>
                  </a:cubicBezTo>
                  <a:cubicBezTo>
                    <a:pt x="995" y="139"/>
                    <a:pt x="993" y="138"/>
                    <a:pt x="992" y="137"/>
                  </a:cubicBezTo>
                  <a:cubicBezTo>
                    <a:pt x="992" y="137"/>
                    <a:pt x="990" y="135"/>
                    <a:pt x="990" y="134"/>
                  </a:cubicBezTo>
                  <a:cubicBezTo>
                    <a:pt x="990" y="133"/>
                    <a:pt x="983" y="129"/>
                    <a:pt x="982" y="127"/>
                  </a:cubicBezTo>
                  <a:cubicBezTo>
                    <a:pt x="982" y="125"/>
                    <a:pt x="981" y="125"/>
                    <a:pt x="981" y="125"/>
                  </a:cubicBezTo>
                  <a:cubicBezTo>
                    <a:pt x="981" y="125"/>
                    <a:pt x="980" y="125"/>
                    <a:pt x="980" y="125"/>
                  </a:cubicBezTo>
                  <a:cubicBezTo>
                    <a:pt x="979" y="125"/>
                    <a:pt x="978" y="123"/>
                    <a:pt x="977" y="122"/>
                  </a:cubicBezTo>
                  <a:cubicBezTo>
                    <a:pt x="976" y="120"/>
                    <a:pt x="976" y="119"/>
                    <a:pt x="977" y="117"/>
                  </a:cubicBezTo>
                  <a:cubicBezTo>
                    <a:pt x="977" y="117"/>
                    <a:pt x="979" y="119"/>
                    <a:pt x="980" y="120"/>
                  </a:cubicBezTo>
                  <a:cubicBezTo>
                    <a:pt x="981" y="120"/>
                    <a:pt x="983" y="120"/>
                    <a:pt x="984" y="120"/>
                  </a:cubicBezTo>
                  <a:cubicBezTo>
                    <a:pt x="985" y="119"/>
                    <a:pt x="985" y="118"/>
                    <a:pt x="986" y="117"/>
                  </a:cubicBezTo>
                  <a:cubicBezTo>
                    <a:pt x="987" y="115"/>
                    <a:pt x="986" y="114"/>
                    <a:pt x="986" y="113"/>
                  </a:cubicBezTo>
                  <a:cubicBezTo>
                    <a:pt x="986" y="112"/>
                    <a:pt x="984" y="112"/>
                    <a:pt x="983" y="112"/>
                  </a:cubicBezTo>
                  <a:cubicBezTo>
                    <a:pt x="982" y="111"/>
                    <a:pt x="981" y="111"/>
                    <a:pt x="980" y="110"/>
                  </a:cubicBezTo>
                  <a:cubicBezTo>
                    <a:pt x="979" y="110"/>
                    <a:pt x="980" y="109"/>
                    <a:pt x="981" y="108"/>
                  </a:cubicBezTo>
                  <a:cubicBezTo>
                    <a:pt x="982" y="108"/>
                    <a:pt x="982" y="108"/>
                    <a:pt x="983" y="107"/>
                  </a:cubicBezTo>
                  <a:cubicBezTo>
                    <a:pt x="984" y="105"/>
                    <a:pt x="982" y="105"/>
                    <a:pt x="981" y="104"/>
                  </a:cubicBezTo>
                  <a:cubicBezTo>
                    <a:pt x="979" y="102"/>
                    <a:pt x="978" y="102"/>
                    <a:pt x="978" y="101"/>
                  </a:cubicBezTo>
                  <a:cubicBezTo>
                    <a:pt x="978" y="101"/>
                    <a:pt x="978" y="101"/>
                    <a:pt x="979" y="101"/>
                  </a:cubicBezTo>
                  <a:cubicBezTo>
                    <a:pt x="980" y="101"/>
                    <a:pt x="981" y="101"/>
                    <a:pt x="981" y="101"/>
                  </a:cubicBezTo>
                  <a:cubicBezTo>
                    <a:pt x="982" y="100"/>
                    <a:pt x="981" y="99"/>
                    <a:pt x="981" y="97"/>
                  </a:cubicBezTo>
                  <a:cubicBezTo>
                    <a:pt x="980" y="95"/>
                    <a:pt x="979" y="96"/>
                    <a:pt x="977" y="95"/>
                  </a:cubicBezTo>
                  <a:cubicBezTo>
                    <a:pt x="975" y="94"/>
                    <a:pt x="974" y="94"/>
                    <a:pt x="974" y="94"/>
                  </a:cubicBezTo>
                  <a:cubicBezTo>
                    <a:pt x="974" y="94"/>
                    <a:pt x="974" y="91"/>
                    <a:pt x="974" y="90"/>
                  </a:cubicBezTo>
                  <a:cubicBezTo>
                    <a:pt x="974" y="89"/>
                    <a:pt x="972" y="89"/>
                    <a:pt x="971" y="89"/>
                  </a:cubicBezTo>
                  <a:cubicBezTo>
                    <a:pt x="970" y="89"/>
                    <a:pt x="969" y="89"/>
                    <a:pt x="967" y="89"/>
                  </a:cubicBezTo>
                  <a:cubicBezTo>
                    <a:pt x="965" y="88"/>
                    <a:pt x="964" y="89"/>
                    <a:pt x="962" y="89"/>
                  </a:cubicBezTo>
                  <a:cubicBezTo>
                    <a:pt x="961" y="89"/>
                    <a:pt x="961" y="90"/>
                    <a:pt x="960" y="91"/>
                  </a:cubicBezTo>
                  <a:cubicBezTo>
                    <a:pt x="959" y="91"/>
                    <a:pt x="958" y="92"/>
                    <a:pt x="957" y="92"/>
                  </a:cubicBezTo>
                  <a:cubicBezTo>
                    <a:pt x="955" y="92"/>
                    <a:pt x="956" y="91"/>
                    <a:pt x="956" y="90"/>
                  </a:cubicBezTo>
                  <a:cubicBezTo>
                    <a:pt x="956" y="89"/>
                    <a:pt x="954" y="89"/>
                    <a:pt x="953" y="89"/>
                  </a:cubicBezTo>
                  <a:cubicBezTo>
                    <a:pt x="952" y="89"/>
                    <a:pt x="949" y="91"/>
                    <a:pt x="948" y="91"/>
                  </a:cubicBezTo>
                  <a:cubicBezTo>
                    <a:pt x="947" y="91"/>
                    <a:pt x="943" y="89"/>
                    <a:pt x="943" y="88"/>
                  </a:cubicBezTo>
                  <a:cubicBezTo>
                    <a:pt x="943" y="88"/>
                    <a:pt x="941" y="88"/>
                    <a:pt x="941" y="87"/>
                  </a:cubicBezTo>
                  <a:cubicBezTo>
                    <a:pt x="941" y="86"/>
                    <a:pt x="939" y="86"/>
                    <a:pt x="938" y="85"/>
                  </a:cubicBezTo>
                  <a:cubicBezTo>
                    <a:pt x="937" y="84"/>
                    <a:pt x="937" y="83"/>
                    <a:pt x="935" y="82"/>
                  </a:cubicBezTo>
                  <a:cubicBezTo>
                    <a:pt x="933" y="81"/>
                    <a:pt x="935" y="82"/>
                    <a:pt x="934" y="85"/>
                  </a:cubicBezTo>
                  <a:cubicBezTo>
                    <a:pt x="933" y="89"/>
                    <a:pt x="932" y="87"/>
                    <a:pt x="930" y="87"/>
                  </a:cubicBezTo>
                  <a:cubicBezTo>
                    <a:pt x="929" y="87"/>
                    <a:pt x="928" y="87"/>
                    <a:pt x="927" y="87"/>
                  </a:cubicBezTo>
                  <a:cubicBezTo>
                    <a:pt x="926" y="87"/>
                    <a:pt x="926" y="88"/>
                    <a:pt x="924" y="89"/>
                  </a:cubicBezTo>
                  <a:cubicBezTo>
                    <a:pt x="923" y="89"/>
                    <a:pt x="923" y="91"/>
                    <a:pt x="925" y="94"/>
                  </a:cubicBezTo>
                  <a:cubicBezTo>
                    <a:pt x="925" y="94"/>
                    <a:pt x="925" y="95"/>
                    <a:pt x="925" y="96"/>
                  </a:cubicBezTo>
                  <a:cubicBezTo>
                    <a:pt x="925" y="97"/>
                    <a:pt x="925" y="97"/>
                    <a:pt x="925" y="98"/>
                  </a:cubicBezTo>
                  <a:cubicBezTo>
                    <a:pt x="925" y="99"/>
                    <a:pt x="925" y="100"/>
                    <a:pt x="925" y="100"/>
                  </a:cubicBezTo>
                  <a:cubicBezTo>
                    <a:pt x="925" y="100"/>
                    <a:pt x="925" y="103"/>
                    <a:pt x="924" y="104"/>
                  </a:cubicBezTo>
                  <a:cubicBezTo>
                    <a:pt x="924" y="104"/>
                    <a:pt x="922" y="104"/>
                    <a:pt x="921" y="103"/>
                  </a:cubicBezTo>
                  <a:cubicBezTo>
                    <a:pt x="920" y="102"/>
                    <a:pt x="918" y="102"/>
                    <a:pt x="917" y="101"/>
                  </a:cubicBezTo>
                  <a:cubicBezTo>
                    <a:pt x="917" y="100"/>
                    <a:pt x="916" y="101"/>
                    <a:pt x="915" y="101"/>
                  </a:cubicBezTo>
                  <a:cubicBezTo>
                    <a:pt x="914" y="101"/>
                    <a:pt x="913" y="101"/>
                    <a:pt x="913" y="101"/>
                  </a:cubicBezTo>
                  <a:cubicBezTo>
                    <a:pt x="912" y="100"/>
                    <a:pt x="911" y="100"/>
                    <a:pt x="910" y="100"/>
                  </a:cubicBezTo>
                  <a:cubicBezTo>
                    <a:pt x="909" y="100"/>
                    <a:pt x="907" y="101"/>
                    <a:pt x="906" y="100"/>
                  </a:cubicBezTo>
                  <a:cubicBezTo>
                    <a:pt x="905" y="100"/>
                    <a:pt x="905" y="100"/>
                    <a:pt x="905" y="100"/>
                  </a:cubicBezTo>
                  <a:cubicBezTo>
                    <a:pt x="905" y="100"/>
                    <a:pt x="905" y="100"/>
                    <a:pt x="905" y="100"/>
                  </a:cubicBezTo>
                  <a:cubicBezTo>
                    <a:pt x="904" y="100"/>
                    <a:pt x="901" y="101"/>
                    <a:pt x="900" y="101"/>
                  </a:cubicBezTo>
                  <a:cubicBezTo>
                    <a:pt x="899" y="101"/>
                    <a:pt x="898" y="101"/>
                    <a:pt x="897" y="100"/>
                  </a:cubicBezTo>
                  <a:cubicBezTo>
                    <a:pt x="896" y="99"/>
                    <a:pt x="894" y="99"/>
                    <a:pt x="894" y="99"/>
                  </a:cubicBezTo>
                  <a:cubicBezTo>
                    <a:pt x="894" y="99"/>
                    <a:pt x="892" y="98"/>
                    <a:pt x="891" y="97"/>
                  </a:cubicBezTo>
                  <a:cubicBezTo>
                    <a:pt x="890" y="96"/>
                    <a:pt x="889" y="97"/>
                    <a:pt x="889" y="98"/>
                  </a:cubicBezTo>
                  <a:cubicBezTo>
                    <a:pt x="888" y="98"/>
                    <a:pt x="887" y="99"/>
                    <a:pt x="886" y="100"/>
                  </a:cubicBezTo>
                  <a:cubicBezTo>
                    <a:pt x="885" y="100"/>
                    <a:pt x="883" y="100"/>
                    <a:pt x="882" y="99"/>
                  </a:cubicBezTo>
                  <a:cubicBezTo>
                    <a:pt x="881" y="98"/>
                    <a:pt x="880" y="98"/>
                    <a:pt x="880" y="97"/>
                  </a:cubicBezTo>
                  <a:cubicBezTo>
                    <a:pt x="879" y="96"/>
                    <a:pt x="876" y="97"/>
                    <a:pt x="875" y="95"/>
                  </a:cubicBezTo>
                  <a:cubicBezTo>
                    <a:pt x="874" y="93"/>
                    <a:pt x="874" y="94"/>
                    <a:pt x="874" y="92"/>
                  </a:cubicBezTo>
                  <a:cubicBezTo>
                    <a:pt x="874" y="91"/>
                    <a:pt x="876" y="92"/>
                    <a:pt x="876" y="91"/>
                  </a:cubicBezTo>
                  <a:cubicBezTo>
                    <a:pt x="877" y="91"/>
                    <a:pt x="876" y="90"/>
                    <a:pt x="875" y="89"/>
                  </a:cubicBezTo>
                  <a:cubicBezTo>
                    <a:pt x="874" y="89"/>
                    <a:pt x="874" y="90"/>
                    <a:pt x="871" y="90"/>
                  </a:cubicBezTo>
                  <a:cubicBezTo>
                    <a:pt x="868" y="91"/>
                    <a:pt x="863" y="88"/>
                    <a:pt x="861" y="88"/>
                  </a:cubicBezTo>
                  <a:cubicBezTo>
                    <a:pt x="860" y="88"/>
                    <a:pt x="859" y="88"/>
                    <a:pt x="859" y="88"/>
                  </a:cubicBezTo>
                  <a:cubicBezTo>
                    <a:pt x="858" y="88"/>
                    <a:pt x="858" y="88"/>
                    <a:pt x="857" y="88"/>
                  </a:cubicBezTo>
                  <a:cubicBezTo>
                    <a:pt x="857" y="88"/>
                    <a:pt x="855" y="87"/>
                    <a:pt x="854" y="86"/>
                  </a:cubicBezTo>
                  <a:cubicBezTo>
                    <a:pt x="854" y="86"/>
                    <a:pt x="853" y="86"/>
                    <a:pt x="852" y="86"/>
                  </a:cubicBezTo>
                  <a:cubicBezTo>
                    <a:pt x="851" y="86"/>
                    <a:pt x="851" y="86"/>
                    <a:pt x="850" y="86"/>
                  </a:cubicBezTo>
                  <a:cubicBezTo>
                    <a:pt x="850" y="86"/>
                    <a:pt x="849" y="86"/>
                    <a:pt x="849" y="86"/>
                  </a:cubicBezTo>
                  <a:cubicBezTo>
                    <a:pt x="848" y="86"/>
                    <a:pt x="847" y="86"/>
                    <a:pt x="847" y="86"/>
                  </a:cubicBezTo>
                  <a:cubicBezTo>
                    <a:pt x="846" y="86"/>
                    <a:pt x="844" y="86"/>
                    <a:pt x="843" y="85"/>
                  </a:cubicBezTo>
                  <a:cubicBezTo>
                    <a:pt x="842" y="85"/>
                    <a:pt x="840" y="86"/>
                    <a:pt x="839" y="87"/>
                  </a:cubicBezTo>
                  <a:cubicBezTo>
                    <a:pt x="838" y="87"/>
                    <a:pt x="835" y="88"/>
                    <a:pt x="834" y="88"/>
                  </a:cubicBezTo>
                  <a:cubicBezTo>
                    <a:pt x="833" y="88"/>
                    <a:pt x="830" y="88"/>
                    <a:pt x="829" y="88"/>
                  </a:cubicBezTo>
                  <a:cubicBezTo>
                    <a:pt x="828" y="88"/>
                    <a:pt x="824" y="90"/>
                    <a:pt x="824" y="91"/>
                  </a:cubicBezTo>
                  <a:cubicBezTo>
                    <a:pt x="823" y="92"/>
                    <a:pt x="826" y="94"/>
                    <a:pt x="826" y="94"/>
                  </a:cubicBezTo>
                  <a:cubicBezTo>
                    <a:pt x="826" y="94"/>
                    <a:pt x="822" y="95"/>
                    <a:pt x="821" y="93"/>
                  </a:cubicBezTo>
                  <a:cubicBezTo>
                    <a:pt x="820" y="92"/>
                    <a:pt x="819" y="92"/>
                    <a:pt x="819" y="91"/>
                  </a:cubicBezTo>
                  <a:cubicBezTo>
                    <a:pt x="819" y="90"/>
                    <a:pt x="820" y="89"/>
                    <a:pt x="820" y="88"/>
                  </a:cubicBezTo>
                  <a:cubicBezTo>
                    <a:pt x="820" y="87"/>
                    <a:pt x="820" y="87"/>
                    <a:pt x="819" y="86"/>
                  </a:cubicBezTo>
                  <a:cubicBezTo>
                    <a:pt x="818" y="85"/>
                    <a:pt x="817" y="83"/>
                    <a:pt x="817" y="83"/>
                  </a:cubicBezTo>
                  <a:cubicBezTo>
                    <a:pt x="817" y="83"/>
                    <a:pt x="814" y="86"/>
                    <a:pt x="813" y="86"/>
                  </a:cubicBezTo>
                  <a:cubicBezTo>
                    <a:pt x="812" y="86"/>
                    <a:pt x="810" y="87"/>
                    <a:pt x="809" y="87"/>
                  </a:cubicBezTo>
                  <a:cubicBezTo>
                    <a:pt x="809" y="86"/>
                    <a:pt x="806" y="86"/>
                    <a:pt x="805" y="85"/>
                  </a:cubicBezTo>
                  <a:cubicBezTo>
                    <a:pt x="804" y="84"/>
                    <a:pt x="803" y="85"/>
                    <a:pt x="802" y="84"/>
                  </a:cubicBezTo>
                  <a:cubicBezTo>
                    <a:pt x="801" y="83"/>
                    <a:pt x="802" y="83"/>
                    <a:pt x="800" y="82"/>
                  </a:cubicBezTo>
                  <a:cubicBezTo>
                    <a:pt x="799" y="82"/>
                    <a:pt x="799" y="82"/>
                    <a:pt x="798" y="82"/>
                  </a:cubicBezTo>
                  <a:cubicBezTo>
                    <a:pt x="798" y="82"/>
                    <a:pt x="797" y="83"/>
                    <a:pt x="796" y="82"/>
                  </a:cubicBezTo>
                  <a:cubicBezTo>
                    <a:pt x="795" y="82"/>
                    <a:pt x="794" y="82"/>
                    <a:pt x="792" y="81"/>
                  </a:cubicBezTo>
                  <a:cubicBezTo>
                    <a:pt x="790" y="80"/>
                    <a:pt x="789" y="81"/>
                    <a:pt x="788" y="81"/>
                  </a:cubicBezTo>
                  <a:cubicBezTo>
                    <a:pt x="787" y="81"/>
                    <a:pt x="786" y="82"/>
                    <a:pt x="785" y="82"/>
                  </a:cubicBezTo>
                  <a:cubicBezTo>
                    <a:pt x="784" y="82"/>
                    <a:pt x="783" y="85"/>
                    <a:pt x="782" y="85"/>
                  </a:cubicBezTo>
                  <a:cubicBezTo>
                    <a:pt x="781" y="86"/>
                    <a:pt x="783" y="86"/>
                    <a:pt x="783" y="87"/>
                  </a:cubicBezTo>
                  <a:cubicBezTo>
                    <a:pt x="784" y="87"/>
                    <a:pt x="788" y="87"/>
                    <a:pt x="789" y="87"/>
                  </a:cubicBezTo>
                  <a:cubicBezTo>
                    <a:pt x="790" y="87"/>
                    <a:pt x="788" y="89"/>
                    <a:pt x="788" y="89"/>
                  </a:cubicBezTo>
                  <a:cubicBezTo>
                    <a:pt x="787" y="90"/>
                    <a:pt x="780" y="91"/>
                    <a:pt x="780" y="91"/>
                  </a:cubicBezTo>
                  <a:cubicBezTo>
                    <a:pt x="780" y="91"/>
                    <a:pt x="777" y="92"/>
                    <a:pt x="776" y="92"/>
                  </a:cubicBezTo>
                  <a:cubicBezTo>
                    <a:pt x="776" y="92"/>
                    <a:pt x="773" y="94"/>
                    <a:pt x="770" y="94"/>
                  </a:cubicBezTo>
                  <a:cubicBezTo>
                    <a:pt x="766" y="95"/>
                    <a:pt x="766" y="95"/>
                    <a:pt x="766" y="95"/>
                  </a:cubicBezTo>
                  <a:cubicBezTo>
                    <a:pt x="766" y="95"/>
                    <a:pt x="764" y="96"/>
                    <a:pt x="763" y="96"/>
                  </a:cubicBezTo>
                  <a:cubicBezTo>
                    <a:pt x="763" y="96"/>
                    <a:pt x="760" y="96"/>
                    <a:pt x="758" y="96"/>
                  </a:cubicBezTo>
                  <a:cubicBezTo>
                    <a:pt x="757" y="96"/>
                    <a:pt x="757" y="97"/>
                    <a:pt x="757" y="97"/>
                  </a:cubicBezTo>
                  <a:cubicBezTo>
                    <a:pt x="757" y="97"/>
                    <a:pt x="753" y="97"/>
                    <a:pt x="752" y="97"/>
                  </a:cubicBezTo>
                  <a:cubicBezTo>
                    <a:pt x="751" y="97"/>
                    <a:pt x="750" y="98"/>
                    <a:pt x="747" y="99"/>
                  </a:cubicBezTo>
                  <a:cubicBezTo>
                    <a:pt x="746" y="99"/>
                    <a:pt x="745" y="100"/>
                    <a:pt x="744" y="101"/>
                  </a:cubicBezTo>
                  <a:cubicBezTo>
                    <a:pt x="743" y="103"/>
                    <a:pt x="741" y="103"/>
                    <a:pt x="740" y="104"/>
                  </a:cubicBezTo>
                  <a:cubicBezTo>
                    <a:pt x="739" y="104"/>
                    <a:pt x="738" y="105"/>
                    <a:pt x="737" y="105"/>
                  </a:cubicBezTo>
                  <a:cubicBezTo>
                    <a:pt x="736" y="105"/>
                    <a:pt x="736" y="104"/>
                    <a:pt x="737" y="103"/>
                  </a:cubicBezTo>
                  <a:cubicBezTo>
                    <a:pt x="738" y="102"/>
                    <a:pt x="739" y="102"/>
                    <a:pt x="740" y="101"/>
                  </a:cubicBezTo>
                  <a:cubicBezTo>
                    <a:pt x="741" y="100"/>
                    <a:pt x="742" y="99"/>
                    <a:pt x="742" y="98"/>
                  </a:cubicBezTo>
                  <a:cubicBezTo>
                    <a:pt x="743" y="97"/>
                    <a:pt x="744" y="96"/>
                    <a:pt x="744" y="95"/>
                  </a:cubicBezTo>
                  <a:cubicBezTo>
                    <a:pt x="745" y="94"/>
                    <a:pt x="748" y="94"/>
                    <a:pt x="749" y="94"/>
                  </a:cubicBezTo>
                  <a:cubicBezTo>
                    <a:pt x="750" y="94"/>
                    <a:pt x="751" y="94"/>
                    <a:pt x="752" y="93"/>
                  </a:cubicBezTo>
                  <a:cubicBezTo>
                    <a:pt x="752" y="92"/>
                    <a:pt x="754" y="92"/>
                    <a:pt x="754" y="91"/>
                  </a:cubicBezTo>
                  <a:cubicBezTo>
                    <a:pt x="755" y="90"/>
                    <a:pt x="756" y="89"/>
                    <a:pt x="756" y="89"/>
                  </a:cubicBezTo>
                  <a:cubicBezTo>
                    <a:pt x="757" y="88"/>
                    <a:pt x="758" y="88"/>
                    <a:pt x="760" y="88"/>
                  </a:cubicBezTo>
                  <a:cubicBezTo>
                    <a:pt x="762" y="87"/>
                    <a:pt x="763" y="88"/>
                    <a:pt x="764" y="87"/>
                  </a:cubicBezTo>
                  <a:cubicBezTo>
                    <a:pt x="765" y="86"/>
                    <a:pt x="766" y="87"/>
                    <a:pt x="767" y="86"/>
                  </a:cubicBezTo>
                  <a:cubicBezTo>
                    <a:pt x="768" y="85"/>
                    <a:pt x="769" y="85"/>
                    <a:pt x="770" y="83"/>
                  </a:cubicBezTo>
                  <a:cubicBezTo>
                    <a:pt x="772" y="81"/>
                    <a:pt x="772" y="81"/>
                    <a:pt x="773" y="80"/>
                  </a:cubicBezTo>
                  <a:cubicBezTo>
                    <a:pt x="773" y="80"/>
                    <a:pt x="774" y="80"/>
                    <a:pt x="775" y="80"/>
                  </a:cubicBezTo>
                  <a:cubicBezTo>
                    <a:pt x="775" y="80"/>
                    <a:pt x="775" y="80"/>
                    <a:pt x="776" y="80"/>
                  </a:cubicBezTo>
                  <a:cubicBezTo>
                    <a:pt x="778" y="80"/>
                    <a:pt x="777" y="80"/>
                    <a:pt x="779" y="79"/>
                  </a:cubicBezTo>
                  <a:cubicBezTo>
                    <a:pt x="781" y="77"/>
                    <a:pt x="781" y="78"/>
                    <a:pt x="782" y="77"/>
                  </a:cubicBezTo>
                  <a:cubicBezTo>
                    <a:pt x="784" y="77"/>
                    <a:pt x="784" y="77"/>
                    <a:pt x="783" y="76"/>
                  </a:cubicBezTo>
                  <a:cubicBezTo>
                    <a:pt x="782" y="75"/>
                    <a:pt x="783" y="75"/>
                    <a:pt x="784" y="74"/>
                  </a:cubicBezTo>
                  <a:cubicBezTo>
                    <a:pt x="785" y="72"/>
                    <a:pt x="786" y="73"/>
                    <a:pt x="787" y="72"/>
                  </a:cubicBezTo>
                  <a:cubicBezTo>
                    <a:pt x="788" y="72"/>
                    <a:pt x="790" y="72"/>
                    <a:pt x="792" y="70"/>
                  </a:cubicBezTo>
                  <a:cubicBezTo>
                    <a:pt x="793" y="69"/>
                    <a:pt x="794" y="69"/>
                    <a:pt x="795" y="68"/>
                  </a:cubicBezTo>
                  <a:cubicBezTo>
                    <a:pt x="797" y="67"/>
                    <a:pt x="798" y="68"/>
                    <a:pt x="799" y="67"/>
                  </a:cubicBezTo>
                  <a:cubicBezTo>
                    <a:pt x="800" y="66"/>
                    <a:pt x="803" y="65"/>
                    <a:pt x="803" y="65"/>
                  </a:cubicBezTo>
                  <a:cubicBezTo>
                    <a:pt x="804" y="64"/>
                    <a:pt x="806" y="64"/>
                    <a:pt x="808" y="63"/>
                  </a:cubicBezTo>
                  <a:cubicBezTo>
                    <a:pt x="809" y="63"/>
                    <a:pt x="808" y="63"/>
                    <a:pt x="810" y="62"/>
                  </a:cubicBezTo>
                  <a:cubicBezTo>
                    <a:pt x="811" y="61"/>
                    <a:pt x="812" y="61"/>
                    <a:pt x="813" y="61"/>
                  </a:cubicBezTo>
                  <a:cubicBezTo>
                    <a:pt x="813" y="61"/>
                    <a:pt x="813" y="61"/>
                    <a:pt x="813" y="61"/>
                  </a:cubicBezTo>
                  <a:cubicBezTo>
                    <a:pt x="814" y="60"/>
                    <a:pt x="816" y="59"/>
                    <a:pt x="817" y="59"/>
                  </a:cubicBezTo>
                  <a:cubicBezTo>
                    <a:pt x="819" y="58"/>
                    <a:pt x="821" y="54"/>
                    <a:pt x="821" y="54"/>
                  </a:cubicBezTo>
                  <a:cubicBezTo>
                    <a:pt x="821" y="54"/>
                    <a:pt x="823" y="52"/>
                    <a:pt x="823" y="51"/>
                  </a:cubicBezTo>
                  <a:cubicBezTo>
                    <a:pt x="823" y="49"/>
                    <a:pt x="823" y="49"/>
                    <a:pt x="822" y="48"/>
                  </a:cubicBezTo>
                  <a:cubicBezTo>
                    <a:pt x="821" y="47"/>
                    <a:pt x="819" y="47"/>
                    <a:pt x="818" y="46"/>
                  </a:cubicBezTo>
                  <a:cubicBezTo>
                    <a:pt x="817" y="45"/>
                    <a:pt x="814" y="45"/>
                    <a:pt x="814" y="44"/>
                  </a:cubicBezTo>
                  <a:cubicBezTo>
                    <a:pt x="813" y="43"/>
                    <a:pt x="815" y="43"/>
                    <a:pt x="816" y="43"/>
                  </a:cubicBezTo>
                  <a:cubicBezTo>
                    <a:pt x="817" y="43"/>
                    <a:pt x="819" y="45"/>
                    <a:pt x="819" y="45"/>
                  </a:cubicBezTo>
                  <a:cubicBezTo>
                    <a:pt x="819" y="45"/>
                    <a:pt x="822" y="46"/>
                    <a:pt x="823" y="45"/>
                  </a:cubicBezTo>
                  <a:cubicBezTo>
                    <a:pt x="824" y="45"/>
                    <a:pt x="824" y="45"/>
                    <a:pt x="824" y="41"/>
                  </a:cubicBezTo>
                  <a:cubicBezTo>
                    <a:pt x="823" y="40"/>
                    <a:pt x="822" y="41"/>
                    <a:pt x="821" y="39"/>
                  </a:cubicBezTo>
                  <a:cubicBezTo>
                    <a:pt x="821" y="38"/>
                    <a:pt x="821" y="38"/>
                    <a:pt x="821" y="37"/>
                  </a:cubicBezTo>
                  <a:cubicBezTo>
                    <a:pt x="821" y="36"/>
                    <a:pt x="820" y="35"/>
                    <a:pt x="819" y="34"/>
                  </a:cubicBezTo>
                  <a:cubicBezTo>
                    <a:pt x="819" y="33"/>
                    <a:pt x="818" y="35"/>
                    <a:pt x="818" y="35"/>
                  </a:cubicBezTo>
                  <a:cubicBezTo>
                    <a:pt x="818" y="35"/>
                    <a:pt x="816" y="37"/>
                    <a:pt x="815" y="37"/>
                  </a:cubicBezTo>
                  <a:cubicBezTo>
                    <a:pt x="813" y="37"/>
                    <a:pt x="815" y="37"/>
                    <a:pt x="814" y="36"/>
                  </a:cubicBezTo>
                  <a:cubicBezTo>
                    <a:pt x="813" y="34"/>
                    <a:pt x="812" y="34"/>
                    <a:pt x="812" y="32"/>
                  </a:cubicBezTo>
                  <a:cubicBezTo>
                    <a:pt x="811" y="31"/>
                    <a:pt x="813" y="30"/>
                    <a:pt x="813" y="28"/>
                  </a:cubicBezTo>
                  <a:cubicBezTo>
                    <a:pt x="813" y="27"/>
                    <a:pt x="811" y="28"/>
                    <a:pt x="809" y="27"/>
                  </a:cubicBezTo>
                  <a:cubicBezTo>
                    <a:pt x="809" y="27"/>
                    <a:pt x="805" y="26"/>
                    <a:pt x="805" y="26"/>
                  </a:cubicBezTo>
                  <a:cubicBezTo>
                    <a:pt x="804" y="25"/>
                    <a:pt x="803" y="25"/>
                    <a:pt x="803" y="24"/>
                  </a:cubicBezTo>
                  <a:cubicBezTo>
                    <a:pt x="802" y="22"/>
                    <a:pt x="800" y="23"/>
                    <a:pt x="799" y="23"/>
                  </a:cubicBezTo>
                  <a:cubicBezTo>
                    <a:pt x="799" y="22"/>
                    <a:pt x="797" y="23"/>
                    <a:pt x="796" y="22"/>
                  </a:cubicBezTo>
                  <a:cubicBezTo>
                    <a:pt x="795" y="22"/>
                    <a:pt x="794" y="22"/>
                    <a:pt x="793" y="22"/>
                  </a:cubicBezTo>
                  <a:cubicBezTo>
                    <a:pt x="793" y="22"/>
                    <a:pt x="792" y="22"/>
                    <a:pt x="791" y="22"/>
                  </a:cubicBezTo>
                  <a:cubicBezTo>
                    <a:pt x="790" y="21"/>
                    <a:pt x="788" y="22"/>
                    <a:pt x="787" y="23"/>
                  </a:cubicBezTo>
                  <a:cubicBezTo>
                    <a:pt x="787" y="23"/>
                    <a:pt x="783" y="24"/>
                    <a:pt x="783" y="24"/>
                  </a:cubicBezTo>
                  <a:cubicBezTo>
                    <a:pt x="783" y="24"/>
                    <a:pt x="775" y="22"/>
                    <a:pt x="772" y="22"/>
                  </a:cubicBezTo>
                  <a:cubicBezTo>
                    <a:pt x="771" y="22"/>
                    <a:pt x="770" y="22"/>
                    <a:pt x="769" y="22"/>
                  </a:cubicBezTo>
                  <a:cubicBezTo>
                    <a:pt x="767" y="23"/>
                    <a:pt x="766" y="23"/>
                    <a:pt x="764" y="23"/>
                  </a:cubicBezTo>
                  <a:cubicBezTo>
                    <a:pt x="758" y="23"/>
                    <a:pt x="764" y="24"/>
                    <a:pt x="762" y="25"/>
                  </a:cubicBezTo>
                  <a:cubicBezTo>
                    <a:pt x="761" y="26"/>
                    <a:pt x="761" y="27"/>
                    <a:pt x="757" y="26"/>
                  </a:cubicBezTo>
                  <a:cubicBezTo>
                    <a:pt x="754" y="26"/>
                    <a:pt x="756" y="27"/>
                    <a:pt x="755" y="27"/>
                  </a:cubicBezTo>
                  <a:cubicBezTo>
                    <a:pt x="754" y="27"/>
                    <a:pt x="753" y="28"/>
                    <a:pt x="751" y="28"/>
                  </a:cubicBezTo>
                  <a:cubicBezTo>
                    <a:pt x="750" y="27"/>
                    <a:pt x="750" y="27"/>
                    <a:pt x="750" y="26"/>
                  </a:cubicBezTo>
                  <a:cubicBezTo>
                    <a:pt x="750" y="24"/>
                    <a:pt x="753" y="24"/>
                    <a:pt x="754" y="24"/>
                  </a:cubicBezTo>
                  <a:cubicBezTo>
                    <a:pt x="755" y="23"/>
                    <a:pt x="757" y="21"/>
                    <a:pt x="757" y="19"/>
                  </a:cubicBezTo>
                  <a:cubicBezTo>
                    <a:pt x="758" y="18"/>
                    <a:pt x="757" y="18"/>
                    <a:pt x="757" y="17"/>
                  </a:cubicBezTo>
                  <a:cubicBezTo>
                    <a:pt x="757" y="16"/>
                    <a:pt x="757" y="16"/>
                    <a:pt x="756" y="16"/>
                  </a:cubicBezTo>
                  <a:cubicBezTo>
                    <a:pt x="756" y="16"/>
                    <a:pt x="755" y="16"/>
                    <a:pt x="754" y="16"/>
                  </a:cubicBezTo>
                  <a:cubicBezTo>
                    <a:pt x="753" y="16"/>
                    <a:pt x="753" y="16"/>
                    <a:pt x="752" y="16"/>
                  </a:cubicBezTo>
                  <a:cubicBezTo>
                    <a:pt x="752" y="16"/>
                    <a:pt x="751" y="16"/>
                    <a:pt x="751" y="16"/>
                  </a:cubicBezTo>
                  <a:cubicBezTo>
                    <a:pt x="750" y="16"/>
                    <a:pt x="749" y="16"/>
                    <a:pt x="747" y="16"/>
                  </a:cubicBezTo>
                  <a:cubicBezTo>
                    <a:pt x="746" y="16"/>
                    <a:pt x="744" y="16"/>
                    <a:pt x="743" y="16"/>
                  </a:cubicBezTo>
                  <a:cubicBezTo>
                    <a:pt x="742" y="16"/>
                    <a:pt x="742" y="16"/>
                    <a:pt x="742" y="15"/>
                  </a:cubicBezTo>
                  <a:cubicBezTo>
                    <a:pt x="742" y="14"/>
                    <a:pt x="741" y="14"/>
                    <a:pt x="740" y="14"/>
                  </a:cubicBezTo>
                  <a:cubicBezTo>
                    <a:pt x="740" y="15"/>
                    <a:pt x="739" y="15"/>
                    <a:pt x="739" y="15"/>
                  </a:cubicBezTo>
                  <a:cubicBezTo>
                    <a:pt x="737" y="14"/>
                    <a:pt x="737" y="15"/>
                    <a:pt x="735" y="15"/>
                  </a:cubicBezTo>
                  <a:cubicBezTo>
                    <a:pt x="734" y="15"/>
                    <a:pt x="733" y="16"/>
                    <a:pt x="731" y="15"/>
                  </a:cubicBezTo>
                  <a:cubicBezTo>
                    <a:pt x="729" y="15"/>
                    <a:pt x="731" y="15"/>
                    <a:pt x="733" y="13"/>
                  </a:cubicBezTo>
                  <a:cubicBezTo>
                    <a:pt x="734" y="12"/>
                    <a:pt x="735" y="12"/>
                    <a:pt x="736" y="12"/>
                  </a:cubicBezTo>
                  <a:cubicBezTo>
                    <a:pt x="736" y="12"/>
                    <a:pt x="736" y="12"/>
                    <a:pt x="737" y="12"/>
                  </a:cubicBezTo>
                  <a:cubicBezTo>
                    <a:pt x="739" y="11"/>
                    <a:pt x="738" y="11"/>
                    <a:pt x="741" y="9"/>
                  </a:cubicBezTo>
                  <a:cubicBezTo>
                    <a:pt x="744" y="7"/>
                    <a:pt x="742" y="9"/>
                    <a:pt x="742" y="7"/>
                  </a:cubicBezTo>
                  <a:cubicBezTo>
                    <a:pt x="741" y="5"/>
                    <a:pt x="741" y="6"/>
                    <a:pt x="740" y="5"/>
                  </a:cubicBezTo>
                  <a:cubicBezTo>
                    <a:pt x="739" y="4"/>
                    <a:pt x="738" y="5"/>
                    <a:pt x="738" y="5"/>
                  </a:cubicBezTo>
                  <a:cubicBezTo>
                    <a:pt x="738" y="5"/>
                    <a:pt x="734" y="5"/>
                    <a:pt x="734" y="3"/>
                  </a:cubicBezTo>
                  <a:cubicBezTo>
                    <a:pt x="733" y="2"/>
                    <a:pt x="732" y="2"/>
                    <a:pt x="731" y="2"/>
                  </a:cubicBezTo>
                  <a:cubicBezTo>
                    <a:pt x="729" y="1"/>
                    <a:pt x="728" y="2"/>
                    <a:pt x="727" y="1"/>
                  </a:cubicBezTo>
                  <a:cubicBezTo>
                    <a:pt x="726" y="1"/>
                    <a:pt x="724" y="1"/>
                    <a:pt x="723" y="0"/>
                  </a:cubicBezTo>
                  <a:cubicBezTo>
                    <a:pt x="722" y="0"/>
                    <a:pt x="720" y="1"/>
                    <a:pt x="719" y="1"/>
                  </a:cubicBezTo>
                  <a:cubicBezTo>
                    <a:pt x="718" y="1"/>
                    <a:pt x="717" y="2"/>
                    <a:pt x="716" y="2"/>
                  </a:cubicBezTo>
                  <a:cubicBezTo>
                    <a:pt x="715" y="1"/>
                    <a:pt x="714" y="2"/>
                    <a:pt x="714" y="2"/>
                  </a:cubicBezTo>
                  <a:cubicBezTo>
                    <a:pt x="713" y="2"/>
                    <a:pt x="713" y="2"/>
                    <a:pt x="713" y="2"/>
                  </a:cubicBezTo>
                  <a:cubicBezTo>
                    <a:pt x="712" y="2"/>
                    <a:pt x="710" y="4"/>
                    <a:pt x="709" y="5"/>
                  </a:cubicBezTo>
                  <a:cubicBezTo>
                    <a:pt x="708" y="5"/>
                    <a:pt x="706" y="7"/>
                    <a:pt x="706" y="7"/>
                  </a:cubicBezTo>
                  <a:cubicBezTo>
                    <a:pt x="706" y="7"/>
                    <a:pt x="700" y="10"/>
                    <a:pt x="699" y="10"/>
                  </a:cubicBezTo>
                  <a:cubicBezTo>
                    <a:pt x="698" y="10"/>
                    <a:pt x="697" y="12"/>
                    <a:pt x="694" y="17"/>
                  </a:cubicBezTo>
                  <a:cubicBezTo>
                    <a:pt x="691" y="20"/>
                    <a:pt x="692" y="20"/>
                    <a:pt x="692" y="20"/>
                  </a:cubicBezTo>
                  <a:cubicBezTo>
                    <a:pt x="692" y="20"/>
                    <a:pt x="692" y="20"/>
                    <a:pt x="692" y="20"/>
                  </a:cubicBezTo>
                  <a:cubicBezTo>
                    <a:pt x="690" y="22"/>
                    <a:pt x="692" y="22"/>
                    <a:pt x="693" y="22"/>
                  </a:cubicBezTo>
                  <a:cubicBezTo>
                    <a:pt x="693" y="23"/>
                    <a:pt x="693" y="24"/>
                    <a:pt x="693" y="25"/>
                  </a:cubicBezTo>
                  <a:cubicBezTo>
                    <a:pt x="693" y="25"/>
                    <a:pt x="693" y="26"/>
                    <a:pt x="694" y="26"/>
                  </a:cubicBezTo>
                  <a:cubicBezTo>
                    <a:pt x="694" y="26"/>
                    <a:pt x="693" y="26"/>
                    <a:pt x="693" y="26"/>
                  </a:cubicBezTo>
                  <a:cubicBezTo>
                    <a:pt x="693" y="26"/>
                    <a:pt x="692" y="27"/>
                    <a:pt x="692" y="26"/>
                  </a:cubicBezTo>
                  <a:cubicBezTo>
                    <a:pt x="691" y="26"/>
                    <a:pt x="690" y="27"/>
                    <a:pt x="688" y="27"/>
                  </a:cubicBezTo>
                  <a:cubicBezTo>
                    <a:pt x="685" y="27"/>
                    <a:pt x="686" y="27"/>
                    <a:pt x="685" y="27"/>
                  </a:cubicBezTo>
                  <a:cubicBezTo>
                    <a:pt x="684" y="26"/>
                    <a:pt x="682" y="26"/>
                    <a:pt x="681" y="26"/>
                  </a:cubicBezTo>
                  <a:cubicBezTo>
                    <a:pt x="680" y="26"/>
                    <a:pt x="679" y="26"/>
                    <a:pt x="679" y="27"/>
                  </a:cubicBezTo>
                  <a:cubicBezTo>
                    <a:pt x="678" y="27"/>
                    <a:pt x="677" y="27"/>
                    <a:pt x="677" y="27"/>
                  </a:cubicBezTo>
                  <a:cubicBezTo>
                    <a:pt x="676" y="27"/>
                    <a:pt x="673" y="28"/>
                    <a:pt x="672" y="29"/>
                  </a:cubicBezTo>
                  <a:cubicBezTo>
                    <a:pt x="671" y="29"/>
                    <a:pt x="673" y="29"/>
                    <a:pt x="673" y="30"/>
                  </a:cubicBezTo>
                  <a:cubicBezTo>
                    <a:pt x="673" y="31"/>
                    <a:pt x="674" y="32"/>
                    <a:pt x="674" y="32"/>
                  </a:cubicBezTo>
                  <a:cubicBezTo>
                    <a:pt x="674" y="32"/>
                    <a:pt x="677" y="34"/>
                    <a:pt x="678" y="34"/>
                  </a:cubicBezTo>
                  <a:cubicBezTo>
                    <a:pt x="678" y="34"/>
                    <a:pt x="680" y="36"/>
                    <a:pt x="680" y="37"/>
                  </a:cubicBezTo>
                  <a:cubicBezTo>
                    <a:pt x="680" y="38"/>
                    <a:pt x="679" y="38"/>
                    <a:pt x="678" y="37"/>
                  </a:cubicBezTo>
                  <a:cubicBezTo>
                    <a:pt x="676" y="36"/>
                    <a:pt x="678" y="37"/>
                    <a:pt x="676" y="37"/>
                  </a:cubicBezTo>
                  <a:cubicBezTo>
                    <a:pt x="674" y="37"/>
                    <a:pt x="675" y="37"/>
                    <a:pt x="672" y="35"/>
                  </a:cubicBezTo>
                  <a:cubicBezTo>
                    <a:pt x="671" y="34"/>
                    <a:pt x="671" y="34"/>
                    <a:pt x="671" y="34"/>
                  </a:cubicBezTo>
                  <a:cubicBezTo>
                    <a:pt x="670" y="35"/>
                    <a:pt x="670" y="35"/>
                    <a:pt x="670" y="34"/>
                  </a:cubicBezTo>
                  <a:cubicBezTo>
                    <a:pt x="669" y="34"/>
                    <a:pt x="667" y="34"/>
                    <a:pt x="666" y="34"/>
                  </a:cubicBezTo>
                  <a:cubicBezTo>
                    <a:pt x="666" y="33"/>
                    <a:pt x="663" y="35"/>
                    <a:pt x="663" y="35"/>
                  </a:cubicBezTo>
                  <a:cubicBezTo>
                    <a:pt x="662" y="35"/>
                    <a:pt x="660" y="36"/>
                    <a:pt x="660" y="37"/>
                  </a:cubicBezTo>
                  <a:cubicBezTo>
                    <a:pt x="659" y="37"/>
                    <a:pt x="657" y="38"/>
                    <a:pt x="656" y="39"/>
                  </a:cubicBezTo>
                  <a:cubicBezTo>
                    <a:pt x="655" y="39"/>
                    <a:pt x="653" y="40"/>
                    <a:pt x="651" y="41"/>
                  </a:cubicBezTo>
                  <a:cubicBezTo>
                    <a:pt x="650" y="42"/>
                    <a:pt x="649" y="42"/>
                    <a:pt x="649" y="41"/>
                  </a:cubicBezTo>
                  <a:cubicBezTo>
                    <a:pt x="648" y="40"/>
                    <a:pt x="646" y="40"/>
                    <a:pt x="645" y="40"/>
                  </a:cubicBezTo>
                  <a:cubicBezTo>
                    <a:pt x="644" y="40"/>
                    <a:pt x="637" y="44"/>
                    <a:pt x="637" y="44"/>
                  </a:cubicBezTo>
                  <a:cubicBezTo>
                    <a:pt x="637" y="44"/>
                    <a:pt x="639" y="41"/>
                    <a:pt x="640" y="41"/>
                  </a:cubicBezTo>
                  <a:cubicBezTo>
                    <a:pt x="640" y="41"/>
                    <a:pt x="641" y="37"/>
                    <a:pt x="640" y="36"/>
                  </a:cubicBezTo>
                  <a:cubicBezTo>
                    <a:pt x="640" y="36"/>
                    <a:pt x="633" y="35"/>
                    <a:pt x="633" y="35"/>
                  </a:cubicBezTo>
                  <a:cubicBezTo>
                    <a:pt x="632" y="34"/>
                    <a:pt x="629" y="35"/>
                    <a:pt x="628" y="35"/>
                  </a:cubicBezTo>
                  <a:cubicBezTo>
                    <a:pt x="627" y="35"/>
                    <a:pt x="625" y="37"/>
                    <a:pt x="624" y="38"/>
                  </a:cubicBezTo>
                  <a:cubicBezTo>
                    <a:pt x="623" y="39"/>
                    <a:pt x="621" y="40"/>
                    <a:pt x="620" y="39"/>
                  </a:cubicBezTo>
                  <a:cubicBezTo>
                    <a:pt x="620" y="38"/>
                    <a:pt x="611" y="36"/>
                    <a:pt x="610" y="36"/>
                  </a:cubicBezTo>
                  <a:cubicBezTo>
                    <a:pt x="610" y="36"/>
                    <a:pt x="610" y="37"/>
                    <a:pt x="610" y="37"/>
                  </a:cubicBezTo>
                  <a:cubicBezTo>
                    <a:pt x="610" y="37"/>
                    <a:pt x="610" y="41"/>
                    <a:pt x="608" y="41"/>
                  </a:cubicBezTo>
                  <a:cubicBezTo>
                    <a:pt x="608" y="41"/>
                    <a:pt x="606" y="42"/>
                    <a:pt x="606" y="43"/>
                  </a:cubicBezTo>
                  <a:cubicBezTo>
                    <a:pt x="605" y="43"/>
                    <a:pt x="604" y="44"/>
                    <a:pt x="604" y="44"/>
                  </a:cubicBezTo>
                  <a:cubicBezTo>
                    <a:pt x="600" y="44"/>
                    <a:pt x="600" y="44"/>
                    <a:pt x="600" y="44"/>
                  </a:cubicBezTo>
                  <a:cubicBezTo>
                    <a:pt x="600" y="44"/>
                    <a:pt x="597" y="45"/>
                    <a:pt x="597" y="45"/>
                  </a:cubicBezTo>
                  <a:cubicBezTo>
                    <a:pt x="596" y="45"/>
                    <a:pt x="595" y="46"/>
                    <a:pt x="595" y="46"/>
                  </a:cubicBezTo>
                  <a:cubicBezTo>
                    <a:pt x="595" y="46"/>
                    <a:pt x="591" y="46"/>
                    <a:pt x="590" y="45"/>
                  </a:cubicBezTo>
                  <a:cubicBezTo>
                    <a:pt x="586" y="46"/>
                    <a:pt x="586" y="46"/>
                    <a:pt x="586" y="46"/>
                  </a:cubicBezTo>
                  <a:cubicBezTo>
                    <a:pt x="582" y="46"/>
                    <a:pt x="582" y="46"/>
                    <a:pt x="582" y="46"/>
                  </a:cubicBezTo>
                  <a:cubicBezTo>
                    <a:pt x="580" y="48"/>
                    <a:pt x="580" y="48"/>
                    <a:pt x="580" y="48"/>
                  </a:cubicBezTo>
                  <a:cubicBezTo>
                    <a:pt x="577" y="49"/>
                    <a:pt x="577" y="49"/>
                    <a:pt x="577" y="49"/>
                  </a:cubicBezTo>
                  <a:cubicBezTo>
                    <a:pt x="572" y="49"/>
                    <a:pt x="572" y="49"/>
                    <a:pt x="572" y="49"/>
                  </a:cubicBezTo>
                  <a:cubicBezTo>
                    <a:pt x="565" y="53"/>
                    <a:pt x="565" y="53"/>
                    <a:pt x="565" y="53"/>
                  </a:cubicBezTo>
                  <a:cubicBezTo>
                    <a:pt x="565" y="53"/>
                    <a:pt x="564" y="54"/>
                    <a:pt x="564" y="54"/>
                  </a:cubicBezTo>
                  <a:cubicBezTo>
                    <a:pt x="563" y="53"/>
                    <a:pt x="563" y="54"/>
                    <a:pt x="561" y="55"/>
                  </a:cubicBezTo>
                  <a:cubicBezTo>
                    <a:pt x="560" y="56"/>
                    <a:pt x="561" y="56"/>
                    <a:pt x="559" y="57"/>
                  </a:cubicBezTo>
                  <a:cubicBezTo>
                    <a:pt x="558" y="57"/>
                    <a:pt x="558" y="58"/>
                    <a:pt x="557" y="57"/>
                  </a:cubicBezTo>
                  <a:cubicBezTo>
                    <a:pt x="556" y="56"/>
                    <a:pt x="556" y="59"/>
                    <a:pt x="556" y="59"/>
                  </a:cubicBezTo>
                  <a:cubicBezTo>
                    <a:pt x="556" y="59"/>
                    <a:pt x="554" y="60"/>
                    <a:pt x="553" y="61"/>
                  </a:cubicBezTo>
                  <a:cubicBezTo>
                    <a:pt x="553" y="61"/>
                    <a:pt x="551" y="62"/>
                    <a:pt x="550" y="62"/>
                  </a:cubicBezTo>
                  <a:cubicBezTo>
                    <a:pt x="549" y="61"/>
                    <a:pt x="548" y="63"/>
                    <a:pt x="548" y="63"/>
                  </a:cubicBezTo>
                  <a:cubicBezTo>
                    <a:pt x="548" y="63"/>
                    <a:pt x="547" y="66"/>
                    <a:pt x="546" y="66"/>
                  </a:cubicBezTo>
                  <a:cubicBezTo>
                    <a:pt x="546" y="66"/>
                    <a:pt x="546" y="67"/>
                    <a:pt x="545" y="68"/>
                  </a:cubicBezTo>
                  <a:cubicBezTo>
                    <a:pt x="543" y="68"/>
                    <a:pt x="545" y="69"/>
                    <a:pt x="545" y="69"/>
                  </a:cubicBezTo>
                  <a:cubicBezTo>
                    <a:pt x="548" y="71"/>
                    <a:pt x="548" y="71"/>
                    <a:pt x="548" y="71"/>
                  </a:cubicBezTo>
                  <a:cubicBezTo>
                    <a:pt x="548" y="71"/>
                    <a:pt x="548" y="74"/>
                    <a:pt x="547" y="73"/>
                  </a:cubicBezTo>
                  <a:cubicBezTo>
                    <a:pt x="546" y="72"/>
                    <a:pt x="543" y="72"/>
                    <a:pt x="543" y="72"/>
                  </a:cubicBezTo>
                  <a:cubicBezTo>
                    <a:pt x="542" y="72"/>
                    <a:pt x="542" y="74"/>
                    <a:pt x="542" y="74"/>
                  </a:cubicBezTo>
                  <a:cubicBezTo>
                    <a:pt x="542" y="75"/>
                    <a:pt x="542" y="75"/>
                    <a:pt x="542" y="75"/>
                  </a:cubicBezTo>
                  <a:cubicBezTo>
                    <a:pt x="544" y="76"/>
                    <a:pt x="544" y="76"/>
                    <a:pt x="544" y="76"/>
                  </a:cubicBezTo>
                  <a:cubicBezTo>
                    <a:pt x="545" y="78"/>
                    <a:pt x="545" y="78"/>
                    <a:pt x="545" y="78"/>
                  </a:cubicBezTo>
                  <a:cubicBezTo>
                    <a:pt x="547" y="79"/>
                    <a:pt x="547" y="79"/>
                    <a:pt x="547" y="79"/>
                  </a:cubicBezTo>
                  <a:cubicBezTo>
                    <a:pt x="549" y="80"/>
                    <a:pt x="549" y="80"/>
                    <a:pt x="549" y="80"/>
                  </a:cubicBezTo>
                  <a:cubicBezTo>
                    <a:pt x="549" y="80"/>
                    <a:pt x="549" y="82"/>
                    <a:pt x="548" y="84"/>
                  </a:cubicBezTo>
                  <a:cubicBezTo>
                    <a:pt x="547" y="84"/>
                    <a:pt x="546" y="84"/>
                    <a:pt x="544" y="83"/>
                  </a:cubicBezTo>
                  <a:cubicBezTo>
                    <a:pt x="544" y="83"/>
                    <a:pt x="543" y="83"/>
                    <a:pt x="536" y="84"/>
                  </a:cubicBezTo>
                  <a:cubicBezTo>
                    <a:pt x="536" y="84"/>
                    <a:pt x="535" y="85"/>
                    <a:pt x="532" y="86"/>
                  </a:cubicBezTo>
                  <a:cubicBezTo>
                    <a:pt x="529" y="87"/>
                    <a:pt x="529" y="85"/>
                    <a:pt x="528" y="84"/>
                  </a:cubicBezTo>
                  <a:cubicBezTo>
                    <a:pt x="528" y="83"/>
                    <a:pt x="525" y="85"/>
                    <a:pt x="524" y="85"/>
                  </a:cubicBezTo>
                  <a:cubicBezTo>
                    <a:pt x="524" y="85"/>
                    <a:pt x="523" y="86"/>
                    <a:pt x="519" y="86"/>
                  </a:cubicBezTo>
                  <a:cubicBezTo>
                    <a:pt x="516" y="86"/>
                    <a:pt x="517" y="86"/>
                    <a:pt x="514" y="85"/>
                  </a:cubicBezTo>
                  <a:cubicBezTo>
                    <a:pt x="511" y="84"/>
                    <a:pt x="510" y="86"/>
                    <a:pt x="509" y="86"/>
                  </a:cubicBezTo>
                  <a:cubicBezTo>
                    <a:pt x="507" y="86"/>
                    <a:pt x="504" y="88"/>
                    <a:pt x="503" y="88"/>
                  </a:cubicBezTo>
                  <a:cubicBezTo>
                    <a:pt x="503" y="88"/>
                    <a:pt x="495" y="88"/>
                    <a:pt x="491" y="88"/>
                  </a:cubicBezTo>
                  <a:cubicBezTo>
                    <a:pt x="488" y="88"/>
                    <a:pt x="488" y="87"/>
                    <a:pt x="486" y="87"/>
                  </a:cubicBezTo>
                  <a:cubicBezTo>
                    <a:pt x="484" y="88"/>
                    <a:pt x="484" y="88"/>
                    <a:pt x="482" y="89"/>
                  </a:cubicBezTo>
                  <a:cubicBezTo>
                    <a:pt x="480" y="89"/>
                    <a:pt x="481" y="91"/>
                    <a:pt x="480" y="92"/>
                  </a:cubicBezTo>
                  <a:cubicBezTo>
                    <a:pt x="479" y="94"/>
                    <a:pt x="480" y="95"/>
                    <a:pt x="480" y="97"/>
                  </a:cubicBezTo>
                  <a:cubicBezTo>
                    <a:pt x="479" y="99"/>
                    <a:pt x="482" y="99"/>
                    <a:pt x="484" y="100"/>
                  </a:cubicBezTo>
                  <a:cubicBezTo>
                    <a:pt x="485" y="101"/>
                    <a:pt x="484" y="101"/>
                    <a:pt x="483" y="103"/>
                  </a:cubicBezTo>
                  <a:cubicBezTo>
                    <a:pt x="483" y="104"/>
                    <a:pt x="483" y="104"/>
                    <a:pt x="483" y="106"/>
                  </a:cubicBezTo>
                  <a:cubicBezTo>
                    <a:pt x="483" y="107"/>
                    <a:pt x="484" y="110"/>
                    <a:pt x="486" y="112"/>
                  </a:cubicBezTo>
                  <a:cubicBezTo>
                    <a:pt x="486" y="112"/>
                    <a:pt x="487" y="114"/>
                    <a:pt x="488" y="114"/>
                  </a:cubicBezTo>
                  <a:cubicBezTo>
                    <a:pt x="488" y="114"/>
                    <a:pt x="490" y="115"/>
                    <a:pt x="496" y="115"/>
                  </a:cubicBezTo>
                  <a:cubicBezTo>
                    <a:pt x="503" y="116"/>
                    <a:pt x="498" y="116"/>
                    <a:pt x="498" y="117"/>
                  </a:cubicBezTo>
                  <a:cubicBezTo>
                    <a:pt x="499" y="118"/>
                    <a:pt x="501" y="119"/>
                    <a:pt x="502" y="120"/>
                  </a:cubicBezTo>
                  <a:cubicBezTo>
                    <a:pt x="503" y="120"/>
                    <a:pt x="502" y="121"/>
                    <a:pt x="501" y="123"/>
                  </a:cubicBezTo>
                  <a:cubicBezTo>
                    <a:pt x="501" y="125"/>
                    <a:pt x="499" y="124"/>
                    <a:pt x="498" y="124"/>
                  </a:cubicBezTo>
                  <a:cubicBezTo>
                    <a:pt x="497" y="125"/>
                    <a:pt x="496" y="125"/>
                    <a:pt x="493" y="125"/>
                  </a:cubicBezTo>
                  <a:cubicBezTo>
                    <a:pt x="493" y="125"/>
                    <a:pt x="490" y="126"/>
                    <a:pt x="489" y="125"/>
                  </a:cubicBezTo>
                  <a:cubicBezTo>
                    <a:pt x="488" y="125"/>
                    <a:pt x="487" y="125"/>
                    <a:pt x="487" y="124"/>
                  </a:cubicBezTo>
                  <a:cubicBezTo>
                    <a:pt x="487" y="123"/>
                    <a:pt x="484" y="122"/>
                    <a:pt x="484" y="122"/>
                  </a:cubicBezTo>
                  <a:cubicBezTo>
                    <a:pt x="484" y="121"/>
                    <a:pt x="481" y="121"/>
                    <a:pt x="481" y="120"/>
                  </a:cubicBezTo>
                  <a:cubicBezTo>
                    <a:pt x="481" y="119"/>
                    <a:pt x="479" y="118"/>
                    <a:pt x="479" y="118"/>
                  </a:cubicBezTo>
                  <a:cubicBezTo>
                    <a:pt x="478" y="117"/>
                    <a:pt x="476" y="117"/>
                    <a:pt x="475" y="116"/>
                  </a:cubicBezTo>
                  <a:cubicBezTo>
                    <a:pt x="474" y="114"/>
                    <a:pt x="474" y="115"/>
                    <a:pt x="472" y="115"/>
                  </a:cubicBezTo>
                  <a:cubicBezTo>
                    <a:pt x="469" y="115"/>
                    <a:pt x="470" y="115"/>
                    <a:pt x="470" y="114"/>
                  </a:cubicBezTo>
                  <a:cubicBezTo>
                    <a:pt x="470" y="113"/>
                    <a:pt x="468" y="114"/>
                    <a:pt x="467" y="113"/>
                  </a:cubicBezTo>
                  <a:cubicBezTo>
                    <a:pt x="466" y="113"/>
                    <a:pt x="463" y="113"/>
                    <a:pt x="462" y="113"/>
                  </a:cubicBezTo>
                  <a:cubicBezTo>
                    <a:pt x="461" y="113"/>
                    <a:pt x="460" y="113"/>
                    <a:pt x="460" y="113"/>
                  </a:cubicBezTo>
                  <a:cubicBezTo>
                    <a:pt x="460" y="113"/>
                    <a:pt x="459" y="113"/>
                    <a:pt x="458" y="113"/>
                  </a:cubicBezTo>
                  <a:cubicBezTo>
                    <a:pt x="458" y="112"/>
                    <a:pt x="457" y="112"/>
                    <a:pt x="457" y="110"/>
                  </a:cubicBezTo>
                  <a:cubicBezTo>
                    <a:pt x="457" y="109"/>
                    <a:pt x="456" y="110"/>
                    <a:pt x="454" y="108"/>
                  </a:cubicBezTo>
                  <a:cubicBezTo>
                    <a:pt x="453" y="107"/>
                    <a:pt x="453" y="108"/>
                    <a:pt x="452" y="108"/>
                  </a:cubicBezTo>
                  <a:cubicBezTo>
                    <a:pt x="452" y="108"/>
                    <a:pt x="451" y="108"/>
                    <a:pt x="451" y="108"/>
                  </a:cubicBezTo>
                  <a:cubicBezTo>
                    <a:pt x="449" y="107"/>
                    <a:pt x="448" y="109"/>
                    <a:pt x="447" y="110"/>
                  </a:cubicBezTo>
                  <a:cubicBezTo>
                    <a:pt x="445" y="110"/>
                    <a:pt x="444" y="112"/>
                    <a:pt x="443" y="113"/>
                  </a:cubicBezTo>
                  <a:cubicBezTo>
                    <a:pt x="443" y="113"/>
                    <a:pt x="444" y="115"/>
                    <a:pt x="444" y="116"/>
                  </a:cubicBezTo>
                  <a:cubicBezTo>
                    <a:pt x="444" y="116"/>
                    <a:pt x="445" y="116"/>
                    <a:pt x="447" y="115"/>
                  </a:cubicBezTo>
                  <a:cubicBezTo>
                    <a:pt x="448" y="114"/>
                    <a:pt x="447" y="116"/>
                    <a:pt x="448" y="118"/>
                  </a:cubicBezTo>
                  <a:cubicBezTo>
                    <a:pt x="448" y="118"/>
                    <a:pt x="449" y="119"/>
                    <a:pt x="450" y="118"/>
                  </a:cubicBezTo>
                  <a:cubicBezTo>
                    <a:pt x="450" y="118"/>
                    <a:pt x="451" y="118"/>
                    <a:pt x="454" y="119"/>
                  </a:cubicBezTo>
                  <a:cubicBezTo>
                    <a:pt x="457" y="119"/>
                    <a:pt x="455" y="120"/>
                    <a:pt x="455" y="120"/>
                  </a:cubicBezTo>
                  <a:cubicBezTo>
                    <a:pt x="456" y="120"/>
                    <a:pt x="456" y="122"/>
                    <a:pt x="455" y="123"/>
                  </a:cubicBezTo>
                  <a:cubicBezTo>
                    <a:pt x="454" y="124"/>
                    <a:pt x="453" y="124"/>
                    <a:pt x="452" y="124"/>
                  </a:cubicBezTo>
                  <a:cubicBezTo>
                    <a:pt x="451" y="124"/>
                    <a:pt x="450" y="123"/>
                    <a:pt x="448" y="122"/>
                  </a:cubicBezTo>
                  <a:cubicBezTo>
                    <a:pt x="446" y="121"/>
                    <a:pt x="447" y="122"/>
                    <a:pt x="445" y="120"/>
                  </a:cubicBezTo>
                  <a:cubicBezTo>
                    <a:pt x="444" y="120"/>
                    <a:pt x="444" y="120"/>
                    <a:pt x="443" y="120"/>
                  </a:cubicBezTo>
                  <a:cubicBezTo>
                    <a:pt x="443" y="120"/>
                    <a:pt x="442" y="120"/>
                    <a:pt x="441" y="119"/>
                  </a:cubicBezTo>
                  <a:cubicBezTo>
                    <a:pt x="439" y="119"/>
                    <a:pt x="439" y="120"/>
                    <a:pt x="437" y="120"/>
                  </a:cubicBezTo>
                  <a:cubicBezTo>
                    <a:pt x="436" y="120"/>
                    <a:pt x="436" y="121"/>
                    <a:pt x="435" y="121"/>
                  </a:cubicBezTo>
                  <a:cubicBezTo>
                    <a:pt x="434" y="122"/>
                    <a:pt x="434" y="123"/>
                    <a:pt x="435" y="124"/>
                  </a:cubicBezTo>
                  <a:cubicBezTo>
                    <a:pt x="435" y="125"/>
                    <a:pt x="436" y="125"/>
                    <a:pt x="437" y="125"/>
                  </a:cubicBezTo>
                  <a:cubicBezTo>
                    <a:pt x="438" y="126"/>
                    <a:pt x="437" y="127"/>
                    <a:pt x="438" y="128"/>
                  </a:cubicBezTo>
                  <a:cubicBezTo>
                    <a:pt x="439" y="129"/>
                    <a:pt x="439" y="130"/>
                    <a:pt x="440" y="130"/>
                  </a:cubicBezTo>
                  <a:cubicBezTo>
                    <a:pt x="441" y="130"/>
                    <a:pt x="442" y="132"/>
                    <a:pt x="444" y="132"/>
                  </a:cubicBezTo>
                  <a:cubicBezTo>
                    <a:pt x="445" y="132"/>
                    <a:pt x="446" y="133"/>
                    <a:pt x="449" y="135"/>
                  </a:cubicBezTo>
                  <a:cubicBezTo>
                    <a:pt x="453" y="136"/>
                    <a:pt x="450" y="135"/>
                    <a:pt x="452" y="135"/>
                  </a:cubicBezTo>
                  <a:cubicBezTo>
                    <a:pt x="454" y="134"/>
                    <a:pt x="455" y="135"/>
                    <a:pt x="456" y="135"/>
                  </a:cubicBezTo>
                  <a:cubicBezTo>
                    <a:pt x="457" y="136"/>
                    <a:pt x="457" y="137"/>
                    <a:pt x="458" y="137"/>
                  </a:cubicBezTo>
                  <a:cubicBezTo>
                    <a:pt x="459" y="137"/>
                    <a:pt x="460" y="140"/>
                    <a:pt x="460" y="140"/>
                  </a:cubicBezTo>
                  <a:cubicBezTo>
                    <a:pt x="458" y="141"/>
                    <a:pt x="458" y="141"/>
                    <a:pt x="458" y="141"/>
                  </a:cubicBezTo>
                  <a:cubicBezTo>
                    <a:pt x="458" y="141"/>
                    <a:pt x="455" y="140"/>
                    <a:pt x="454" y="140"/>
                  </a:cubicBezTo>
                  <a:cubicBezTo>
                    <a:pt x="454" y="140"/>
                    <a:pt x="453" y="139"/>
                    <a:pt x="453" y="138"/>
                  </a:cubicBezTo>
                  <a:cubicBezTo>
                    <a:pt x="452" y="138"/>
                    <a:pt x="451" y="138"/>
                    <a:pt x="451" y="137"/>
                  </a:cubicBezTo>
                  <a:cubicBezTo>
                    <a:pt x="450" y="136"/>
                    <a:pt x="449" y="136"/>
                    <a:pt x="448" y="136"/>
                  </a:cubicBezTo>
                  <a:cubicBezTo>
                    <a:pt x="448" y="135"/>
                    <a:pt x="446" y="135"/>
                    <a:pt x="444" y="136"/>
                  </a:cubicBezTo>
                  <a:cubicBezTo>
                    <a:pt x="442" y="136"/>
                    <a:pt x="440" y="136"/>
                    <a:pt x="439" y="136"/>
                  </a:cubicBezTo>
                  <a:cubicBezTo>
                    <a:pt x="438" y="135"/>
                    <a:pt x="437" y="135"/>
                    <a:pt x="437" y="135"/>
                  </a:cubicBezTo>
                  <a:cubicBezTo>
                    <a:pt x="435" y="135"/>
                    <a:pt x="435" y="135"/>
                    <a:pt x="435" y="135"/>
                  </a:cubicBezTo>
                  <a:cubicBezTo>
                    <a:pt x="435" y="135"/>
                    <a:pt x="432" y="135"/>
                    <a:pt x="431" y="134"/>
                  </a:cubicBezTo>
                  <a:cubicBezTo>
                    <a:pt x="431" y="134"/>
                    <a:pt x="428" y="134"/>
                    <a:pt x="427" y="133"/>
                  </a:cubicBezTo>
                  <a:cubicBezTo>
                    <a:pt x="426" y="133"/>
                    <a:pt x="426" y="133"/>
                    <a:pt x="427" y="132"/>
                  </a:cubicBezTo>
                  <a:cubicBezTo>
                    <a:pt x="428" y="130"/>
                    <a:pt x="427" y="130"/>
                    <a:pt x="428" y="127"/>
                  </a:cubicBezTo>
                  <a:cubicBezTo>
                    <a:pt x="429" y="124"/>
                    <a:pt x="428" y="126"/>
                    <a:pt x="426" y="124"/>
                  </a:cubicBezTo>
                  <a:cubicBezTo>
                    <a:pt x="425" y="122"/>
                    <a:pt x="425" y="123"/>
                    <a:pt x="426" y="122"/>
                  </a:cubicBezTo>
                  <a:cubicBezTo>
                    <a:pt x="427" y="120"/>
                    <a:pt x="428" y="119"/>
                    <a:pt x="429" y="118"/>
                  </a:cubicBezTo>
                  <a:cubicBezTo>
                    <a:pt x="429" y="117"/>
                    <a:pt x="430" y="115"/>
                    <a:pt x="430" y="113"/>
                  </a:cubicBezTo>
                  <a:cubicBezTo>
                    <a:pt x="430" y="111"/>
                    <a:pt x="429" y="107"/>
                    <a:pt x="428" y="105"/>
                  </a:cubicBezTo>
                  <a:cubicBezTo>
                    <a:pt x="427" y="103"/>
                    <a:pt x="424" y="103"/>
                    <a:pt x="422" y="104"/>
                  </a:cubicBezTo>
                  <a:cubicBezTo>
                    <a:pt x="419" y="104"/>
                    <a:pt x="421" y="105"/>
                    <a:pt x="423" y="109"/>
                  </a:cubicBezTo>
                  <a:cubicBezTo>
                    <a:pt x="425" y="113"/>
                    <a:pt x="424" y="113"/>
                    <a:pt x="424" y="113"/>
                  </a:cubicBezTo>
                  <a:cubicBezTo>
                    <a:pt x="423" y="116"/>
                    <a:pt x="423" y="116"/>
                    <a:pt x="423" y="116"/>
                  </a:cubicBezTo>
                  <a:cubicBezTo>
                    <a:pt x="422" y="117"/>
                    <a:pt x="422" y="117"/>
                    <a:pt x="422" y="117"/>
                  </a:cubicBezTo>
                  <a:cubicBezTo>
                    <a:pt x="422" y="117"/>
                    <a:pt x="418" y="119"/>
                    <a:pt x="418" y="120"/>
                  </a:cubicBezTo>
                  <a:cubicBezTo>
                    <a:pt x="418" y="120"/>
                    <a:pt x="414" y="121"/>
                    <a:pt x="413" y="121"/>
                  </a:cubicBezTo>
                  <a:cubicBezTo>
                    <a:pt x="412" y="120"/>
                    <a:pt x="411" y="122"/>
                    <a:pt x="411" y="122"/>
                  </a:cubicBezTo>
                  <a:cubicBezTo>
                    <a:pt x="411" y="122"/>
                    <a:pt x="408" y="124"/>
                    <a:pt x="408" y="125"/>
                  </a:cubicBezTo>
                  <a:cubicBezTo>
                    <a:pt x="408" y="125"/>
                    <a:pt x="406" y="127"/>
                    <a:pt x="406" y="128"/>
                  </a:cubicBezTo>
                  <a:cubicBezTo>
                    <a:pt x="405" y="128"/>
                    <a:pt x="404" y="130"/>
                    <a:pt x="403" y="130"/>
                  </a:cubicBezTo>
                  <a:cubicBezTo>
                    <a:pt x="402" y="131"/>
                    <a:pt x="402" y="132"/>
                    <a:pt x="402" y="133"/>
                  </a:cubicBezTo>
                  <a:cubicBezTo>
                    <a:pt x="402" y="134"/>
                    <a:pt x="403" y="134"/>
                    <a:pt x="404" y="134"/>
                  </a:cubicBezTo>
                  <a:cubicBezTo>
                    <a:pt x="405" y="134"/>
                    <a:pt x="407" y="135"/>
                    <a:pt x="407" y="135"/>
                  </a:cubicBezTo>
                  <a:cubicBezTo>
                    <a:pt x="407" y="137"/>
                    <a:pt x="407" y="137"/>
                    <a:pt x="407" y="137"/>
                  </a:cubicBezTo>
                  <a:cubicBezTo>
                    <a:pt x="407" y="137"/>
                    <a:pt x="411" y="141"/>
                    <a:pt x="412" y="142"/>
                  </a:cubicBezTo>
                  <a:cubicBezTo>
                    <a:pt x="413" y="144"/>
                    <a:pt x="415" y="145"/>
                    <a:pt x="416" y="145"/>
                  </a:cubicBezTo>
                  <a:cubicBezTo>
                    <a:pt x="417" y="145"/>
                    <a:pt x="416" y="148"/>
                    <a:pt x="416" y="149"/>
                  </a:cubicBezTo>
                  <a:cubicBezTo>
                    <a:pt x="416" y="150"/>
                    <a:pt x="414" y="151"/>
                    <a:pt x="414" y="152"/>
                  </a:cubicBezTo>
                  <a:cubicBezTo>
                    <a:pt x="413" y="152"/>
                    <a:pt x="412" y="154"/>
                    <a:pt x="410" y="156"/>
                  </a:cubicBezTo>
                  <a:cubicBezTo>
                    <a:pt x="407" y="158"/>
                    <a:pt x="409" y="158"/>
                    <a:pt x="408" y="162"/>
                  </a:cubicBezTo>
                  <a:cubicBezTo>
                    <a:pt x="408" y="166"/>
                    <a:pt x="409" y="164"/>
                    <a:pt x="410" y="165"/>
                  </a:cubicBezTo>
                  <a:cubicBezTo>
                    <a:pt x="411" y="166"/>
                    <a:pt x="411" y="167"/>
                    <a:pt x="410" y="169"/>
                  </a:cubicBezTo>
                  <a:cubicBezTo>
                    <a:pt x="410" y="170"/>
                    <a:pt x="411" y="173"/>
                    <a:pt x="411" y="174"/>
                  </a:cubicBezTo>
                  <a:cubicBezTo>
                    <a:pt x="412" y="175"/>
                    <a:pt x="413" y="175"/>
                    <a:pt x="414" y="174"/>
                  </a:cubicBezTo>
                  <a:cubicBezTo>
                    <a:pt x="415" y="173"/>
                    <a:pt x="416" y="174"/>
                    <a:pt x="417" y="174"/>
                  </a:cubicBezTo>
                  <a:cubicBezTo>
                    <a:pt x="417" y="174"/>
                    <a:pt x="419" y="176"/>
                    <a:pt x="422" y="176"/>
                  </a:cubicBezTo>
                  <a:cubicBezTo>
                    <a:pt x="424" y="176"/>
                    <a:pt x="423" y="175"/>
                    <a:pt x="423" y="175"/>
                  </a:cubicBezTo>
                  <a:cubicBezTo>
                    <a:pt x="424" y="175"/>
                    <a:pt x="424" y="175"/>
                    <a:pt x="424" y="175"/>
                  </a:cubicBezTo>
                  <a:cubicBezTo>
                    <a:pt x="425" y="175"/>
                    <a:pt x="425" y="175"/>
                    <a:pt x="425" y="174"/>
                  </a:cubicBezTo>
                  <a:cubicBezTo>
                    <a:pt x="426" y="174"/>
                    <a:pt x="426" y="174"/>
                    <a:pt x="427" y="173"/>
                  </a:cubicBezTo>
                  <a:cubicBezTo>
                    <a:pt x="428" y="173"/>
                    <a:pt x="429" y="173"/>
                    <a:pt x="430" y="173"/>
                  </a:cubicBezTo>
                  <a:cubicBezTo>
                    <a:pt x="431" y="173"/>
                    <a:pt x="431" y="173"/>
                    <a:pt x="432" y="173"/>
                  </a:cubicBezTo>
                  <a:cubicBezTo>
                    <a:pt x="432" y="173"/>
                    <a:pt x="433" y="173"/>
                    <a:pt x="433" y="173"/>
                  </a:cubicBezTo>
                  <a:cubicBezTo>
                    <a:pt x="434" y="173"/>
                    <a:pt x="434" y="173"/>
                    <a:pt x="435" y="173"/>
                  </a:cubicBezTo>
                  <a:cubicBezTo>
                    <a:pt x="436" y="173"/>
                    <a:pt x="436" y="173"/>
                    <a:pt x="437" y="173"/>
                  </a:cubicBezTo>
                  <a:cubicBezTo>
                    <a:pt x="437" y="174"/>
                    <a:pt x="438" y="174"/>
                    <a:pt x="438" y="174"/>
                  </a:cubicBezTo>
                  <a:cubicBezTo>
                    <a:pt x="439" y="173"/>
                    <a:pt x="441" y="175"/>
                    <a:pt x="442" y="175"/>
                  </a:cubicBezTo>
                  <a:cubicBezTo>
                    <a:pt x="443" y="176"/>
                    <a:pt x="445" y="176"/>
                    <a:pt x="446" y="177"/>
                  </a:cubicBezTo>
                  <a:cubicBezTo>
                    <a:pt x="447" y="178"/>
                    <a:pt x="448" y="179"/>
                    <a:pt x="448" y="180"/>
                  </a:cubicBezTo>
                  <a:cubicBezTo>
                    <a:pt x="449" y="182"/>
                    <a:pt x="451" y="182"/>
                    <a:pt x="451" y="183"/>
                  </a:cubicBezTo>
                  <a:cubicBezTo>
                    <a:pt x="452" y="185"/>
                    <a:pt x="454" y="187"/>
                    <a:pt x="454" y="188"/>
                  </a:cubicBezTo>
                  <a:cubicBezTo>
                    <a:pt x="455" y="188"/>
                    <a:pt x="455" y="190"/>
                    <a:pt x="454" y="190"/>
                  </a:cubicBezTo>
                  <a:cubicBezTo>
                    <a:pt x="454" y="191"/>
                    <a:pt x="452" y="191"/>
                    <a:pt x="450" y="192"/>
                  </a:cubicBezTo>
                  <a:cubicBezTo>
                    <a:pt x="449" y="192"/>
                    <a:pt x="450" y="193"/>
                    <a:pt x="449" y="195"/>
                  </a:cubicBezTo>
                  <a:cubicBezTo>
                    <a:pt x="448" y="196"/>
                    <a:pt x="449" y="196"/>
                    <a:pt x="449" y="198"/>
                  </a:cubicBezTo>
                  <a:cubicBezTo>
                    <a:pt x="449" y="199"/>
                    <a:pt x="450" y="199"/>
                    <a:pt x="450" y="199"/>
                  </a:cubicBezTo>
                  <a:cubicBezTo>
                    <a:pt x="451" y="199"/>
                    <a:pt x="451" y="199"/>
                    <a:pt x="452" y="199"/>
                  </a:cubicBezTo>
                  <a:cubicBezTo>
                    <a:pt x="453" y="200"/>
                    <a:pt x="454" y="201"/>
                    <a:pt x="455" y="201"/>
                  </a:cubicBezTo>
                  <a:cubicBezTo>
                    <a:pt x="455" y="201"/>
                    <a:pt x="457" y="201"/>
                    <a:pt x="457" y="201"/>
                  </a:cubicBezTo>
                  <a:cubicBezTo>
                    <a:pt x="457" y="201"/>
                    <a:pt x="460" y="201"/>
                    <a:pt x="463" y="202"/>
                  </a:cubicBezTo>
                  <a:cubicBezTo>
                    <a:pt x="463" y="202"/>
                    <a:pt x="462" y="203"/>
                    <a:pt x="461" y="203"/>
                  </a:cubicBezTo>
                  <a:cubicBezTo>
                    <a:pt x="460" y="204"/>
                    <a:pt x="458" y="204"/>
                    <a:pt x="457" y="203"/>
                  </a:cubicBezTo>
                  <a:cubicBezTo>
                    <a:pt x="455" y="203"/>
                    <a:pt x="455" y="203"/>
                    <a:pt x="455" y="203"/>
                  </a:cubicBezTo>
                  <a:cubicBezTo>
                    <a:pt x="454" y="203"/>
                    <a:pt x="452" y="202"/>
                    <a:pt x="450" y="201"/>
                  </a:cubicBezTo>
                  <a:cubicBezTo>
                    <a:pt x="448" y="200"/>
                    <a:pt x="449" y="201"/>
                    <a:pt x="447" y="200"/>
                  </a:cubicBezTo>
                  <a:cubicBezTo>
                    <a:pt x="445" y="199"/>
                    <a:pt x="446" y="199"/>
                    <a:pt x="446" y="199"/>
                  </a:cubicBezTo>
                  <a:cubicBezTo>
                    <a:pt x="446" y="199"/>
                    <a:pt x="446" y="199"/>
                    <a:pt x="446" y="198"/>
                  </a:cubicBezTo>
                  <a:cubicBezTo>
                    <a:pt x="445" y="196"/>
                    <a:pt x="445" y="197"/>
                    <a:pt x="445" y="194"/>
                  </a:cubicBezTo>
                  <a:cubicBezTo>
                    <a:pt x="446" y="192"/>
                    <a:pt x="446" y="192"/>
                    <a:pt x="446" y="191"/>
                  </a:cubicBezTo>
                  <a:cubicBezTo>
                    <a:pt x="446" y="190"/>
                    <a:pt x="447" y="188"/>
                    <a:pt x="446" y="187"/>
                  </a:cubicBezTo>
                  <a:cubicBezTo>
                    <a:pt x="446" y="185"/>
                    <a:pt x="445" y="185"/>
                    <a:pt x="444" y="184"/>
                  </a:cubicBezTo>
                  <a:cubicBezTo>
                    <a:pt x="444" y="182"/>
                    <a:pt x="441" y="183"/>
                    <a:pt x="440" y="181"/>
                  </a:cubicBezTo>
                  <a:cubicBezTo>
                    <a:pt x="439" y="179"/>
                    <a:pt x="439" y="180"/>
                    <a:pt x="438" y="178"/>
                  </a:cubicBezTo>
                  <a:cubicBezTo>
                    <a:pt x="438" y="178"/>
                    <a:pt x="437" y="178"/>
                    <a:pt x="436" y="179"/>
                  </a:cubicBezTo>
                  <a:cubicBezTo>
                    <a:pt x="436" y="179"/>
                    <a:pt x="435" y="179"/>
                    <a:pt x="434" y="179"/>
                  </a:cubicBezTo>
                  <a:cubicBezTo>
                    <a:pt x="434" y="178"/>
                    <a:pt x="433" y="178"/>
                    <a:pt x="433" y="178"/>
                  </a:cubicBezTo>
                  <a:cubicBezTo>
                    <a:pt x="432" y="178"/>
                    <a:pt x="432" y="178"/>
                    <a:pt x="432" y="178"/>
                  </a:cubicBezTo>
                  <a:cubicBezTo>
                    <a:pt x="432" y="177"/>
                    <a:pt x="431" y="178"/>
                    <a:pt x="430" y="178"/>
                  </a:cubicBezTo>
                  <a:cubicBezTo>
                    <a:pt x="429" y="178"/>
                    <a:pt x="428" y="178"/>
                    <a:pt x="427" y="178"/>
                  </a:cubicBezTo>
                  <a:cubicBezTo>
                    <a:pt x="426" y="178"/>
                    <a:pt x="425" y="179"/>
                    <a:pt x="422" y="179"/>
                  </a:cubicBezTo>
                  <a:cubicBezTo>
                    <a:pt x="420" y="180"/>
                    <a:pt x="420" y="181"/>
                    <a:pt x="419" y="181"/>
                  </a:cubicBezTo>
                  <a:cubicBezTo>
                    <a:pt x="418" y="181"/>
                    <a:pt x="416" y="186"/>
                    <a:pt x="416" y="187"/>
                  </a:cubicBezTo>
                  <a:cubicBezTo>
                    <a:pt x="417" y="188"/>
                    <a:pt x="417" y="189"/>
                    <a:pt x="418" y="189"/>
                  </a:cubicBezTo>
                  <a:cubicBezTo>
                    <a:pt x="418" y="190"/>
                    <a:pt x="418" y="192"/>
                    <a:pt x="419" y="194"/>
                  </a:cubicBezTo>
                  <a:cubicBezTo>
                    <a:pt x="420" y="196"/>
                    <a:pt x="420" y="196"/>
                    <a:pt x="420" y="197"/>
                  </a:cubicBezTo>
                  <a:cubicBezTo>
                    <a:pt x="420" y="198"/>
                    <a:pt x="420" y="199"/>
                    <a:pt x="419" y="200"/>
                  </a:cubicBezTo>
                  <a:cubicBezTo>
                    <a:pt x="419" y="200"/>
                    <a:pt x="418" y="201"/>
                    <a:pt x="417" y="202"/>
                  </a:cubicBezTo>
                  <a:cubicBezTo>
                    <a:pt x="417" y="203"/>
                    <a:pt x="416" y="203"/>
                    <a:pt x="414" y="205"/>
                  </a:cubicBezTo>
                  <a:cubicBezTo>
                    <a:pt x="412" y="207"/>
                    <a:pt x="412" y="208"/>
                    <a:pt x="412" y="209"/>
                  </a:cubicBezTo>
                  <a:cubicBezTo>
                    <a:pt x="411" y="210"/>
                    <a:pt x="411" y="211"/>
                    <a:pt x="409" y="213"/>
                  </a:cubicBezTo>
                  <a:cubicBezTo>
                    <a:pt x="408" y="215"/>
                    <a:pt x="404" y="217"/>
                    <a:pt x="404" y="217"/>
                  </a:cubicBezTo>
                  <a:cubicBezTo>
                    <a:pt x="403" y="218"/>
                    <a:pt x="400" y="219"/>
                    <a:pt x="398" y="219"/>
                  </a:cubicBezTo>
                  <a:cubicBezTo>
                    <a:pt x="397" y="220"/>
                    <a:pt x="397" y="221"/>
                    <a:pt x="397" y="222"/>
                  </a:cubicBezTo>
                  <a:cubicBezTo>
                    <a:pt x="397" y="223"/>
                    <a:pt x="395" y="224"/>
                    <a:pt x="395" y="225"/>
                  </a:cubicBezTo>
                  <a:cubicBezTo>
                    <a:pt x="394" y="225"/>
                    <a:pt x="394" y="225"/>
                    <a:pt x="393" y="225"/>
                  </a:cubicBezTo>
                  <a:cubicBezTo>
                    <a:pt x="393" y="225"/>
                    <a:pt x="392" y="225"/>
                    <a:pt x="392" y="226"/>
                  </a:cubicBezTo>
                  <a:cubicBezTo>
                    <a:pt x="390" y="227"/>
                    <a:pt x="390" y="227"/>
                    <a:pt x="390" y="226"/>
                  </a:cubicBezTo>
                  <a:cubicBezTo>
                    <a:pt x="389" y="226"/>
                    <a:pt x="388" y="224"/>
                    <a:pt x="387" y="223"/>
                  </a:cubicBezTo>
                  <a:cubicBezTo>
                    <a:pt x="387" y="223"/>
                    <a:pt x="387" y="223"/>
                    <a:pt x="386" y="223"/>
                  </a:cubicBezTo>
                  <a:cubicBezTo>
                    <a:pt x="385" y="224"/>
                    <a:pt x="384" y="224"/>
                    <a:pt x="384" y="223"/>
                  </a:cubicBezTo>
                  <a:cubicBezTo>
                    <a:pt x="383" y="222"/>
                    <a:pt x="381" y="223"/>
                    <a:pt x="380" y="223"/>
                  </a:cubicBezTo>
                  <a:cubicBezTo>
                    <a:pt x="380" y="223"/>
                    <a:pt x="377" y="224"/>
                    <a:pt x="376" y="224"/>
                  </a:cubicBezTo>
                  <a:cubicBezTo>
                    <a:pt x="375" y="224"/>
                    <a:pt x="374" y="224"/>
                    <a:pt x="373" y="223"/>
                  </a:cubicBezTo>
                  <a:cubicBezTo>
                    <a:pt x="373" y="223"/>
                    <a:pt x="370" y="223"/>
                    <a:pt x="370" y="223"/>
                  </a:cubicBezTo>
                  <a:cubicBezTo>
                    <a:pt x="370" y="223"/>
                    <a:pt x="364" y="221"/>
                    <a:pt x="363" y="221"/>
                  </a:cubicBezTo>
                  <a:cubicBezTo>
                    <a:pt x="363" y="220"/>
                    <a:pt x="362" y="218"/>
                    <a:pt x="361" y="217"/>
                  </a:cubicBezTo>
                  <a:cubicBezTo>
                    <a:pt x="361" y="216"/>
                    <a:pt x="363" y="216"/>
                    <a:pt x="363" y="216"/>
                  </a:cubicBezTo>
                  <a:cubicBezTo>
                    <a:pt x="364" y="216"/>
                    <a:pt x="364" y="216"/>
                    <a:pt x="366" y="215"/>
                  </a:cubicBezTo>
                  <a:cubicBezTo>
                    <a:pt x="367" y="215"/>
                    <a:pt x="368" y="216"/>
                    <a:pt x="369" y="216"/>
                  </a:cubicBezTo>
                  <a:cubicBezTo>
                    <a:pt x="370" y="216"/>
                    <a:pt x="372" y="217"/>
                    <a:pt x="373" y="218"/>
                  </a:cubicBezTo>
                  <a:cubicBezTo>
                    <a:pt x="374" y="218"/>
                    <a:pt x="377" y="218"/>
                    <a:pt x="377" y="218"/>
                  </a:cubicBezTo>
                  <a:cubicBezTo>
                    <a:pt x="378" y="217"/>
                    <a:pt x="380" y="217"/>
                    <a:pt x="382" y="216"/>
                  </a:cubicBezTo>
                  <a:cubicBezTo>
                    <a:pt x="384" y="215"/>
                    <a:pt x="384" y="215"/>
                    <a:pt x="384" y="215"/>
                  </a:cubicBezTo>
                  <a:cubicBezTo>
                    <a:pt x="384" y="214"/>
                    <a:pt x="385" y="214"/>
                    <a:pt x="386" y="214"/>
                  </a:cubicBezTo>
                  <a:cubicBezTo>
                    <a:pt x="387" y="214"/>
                    <a:pt x="387" y="214"/>
                    <a:pt x="388" y="214"/>
                  </a:cubicBezTo>
                  <a:cubicBezTo>
                    <a:pt x="388" y="214"/>
                    <a:pt x="389" y="214"/>
                    <a:pt x="389" y="214"/>
                  </a:cubicBezTo>
                  <a:cubicBezTo>
                    <a:pt x="390" y="214"/>
                    <a:pt x="390" y="214"/>
                    <a:pt x="390" y="214"/>
                  </a:cubicBezTo>
                  <a:cubicBezTo>
                    <a:pt x="391" y="214"/>
                    <a:pt x="393" y="213"/>
                    <a:pt x="393" y="211"/>
                  </a:cubicBezTo>
                  <a:cubicBezTo>
                    <a:pt x="393" y="209"/>
                    <a:pt x="392" y="209"/>
                    <a:pt x="393" y="208"/>
                  </a:cubicBezTo>
                  <a:cubicBezTo>
                    <a:pt x="393" y="207"/>
                    <a:pt x="395" y="207"/>
                    <a:pt x="395" y="205"/>
                  </a:cubicBezTo>
                  <a:cubicBezTo>
                    <a:pt x="396" y="204"/>
                    <a:pt x="397" y="204"/>
                    <a:pt x="397" y="203"/>
                  </a:cubicBezTo>
                  <a:cubicBezTo>
                    <a:pt x="398" y="202"/>
                    <a:pt x="400" y="202"/>
                    <a:pt x="400" y="202"/>
                  </a:cubicBezTo>
                  <a:cubicBezTo>
                    <a:pt x="400" y="202"/>
                    <a:pt x="402" y="201"/>
                    <a:pt x="404" y="200"/>
                  </a:cubicBezTo>
                  <a:cubicBezTo>
                    <a:pt x="405" y="200"/>
                    <a:pt x="404" y="197"/>
                    <a:pt x="403" y="195"/>
                  </a:cubicBezTo>
                  <a:cubicBezTo>
                    <a:pt x="403" y="194"/>
                    <a:pt x="404" y="192"/>
                    <a:pt x="405" y="191"/>
                  </a:cubicBezTo>
                  <a:cubicBezTo>
                    <a:pt x="405" y="189"/>
                    <a:pt x="405" y="190"/>
                    <a:pt x="407" y="189"/>
                  </a:cubicBezTo>
                  <a:cubicBezTo>
                    <a:pt x="408" y="188"/>
                    <a:pt x="409" y="186"/>
                    <a:pt x="408" y="186"/>
                  </a:cubicBezTo>
                  <a:cubicBezTo>
                    <a:pt x="408" y="185"/>
                    <a:pt x="406" y="184"/>
                    <a:pt x="405" y="183"/>
                  </a:cubicBezTo>
                  <a:cubicBezTo>
                    <a:pt x="404" y="182"/>
                    <a:pt x="401" y="180"/>
                    <a:pt x="400" y="180"/>
                  </a:cubicBezTo>
                  <a:cubicBezTo>
                    <a:pt x="399" y="179"/>
                    <a:pt x="397" y="178"/>
                    <a:pt x="397" y="176"/>
                  </a:cubicBezTo>
                  <a:cubicBezTo>
                    <a:pt x="396" y="174"/>
                    <a:pt x="399" y="171"/>
                    <a:pt x="399" y="169"/>
                  </a:cubicBezTo>
                  <a:cubicBezTo>
                    <a:pt x="399" y="169"/>
                    <a:pt x="399" y="168"/>
                    <a:pt x="399" y="167"/>
                  </a:cubicBezTo>
                  <a:cubicBezTo>
                    <a:pt x="398" y="166"/>
                    <a:pt x="400" y="164"/>
                    <a:pt x="399" y="162"/>
                  </a:cubicBezTo>
                  <a:cubicBezTo>
                    <a:pt x="399" y="162"/>
                    <a:pt x="399" y="161"/>
                    <a:pt x="399" y="160"/>
                  </a:cubicBezTo>
                  <a:cubicBezTo>
                    <a:pt x="399" y="158"/>
                    <a:pt x="398" y="157"/>
                    <a:pt x="397" y="157"/>
                  </a:cubicBezTo>
                  <a:cubicBezTo>
                    <a:pt x="397" y="156"/>
                    <a:pt x="397" y="154"/>
                    <a:pt x="397" y="153"/>
                  </a:cubicBezTo>
                  <a:cubicBezTo>
                    <a:pt x="397" y="152"/>
                    <a:pt x="397" y="152"/>
                    <a:pt x="398" y="152"/>
                  </a:cubicBezTo>
                  <a:cubicBezTo>
                    <a:pt x="398" y="152"/>
                    <a:pt x="398" y="152"/>
                    <a:pt x="398" y="152"/>
                  </a:cubicBezTo>
                  <a:cubicBezTo>
                    <a:pt x="398" y="152"/>
                    <a:pt x="399" y="151"/>
                    <a:pt x="399" y="151"/>
                  </a:cubicBezTo>
                  <a:cubicBezTo>
                    <a:pt x="400" y="150"/>
                    <a:pt x="399" y="148"/>
                    <a:pt x="399" y="148"/>
                  </a:cubicBezTo>
                  <a:cubicBezTo>
                    <a:pt x="399" y="148"/>
                    <a:pt x="401" y="143"/>
                    <a:pt x="401" y="142"/>
                  </a:cubicBezTo>
                  <a:cubicBezTo>
                    <a:pt x="401" y="141"/>
                    <a:pt x="397" y="137"/>
                    <a:pt x="397" y="137"/>
                  </a:cubicBezTo>
                  <a:cubicBezTo>
                    <a:pt x="396" y="136"/>
                    <a:pt x="395" y="136"/>
                    <a:pt x="394" y="135"/>
                  </a:cubicBezTo>
                  <a:cubicBezTo>
                    <a:pt x="394" y="135"/>
                    <a:pt x="393" y="134"/>
                    <a:pt x="393" y="133"/>
                  </a:cubicBezTo>
                  <a:cubicBezTo>
                    <a:pt x="392" y="132"/>
                    <a:pt x="391" y="131"/>
                    <a:pt x="390" y="130"/>
                  </a:cubicBezTo>
                  <a:cubicBezTo>
                    <a:pt x="390" y="130"/>
                    <a:pt x="391" y="129"/>
                    <a:pt x="392" y="129"/>
                  </a:cubicBezTo>
                  <a:cubicBezTo>
                    <a:pt x="393" y="128"/>
                    <a:pt x="395" y="126"/>
                    <a:pt x="395" y="126"/>
                  </a:cubicBezTo>
                  <a:cubicBezTo>
                    <a:pt x="395" y="126"/>
                    <a:pt x="394" y="123"/>
                    <a:pt x="397" y="121"/>
                  </a:cubicBezTo>
                  <a:cubicBezTo>
                    <a:pt x="400" y="119"/>
                    <a:pt x="398" y="120"/>
                    <a:pt x="398" y="119"/>
                  </a:cubicBezTo>
                  <a:cubicBezTo>
                    <a:pt x="399" y="118"/>
                    <a:pt x="399" y="117"/>
                    <a:pt x="400" y="117"/>
                  </a:cubicBezTo>
                  <a:cubicBezTo>
                    <a:pt x="400" y="116"/>
                    <a:pt x="400" y="116"/>
                    <a:pt x="400" y="115"/>
                  </a:cubicBezTo>
                  <a:cubicBezTo>
                    <a:pt x="400" y="113"/>
                    <a:pt x="401" y="113"/>
                    <a:pt x="401" y="111"/>
                  </a:cubicBezTo>
                  <a:cubicBezTo>
                    <a:pt x="400" y="110"/>
                    <a:pt x="399" y="109"/>
                    <a:pt x="399" y="109"/>
                  </a:cubicBezTo>
                  <a:cubicBezTo>
                    <a:pt x="399" y="109"/>
                    <a:pt x="399" y="108"/>
                    <a:pt x="399" y="107"/>
                  </a:cubicBezTo>
                  <a:cubicBezTo>
                    <a:pt x="398" y="106"/>
                    <a:pt x="395" y="105"/>
                    <a:pt x="395" y="105"/>
                  </a:cubicBezTo>
                  <a:cubicBezTo>
                    <a:pt x="394" y="104"/>
                    <a:pt x="393" y="105"/>
                    <a:pt x="392" y="104"/>
                  </a:cubicBezTo>
                  <a:cubicBezTo>
                    <a:pt x="392" y="104"/>
                    <a:pt x="389" y="103"/>
                    <a:pt x="389" y="103"/>
                  </a:cubicBezTo>
                  <a:cubicBezTo>
                    <a:pt x="387" y="103"/>
                    <a:pt x="387" y="103"/>
                    <a:pt x="387" y="103"/>
                  </a:cubicBezTo>
                  <a:cubicBezTo>
                    <a:pt x="382" y="102"/>
                    <a:pt x="382" y="102"/>
                    <a:pt x="382" y="102"/>
                  </a:cubicBezTo>
                  <a:cubicBezTo>
                    <a:pt x="379" y="102"/>
                    <a:pt x="379" y="102"/>
                    <a:pt x="379" y="102"/>
                  </a:cubicBezTo>
                  <a:cubicBezTo>
                    <a:pt x="379" y="102"/>
                    <a:pt x="375" y="103"/>
                    <a:pt x="373" y="103"/>
                  </a:cubicBezTo>
                  <a:cubicBezTo>
                    <a:pt x="373" y="103"/>
                    <a:pt x="370" y="103"/>
                    <a:pt x="368" y="102"/>
                  </a:cubicBezTo>
                  <a:cubicBezTo>
                    <a:pt x="364" y="102"/>
                    <a:pt x="364" y="102"/>
                    <a:pt x="364" y="102"/>
                  </a:cubicBezTo>
                  <a:cubicBezTo>
                    <a:pt x="363" y="102"/>
                    <a:pt x="362" y="104"/>
                    <a:pt x="362" y="104"/>
                  </a:cubicBezTo>
                  <a:cubicBezTo>
                    <a:pt x="361" y="106"/>
                    <a:pt x="361" y="106"/>
                    <a:pt x="361" y="106"/>
                  </a:cubicBezTo>
                  <a:cubicBezTo>
                    <a:pt x="360" y="109"/>
                    <a:pt x="360" y="109"/>
                    <a:pt x="360" y="109"/>
                  </a:cubicBezTo>
                  <a:cubicBezTo>
                    <a:pt x="360" y="109"/>
                    <a:pt x="359" y="111"/>
                    <a:pt x="358" y="112"/>
                  </a:cubicBezTo>
                  <a:cubicBezTo>
                    <a:pt x="357" y="112"/>
                    <a:pt x="357" y="114"/>
                    <a:pt x="357" y="114"/>
                  </a:cubicBezTo>
                  <a:cubicBezTo>
                    <a:pt x="357" y="115"/>
                    <a:pt x="357" y="117"/>
                    <a:pt x="357" y="118"/>
                  </a:cubicBezTo>
                  <a:cubicBezTo>
                    <a:pt x="357" y="119"/>
                    <a:pt x="357" y="120"/>
                    <a:pt x="356" y="121"/>
                  </a:cubicBezTo>
                  <a:cubicBezTo>
                    <a:pt x="356" y="121"/>
                    <a:pt x="355" y="122"/>
                    <a:pt x="355" y="124"/>
                  </a:cubicBezTo>
                  <a:cubicBezTo>
                    <a:pt x="354" y="125"/>
                    <a:pt x="353" y="125"/>
                    <a:pt x="352" y="126"/>
                  </a:cubicBezTo>
                  <a:cubicBezTo>
                    <a:pt x="350" y="127"/>
                    <a:pt x="349" y="129"/>
                    <a:pt x="348" y="129"/>
                  </a:cubicBezTo>
                  <a:cubicBezTo>
                    <a:pt x="348" y="129"/>
                    <a:pt x="345" y="131"/>
                    <a:pt x="344" y="132"/>
                  </a:cubicBezTo>
                  <a:cubicBezTo>
                    <a:pt x="343" y="132"/>
                    <a:pt x="341" y="133"/>
                    <a:pt x="340" y="133"/>
                  </a:cubicBezTo>
                  <a:cubicBezTo>
                    <a:pt x="339" y="134"/>
                    <a:pt x="338" y="135"/>
                    <a:pt x="337" y="135"/>
                  </a:cubicBezTo>
                  <a:cubicBezTo>
                    <a:pt x="337" y="135"/>
                    <a:pt x="337" y="137"/>
                    <a:pt x="337" y="138"/>
                  </a:cubicBezTo>
                  <a:cubicBezTo>
                    <a:pt x="337" y="138"/>
                    <a:pt x="337" y="139"/>
                    <a:pt x="334" y="141"/>
                  </a:cubicBezTo>
                  <a:cubicBezTo>
                    <a:pt x="332" y="143"/>
                    <a:pt x="334" y="143"/>
                    <a:pt x="335" y="143"/>
                  </a:cubicBezTo>
                  <a:cubicBezTo>
                    <a:pt x="336" y="143"/>
                    <a:pt x="337" y="143"/>
                    <a:pt x="337" y="143"/>
                  </a:cubicBezTo>
                  <a:cubicBezTo>
                    <a:pt x="338" y="144"/>
                    <a:pt x="339" y="144"/>
                    <a:pt x="340" y="144"/>
                  </a:cubicBezTo>
                  <a:cubicBezTo>
                    <a:pt x="340" y="144"/>
                    <a:pt x="342" y="143"/>
                    <a:pt x="342" y="144"/>
                  </a:cubicBezTo>
                  <a:cubicBezTo>
                    <a:pt x="342" y="145"/>
                    <a:pt x="342" y="152"/>
                    <a:pt x="342" y="152"/>
                  </a:cubicBezTo>
                  <a:cubicBezTo>
                    <a:pt x="342" y="152"/>
                    <a:pt x="342" y="155"/>
                    <a:pt x="341" y="156"/>
                  </a:cubicBezTo>
                  <a:cubicBezTo>
                    <a:pt x="340" y="157"/>
                    <a:pt x="340" y="158"/>
                    <a:pt x="340" y="159"/>
                  </a:cubicBezTo>
                  <a:cubicBezTo>
                    <a:pt x="339" y="160"/>
                    <a:pt x="339" y="162"/>
                    <a:pt x="339" y="163"/>
                  </a:cubicBezTo>
                  <a:cubicBezTo>
                    <a:pt x="339" y="164"/>
                    <a:pt x="337" y="168"/>
                    <a:pt x="338" y="167"/>
                  </a:cubicBezTo>
                  <a:cubicBezTo>
                    <a:pt x="339" y="166"/>
                    <a:pt x="340" y="166"/>
                    <a:pt x="340" y="167"/>
                  </a:cubicBezTo>
                  <a:cubicBezTo>
                    <a:pt x="341" y="167"/>
                    <a:pt x="341" y="167"/>
                    <a:pt x="342" y="166"/>
                  </a:cubicBezTo>
                  <a:cubicBezTo>
                    <a:pt x="343" y="166"/>
                    <a:pt x="344" y="166"/>
                    <a:pt x="344" y="167"/>
                  </a:cubicBezTo>
                  <a:cubicBezTo>
                    <a:pt x="345" y="167"/>
                    <a:pt x="345" y="167"/>
                    <a:pt x="346" y="167"/>
                  </a:cubicBezTo>
                  <a:cubicBezTo>
                    <a:pt x="347" y="166"/>
                    <a:pt x="348" y="168"/>
                    <a:pt x="349" y="168"/>
                  </a:cubicBezTo>
                  <a:cubicBezTo>
                    <a:pt x="350" y="168"/>
                    <a:pt x="351" y="170"/>
                    <a:pt x="351" y="171"/>
                  </a:cubicBezTo>
                  <a:cubicBezTo>
                    <a:pt x="352" y="172"/>
                    <a:pt x="352" y="174"/>
                    <a:pt x="352" y="175"/>
                  </a:cubicBezTo>
                  <a:cubicBezTo>
                    <a:pt x="352" y="176"/>
                    <a:pt x="353" y="177"/>
                    <a:pt x="355" y="177"/>
                  </a:cubicBezTo>
                  <a:cubicBezTo>
                    <a:pt x="357" y="177"/>
                    <a:pt x="356" y="178"/>
                    <a:pt x="358" y="178"/>
                  </a:cubicBezTo>
                  <a:cubicBezTo>
                    <a:pt x="359" y="178"/>
                    <a:pt x="360" y="180"/>
                    <a:pt x="360" y="180"/>
                  </a:cubicBezTo>
                  <a:cubicBezTo>
                    <a:pt x="360" y="181"/>
                    <a:pt x="360" y="182"/>
                    <a:pt x="359" y="183"/>
                  </a:cubicBezTo>
                  <a:cubicBezTo>
                    <a:pt x="359" y="184"/>
                    <a:pt x="357" y="187"/>
                    <a:pt x="357" y="187"/>
                  </a:cubicBezTo>
                  <a:cubicBezTo>
                    <a:pt x="357" y="188"/>
                    <a:pt x="355" y="189"/>
                    <a:pt x="355" y="189"/>
                  </a:cubicBezTo>
                  <a:cubicBezTo>
                    <a:pt x="353" y="189"/>
                    <a:pt x="353" y="189"/>
                    <a:pt x="353" y="189"/>
                  </a:cubicBezTo>
                  <a:cubicBezTo>
                    <a:pt x="353" y="189"/>
                    <a:pt x="350" y="187"/>
                    <a:pt x="349" y="187"/>
                  </a:cubicBezTo>
                  <a:cubicBezTo>
                    <a:pt x="349" y="186"/>
                    <a:pt x="346" y="185"/>
                    <a:pt x="346" y="183"/>
                  </a:cubicBezTo>
                  <a:cubicBezTo>
                    <a:pt x="346" y="182"/>
                    <a:pt x="338" y="178"/>
                    <a:pt x="334" y="176"/>
                  </a:cubicBezTo>
                  <a:cubicBezTo>
                    <a:pt x="331" y="174"/>
                    <a:pt x="331" y="175"/>
                    <a:pt x="331" y="175"/>
                  </a:cubicBezTo>
                  <a:cubicBezTo>
                    <a:pt x="331" y="175"/>
                    <a:pt x="331" y="176"/>
                    <a:pt x="331" y="176"/>
                  </a:cubicBezTo>
                  <a:cubicBezTo>
                    <a:pt x="330" y="175"/>
                    <a:pt x="326" y="175"/>
                    <a:pt x="324" y="174"/>
                  </a:cubicBezTo>
                  <a:cubicBezTo>
                    <a:pt x="323" y="174"/>
                    <a:pt x="321" y="173"/>
                    <a:pt x="321" y="172"/>
                  </a:cubicBezTo>
                  <a:cubicBezTo>
                    <a:pt x="321" y="171"/>
                    <a:pt x="319" y="172"/>
                    <a:pt x="317" y="170"/>
                  </a:cubicBezTo>
                  <a:cubicBezTo>
                    <a:pt x="317" y="170"/>
                    <a:pt x="317" y="170"/>
                    <a:pt x="317" y="170"/>
                  </a:cubicBezTo>
                  <a:cubicBezTo>
                    <a:pt x="317" y="170"/>
                    <a:pt x="317" y="170"/>
                    <a:pt x="317" y="170"/>
                  </a:cubicBezTo>
                  <a:cubicBezTo>
                    <a:pt x="315" y="171"/>
                    <a:pt x="315" y="173"/>
                    <a:pt x="316" y="175"/>
                  </a:cubicBezTo>
                  <a:cubicBezTo>
                    <a:pt x="313" y="176"/>
                    <a:pt x="312" y="178"/>
                    <a:pt x="312" y="181"/>
                  </a:cubicBezTo>
                  <a:cubicBezTo>
                    <a:pt x="312" y="181"/>
                    <a:pt x="312" y="181"/>
                    <a:pt x="312" y="181"/>
                  </a:cubicBezTo>
                  <a:cubicBezTo>
                    <a:pt x="317" y="182"/>
                    <a:pt x="320" y="180"/>
                    <a:pt x="322" y="185"/>
                  </a:cubicBezTo>
                  <a:cubicBezTo>
                    <a:pt x="323" y="186"/>
                    <a:pt x="323" y="187"/>
                    <a:pt x="323" y="188"/>
                  </a:cubicBezTo>
                  <a:cubicBezTo>
                    <a:pt x="322" y="191"/>
                    <a:pt x="321" y="194"/>
                    <a:pt x="322" y="197"/>
                  </a:cubicBezTo>
                  <a:cubicBezTo>
                    <a:pt x="323" y="198"/>
                    <a:pt x="323" y="198"/>
                    <a:pt x="323" y="198"/>
                  </a:cubicBezTo>
                  <a:cubicBezTo>
                    <a:pt x="326" y="198"/>
                    <a:pt x="328" y="199"/>
                    <a:pt x="330" y="200"/>
                  </a:cubicBezTo>
                  <a:cubicBezTo>
                    <a:pt x="330" y="200"/>
                    <a:pt x="330" y="200"/>
                    <a:pt x="330" y="200"/>
                  </a:cubicBezTo>
                  <a:cubicBezTo>
                    <a:pt x="330" y="202"/>
                    <a:pt x="330" y="202"/>
                    <a:pt x="330" y="202"/>
                  </a:cubicBezTo>
                  <a:cubicBezTo>
                    <a:pt x="328" y="203"/>
                    <a:pt x="328" y="203"/>
                    <a:pt x="328" y="205"/>
                  </a:cubicBezTo>
                  <a:cubicBezTo>
                    <a:pt x="325" y="208"/>
                    <a:pt x="321" y="210"/>
                    <a:pt x="321" y="215"/>
                  </a:cubicBezTo>
                  <a:cubicBezTo>
                    <a:pt x="315" y="214"/>
                    <a:pt x="298" y="226"/>
                    <a:pt x="298" y="232"/>
                  </a:cubicBezTo>
                  <a:cubicBezTo>
                    <a:pt x="293" y="234"/>
                    <a:pt x="289" y="233"/>
                    <a:pt x="284" y="238"/>
                  </a:cubicBezTo>
                  <a:cubicBezTo>
                    <a:pt x="281" y="242"/>
                    <a:pt x="279" y="247"/>
                    <a:pt x="274" y="248"/>
                  </a:cubicBezTo>
                  <a:cubicBezTo>
                    <a:pt x="274" y="248"/>
                    <a:pt x="274" y="248"/>
                    <a:pt x="274" y="248"/>
                  </a:cubicBezTo>
                  <a:cubicBezTo>
                    <a:pt x="273" y="249"/>
                    <a:pt x="271" y="247"/>
                    <a:pt x="269" y="247"/>
                  </a:cubicBezTo>
                  <a:cubicBezTo>
                    <a:pt x="269" y="247"/>
                    <a:pt x="268" y="247"/>
                    <a:pt x="267" y="247"/>
                  </a:cubicBezTo>
                  <a:cubicBezTo>
                    <a:pt x="267" y="247"/>
                    <a:pt x="264" y="253"/>
                    <a:pt x="264" y="254"/>
                  </a:cubicBezTo>
                  <a:cubicBezTo>
                    <a:pt x="263" y="259"/>
                    <a:pt x="265" y="263"/>
                    <a:pt x="263" y="269"/>
                  </a:cubicBezTo>
                  <a:cubicBezTo>
                    <a:pt x="261" y="275"/>
                    <a:pt x="260" y="278"/>
                    <a:pt x="261" y="284"/>
                  </a:cubicBezTo>
                  <a:cubicBezTo>
                    <a:pt x="262" y="289"/>
                    <a:pt x="263" y="295"/>
                    <a:pt x="260" y="299"/>
                  </a:cubicBezTo>
                  <a:cubicBezTo>
                    <a:pt x="257" y="307"/>
                    <a:pt x="249" y="307"/>
                    <a:pt x="241" y="306"/>
                  </a:cubicBezTo>
                  <a:cubicBezTo>
                    <a:pt x="237" y="306"/>
                    <a:pt x="233" y="306"/>
                    <a:pt x="229" y="307"/>
                  </a:cubicBezTo>
                  <a:cubicBezTo>
                    <a:pt x="225" y="308"/>
                    <a:pt x="220" y="312"/>
                    <a:pt x="215" y="313"/>
                  </a:cubicBezTo>
                  <a:cubicBezTo>
                    <a:pt x="212" y="314"/>
                    <a:pt x="206" y="315"/>
                    <a:pt x="201" y="315"/>
                  </a:cubicBezTo>
                  <a:cubicBezTo>
                    <a:pt x="200" y="314"/>
                    <a:pt x="199" y="314"/>
                    <a:pt x="198" y="314"/>
                  </a:cubicBezTo>
                  <a:cubicBezTo>
                    <a:pt x="198" y="313"/>
                    <a:pt x="197" y="312"/>
                    <a:pt x="196" y="312"/>
                  </a:cubicBezTo>
                  <a:cubicBezTo>
                    <a:pt x="192" y="311"/>
                    <a:pt x="186" y="315"/>
                    <a:pt x="183" y="316"/>
                  </a:cubicBezTo>
                  <a:cubicBezTo>
                    <a:pt x="183" y="317"/>
                    <a:pt x="183" y="317"/>
                    <a:pt x="183" y="317"/>
                  </a:cubicBezTo>
                  <a:cubicBezTo>
                    <a:pt x="183" y="317"/>
                    <a:pt x="183" y="318"/>
                    <a:pt x="183" y="319"/>
                  </a:cubicBezTo>
                  <a:cubicBezTo>
                    <a:pt x="183" y="319"/>
                    <a:pt x="183" y="319"/>
                    <a:pt x="183" y="320"/>
                  </a:cubicBezTo>
                  <a:cubicBezTo>
                    <a:pt x="183" y="320"/>
                    <a:pt x="184" y="321"/>
                    <a:pt x="184" y="321"/>
                  </a:cubicBezTo>
                  <a:cubicBezTo>
                    <a:pt x="185" y="322"/>
                    <a:pt x="185" y="322"/>
                    <a:pt x="185" y="322"/>
                  </a:cubicBezTo>
                  <a:cubicBezTo>
                    <a:pt x="185" y="322"/>
                    <a:pt x="185" y="323"/>
                    <a:pt x="186" y="323"/>
                  </a:cubicBezTo>
                  <a:cubicBezTo>
                    <a:pt x="187" y="324"/>
                    <a:pt x="187" y="324"/>
                    <a:pt x="187" y="324"/>
                  </a:cubicBezTo>
                  <a:cubicBezTo>
                    <a:pt x="187" y="324"/>
                    <a:pt x="188" y="325"/>
                    <a:pt x="188" y="325"/>
                  </a:cubicBezTo>
                  <a:cubicBezTo>
                    <a:pt x="188" y="325"/>
                    <a:pt x="188" y="325"/>
                    <a:pt x="188" y="325"/>
                  </a:cubicBezTo>
                  <a:cubicBezTo>
                    <a:pt x="188" y="325"/>
                    <a:pt x="188" y="325"/>
                    <a:pt x="188" y="325"/>
                  </a:cubicBezTo>
                  <a:cubicBezTo>
                    <a:pt x="187" y="325"/>
                    <a:pt x="185" y="325"/>
                    <a:pt x="184" y="325"/>
                  </a:cubicBezTo>
                  <a:cubicBezTo>
                    <a:pt x="184" y="328"/>
                    <a:pt x="180" y="327"/>
                    <a:pt x="180" y="329"/>
                  </a:cubicBezTo>
                  <a:cubicBezTo>
                    <a:pt x="179" y="330"/>
                    <a:pt x="178" y="329"/>
                    <a:pt x="178" y="329"/>
                  </a:cubicBezTo>
                  <a:cubicBezTo>
                    <a:pt x="176" y="329"/>
                    <a:pt x="175" y="329"/>
                    <a:pt x="174" y="329"/>
                  </a:cubicBezTo>
                  <a:cubicBezTo>
                    <a:pt x="172" y="330"/>
                    <a:pt x="170" y="331"/>
                    <a:pt x="168" y="332"/>
                  </a:cubicBezTo>
                  <a:cubicBezTo>
                    <a:pt x="163" y="334"/>
                    <a:pt x="162" y="334"/>
                    <a:pt x="161" y="340"/>
                  </a:cubicBezTo>
                  <a:cubicBezTo>
                    <a:pt x="160" y="340"/>
                    <a:pt x="159" y="340"/>
                    <a:pt x="159" y="339"/>
                  </a:cubicBezTo>
                  <a:cubicBezTo>
                    <a:pt x="158" y="339"/>
                    <a:pt x="158" y="338"/>
                    <a:pt x="157" y="337"/>
                  </a:cubicBezTo>
                  <a:cubicBezTo>
                    <a:pt x="156" y="337"/>
                    <a:pt x="156" y="337"/>
                    <a:pt x="156" y="337"/>
                  </a:cubicBezTo>
                  <a:cubicBezTo>
                    <a:pt x="154" y="336"/>
                    <a:pt x="150" y="334"/>
                    <a:pt x="148" y="332"/>
                  </a:cubicBezTo>
                  <a:cubicBezTo>
                    <a:pt x="148" y="331"/>
                    <a:pt x="148" y="330"/>
                    <a:pt x="147" y="330"/>
                  </a:cubicBezTo>
                  <a:cubicBezTo>
                    <a:pt x="147" y="327"/>
                    <a:pt x="149" y="324"/>
                    <a:pt x="149" y="322"/>
                  </a:cubicBezTo>
                  <a:cubicBezTo>
                    <a:pt x="149" y="322"/>
                    <a:pt x="149" y="322"/>
                    <a:pt x="149" y="322"/>
                  </a:cubicBezTo>
                  <a:cubicBezTo>
                    <a:pt x="149" y="322"/>
                    <a:pt x="149" y="322"/>
                    <a:pt x="149" y="322"/>
                  </a:cubicBezTo>
                  <a:cubicBezTo>
                    <a:pt x="150" y="322"/>
                    <a:pt x="150" y="322"/>
                    <a:pt x="150" y="322"/>
                  </a:cubicBezTo>
                  <a:cubicBezTo>
                    <a:pt x="149" y="320"/>
                    <a:pt x="149" y="318"/>
                    <a:pt x="149" y="316"/>
                  </a:cubicBezTo>
                  <a:cubicBezTo>
                    <a:pt x="147" y="315"/>
                    <a:pt x="144" y="314"/>
                    <a:pt x="142" y="313"/>
                  </a:cubicBezTo>
                  <a:cubicBezTo>
                    <a:pt x="139" y="311"/>
                    <a:pt x="138" y="311"/>
                    <a:pt x="135" y="313"/>
                  </a:cubicBezTo>
                  <a:cubicBezTo>
                    <a:pt x="132" y="315"/>
                    <a:pt x="132" y="317"/>
                    <a:pt x="131" y="320"/>
                  </a:cubicBezTo>
                  <a:cubicBezTo>
                    <a:pt x="131" y="323"/>
                    <a:pt x="129" y="324"/>
                    <a:pt x="127" y="326"/>
                  </a:cubicBezTo>
                  <a:cubicBezTo>
                    <a:pt x="127" y="326"/>
                    <a:pt x="127" y="326"/>
                    <a:pt x="127" y="326"/>
                  </a:cubicBezTo>
                  <a:cubicBezTo>
                    <a:pt x="128" y="327"/>
                    <a:pt x="131" y="327"/>
                    <a:pt x="132" y="328"/>
                  </a:cubicBezTo>
                  <a:cubicBezTo>
                    <a:pt x="134" y="330"/>
                    <a:pt x="133" y="331"/>
                    <a:pt x="133" y="333"/>
                  </a:cubicBezTo>
                  <a:cubicBezTo>
                    <a:pt x="133" y="334"/>
                    <a:pt x="134" y="337"/>
                    <a:pt x="134" y="338"/>
                  </a:cubicBezTo>
                  <a:cubicBezTo>
                    <a:pt x="135" y="340"/>
                    <a:pt x="137" y="341"/>
                    <a:pt x="137" y="343"/>
                  </a:cubicBezTo>
                  <a:cubicBezTo>
                    <a:pt x="137" y="344"/>
                    <a:pt x="137" y="344"/>
                    <a:pt x="137" y="345"/>
                  </a:cubicBezTo>
                  <a:cubicBezTo>
                    <a:pt x="135" y="350"/>
                    <a:pt x="123" y="353"/>
                    <a:pt x="126" y="359"/>
                  </a:cubicBezTo>
                  <a:cubicBezTo>
                    <a:pt x="126" y="359"/>
                    <a:pt x="126" y="359"/>
                    <a:pt x="127" y="359"/>
                  </a:cubicBezTo>
                  <a:cubicBezTo>
                    <a:pt x="130" y="359"/>
                    <a:pt x="132" y="360"/>
                    <a:pt x="135" y="360"/>
                  </a:cubicBezTo>
                  <a:cubicBezTo>
                    <a:pt x="137" y="361"/>
                    <a:pt x="139" y="361"/>
                    <a:pt x="139" y="362"/>
                  </a:cubicBezTo>
                  <a:cubicBezTo>
                    <a:pt x="139" y="363"/>
                    <a:pt x="138" y="363"/>
                    <a:pt x="138" y="364"/>
                  </a:cubicBezTo>
                  <a:cubicBezTo>
                    <a:pt x="136" y="367"/>
                    <a:pt x="134" y="365"/>
                    <a:pt x="131" y="367"/>
                  </a:cubicBezTo>
                  <a:cubicBezTo>
                    <a:pt x="128" y="369"/>
                    <a:pt x="131" y="372"/>
                    <a:pt x="131" y="375"/>
                  </a:cubicBezTo>
                  <a:cubicBezTo>
                    <a:pt x="132" y="375"/>
                    <a:pt x="134" y="376"/>
                    <a:pt x="135" y="376"/>
                  </a:cubicBezTo>
                  <a:cubicBezTo>
                    <a:pt x="136" y="376"/>
                    <a:pt x="138" y="377"/>
                    <a:pt x="138" y="377"/>
                  </a:cubicBezTo>
                  <a:cubicBezTo>
                    <a:pt x="138" y="377"/>
                    <a:pt x="138" y="377"/>
                    <a:pt x="138" y="377"/>
                  </a:cubicBezTo>
                  <a:cubicBezTo>
                    <a:pt x="140" y="377"/>
                    <a:pt x="139" y="376"/>
                    <a:pt x="140" y="375"/>
                  </a:cubicBezTo>
                  <a:cubicBezTo>
                    <a:pt x="142" y="375"/>
                    <a:pt x="143" y="375"/>
                    <a:pt x="145" y="375"/>
                  </a:cubicBezTo>
                  <a:cubicBezTo>
                    <a:pt x="147" y="374"/>
                    <a:pt x="148" y="373"/>
                    <a:pt x="150" y="372"/>
                  </a:cubicBezTo>
                  <a:cubicBezTo>
                    <a:pt x="154" y="371"/>
                    <a:pt x="157" y="373"/>
                    <a:pt x="160" y="375"/>
                  </a:cubicBezTo>
                  <a:cubicBezTo>
                    <a:pt x="161" y="375"/>
                    <a:pt x="161" y="376"/>
                    <a:pt x="162" y="377"/>
                  </a:cubicBezTo>
                  <a:cubicBezTo>
                    <a:pt x="162" y="377"/>
                    <a:pt x="163" y="377"/>
                    <a:pt x="163" y="376"/>
                  </a:cubicBezTo>
                  <a:cubicBezTo>
                    <a:pt x="163" y="376"/>
                    <a:pt x="164" y="376"/>
                    <a:pt x="164" y="376"/>
                  </a:cubicBezTo>
                  <a:cubicBezTo>
                    <a:pt x="164" y="376"/>
                    <a:pt x="164" y="376"/>
                    <a:pt x="164" y="376"/>
                  </a:cubicBezTo>
                  <a:cubicBezTo>
                    <a:pt x="166" y="377"/>
                    <a:pt x="166" y="380"/>
                    <a:pt x="165" y="381"/>
                  </a:cubicBezTo>
                  <a:cubicBezTo>
                    <a:pt x="165" y="381"/>
                    <a:pt x="165" y="381"/>
                    <a:pt x="165" y="381"/>
                  </a:cubicBezTo>
                  <a:cubicBezTo>
                    <a:pt x="170" y="380"/>
                    <a:pt x="170" y="383"/>
                    <a:pt x="173" y="385"/>
                  </a:cubicBezTo>
                  <a:cubicBezTo>
                    <a:pt x="174" y="386"/>
                    <a:pt x="174" y="386"/>
                    <a:pt x="175" y="386"/>
                  </a:cubicBezTo>
                  <a:cubicBezTo>
                    <a:pt x="175" y="386"/>
                    <a:pt x="175" y="386"/>
                    <a:pt x="175" y="386"/>
                  </a:cubicBezTo>
                  <a:cubicBezTo>
                    <a:pt x="176" y="387"/>
                    <a:pt x="177" y="387"/>
                    <a:pt x="178" y="387"/>
                  </a:cubicBezTo>
                  <a:cubicBezTo>
                    <a:pt x="178" y="388"/>
                    <a:pt x="179" y="388"/>
                    <a:pt x="179" y="388"/>
                  </a:cubicBezTo>
                  <a:cubicBezTo>
                    <a:pt x="180" y="389"/>
                    <a:pt x="181" y="389"/>
                    <a:pt x="182" y="389"/>
                  </a:cubicBezTo>
                  <a:cubicBezTo>
                    <a:pt x="183" y="390"/>
                    <a:pt x="184" y="390"/>
                    <a:pt x="185" y="389"/>
                  </a:cubicBezTo>
                  <a:cubicBezTo>
                    <a:pt x="186" y="389"/>
                    <a:pt x="188" y="389"/>
                    <a:pt x="189" y="388"/>
                  </a:cubicBezTo>
                  <a:cubicBezTo>
                    <a:pt x="190" y="388"/>
                    <a:pt x="191" y="388"/>
                    <a:pt x="191" y="388"/>
                  </a:cubicBezTo>
                  <a:cubicBezTo>
                    <a:pt x="191" y="387"/>
                    <a:pt x="191" y="387"/>
                    <a:pt x="191" y="387"/>
                  </a:cubicBezTo>
                  <a:cubicBezTo>
                    <a:pt x="192" y="387"/>
                    <a:pt x="193" y="387"/>
                    <a:pt x="193" y="386"/>
                  </a:cubicBezTo>
                  <a:cubicBezTo>
                    <a:pt x="193" y="385"/>
                    <a:pt x="194" y="381"/>
                    <a:pt x="196" y="382"/>
                  </a:cubicBezTo>
                  <a:cubicBezTo>
                    <a:pt x="196" y="382"/>
                    <a:pt x="196" y="382"/>
                    <a:pt x="196" y="382"/>
                  </a:cubicBezTo>
                  <a:cubicBezTo>
                    <a:pt x="197" y="383"/>
                    <a:pt x="195" y="386"/>
                    <a:pt x="195" y="388"/>
                  </a:cubicBezTo>
                  <a:cubicBezTo>
                    <a:pt x="195" y="388"/>
                    <a:pt x="195" y="388"/>
                    <a:pt x="195" y="388"/>
                  </a:cubicBezTo>
                  <a:cubicBezTo>
                    <a:pt x="197" y="388"/>
                    <a:pt x="199" y="387"/>
                    <a:pt x="200" y="387"/>
                  </a:cubicBezTo>
                  <a:cubicBezTo>
                    <a:pt x="200" y="387"/>
                    <a:pt x="200" y="387"/>
                    <a:pt x="200" y="387"/>
                  </a:cubicBezTo>
                  <a:cubicBezTo>
                    <a:pt x="203" y="392"/>
                    <a:pt x="197" y="390"/>
                    <a:pt x="196" y="392"/>
                  </a:cubicBezTo>
                  <a:cubicBezTo>
                    <a:pt x="197" y="392"/>
                    <a:pt x="197" y="392"/>
                    <a:pt x="197" y="392"/>
                  </a:cubicBezTo>
                  <a:cubicBezTo>
                    <a:pt x="199" y="392"/>
                    <a:pt x="202" y="393"/>
                    <a:pt x="204" y="390"/>
                  </a:cubicBezTo>
                  <a:cubicBezTo>
                    <a:pt x="205" y="391"/>
                    <a:pt x="205" y="391"/>
                    <a:pt x="205" y="391"/>
                  </a:cubicBezTo>
                  <a:cubicBezTo>
                    <a:pt x="205" y="391"/>
                    <a:pt x="205" y="391"/>
                    <a:pt x="205" y="391"/>
                  </a:cubicBezTo>
                  <a:cubicBezTo>
                    <a:pt x="205" y="390"/>
                    <a:pt x="205" y="390"/>
                    <a:pt x="205" y="390"/>
                  </a:cubicBezTo>
                  <a:cubicBezTo>
                    <a:pt x="205" y="391"/>
                    <a:pt x="204" y="391"/>
                    <a:pt x="204" y="391"/>
                  </a:cubicBezTo>
                  <a:cubicBezTo>
                    <a:pt x="204" y="392"/>
                    <a:pt x="204" y="392"/>
                    <a:pt x="204" y="392"/>
                  </a:cubicBezTo>
                  <a:cubicBezTo>
                    <a:pt x="204" y="392"/>
                    <a:pt x="206" y="394"/>
                    <a:pt x="206" y="396"/>
                  </a:cubicBezTo>
                  <a:cubicBezTo>
                    <a:pt x="206" y="396"/>
                    <a:pt x="206" y="396"/>
                    <a:pt x="206" y="396"/>
                  </a:cubicBezTo>
                  <a:cubicBezTo>
                    <a:pt x="205" y="399"/>
                    <a:pt x="201" y="399"/>
                    <a:pt x="201" y="403"/>
                  </a:cubicBezTo>
                  <a:cubicBezTo>
                    <a:pt x="200" y="403"/>
                    <a:pt x="199" y="402"/>
                    <a:pt x="198" y="402"/>
                  </a:cubicBezTo>
                  <a:cubicBezTo>
                    <a:pt x="198" y="402"/>
                    <a:pt x="197" y="402"/>
                    <a:pt x="197" y="402"/>
                  </a:cubicBezTo>
                  <a:cubicBezTo>
                    <a:pt x="197" y="402"/>
                    <a:pt x="197" y="402"/>
                    <a:pt x="197" y="402"/>
                  </a:cubicBezTo>
                  <a:cubicBezTo>
                    <a:pt x="203" y="405"/>
                    <a:pt x="199" y="412"/>
                    <a:pt x="199" y="417"/>
                  </a:cubicBezTo>
                  <a:cubicBezTo>
                    <a:pt x="198" y="418"/>
                    <a:pt x="198" y="418"/>
                    <a:pt x="198" y="418"/>
                  </a:cubicBezTo>
                  <a:cubicBezTo>
                    <a:pt x="198" y="418"/>
                    <a:pt x="198" y="418"/>
                    <a:pt x="198" y="418"/>
                  </a:cubicBezTo>
                  <a:cubicBezTo>
                    <a:pt x="198" y="417"/>
                    <a:pt x="198" y="417"/>
                    <a:pt x="198" y="417"/>
                  </a:cubicBezTo>
                  <a:cubicBezTo>
                    <a:pt x="197" y="416"/>
                    <a:pt x="196" y="416"/>
                    <a:pt x="195" y="415"/>
                  </a:cubicBezTo>
                  <a:cubicBezTo>
                    <a:pt x="194" y="415"/>
                    <a:pt x="194" y="415"/>
                    <a:pt x="193" y="415"/>
                  </a:cubicBezTo>
                  <a:cubicBezTo>
                    <a:pt x="192" y="414"/>
                    <a:pt x="190" y="414"/>
                    <a:pt x="189" y="413"/>
                  </a:cubicBezTo>
                  <a:cubicBezTo>
                    <a:pt x="189" y="413"/>
                    <a:pt x="189" y="413"/>
                    <a:pt x="189" y="413"/>
                  </a:cubicBezTo>
                  <a:cubicBezTo>
                    <a:pt x="189" y="412"/>
                    <a:pt x="189" y="412"/>
                    <a:pt x="189" y="412"/>
                  </a:cubicBezTo>
                  <a:cubicBezTo>
                    <a:pt x="187" y="412"/>
                    <a:pt x="186" y="412"/>
                    <a:pt x="185" y="412"/>
                  </a:cubicBezTo>
                  <a:cubicBezTo>
                    <a:pt x="185" y="412"/>
                    <a:pt x="185" y="412"/>
                    <a:pt x="185" y="412"/>
                  </a:cubicBezTo>
                  <a:cubicBezTo>
                    <a:pt x="185" y="412"/>
                    <a:pt x="185" y="411"/>
                    <a:pt x="185" y="411"/>
                  </a:cubicBezTo>
                  <a:cubicBezTo>
                    <a:pt x="182" y="410"/>
                    <a:pt x="181" y="411"/>
                    <a:pt x="179" y="411"/>
                  </a:cubicBezTo>
                  <a:cubicBezTo>
                    <a:pt x="178" y="411"/>
                    <a:pt x="178" y="411"/>
                    <a:pt x="177" y="411"/>
                  </a:cubicBezTo>
                  <a:cubicBezTo>
                    <a:pt x="176" y="410"/>
                    <a:pt x="175" y="410"/>
                    <a:pt x="174" y="412"/>
                  </a:cubicBezTo>
                  <a:cubicBezTo>
                    <a:pt x="173" y="412"/>
                    <a:pt x="173" y="412"/>
                    <a:pt x="172" y="412"/>
                  </a:cubicBezTo>
                  <a:cubicBezTo>
                    <a:pt x="171" y="412"/>
                    <a:pt x="170" y="412"/>
                    <a:pt x="169" y="412"/>
                  </a:cubicBezTo>
                  <a:cubicBezTo>
                    <a:pt x="169" y="412"/>
                    <a:pt x="168" y="412"/>
                    <a:pt x="168" y="412"/>
                  </a:cubicBezTo>
                  <a:cubicBezTo>
                    <a:pt x="168" y="411"/>
                    <a:pt x="167" y="411"/>
                    <a:pt x="167" y="411"/>
                  </a:cubicBezTo>
                  <a:cubicBezTo>
                    <a:pt x="167" y="410"/>
                    <a:pt x="166" y="411"/>
                    <a:pt x="166" y="411"/>
                  </a:cubicBezTo>
                  <a:cubicBezTo>
                    <a:pt x="165" y="412"/>
                    <a:pt x="166" y="413"/>
                    <a:pt x="167" y="414"/>
                  </a:cubicBezTo>
                  <a:cubicBezTo>
                    <a:pt x="168" y="415"/>
                    <a:pt x="168" y="415"/>
                    <a:pt x="168" y="415"/>
                  </a:cubicBezTo>
                  <a:cubicBezTo>
                    <a:pt x="168" y="415"/>
                    <a:pt x="169" y="416"/>
                    <a:pt x="169" y="416"/>
                  </a:cubicBezTo>
                  <a:cubicBezTo>
                    <a:pt x="169" y="420"/>
                    <a:pt x="164" y="419"/>
                    <a:pt x="162" y="421"/>
                  </a:cubicBezTo>
                  <a:cubicBezTo>
                    <a:pt x="161" y="420"/>
                    <a:pt x="160" y="419"/>
                    <a:pt x="159" y="419"/>
                  </a:cubicBezTo>
                  <a:cubicBezTo>
                    <a:pt x="158" y="419"/>
                    <a:pt x="157" y="419"/>
                    <a:pt x="156" y="420"/>
                  </a:cubicBezTo>
                  <a:cubicBezTo>
                    <a:pt x="154" y="421"/>
                    <a:pt x="152" y="421"/>
                    <a:pt x="149" y="422"/>
                  </a:cubicBezTo>
                  <a:cubicBezTo>
                    <a:pt x="149" y="426"/>
                    <a:pt x="145" y="424"/>
                    <a:pt x="144" y="427"/>
                  </a:cubicBezTo>
                  <a:cubicBezTo>
                    <a:pt x="144" y="428"/>
                    <a:pt x="144" y="429"/>
                    <a:pt x="144" y="429"/>
                  </a:cubicBezTo>
                  <a:cubicBezTo>
                    <a:pt x="144" y="430"/>
                    <a:pt x="145" y="430"/>
                    <a:pt x="145" y="430"/>
                  </a:cubicBezTo>
                  <a:cubicBezTo>
                    <a:pt x="145" y="431"/>
                    <a:pt x="145" y="431"/>
                    <a:pt x="145" y="431"/>
                  </a:cubicBezTo>
                  <a:cubicBezTo>
                    <a:pt x="147" y="432"/>
                    <a:pt x="148" y="433"/>
                    <a:pt x="149" y="434"/>
                  </a:cubicBezTo>
                  <a:cubicBezTo>
                    <a:pt x="149" y="434"/>
                    <a:pt x="149" y="434"/>
                    <a:pt x="149" y="434"/>
                  </a:cubicBezTo>
                  <a:cubicBezTo>
                    <a:pt x="149" y="435"/>
                    <a:pt x="146" y="436"/>
                    <a:pt x="147" y="438"/>
                  </a:cubicBezTo>
                  <a:cubicBezTo>
                    <a:pt x="148" y="439"/>
                    <a:pt x="150" y="438"/>
                    <a:pt x="151" y="438"/>
                  </a:cubicBezTo>
                  <a:cubicBezTo>
                    <a:pt x="151" y="438"/>
                    <a:pt x="152" y="439"/>
                    <a:pt x="152" y="439"/>
                  </a:cubicBezTo>
                  <a:cubicBezTo>
                    <a:pt x="152" y="439"/>
                    <a:pt x="152" y="439"/>
                    <a:pt x="152" y="439"/>
                  </a:cubicBezTo>
                  <a:cubicBezTo>
                    <a:pt x="153" y="440"/>
                    <a:pt x="155" y="440"/>
                    <a:pt x="156" y="441"/>
                  </a:cubicBezTo>
                  <a:cubicBezTo>
                    <a:pt x="157" y="441"/>
                    <a:pt x="157" y="441"/>
                    <a:pt x="157" y="440"/>
                  </a:cubicBezTo>
                  <a:cubicBezTo>
                    <a:pt x="157" y="440"/>
                    <a:pt x="158" y="440"/>
                    <a:pt x="158" y="440"/>
                  </a:cubicBezTo>
                  <a:cubicBezTo>
                    <a:pt x="159" y="441"/>
                    <a:pt x="159" y="441"/>
                    <a:pt x="159" y="441"/>
                  </a:cubicBezTo>
                  <a:cubicBezTo>
                    <a:pt x="159" y="441"/>
                    <a:pt x="159" y="442"/>
                    <a:pt x="160" y="442"/>
                  </a:cubicBezTo>
                  <a:cubicBezTo>
                    <a:pt x="161" y="442"/>
                    <a:pt x="161" y="442"/>
                    <a:pt x="162" y="443"/>
                  </a:cubicBezTo>
                  <a:cubicBezTo>
                    <a:pt x="164" y="444"/>
                    <a:pt x="169" y="446"/>
                    <a:pt x="171" y="447"/>
                  </a:cubicBezTo>
                  <a:cubicBezTo>
                    <a:pt x="172" y="448"/>
                    <a:pt x="173" y="449"/>
                    <a:pt x="173" y="449"/>
                  </a:cubicBezTo>
                  <a:cubicBezTo>
                    <a:pt x="173" y="449"/>
                    <a:pt x="173" y="449"/>
                    <a:pt x="173" y="449"/>
                  </a:cubicBezTo>
                  <a:cubicBezTo>
                    <a:pt x="173" y="449"/>
                    <a:pt x="174" y="449"/>
                    <a:pt x="174" y="450"/>
                  </a:cubicBezTo>
                  <a:cubicBezTo>
                    <a:pt x="175" y="449"/>
                    <a:pt x="176" y="449"/>
                    <a:pt x="177" y="448"/>
                  </a:cubicBezTo>
                  <a:cubicBezTo>
                    <a:pt x="177" y="447"/>
                    <a:pt x="178" y="445"/>
                    <a:pt x="179" y="444"/>
                  </a:cubicBezTo>
                  <a:cubicBezTo>
                    <a:pt x="178" y="445"/>
                    <a:pt x="177" y="447"/>
                    <a:pt x="177" y="448"/>
                  </a:cubicBezTo>
                  <a:cubicBezTo>
                    <a:pt x="177" y="448"/>
                    <a:pt x="177" y="448"/>
                    <a:pt x="177" y="448"/>
                  </a:cubicBezTo>
                  <a:cubicBezTo>
                    <a:pt x="176" y="449"/>
                    <a:pt x="174" y="449"/>
                    <a:pt x="174" y="450"/>
                  </a:cubicBezTo>
                  <a:cubicBezTo>
                    <a:pt x="174" y="450"/>
                    <a:pt x="174" y="450"/>
                    <a:pt x="174" y="450"/>
                  </a:cubicBezTo>
                  <a:cubicBezTo>
                    <a:pt x="171" y="453"/>
                    <a:pt x="168" y="455"/>
                    <a:pt x="164" y="458"/>
                  </a:cubicBezTo>
                  <a:cubicBezTo>
                    <a:pt x="161" y="460"/>
                    <a:pt x="156" y="461"/>
                    <a:pt x="153" y="464"/>
                  </a:cubicBezTo>
                  <a:cubicBezTo>
                    <a:pt x="150" y="467"/>
                    <a:pt x="154" y="472"/>
                    <a:pt x="152" y="475"/>
                  </a:cubicBezTo>
                  <a:cubicBezTo>
                    <a:pt x="150" y="477"/>
                    <a:pt x="149" y="477"/>
                    <a:pt x="148" y="476"/>
                  </a:cubicBezTo>
                  <a:cubicBezTo>
                    <a:pt x="146" y="474"/>
                    <a:pt x="144" y="471"/>
                    <a:pt x="142" y="470"/>
                  </a:cubicBezTo>
                  <a:cubicBezTo>
                    <a:pt x="141" y="469"/>
                    <a:pt x="138" y="469"/>
                    <a:pt x="137" y="470"/>
                  </a:cubicBezTo>
                  <a:cubicBezTo>
                    <a:pt x="134" y="471"/>
                    <a:pt x="136" y="472"/>
                    <a:pt x="135" y="474"/>
                  </a:cubicBezTo>
                  <a:cubicBezTo>
                    <a:pt x="133" y="477"/>
                    <a:pt x="131" y="478"/>
                    <a:pt x="131" y="481"/>
                  </a:cubicBezTo>
                  <a:cubicBezTo>
                    <a:pt x="131" y="483"/>
                    <a:pt x="132" y="484"/>
                    <a:pt x="132" y="486"/>
                  </a:cubicBezTo>
                  <a:cubicBezTo>
                    <a:pt x="132" y="489"/>
                    <a:pt x="130" y="490"/>
                    <a:pt x="130" y="492"/>
                  </a:cubicBezTo>
                  <a:cubicBezTo>
                    <a:pt x="129" y="493"/>
                    <a:pt x="129" y="494"/>
                    <a:pt x="130" y="495"/>
                  </a:cubicBezTo>
                  <a:cubicBezTo>
                    <a:pt x="130" y="496"/>
                    <a:pt x="132" y="496"/>
                    <a:pt x="133" y="497"/>
                  </a:cubicBezTo>
                  <a:cubicBezTo>
                    <a:pt x="133" y="498"/>
                    <a:pt x="133" y="498"/>
                    <a:pt x="133" y="498"/>
                  </a:cubicBezTo>
                  <a:cubicBezTo>
                    <a:pt x="134" y="498"/>
                    <a:pt x="134" y="498"/>
                    <a:pt x="134" y="498"/>
                  </a:cubicBezTo>
                  <a:cubicBezTo>
                    <a:pt x="135" y="499"/>
                    <a:pt x="135" y="502"/>
                    <a:pt x="136" y="503"/>
                  </a:cubicBezTo>
                  <a:cubicBezTo>
                    <a:pt x="139" y="502"/>
                    <a:pt x="143" y="502"/>
                    <a:pt x="146" y="505"/>
                  </a:cubicBezTo>
                  <a:cubicBezTo>
                    <a:pt x="146" y="506"/>
                    <a:pt x="147" y="507"/>
                    <a:pt x="147" y="508"/>
                  </a:cubicBezTo>
                  <a:cubicBezTo>
                    <a:pt x="148" y="509"/>
                    <a:pt x="148" y="511"/>
                    <a:pt x="149" y="512"/>
                  </a:cubicBezTo>
                  <a:cubicBezTo>
                    <a:pt x="151" y="514"/>
                    <a:pt x="152" y="515"/>
                    <a:pt x="152" y="517"/>
                  </a:cubicBezTo>
                  <a:cubicBezTo>
                    <a:pt x="151" y="517"/>
                    <a:pt x="151" y="517"/>
                    <a:pt x="150" y="518"/>
                  </a:cubicBezTo>
                  <a:cubicBezTo>
                    <a:pt x="150" y="518"/>
                    <a:pt x="150" y="518"/>
                    <a:pt x="150" y="518"/>
                  </a:cubicBezTo>
                  <a:cubicBezTo>
                    <a:pt x="149" y="518"/>
                    <a:pt x="149" y="518"/>
                    <a:pt x="149" y="518"/>
                  </a:cubicBezTo>
                  <a:cubicBezTo>
                    <a:pt x="149" y="519"/>
                    <a:pt x="149" y="519"/>
                    <a:pt x="149" y="519"/>
                  </a:cubicBezTo>
                  <a:cubicBezTo>
                    <a:pt x="149" y="519"/>
                    <a:pt x="149" y="519"/>
                    <a:pt x="149" y="519"/>
                  </a:cubicBezTo>
                  <a:cubicBezTo>
                    <a:pt x="149" y="520"/>
                    <a:pt x="149" y="520"/>
                    <a:pt x="149" y="520"/>
                  </a:cubicBezTo>
                  <a:cubicBezTo>
                    <a:pt x="150" y="521"/>
                    <a:pt x="150" y="521"/>
                    <a:pt x="150" y="521"/>
                  </a:cubicBezTo>
                  <a:cubicBezTo>
                    <a:pt x="150" y="521"/>
                    <a:pt x="150" y="521"/>
                    <a:pt x="150" y="521"/>
                  </a:cubicBezTo>
                  <a:cubicBezTo>
                    <a:pt x="151" y="522"/>
                    <a:pt x="151" y="522"/>
                    <a:pt x="151" y="522"/>
                  </a:cubicBezTo>
                  <a:cubicBezTo>
                    <a:pt x="152" y="522"/>
                    <a:pt x="152" y="522"/>
                    <a:pt x="152" y="522"/>
                  </a:cubicBezTo>
                  <a:cubicBezTo>
                    <a:pt x="152" y="523"/>
                    <a:pt x="152" y="523"/>
                    <a:pt x="152" y="523"/>
                  </a:cubicBezTo>
                  <a:cubicBezTo>
                    <a:pt x="153" y="523"/>
                    <a:pt x="154" y="524"/>
                    <a:pt x="154" y="524"/>
                  </a:cubicBezTo>
                  <a:cubicBezTo>
                    <a:pt x="159" y="523"/>
                    <a:pt x="165" y="521"/>
                    <a:pt x="168" y="520"/>
                  </a:cubicBezTo>
                  <a:cubicBezTo>
                    <a:pt x="170" y="519"/>
                    <a:pt x="172" y="516"/>
                    <a:pt x="174" y="515"/>
                  </a:cubicBezTo>
                  <a:cubicBezTo>
                    <a:pt x="178" y="514"/>
                    <a:pt x="179" y="517"/>
                    <a:pt x="182" y="518"/>
                  </a:cubicBezTo>
                  <a:cubicBezTo>
                    <a:pt x="184" y="518"/>
                    <a:pt x="186" y="518"/>
                    <a:pt x="188" y="517"/>
                  </a:cubicBezTo>
                  <a:cubicBezTo>
                    <a:pt x="192" y="516"/>
                    <a:pt x="195" y="515"/>
                    <a:pt x="197" y="520"/>
                  </a:cubicBezTo>
                  <a:cubicBezTo>
                    <a:pt x="199" y="524"/>
                    <a:pt x="192" y="534"/>
                    <a:pt x="198" y="537"/>
                  </a:cubicBezTo>
                  <a:cubicBezTo>
                    <a:pt x="198" y="537"/>
                    <a:pt x="197" y="538"/>
                    <a:pt x="197" y="538"/>
                  </a:cubicBezTo>
                  <a:cubicBezTo>
                    <a:pt x="197" y="539"/>
                    <a:pt x="197" y="539"/>
                    <a:pt x="197" y="539"/>
                  </a:cubicBezTo>
                  <a:cubicBezTo>
                    <a:pt x="191" y="539"/>
                    <a:pt x="185" y="535"/>
                    <a:pt x="181" y="536"/>
                  </a:cubicBezTo>
                  <a:cubicBezTo>
                    <a:pt x="171" y="538"/>
                    <a:pt x="177" y="543"/>
                    <a:pt x="177" y="548"/>
                  </a:cubicBezTo>
                  <a:cubicBezTo>
                    <a:pt x="174" y="548"/>
                    <a:pt x="174" y="544"/>
                    <a:pt x="171" y="545"/>
                  </a:cubicBezTo>
                  <a:cubicBezTo>
                    <a:pt x="168" y="545"/>
                    <a:pt x="166" y="549"/>
                    <a:pt x="167" y="552"/>
                  </a:cubicBezTo>
                  <a:cubicBezTo>
                    <a:pt x="168" y="553"/>
                    <a:pt x="173" y="554"/>
                    <a:pt x="175" y="556"/>
                  </a:cubicBezTo>
                  <a:cubicBezTo>
                    <a:pt x="177" y="558"/>
                    <a:pt x="179" y="560"/>
                    <a:pt x="178" y="563"/>
                  </a:cubicBezTo>
                  <a:cubicBezTo>
                    <a:pt x="180" y="564"/>
                    <a:pt x="184" y="567"/>
                    <a:pt x="186" y="568"/>
                  </a:cubicBezTo>
                  <a:cubicBezTo>
                    <a:pt x="189" y="570"/>
                    <a:pt x="192" y="570"/>
                    <a:pt x="194" y="575"/>
                  </a:cubicBezTo>
                  <a:cubicBezTo>
                    <a:pt x="192" y="575"/>
                    <a:pt x="191" y="577"/>
                    <a:pt x="190" y="578"/>
                  </a:cubicBezTo>
                  <a:cubicBezTo>
                    <a:pt x="190" y="579"/>
                    <a:pt x="190" y="580"/>
                    <a:pt x="190" y="580"/>
                  </a:cubicBezTo>
                  <a:cubicBezTo>
                    <a:pt x="190" y="581"/>
                    <a:pt x="190" y="581"/>
                    <a:pt x="190" y="583"/>
                  </a:cubicBezTo>
                  <a:cubicBezTo>
                    <a:pt x="197" y="589"/>
                    <a:pt x="193" y="602"/>
                    <a:pt x="194" y="609"/>
                  </a:cubicBezTo>
                  <a:cubicBezTo>
                    <a:pt x="195" y="608"/>
                    <a:pt x="197" y="608"/>
                    <a:pt x="198" y="607"/>
                  </a:cubicBezTo>
                  <a:cubicBezTo>
                    <a:pt x="199" y="608"/>
                    <a:pt x="199" y="608"/>
                    <a:pt x="199" y="608"/>
                  </a:cubicBezTo>
                  <a:cubicBezTo>
                    <a:pt x="194" y="612"/>
                    <a:pt x="200" y="613"/>
                    <a:pt x="203" y="616"/>
                  </a:cubicBezTo>
                  <a:cubicBezTo>
                    <a:pt x="208" y="621"/>
                    <a:pt x="204" y="621"/>
                    <a:pt x="203" y="627"/>
                  </a:cubicBezTo>
                  <a:cubicBezTo>
                    <a:pt x="203" y="629"/>
                    <a:pt x="204" y="634"/>
                    <a:pt x="205" y="638"/>
                  </a:cubicBezTo>
                  <a:cubicBezTo>
                    <a:pt x="205" y="638"/>
                    <a:pt x="205" y="637"/>
                    <a:pt x="205" y="637"/>
                  </a:cubicBezTo>
                  <a:cubicBezTo>
                    <a:pt x="205" y="637"/>
                    <a:pt x="205" y="638"/>
                    <a:pt x="205" y="638"/>
                  </a:cubicBezTo>
                  <a:cubicBezTo>
                    <a:pt x="205" y="638"/>
                    <a:pt x="205" y="638"/>
                    <a:pt x="205" y="638"/>
                  </a:cubicBezTo>
                  <a:cubicBezTo>
                    <a:pt x="205" y="638"/>
                    <a:pt x="205" y="638"/>
                    <a:pt x="205" y="638"/>
                  </a:cubicBezTo>
                  <a:cubicBezTo>
                    <a:pt x="205" y="638"/>
                    <a:pt x="205" y="638"/>
                    <a:pt x="205" y="638"/>
                  </a:cubicBezTo>
                  <a:cubicBezTo>
                    <a:pt x="205" y="638"/>
                    <a:pt x="205" y="638"/>
                    <a:pt x="205" y="638"/>
                  </a:cubicBezTo>
                  <a:cubicBezTo>
                    <a:pt x="205" y="638"/>
                    <a:pt x="205" y="638"/>
                    <a:pt x="205" y="638"/>
                  </a:cubicBezTo>
                  <a:cubicBezTo>
                    <a:pt x="205" y="638"/>
                    <a:pt x="205" y="638"/>
                    <a:pt x="205" y="638"/>
                  </a:cubicBezTo>
                  <a:cubicBezTo>
                    <a:pt x="205" y="639"/>
                    <a:pt x="205" y="640"/>
                    <a:pt x="206" y="641"/>
                  </a:cubicBezTo>
                  <a:cubicBezTo>
                    <a:pt x="206" y="641"/>
                    <a:pt x="206" y="641"/>
                    <a:pt x="206" y="641"/>
                  </a:cubicBezTo>
                  <a:cubicBezTo>
                    <a:pt x="205" y="643"/>
                    <a:pt x="202" y="643"/>
                    <a:pt x="199" y="642"/>
                  </a:cubicBezTo>
                  <a:cubicBezTo>
                    <a:pt x="197" y="642"/>
                    <a:pt x="196" y="642"/>
                    <a:pt x="195" y="642"/>
                  </a:cubicBezTo>
                  <a:cubicBezTo>
                    <a:pt x="191" y="643"/>
                    <a:pt x="189" y="646"/>
                    <a:pt x="185" y="646"/>
                  </a:cubicBezTo>
                  <a:cubicBezTo>
                    <a:pt x="182" y="646"/>
                    <a:pt x="178" y="645"/>
                    <a:pt x="175" y="644"/>
                  </a:cubicBezTo>
                  <a:cubicBezTo>
                    <a:pt x="173" y="643"/>
                    <a:pt x="172" y="642"/>
                    <a:pt x="171" y="642"/>
                  </a:cubicBezTo>
                  <a:cubicBezTo>
                    <a:pt x="169" y="641"/>
                    <a:pt x="169" y="639"/>
                    <a:pt x="167" y="639"/>
                  </a:cubicBezTo>
                  <a:cubicBezTo>
                    <a:pt x="165" y="635"/>
                    <a:pt x="163" y="635"/>
                    <a:pt x="159" y="634"/>
                  </a:cubicBezTo>
                  <a:cubicBezTo>
                    <a:pt x="155" y="633"/>
                    <a:pt x="155" y="632"/>
                    <a:pt x="153" y="627"/>
                  </a:cubicBezTo>
                  <a:cubicBezTo>
                    <a:pt x="152" y="625"/>
                    <a:pt x="152" y="625"/>
                    <a:pt x="151" y="624"/>
                  </a:cubicBezTo>
                  <a:cubicBezTo>
                    <a:pt x="152" y="622"/>
                    <a:pt x="153" y="619"/>
                    <a:pt x="154" y="618"/>
                  </a:cubicBezTo>
                  <a:cubicBezTo>
                    <a:pt x="155" y="616"/>
                    <a:pt x="157" y="616"/>
                    <a:pt x="158" y="614"/>
                  </a:cubicBezTo>
                  <a:cubicBezTo>
                    <a:pt x="158" y="613"/>
                    <a:pt x="158" y="609"/>
                    <a:pt x="157" y="608"/>
                  </a:cubicBezTo>
                  <a:cubicBezTo>
                    <a:pt x="160" y="603"/>
                    <a:pt x="162" y="603"/>
                    <a:pt x="162" y="597"/>
                  </a:cubicBezTo>
                  <a:cubicBezTo>
                    <a:pt x="158" y="597"/>
                    <a:pt x="153" y="589"/>
                    <a:pt x="152" y="586"/>
                  </a:cubicBezTo>
                  <a:cubicBezTo>
                    <a:pt x="151" y="585"/>
                    <a:pt x="151" y="584"/>
                    <a:pt x="150" y="582"/>
                  </a:cubicBezTo>
                  <a:cubicBezTo>
                    <a:pt x="150" y="582"/>
                    <a:pt x="150" y="582"/>
                    <a:pt x="150" y="582"/>
                  </a:cubicBezTo>
                  <a:cubicBezTo>
                    <a:pt x="148" y="585"/>
                    <a:pt x="144" y="587"/>
                    <a:pt x="142" y="587"/>
                  </a:cubicBezTo>
                  <a:cubicBezTo>
                    <a:pt x="139" y="588"/>
                    <a:pt x="134" y="584"/>
                    <a:pt x="131" y="582"/>
                  </a:cubicBezTo>
                  <a:cubicBezTo>
                    <a:pt x="131" y="582"/>
                    <a:pt x="130" y="582"/>
                    <a:pt x="129" y="581"/>
                  </a:cubicBezTo>
                  <a:cubicBezTo>
                    <a:pt x="129" y="581"/>
                    <a:pt x="129" y="581"/>
                    <a:pt x="129" y="581"/>
                  </a:cubicBezTo>
                  <a:cubicBezTo>
                    <a:pt x="129" y="581"/>
                    <a:pt x="129" y="581"/>
                    <a:pt x="129" y="581"/>
                  </a:cubicBezTo>
                  <a:cubicBezTo>
                    <a:pt x="129" y="581"/>
                    <a:pt x="128" y="582"/>
                    <a:pt x="128" y="582"/>
                  </a:cubicBezTo>
                  <a:cubicBezTo>
                    <a:pt x="127" y="582"/>
                    <a:pt x="127" y="582"/>
                    <a:pt x="126" y="582"/>
                  </a:cubicBezTo>
                  <a:cubicBezTo>
                    <a:pt x="126" y="582"/>
                    <a:pt x="126" y="584"/>
                    <a:pt x="126" y="584"/>
                  </a:cubicBezTo>
                  <a:cubicBezTo>
                    <a:pt x="127" y="584"/>
                    <a:pt x="127" y="584"/>
                    <a:pt x="127" y="585"/>
                  </a:cubicBezTo>
                  <a:cubicBezTo>
                    <a:pt x="129" y="586"/>
                    <a:pt x="129" y="588"/>
                    <a:pt x="129" y="590"/>
                  </a:cubicBezTo>
                  <a:cubicBezTo>
                    <a:pt x="129" y="590"/>
                    <a:pt x="129" y="590"/>
                    <a:pt x="129" y="590"/>
                  </a:cubicBezTo>
                  <a:cubicBezTo>
                    <a:pt x="128" y="590"/>
                    <a:pt x="128" y="590"/>
                    <a:pt x="127" y="589"/>
                  </a:cubicBezTo>
                  <a:cubicBezTo>
                    <a:pt x="127" y="589"/>
                    <a:pt x="128" y="588"/>
                    <a:pt x="127" y="588"/>
                  </a:cubicBezTo>
                  <a:cubicBezTo>
                    <a:pt x="126" y="587"/>
                    <a:pt x="126" y="587"/>
                    <a:pt x="126" y="587"/>
                  </a:cubicBezTo>
                  <a:cubicBezTo>
                    <a:pt x="125" y="587"/>
                    <a:pt x="124" y="587"/>
                    <a:pt x="124" y="587"/>
                  </a:cubicBezTo>
                  <a:cubicBezTo>
                    <a:pt x="123" y="587"/>
                    <a:pt x="123" y="587"/>
                    <a:pt x="123" y="587"/>
                  </a:cubicBezTo>
                  <a:cubicBezTo>
                    <a:pt x="122" y="587"/>
                    <a:pt x="122" y="587"/>
                    <a:pt x="122" y="587"/>
                  </a:cubicBezTo>
                  <a:cubicBezTo>
                    <a:pt x="120" y="586"/>
                    <a:pt x="118" y="586"/>
                    <a:pt x="115" y="587"/>
                  </a:cubicBezTo>
                  <a:cubicBezTo>
                    <a:pt x="115" y="587"/>
                    <a:pt x="115" y="588"/>
                    <a:pt x="115" y="588"/>
                  </a:cubicBezTo>
                  <a:cubicBezTo>
                    <a:pt x="114" y="588"/>
                    <a:pt x="114" y="588"/>
                    <a:pt x="114" y="588"/>
                  </a:cubicBezTo>
                  <a:cubicBezTo>
                    <a:pt x="113" y="587"/>
                    <a:pt x="113" y="587"/>
                    <a:pt x="113" y="586"/>
                  </a:cubicBezTo>
                  <a:cubicBezTo>
                    <a:pt x="113" y="586"/>
                    <a:pt x="113" y="586"/>
                    <a:pt x="113" y="586"/>
                  </a:cubicBezTo>
                  <a:cubicBezTo>
                    <a:pt x="113" y="586"/>
                    <a:pt x="112" y="586"/>
                    <a:pt x="112" y="587"/>
                  </a:cubicBezTo>
                  <a:cubicBezTo>
                    <a:pt x="112" y="587"/>
                    <a:pt x="112" y="587"/>
                    <a:pt x="112" y="587"/>
                  </a:cubicBezTo>
                  <a:cubicBezTo>
                    <a:pt x="113" y="587"/>
                    <a:pt x="113" y="587"/>
                    <a:pt x="114" y="587"/>
                  </a:cubicBezTo>
                  <a:cubicBezTo>
                    <a:pt x="114" y="588"/>
                    <a:pt x="114" y="588"/>
                    <a:pt x="114" y="588"/>
                  </a:cubicBezTo>
                  <a:cubicBezTo>
                    <a:pt x="114" y="588"/>
                    <a:pt x="115" y="589"/>
                    <a:pt x="116" y="590"/>
                  </a:cubicBezTo>
                  <a:cubicBezTo>
                    <a:pt x="116" y="591"/>
                    <a:pt x="117" y="592"/>
                    <a:pt x="117" y="593"/>
                  </a:cubicBezTo>
                  <a:cubicBezTo>
                    <a:pt x="117" y="593"/>
                    <a:pt x="117" y="593"/>
                    <a:pt x="117" y="593"/>
                  </a:cubicBezTo>
                  <a:cubicBezTo>
                    <a:pt x="118" y="593"/>
                    <a:pt x="118" y="594"/>
                    <a:pt x="118" y="596"/>
                  </a:cubicBezTo>
                  <a:cubicBezTo>
                    <a:pt x="119" y="597"/>
                    <a:pt x="120" y="600"/>
                    <a:pt x="120" y="601"/>
                  </a:cubicBezTo>
                  <a:cubicBezTo>
                    <a:pt x="121" y="602"/>
                    <a:pt x="121" y="603"/>
                    <a:pt x="122" y="603"/>
                  </a:cubicBezTo>
                  <a:cubicBezTo>
                    <a:pt x="122" y="603"/>
                    <a:pt x="122" y="603"/>
                    <a:pt x="122" y="603"/>
                  </a:cubicBezTo>
                  <a:cubicBezTo>
                    <a:pt x="123" y="604"/>
                    <a:pt x="122" y="605"/>
                    <a:pt x="121" y="606"/>
                  </a:cubicBezTo>
                  <a:cubicBezTo>
                    <a:pt x="121" y="606"/>
                    <a:pt x="121" y="606"/>
                    <a:pt x="121" y="606"/>
                  </a:cubicBezTo>
                  <a:cubicBezTo>
                    <a:pt x="122" y="606"/>
                    <a:pt x="124" y="607"/>
                    <a:pt x="125" y="608"/>
                  </a:cubicBezTo>
                  <a:cubicBezTo>
                    <a:pt x="125" y="608"/>
                    <a:pt x="126" y="609"/>
                    <a:pt x="126" y="609"/>
                  </a:cubicBezTo>
                  <a:cubicBezTo>
                    <a:pt x="126" y="610"/>
                    <a:pt x="126" y="610"/>
                    <a:pt x="126" y="610"/>
                  </a:cubicBezTo>
                  <a:cubicBezTo>
                    <a:pt x="126" y="610"/>
                    <a:pt x="126" y="610"/>
                    <a:pt x="126" y="610"/>
                  </a:cubicBezTo>
                  <a:cubicBezTo>
                    <a:pt x="126" y="610"/>
                    <a:pt x="126" y="611"/>
                    <a:pt x="127" y="612"/>
                  </a:cubicBezTo>
                  <a:cubicBezTo>
                    <a:pt x="128" y="614"/>
                    <a:pt x="128" y="615"/>
                    <a:pt x="129" y="616"/>
                  </a:cubicBezTo>
                  <a:cubicBezTo>
                    <a:pt x="128" y="617"/>
                    <a:pt x="127" y="617"/>
                    <a:pt x="126" y="617"/>
                  </a:cubicBezTo>
                  <a:cubicBezTo>
                    <a:pt x="126" y="617"/>
                    <a:pt x="125" y="617"/>
                    <a:pt x="124" y="617"/>
                  </a:cubicBezTo>
                  <a:cubicBezTo>
                    <a:pt x="123" y="617"/>
                    <a:pt x="121" y="617"/>
                    <a:pt x="118" y="616"/>
                  </a:cubicBezTo>
                  <a:cubicBezTo>
                    <a:pt x="116" y="615"/>
                    <a:pt x="112" y="609"/>
                    <a:pt x="109" y="608"/>
                  </a:cubicBezTo>
                  <a:cubicBezTo>
                    <a:pt x="106" y="607"/>
                    <a:pt x="104" y="607"/>
                    <a:pt x="103" y="610"/>
                  </a:cubicBezTo>
                  <a:cubicBezTo>
                    <a:pt x="103" y="613"/>
                    <a:pt x="104" y="617"/>
                    <a:pt x="105" y="620"/>
                  </a:cubicBezTo>
                  <a:cubicBezTo>
                    <a:pt x="105" y="624"/>
                    <a:pt x="105" y="628"/>
                    <a:pt x="106" y="631"/>
                  </a:cubicBezTo>
                  <a:cubicBezTo>
                    <a:pt x="107" y="633"/>
                    <a:pt x="108" y="635"/>
                    <a:pt x="110" y="637"/>
                  </a:cubicBezTo>
                  <a:cubicBezTo>
                    <a:pt x="110" y="637"/>
                    <a:pt x="110" y="638"/>
                    <a:pt x="111" y="639"/>
                  </a:cubicBezTo>
                  <a:cubicBezTo>
                    <a:pt x="111" y="639"/>
                    <a:pt x="111" y="639"/>
                    <a:pt x="111" y="639"/>
                  </a:cubicBezTo>
                  <a:cubicBezTo>
                    <a:pt x="109" y="639"/>
                    <a:pt x="108" y="638"/>
                    <a:pt x="106" y="638"/>
                  </a:cubicBezTo>
                  <a:cubicBezTo>
                    <a:pt x="104" y="637"/>
                    <a:pt x="101" y="637"/>
                    <a:pt x="98" y="636"/>
                  </a:cubicBezTo>
                  <a:cubicBezTo>
                    <a:pt x="98" y="636"/>
                    <a:pt x="97" y="636"/>
                    <a:pt x="97" y="636"/>
                  </a:cubicBezTo>
                  <a:cubicBezTo>
                    <a:pt x="96" y="636"/>
                    <a:pt x="96" y="636"/>
                    <a:pt x="96" y="636"/>
                  </a:cubicBezTo>
                  <a:cubicBezTo>
                    <a:pt x="93" y="635"/>
                    <a:pt x="91" y="637"/>
                    <a:pt x="87" y="638"/>
                  </a:cubicBezTo>
                  <a:cubicBezTo>
                    <a:pt x="87" y="638"/>
                    <a:pt x="87" y="638"/>
                    <a:pt x="87" y="638"/>
                  </a:cubicBezTo>
                  <a:cubicBezTo>
                    <a:pt x="86" y="638"/>
                    <a:pt x="86" y="638"/>
                    <a:pt x="86" y="638"/>
                  </a:cubicBezTo>
                  <a:cubicBezTo>
                    <a:pt x="85" y="638"/>
                    <a:pt x="85" y="638"/>
                    <a:pt x="85" y="638"/>
                  </a:cubicBezTo>
                  <a:cubicBezTo>
                    <a:pt x="84" y="638"/>
                    <a:pt x="82" y="638"/>
                    <a:pt x="81" y="637"/>
                  </a:cubicBezTo>
                  <a:cubicBezTo>
                    <a:pt x="80" y="637"/>
                    <a:pt x="78" y="637"/>
                    <a:pt x="77" y="637"/>
                  </a:cubicBezTo>
                  <a:cubicBezTo>
                    <a:pt x="77" y="637"/>
                    <a:pt x="77" y="637"/>
                    <a:pt x="77" y="637"/>
                  </a:cubicBezTo>
                  <a:cubicBezTo>
                    <a:pt x="74" y="638"/>
                    <a:pt x="70" y="639"/>
                    <a:pt x="67" y="640"/>
                  </a:cubicBezTo>
                  <a:cubicBezTo>
                    <a:pt x="64" y="641"/>
                    <a:pt x="62" y="642"/>
                    <a:pt x="58" y="643"/>
                  </a:cubicBezTo>
                  <a:cubicBezTo>
                    <a:pt x="54" y="644"/>
                    <a:pt x="53" y="643"/>
                    <a:pt x="49" y="642"/>
                  </a:cubicBezTo>
                  <a:cubicBezTo>
                    <a:pt x="46" y="642"/>
                    <a:pt x="43" y="641"/>
                    <a:pt x="40" y="642"/>
                  </a:cubicBezTo>
                  <a:cubicBezTo>
                    <a:pt x="37" y="643"/>
                    <a:pt x="36" y="643"/>
                    <a:pt x="32" y="643"/>
                  </a:cubicBezTo>
                  <a:cubicBezTo>
                    <a:pt x="31" y="643"/>
                    <a:pt x="29" y="642"/>
                    <a:pt x="27" y="643"/>
                  </a:cubicBezTo>
                  <a:cubicBezTo>
                    <a:pt x="27" y="643"/>
                    <a:pt x="27" y="643"/>
                    <a:pt x="26" y="643"/>
                  </a:cubicBezTo>
                  <a:cubicBezTo>
                    <a:pt x="25" y="644"/>
                    <a:pt x="26" y="644"/>
                    <a:pt x="26" y="646"/>
                  </a:cubicBezTo>
                  <a:cubicBezTo>
                    <a:pt x="26" y="649"/>
                    <a:pt x="24" y="651"/>
                    <a:pt x="22" y="653"/>
                  </a:cubicBezTo>
                  <a:cubicBezTo>
                    <a:pt x="20" y="655"/>
                    <a:pt x="19" y="655"/>
                    <a:pt x="17" y="654"/>
                  </a:cubicBezTo>
                  <a:cubicBezTo>
                    <a:pt x="16" y="654"/>
                    <a:pt x="16" y="654"/>
                    <a:pt x="16" y="654"/>
                  </a:cubicBezTo>
                  <a:cubicBezTo>
                    <a:pt x="16" y="655"/>
                    <a:pt x="17" y="656"/>
                    <a:pt x="17" y="658"/>
                  </a:cubicBezTo>
                  <a:cubicBezTo>
                    <a:pt x="17" y="658"/>
                    <a:pt x="17" y="660"/>
                    <a:pt x="17" y="664"/>
                  </a:cubicBezTo>
                  <a:cubicBezTo>
                    <a:pt x="17" y="667"/>
                    <a:pt x="17" y="666"/>
                    <a:pt x="17" y="666"/>
                  </a:cubicBezTo>
                  <a:cubicBezTo>
                    <a:pt x="17" y="666"/>
                    <a:pt x="17" y="666"/>
                    <a:pt x="17" y="666"/>
                  </a:cubicBezTo>
                  <a:cubicBezTo>
                    <a:pt x="17" y="667"/>
                    <a:pt x="17" y="667"/>
                    <a:pt x="17" y="667"/>
                  </a:cubicBezTo>
                  <a:cubicBezTo>
                    <a:pt x="17" y="668"/>
                    <a:pt x="17" y="668"/>
                    <a:pt x="17" y="669"/>
                  </a:cubicBezTo>
                  <a:cubicBezTo>
                    <a:pt x="17" y="671"/>
                    <a:pt x="17" y="671"/>
                    <a:pt x="16" y="672"/>
                  </a:cubicBezTo>
                  <a:cubicBezTo>
                    <a:pt x="15" y="672"/>
                    <a:pt x="15" y="673"/>
                    <a:pt x="14" y="675"/>
                  </a:cubicBezTo>
                  <a:cubicBezTo>
                    <a:pt x="13" y="676"/>
                    <a:pt x="13" y="677"/>
                    <a:pt x="12" y="679"/>
                  </a:cubicBezTo>
                  <a:cubicBezTo>
                    <a:pt x="11" y="681"/>
                    <a:pt x="11" y="682"/>
                    <a:pt x="10" y="682"/>
                  </a:cubicBezTo>
                  <a:cubicBezTo>
                    <a:pt x="10" y="683"/>
                    <a:pt x="9" y="684"/>
                    <a:pt x="9" y="685"/>
                  </a:cubicBezTo>
                  <a:cubicBezTo>
                    <a:pt x="8" y="686"/>
                    <a:pt x="8" y="687"/>
                    <a:pt x="8" y="687"/>
                  </a:cubicBezTo>
                  <a:cubicBezTo>
                    <a:pt x="8" y="687"/>
                    <a:pt x="8" y="689"/>
                    <a:pt x="8" y="691"/>
                  </a:cubicBezTo>
                  <a:cubicBezTo>
                    <a:pt x="8" y="693"/>
                    <a:pt x="8" y="693"/>
                    <a:pt x="7" y="693"/>
                  </a:cubicBezTo>
                  <a:cubicBezTo>
                    <a:pt x="7" y="694"/>
                    <a:pt x="7" y="695"/>
                    <a:pt x="6" y="696"/>
                  </a:cubicBezTo>
                  <a:cubicBezTo>
                    <a:pt x="5" y="698"/>
                    <a:pt x="5" y="698"/>
                    <a:pt x="4" y="699"/>
                  </a:cubicBezTo>
                  <a:cubicBezTo>
                    <a:pt x="3" y="701"/>
                    <a:pt x="3" y="701"/>
                    <a:pt x="3" y="702"/>
                  </a:cubicBezTo>
                  <a:cubicBezTo>
                    <a:pt x="2" y="703"/>
                    <a:pt x="2" y="704"/>
                    <a:pt x="0" y="705"/>
                  </a:cubicBezTo>
                  <a:cubicBezTo>
                    <a:pt x="2" y="707"/>
                    <a:pt x="2" y="707"/>
                    <a:pt x="2" y="710"/>
                  </a:cubicBezTo>
                  <a:cubicBezTo>
                    <a:pt x="3" y="712"/>
                    <a:pt x="5" y="715"/>
                    <a:pt x="6" y="718"/>
                  </a:cubicBezTo>
                  <a:cubicBezTo>
                    <a:pt x="7" y="721"/>
                    <a:pt x="8" y="726"/>
                    <a:pt x="8" y="730"/>
                  </a:cubicBezTo>
                  <a:cubicBezTo>
                    <a:pt x="8" y="731"/>
                    <a:pt x="7" y="733"/>
                    <a:pt x="6" y="734"/>
                  </a:cubicBezTo>
                  <a:cubicBezTo>
                    <a:pt x="6" y="735"/>
                    <a:pt x="6" y="736"/>
                    <a:pt x="6" y="736"/>
                  </a:cubicBezTo>
                  <a:cubicBezTo>
                    <a:pt x="5" y="737"/>
                    <a:pt x="5" y="739"/>
                    <a:pt x="5" y="740"/>
                  </a:cubicBezTo>
                  <a:cubicBezTo>
                    <a:pt x="4" y="741"/>
                    <a:pt x="5" y="742"/>
                    <a:pt x="5" y="742"/>
                  </a:cubicBezTo>
                  <a:cubicBezTo>
                    <a:pt x="5" y="742"/>
                    <a:pt x="7" y="744"/>
                    <a:pt x="8" y="744"/>
                  </a:cubicBezTo>
                  <a:cubicBezTo>
                    <a:pt x="9" y="744"/>
                    <a:pt x="9" y="745"/>
                    <a:pt x="10" y="746"/>
                  </a:cubicBezTo>
                  <a:cubicBezTo>
                    <a:pt x="11" y="746"/>
                    <a:pt x="12" y="747"/>
                    <a:pt x="13" y="748"/>
                  </a:cubicBezTo>
                  <a:cubicBezTo>
                    <a:pt x="14" y="748"/>
                    <a:pt x="14" y="750"/>
                    <a:pt x="15" y="750"/>
                  </a:cubicBezTo>
                  <a:cubicBezTo>
                    <a:pt x="15" y="751"/>
                    <a:pt x="15" y="752"/>
                    <a:pt x="16" y="753"/>
                  </a:cubicBezTo>
                  <a:cubicBezTo>
                    <a:pt x="16" y="753"/>
                    <a:pt x="17" y="755"/>
                    <a:pt x="17" y="755"/>
                  </a:cubicBezTo>
                  <a:cubicBezTo>
                    <a:pt x="17" y="755"/>
                    <a:pt x="18" y="757"/>
                    <a:pt x="19" y="758"/>
                  </a:cubicBezTo>
                  <a:cubicBezTo>
                    <a:pt x="21" y="758"/>
                    <a:pt x="20" y="759"/>
                    <a:pt x="21" y="759"/>
                  </a:cubicBezTo>
                  <a:cubicBezTo>
                    <a:pt x="21" y="760"/>
                    <a:pt x="22" y="762"/>
                    <a:pt x="23" y="763"/>
                  </a:cubicBezTo>
                  <a:cubicBezTo>
                    <a:pt x="24" y="765"/>
                    <a:pt x="25" y="766"/>
                    <a:pt x="25" y="767"/>
                  </a:cubicBezTo>
                  <a:cubicBezTo>
                    <a:pt x="25" y="768"/>
                    <a:pt x="30" y="773"/>
                    <a:pt x="31" y="774"/>
                  </a:cubicBezTo>
                  <a:cubicBezTo>
                    <a:pt x="32" y="775"/>
                    <a:pt x="32" y="776"/>
                    <a:pt x="32" y="776"/>
                  </a:cubicBezTo>
                  <a:cubicBezTo>
                    <a:pt x="32" y="776"/>
                    <a:pt x="32" y="779"/>
                    <a:pt x="32" y="779"/>
                  </a:cubicBezTo>
                  <a:cubicBezTo>
                    <a:pt x="32" y="780"/>
                    <a:pt x="32" y="782"/>
                    <a:pt x="33" y="782"/>
                  </a:cubicBezTo>
                  <a:cubicBezTo>
                    <a:pt x="33" y="783"/>
                    <a:pt x="33" y="784"/>
                    <a:pt x="35" y="785"/>
                  </a:cubicBezTo>
                  <a:cubicBezTo>
                    <a:pt x="36" y="785"/>
                    <a:pt x="35" y="786"/>
                    <a:pt x="36" y="786"/>
                  </a:cubicBezTo>
                  <a:cubicBezTo>
                    <a:pt x="37" y="786"/>
                    <a:pt x="38" y="788"/>
                    <a:pt x="39" y="788"/>
                  </a:cubicBezTo>
                  <a:cubicBezTo>
                    <a:pt x="41" y="788"/>
                    <a:pt x="41" y="790"/>
                    <a:pt x="42" y="791"/>
                  </a:cubicBezTo>
                  <a:cubicBezTo>
                    <a:pt x="42" y="791"/>
                    <a:pt x="43" y="792"/>
                    <a:pt x="43" y="792"/>
                  </a:cubicBezTo>
                  <a:cubicBezTo>
                    <a:pt x="43" y="792"/>
                    <a:pt x="43" y="794"/>
                    <a:pt x="45" y="794"/>
                  </a:cubicBezTo>
                  <a:cubicBezTo>
                    <a:pt x="46" y="794"/>
                    <a:pt x="45" y="796"/>
                    <a:pt x="46" y="796"/>
                  </a:cubicBezTo>
                  <a:cubicBezTo>
                    <a:pt x="47" y="797"/>
                    <a:pt x="48" y="799"/>
                    <a:pt x="49" y="800"/>
                  </a:cubicBezTo>
                  <a:cubicBezTo>
                    <a:pt x="50" y="800"/>
                    <a:pt x="50" y="804"/>
                    <a:pt x="50" y="804"/>
                  </a:cubicBezTo>
                  <a:cubicBezTo>
                    <a:pt x="50" y="804"/>
                    <a:pt x="50" y="810"/>
                    <a:pt x="51" y="812"/>
                  </a:cubicBezTo>
                  <a:cubicBezTo>
                    <a:pt x="51" y="813"/>
                    <a:pt x="51" y="814"/>
                    <a:pt x="51" y="815"/>
                  </a:cubicBezTo>
                  <a:cubicBezTo>
                    <a:pt x="51" y="816"/>
                    <a:pt x="51" y="818"/>
                    <a:pt x="51" y="818"/>
                  </a:cubicBezTo>
                  <a:cubicBezTo>
                    <a:pt x="51" y="818"/>
                    <a:pt x="51" y="820"/>
                    <a:pt x="52" y="821"/>
                  </a:cubicBezTo>
                  <a:cubicBezTo>
                    <a:pt x="52" y="822"/>
                    <a:pt x="53" y="824"/>
                    <a:pt x="53" y="824"/>
                  </a:cubicBezTo>
                  <a:cubicBezTo>
                    <a:pt x="54" y="825"/>
                    <a:pt x="55" y="826"/>
                    <a:pt x="55" y="826"/>
                  </a:cubicBezTo>
                  <a:cubicBezTo>
                    <a:pt x="55" y="826"/>
                    <a:pt x="57" y="827"/>
                    <a:pt x="57" y="827"/>
                  </a:cubicBezTo>
                  <a:cubicBezTo>
                    <a:pt x="58" y="827"/>
                    <a:pt x="58" y="829"/>
                    <a:pt x="60" y="829"/>
                  </a:cubicBezTo>
                  <a:cubicBezTo>
                    <a:pt x="62" y="830"/>
                    <a:pt x="62" y="831"/>
                    <a:pt x="63" y="831"/>
                  </a:cubicBezTo>
                  <a:cubicBezTo>
                    <a:pt x="63" y="832"/>
                    <a:pt x="63" y="833"/>
                    <a:pt x="64" y="833"/>
                  </a:cubicBezTo>
                  <a:cubicBezTo>
                    <a:pt x="65" y="834"/>
                    <a:pt x="64" y="835"/>
                    <a:pt x="65" y="835"/>
                  </a:cubicBezTo>
                  <a:cubicBezTo>
                    <a:pt x="65" y="835"/>
                    <a:pt x="67" y="836"/>
                    <a:pt x="68" y="837"/>
                  </a:cubicBezTo>
                  <a:cubicBezTo>
                    <a:pt x="69" y="838"/>
                    <a:pt x="71" y="840"/>
                    <a:pt x="71" y="840"/>
                  </a:cubicBezTo>
                  <a:cubicBezTo>
                    <a:pt x="71" y="840"/>
                    <a:pt x="73" y="846"/>
                    <a:pt x="74" y="848"/>
                  </a:cubicBezTo>
                  <a:cubicBezTo>
                    <a:pt x="76" y="850"/>
                    <a:pt x="75" y="852"/>
                    <a:pt x="75" y="852"/>
                  </a:cubicBezTo>
                  <a:cubicBezTo>
                    <a:pt x="75" y="852"/>
                    <a:pt x="76" y="854"/>
                    <a:pt x="76" y="855"/>
                  </a:cubicBezTo>
                  <a:cubicBezTo>
                    <a:pt x="77" y="855"/>
                    <a:pt x="77" y="856"/>
                    <a:pt x="78" y="857"/>
                  </a:cubicBezTo>
                  <a:cubicBezTo>
                    <a:pt x="80" y="858"/>
                    <a:pt x="80" y="859"/>
                    <a:pt x="80" y="859"/>
                  </a:cubicBezTo>
                  <a:cubicBezTo>
                    <a:pt x="80" y="859"/>
                    <a:pt x="81" y="860"/>
                    <a:pt x="82" y="860"/>
                  </a:cubicBezTo>
                  <a:cubicBezTo>
                    <a:pt x="83" y="860"/>
                    <a:pt x="82" y="860"/>
                    <a:pt x="83" y="862"/>
                  </a:cubicBezTo>
                  <a:cubicBezTo>
                    <a:pt x="84" y="863"/>
                    <a:pt x="84" y="864"/>
                    <a:pt x="85" y="865"/>
                  </a:cubicBezTo>
                  <a:cubicBezTo>
                    <a:pt x="85" y="865"/>
                    <a:pt x="86" y="867"/>
                    <a:pt x="87" y="867"/>
                  </a:cubicBezTo>
                  <a:cubicBezTo>
                    <a:pt x="88" y="868"/>
                    <a:pt x="87" y="869"/>
                    <a:pt x="87" y="869"/>
                  </a:cubicBezTo>
                  <a:cubicBezTo>
                    <a:pt x="87" y="871"/>
                    <a:pt x="87" y="871"/>
                    <a:pt x="87" y="871"/>
                  </a:cubicBezTo>
                  <a:cubicBezTo>
                    <a:pt x="87" y="871"/>
                    <a:pt x="88" y="874"/>
                    <a:pt x="89" y="875"/>
                  </a:cubicBezTo>
                  <a:cubicBezTo>
                    <a:pt x="89" y="875"/>
                    <a:pt x="89" y="875"/>
                    <a:pt x="89" y="875"/>
                  </a:cubicBezTo>
                  <a:cubicBezTo>
                    <a:pt x="89" y="876"/>
                    <a:pt x="89" y="877"/>
                    <a:pt x="89" y="877"/>
                  </a:cubicBezTo>
                  <a:cubicBezTo>
                    <a:pt x="89" y="878"/>
                    <a:pt x="89" y="878"/>
                    <a:pt x="89" y="878"/>
                  </a:cubicBezTo>
                  <a:cubicBezTo>
                    <a:pt x="88" y="881"/>
                    <a:pt x="88" y="881"/>
                    <a:pt x="88" y="881"/>
                  </a:cubicBezTo>
                  <a:cubicBezTo>
                    <a:pt x="90" y="887"/>
                    <a:pt x="90" y="887"/>
                    <a:pt x="90" y="887"/>
                  </a:cubicBezTo>
                  <a:cubicBezTo>
                    <a:pt x="90" y="887"/>
                    <a:pt x="92" y="898"/>
                    <a:pt x="93" y="900"/>
                  </a:cubicBezTo>
                  <a:cubicBezTo>
                    <a:pt x="94" y="903"/>
                    <a:pt x="94" y="903"/>
                    <a:pt x="94" y="903"/>
                  </a:cubicBezTo>
                  <a:cubicBezTo>
                    <a:pt x="94" y="903"/>
                    <a:pt x="94" y="906"/>
                    <a:pt x="95" y="907"/>
                  </a:cubicBezTo>
                  <a:cubicBezTo>
                    <a:pt x="95" y="908"/>
                    <a:pt x="96" y="910"/>
                    <a:pt x="96" y="910"/>
                  </a:cubicBezTo>
                  <a:cubicBezTo>
                    <a:pt x="96" y="910"/>
                    <a:pt x="97" y="911"/>
                    <a:pt x="98" y="911"/>
                  </a:cubicBezTo>
                  <a:cubicBezTo>
                    <a:pt x="99" y="911"/>
                    <a:pt x="100" y="912"/>
                    <a:pt x="100" y="912"/>
                  </a:cubicBezTo>
                  <a:cubicBezTo>
                    <a:pt x="100" y="912"/>
                    <a:pt x="106" y="912"/>
                    <a:pt x="107" y="911"/>
                  </a:cubicBezTo>
                  <a:cubicBezTo>
                    <a:pt x="107" y="911"/>
                    <a:pt x="109" y="911"/>
                    <a:pt x="110" y="911"/>
                  </a:cubicBezTo>
                  <a:cubicBezTo>
                    <a:pt x="111" y="911"/>
                    <a:pt x="112" y="911"/>
                    <a:pt x="112" y="911"/>
                  </a:cubicBezTo>
                  <a:cubicBezTo>
                    <a:pt x="112" y="911"/>
                    <a:pt x="114" y="910"/>
                    <a:pt x="115" y="909"/>
                  </a:cubicBezTo>
                  <a:cubicBezTo>
                    <a:pt x="116" y="908"/>
                    <a:pt x="118" y="907"/>
                    <a:pt x="118" y="906"/>
                  </a:cubicBezTo>
                  <a:cubicBezTo>
                    <a:pt x="119" y="905"/>
                    <a:pt x="120" y="905"/>
                    <a:pt x="121" y="905"/>
                  </a:cubicBezTo>
                  <a:cubicBezTo>
                    <a:pt x="121" y="905"/>
                    <a:pt x="121" y="905"/>
                    <a:pt x="122" y="905"/>
                  </a:cubicBezTo>
                  <a:cubicBezTo>
                    <a:pt x="122" y="905"/>
                    <a:pt x="123" y="905"/>
                    <a:pt x="124" y="905"/>
                  </a:cubicBezTo>
                  <a:cubicBezTo>
                    <a:pt x="125" y="905"/>
                    <a:pt x="126" y="905"/>
                    <a:pt x="127" y="905"/>
                  </a:cubicBezTo>
                  <a:cubicBezTo>
                    <a:pt x="128" y="904"/>
                    <a:pt x="130" y="903"/>
                    <a:pt x="131" y="902"/>
                  </a:cubicBezTo>
                  <a:cubicBezTo>
                    <a:pt x="131" y="902"/>
                    <a:pt x="132" y="902"/>
                    <a:pt x="132" y="902"/>
                  </a:cubicBezTo>
                  <a:cubicBezTo>
                    <a:pt x="133" y="902"/>
                    <a:pt x="133" y="902"/>
                    <a:pt x="134" y="902"/>
                  </a:cubicBezTo>
                  <a:cubicBezTo>
                    <a:pt x="134" y="902"/>
                    <a:pt x="134" y="902"/>
                    <a:pt x="135" y="902"/>
                  </a:cubicBezTo>
                  <a:cubicBezTo>
                    <a:pt x="135" y="903"/>
                    <a:pt x="135" y="903"/>
                    <a:pt x="136" y="902"/>
                  </a:cubicBezTo>
                  <a:cubicBezTo>
                    <a:pt x="136" y="902"/>
                    <a:pt x="137" y="902"/>
                    <a:pt x="139" y="901"/>
                  </a:cubicBezTo>
                  <a:cubicBezTo>
                    <a:pt x="140" y="900"/>
                    <a:pt x="140" y="900"/>
                    <a:pt x="141" y="899"/>
                  </a:cubicBezTo>
                  <a:cubicBezTo>
                    <a:pt x="142" y="898"/>
                    <a:pt x="143" y="898"/>
                    <a:pt x="143" y="898"/>
                  </a:cubicBezTo>
                  <a:cubicBezTo>
                    <a:pt x="143" y="898"/>
                    <a:pt x="145" y="899"/>
                    <a:pt x="145" y="899"/>
                  </a:cubicBezTo>
                  <a:cubicBezTo>
                    <a:pt x="146" y="898"/>
                    <a:pt x="147" y="899"/>
                    <a:pt x="148" y="899"/>
                  </a:cubicBezTo>
                  <a:cubicBezTo>
                    <a:pt x="149" y="899"/>
                    <a:pt x="150" y="898"/>
                    <a:pt x="150" y="898"/>
                  </a:cubicBezTo>
                  <a:cubicBezTo>
                    <a:pt x="150" y="897"/>
                    <a:pt x="153" y="895"/>
                    <a:pt x="153" y="895"/>
                  </a:cubicBezTo>
                  <a:cubicBezTo>
                    <a:pt x="155" y="893"/>
                    <a:pt x="155" y="893"/>
                    <a:pt x="155" y="893"/>
                  </a:cubicBezTo>
                  <a:cubicBezTo>
                    <a:pt x="157" y="891"/>
                    <a:pt x="157" y="891"/>
                    <a:pt x="157" y="891"/>
                  </a:cubicBezTo>
                  <a:cubicBezTo>
                    <a:pt x="157" y="891"/>
                    <a:pt x="159" y="890"/>
                    <a:pt x="160" y="889"/>
                  </a:cubicBezTo>
                  <a:cubicBezTo>
                    <a:pt x="160" y="889"/>
                    <a:pt x="162" y="889"/>
                    <a:pt x="162" y="889"/>
                  </a:cubicBezTo>
                  <a:cubicBezTo>
                    <a:pt x="162" y="889"/>
                    <a:pt x="163" y="889"/>
                    <a:pt x="164" y="889"/>
                  </a:cubicBezTo>
                  <a:cubicBezTo>
                    <a:pt x="164" y="889"/>
                    <a:pt x="168" y="888"/>
                    <a:pt x="168" y="888"/>
                  </a:cubicBezTo>
                  <a:cubicBezTo>
                    <a:pt x="168" y="888"/>
                    <a:pt x="170" y="888"/>
                    <a:pt x="171" y="887"/>
                  </a:cubicBezTo>
                  <a:cubicBezTo>
                    <a:pt x="171" y="887"/>
                    <a:pt x="175" y="886"/>
                    <a:pt x="175" y="886"/>
                  </a:cubicBezTo>
                  <a:cubicBezTo>
                    <a:pt x="178" y="885"/>
                    <a:pt x="178" y="885"/>
                    <a:pt x="178" y="885"/>
                  </a:cubicBezTo>
                  <a:cubicBezTo>
                    <a:pt x="178" y="885"/>
                    <a:pt x="180" y="884"/>
                    <a:pt x="181" y="884"/>
                  </a:cubicBezTo>
                  <a:cubicBezTo>
                    <a:pt x="181" y="884"/>
                    <a:pt x="183" y="883"/>
                    <a:pt x="185" y="882"/>
                  </a:cubicBezTo>
                  <a:cubicBezTo>
                    <a:pt x="187" y="879"/>
                    <a:pt x="187" y="879"/>
                    <a:pt x="187" y="879"/>
                  </a:cubicBezTo>
                  <a:cubicBezTo>
                    <a:pt x="187" y="879"/>
                    <a:pt x="187" y="875"/>
                    <a:pt x="188" y="874"/>
                  </a:cubicBezTo>
                  <a:cubicBezTo>
                    <a:pt x="189" y="873"/>
                    <a:pt x="190" y="873"/>
                    <a:pt x="190" y="873"/>
                  </a:cubicBezTo>
                  <a:cubicBezTo>
                    <a:pt x="190" y="873"/>
                    <a:pt x="192" y="872"/>
                    <a:pt x="193" y="872"/>
                  </a:cubicBezTo>
                  <a:cubicBezTo>
                    <a:pt x="193" y="871"/>
                    <a:pt x="195" y="869"/>
                    <a:pt x="195" y="869"/>
                  </a:cubicBezTo>
                  <a:cubicBezTo>
                    <a:pt x="197" y="869"/>
                    <a:pt x="197" y="869"/>
                    <a:pt x="197" y="869"/>
                  </a:cubicBezTo>
                  <a:cubicBezTo>
                    <a:pt x="198" y="869"/>
                    <a:pt x="198" y="869"/>
                    <a:pt x="198" y="869"/>
                  </a:cubicBezTo>
                  <a:cubicBezTo>
                    <a:pt x="200" y="869"/>
                    <a:pt x="200" y="869"/>
                    <a:pt x="200" y="869"/>
                  </a:cubicBezTo>
                  <a:cubicBezTo>
                    <a:pt x="200" y="869"/>
                    <a:pt x="203" y="867"/>
                    <a:pt x="203" y="867"/>
                  </a:cubicBezTo>
                  <a:cubicBezTo>
                    <a:pt x="204" y="866"/>
                    <a:pt x="208" y="865"/>
                    <a:pt x="208" y="865"/>
                  </a:cubicBezTo>
                  <a:cubicBezTo>
                    <a:pt x="208" y="865"/>
                    <a:pt x="213" y="865"/>
                    <a:pt x="214" y="865"/>
                  </a:cubicBezTo>
                  <a:cubicBezTo>
                    <a:pt x="214" y="865"/>
                    <a:pt x="215" y="865"/>
                    <a:pt x="215" y="865"/>
                  </a:cubicBezTo>
                  <a:cubicBezTo>
                    <a:pt x="216" y="865"/>
                    <a:pt x="216" y="865"/>
                    <a:pt x="216" y="865"/>
                  </a:cubicBezTo>
                  <a:cubicBezTo>
                    <a:pt x="216" y="864"/>
                    <a:pt x="216" y="865"/>
                    <a:pt x="217" y="863"/>
                  </a:cubicBezTo>
                  <a:cubicBezTo>
                    <a:pt x="218" y="860"/>
                    <a:pt x="219" y="860"/>
                    <a:pt x="221" y="856"/>
                  </a:cubicBezTo>
                  <a:cubicBezTo>
                    <a:pt x="221" y="856"/>
                    <a:pt x="222" y="856"/>
                    <a:pt x="222" y="856"/>
                  </a:cubicBezTo>
                  <a:cubicBezTo>
                    <a:pt x="222" y="856"/>
                    <a:pt x="223" y="856"/>
                    <a:pt x="223" y="856"/>
                  </a:cubicBezTo>
                  <a:cubicBezTo>
                    <a:pt x="223" y="856"/>
                    <a:pt x="228" y="855"/>
                    <a:pt x="228" y="855"/>
                  </a:cubicBezTo>
                  <a:cubicBezTo>
                    <a:pt x="231" y="855"/>
                    <a:pt x="231" y="855"/>
                    <a:pt x="231" y="855"/>
                  </a:cubicBezTo>
                  <a:cubicBezTo>
                    <a:pt x="231" y="855"/>
                    <a:pt x="232" y="853"/>
                    <a:pt x="232" y="852"/>
                  </a:cubicBezTo>
                  <a:cubicBezTo>
                    <a:pt x="231" y="851"/>
                    <a:pt x="233" y="851"/>
                    <a:pt x="234" y="849"/>
                  </a:cubicBezTo>
                  <a:cubicBezTo>
                    <a:pt x="234" y="848"/>
                    <a:pt x="235" y="847"/>
                    <a:pt x="235" y="847"/>
                  </a:cubicBezTo>
                  <a:cubicBezTo>
                    <a:pt x="235" y="846"/>
                    <a:pt x="236" y="845"/>
                    <a:pt x="237" y="844"/>
                  </a:cubicBezTo>
                  <a:cubicBezTo>
                    <a:pt x="237" y="844"/>
                    <a:pt x="242" y="844"/>
                    <a:pt x="242" y="844"/>
                  </a:cubicBezTo>
                  <a:cubicBezTo>
                    <a:pt x="243" y="844"/>
                    <a:pt x="245" y="844"/>
                    <a:pt x="245" y="844"/>
                  </a:cubicBezTo>
                  <a:cubicBezTo>
                    <a:pt x="245" y="844"/>
                    <a:pt x="245" y="837"/>
                    <a:pt x="245" y="834"/>
                  </a:cubicBezTo>
                  <a:cubicBezTo>
                    <a:pt x="245" y="832"/>
                    <a:pt x="245" y="832"/>
                    <a:pt x="245" y="832"/>
                  </a:cubicBezTo>
                  <a:cubicBezTo>
                    <a:pt x="246" y="832"/>
                    <a:pt x="246" y="832"/>
                    <a:pt x="246" y="832"/>
                  </a:cubicBezTo>
                  <a:cubicBezTo>
                    <a:pt x="246" y="831"/>
                    <a:pt x="247" y="829"/>
                    <a:pt x="248" y="828"/>
                  </a:cubicBezTo>
                  <a:cubicBezTo>
                    <a:pt x="248" y="827"/>
                    <a:pt x="250" y="827"/>
                    <a:pt x="250" y="827"/>
                  </a:cubicBezTo>
                  <a:cubicBezTo>
                    <a:pt x="251" y="826"/>
                    <a:pt x="251" y="826"/>
                    <a:pt x="252" y="825"/>
                  </a:cubicBezTo>
                  <a:cubicBezTo>
                    <a:pt x="253" y="824"/>
                    <a:pt x="254" y="823"/>
                    <a:pt x="255" y="822"/>
                  </a:cubicBezTo>
                  <a:cubicBezTo>
                    <a:pt x="257" y="820"/>
                    <a:pt x="258" y="820"/>
                    <a:pt x="258" y="819"/>
                  </a:cubicBezTo>
                  <a:cubicBezTo>
                    <a:pt x="259" y="818"/>
                    <a:pt x="260" y="817"/>
                    <a:pt x="260" y="816"/>
                  </a:cubicBezTo>
                  <a:cubicBezTo>
                    <a:pt x="261" y="815"/>
                    <a:pt x="264" y="813"/>
                    <a:pt x="264" y="813"/>
                  </a:cubicBezTo>
                  <a:cubicBezTo>
                    <a:pt x="264" y="812"/>
                    <a:pt x="267" y="807"/>
                    <a:pt x="267" y="807"/>
                  </a:cubicBezTo>
                  <a:cubicBezTo>
                    <a:pt x="264" y="806"/>
                    <a:pt x="264" y="806"/>
                    <a:pt x="264" y="806"/>
                  </a:cubicBezTo>
                  <a:cubicBezTo>
                    <a:pt x="263" y="804"/>
                    <a:pt x="263" y="804"/>
                    <a:pt x="263" y="804"/>
                  </a:cubicBezTo>
                  <a:cubicBezTo>
                    <a:pt x="261" y="802"/>
                    <a:pt x="261" y="802"/>
                    <a:pt x="261" y="802"/>
                  </a:cubicBezTo>
                  <a:cubicBezTo>
                    <a:pt x="261" y="802"/>
                    <a:pt x="258" y="800"/>
                    <a:pt x="258" y="799"/>
                  </a:cubicBezTo>
                  <a:cubicBezTo>
                    <a:pt x="258" y="799"/>
                    <a:pt x="256" y="796"/>
                    <a:pt x="256" y="796"/>
                  </a:cubicBezTo>
                  <a:cubicBezTo>
                    <a:pt x="256" y="796"/>
                    <a:pt x="253" y="794"/>
                    <a:pt x="253" y="794"/>
                  </a:cubicBezTo>
                  <a:cubicBezTo>
                    <a:pt x="253" y="793"/>
                    <a:pt x="251" y="792"/>
                    <a:pt x="250" y="791"/>
                  </a:cubicBezTo>
                  <a:cubicBezTo>
                    <a:pt x="250" y="791"/>
                    <a:pt x="249" y="792"/>
                    <a:pt x="248" y="792"/>
                  </a:cubicBezTo>
                  <a:cubicBezTo>
                    <a:pt x="247" y="792"/>
                    <a:pt x="246" y="792"/>
                    <a:pt x="246" y="792"/>
                  </a:cubicBezTo>
                  <a:cubicBezTo>
                    <a:pt x="246" y="791"/>
                    <a:pt x="245" y="791"/>
                    <a:pt x="245" y="791"/>
                  </a:cubicBezTo>
                  <a:cubicBezTo>
                    <a:pt x="244" y="790"/>
                    <a:pt x="244" y="790"/>
                    <a:pt x="243" y="790"/>
                  </a:cubicBezTo>
                  <a:cubicBezTo>
                    <a:pt x="243" y="790"/>
                    <a:pt x="242" y="790"/>
                    <a:pt x="242" y="790"/>
                  </a:cubicBezTo>
                  <a:cubicBezTo>
                    <a:pt x="241" y="790"/>
                    <a:pt x="239" y="789"/>
                    <a:pt x="238" y="789"/>
                  </a:cubicBezTo>
                  <a:cubicBezTo>
                    <a:pt x="238" y="789"/>
                    <a:pt x="238" y="788"/>
                    <a:pt x="238" y="787"/>
                  </a:cubicBezTo>
                  <a:cubicBezTo>
                    <a:pt x="237" y="786"/>
                    <a:pt x="235" y="786"/>
                    <a:pt x="234" y="785"/>
                  </a:cubicBezTo>
                  <a:cubicBezTo>
                    <a:pt x="233" y="784"/>
                    <a:pt x="233" y="784"/>
                    <a:pt x="232" y="783"/>
                  </a:cubicBezTo>
                  <a:cubicBezTo>
                    <a:pt x="232" y="783"/>
                    <a:pt x="230" y="776"/>
                    <a:pt x="230" y="776"/>
                  </a:cubicBezTo>
                  <a:cubicBezTo>
                    <a:pt x="229" y="776"/>
                    <a:pt x="230" y="773"/>
                    <a:pt x="230" y="773"/>
                  </a:cubicBezTo>
                  <a:cubicBezTo>
                    <a:pt x="230" y="772"/>
                    <a:pt x="231" y="770"/>
                    <a:pt x="230" y="769"/>
                  </a:cubicBezTo>
                  <a:cubicBezTo>
                    <a:pt x="230" y="768"/>
                    <a:pt x="230" y="763"/>
                    <a:pt x="230" y="763"/>
                  </a:cubicBezTo>
                  <a:cubicBezTo>
                    <a:pt x="229" y="763"/>
                    <a:pt x="228" y="764"/>
                    <a:pt x="228" y="765"/>
                  </a:cubicBezTo>
                  <a:cubicBezTo>
                    <a:pt x="228" y="766"/>
                    <a:pt x="226" y="767"/>
                    <a:pt x="225" y="768"/>
                  </a:cubicBezTo>
                  <a:cubicBezTo>
                    <a:pt x="224" y="770"/>
                    <a:pt x="223" y="770"/>
                    <a:pt x="223" y="770"/>
                  </a:cubicBezTo>
                  <a:cubicBezTo>
                    <a:pt x="221" y="772"/>
                    <a:pt x="221" y="772"/>
                    <a:pt x="221" y="772"/>
                  </a:cubicBezTo>
                  <a:cubicBezTo>
                    <a:pt x="219" y="776"/>
                    <a:pt x="219" y="776"/>
                    <a:pt x="219" y="776"/>
                  </a:cubicBezTo>
                  <a:cubicBezTo>
                    <a:pt x="219" y="776"/>
                    <a:pt x="217" y="777"/>
                    <a:pt x="216" y="778"/>
                  </a:cubicBezTo>
                  <a:cubicBezTo>
                    <a:pt x="216" y="778"/>
                    <a:pt x="213" y="780"/>
                    <a:pt x="213" y="780"/>
                  </a:cubicBezTo>
                  <a:cubicBezTo>
                    <a:pt x="213" y="780"/>
                    <a:pt x="210" y="783"/>
                    <a:pt x="210" y="783"/>
                  </a:cubicBezTo>
                  <a:cubicBezTo>
                    <a:pt x="209" y="784"/>
                    <a:pt x="204" y="786"/>
                    <a:pt x="203" y="787"/>
                  </a:cubicBezTo>
                  <a:cubicBezTo>
                    <a:pt x="201" y="787"/>
                    <a:pt x="200" y="788"/>
                    <a:pt x="199" y="788"/>
                  </a:cubicBezTo>
                  <a:cubicBezTo>
                    <a:pt x="199" y="787"/>
                    <a:pt x="196" y="787"/>
                    <a:pt x="195" y="787"/>
                  </a:cubicBezTo>
                  <a:cubicBezTo>
                    <a:pt x="194" y="787"/>
                    <a:pt x="192" y="787"/>
                    <a:pt x="192" y="787"/>
                  </a:cubicBezTo>
                  <a:cubicBezTo>
                    <a:pt x="192" y="787"/>
                    <a:pt x="190" y="788"/>
                    <a:pt x="189" y="788"/>
                  </a:cubicBezTo>
                  <a:cubicBezTo>
                    <a:pt x="188" y="789"/>
                    <a:pt x="186" y="789"/>
                    <a:pt x="186" y="789"/>
                  </a:cubicBezTo>
                  <a:cubicBezTo>
                    <a:pt x="186" y="789"/>
                    <a:pt x="185" y="787"/>
                    <a:pt x="184" y="787"/>
                  </a:cubicBezTo>
                  <a:cubicBezTo>
                    <a:pt x="183" y="787"/>
                    <a:pt x="182" y="787"/>
                    <a:pt x="182" y="787"/>
                  </a:cubicBezTo>
                  <a:cubicBezTo>
                    <a:pt x="181" y="787"/>
                    <a:pt x="181" y="787"/>
                    <a:pt x="180" y="787"/>
                  </a:cubicBezTo>
                  <a:cubicBezTo>
                    <a:pt x="179" y="786"/>
                    <a:pt x="178" y="784"/>
                    <a:pt x="177" y="783"/>
                  </a:cubicBezTo>
                  <a:cubicBezTo>
                    <a:pt x="177" y="783"/>
                    <a:pt x="178" y="783"/>
                    <a:pt x="178" y="782"/>
                  </a:cubicBezTo>
                  <a:cubicBezTo>
                    <a:pt x="179" y="781"/>
                    <a:pt x="179" y="781"/>
                    <a:pt x="178" y="779"/>
                  </a:cubicBezTo>
                  <a:cubicBezTo>
                    <a:pt x="178" y="777"/>
                    <a:pt x="180" y="776"/>
                    <a:pt x="181" y="776"/>
                  </a:cubicBezTo>
                  <a:cubicBezTo>
                    <a:pt x="182" y="775"/>
                    <a:pt x="182" y="771"/>
                    <a:pt x="181" y="770"/>
                  </a:cubicBezTo>
                  <a:cubicBezTo>
                    <a:pt x="181" y="769"/>
                    <a:pt x="179" y="768"/>
                    <a:pt x="179" y="767"/>
                  </a:cubicBezTo>
                  <a:cubicBezTo>
                    <a:pt x="178" y="766"/>
                    <a:pt x="177" y="766"/>
                    <a:pt x="177" y="766"/>
                  </a:cubicBezTo>
                  <a:cubicBezTo>
                    <a:pt x="177" y="765"/>
                    <a:pt x="175" y="767"/>
                    <a:pt x="174" y="768"/>
                  </a:cubicBezTo>
                  <a:cubicBezTo>
                    <a:pt x="174" y="768"/>
                    <a:pt x="172" y="772"/>
                    <a:pt x="172" y="772"/>
                  </a:cubicBezTo>
                  <a:cubicBezTo>
                    <a:pt x="172" y="772"/>
                    <a:pt x="172" y="777"/>
                    <a:pt x="171" y="776"/>
                  </a:cubicBezTo>
                  <a:cubicBezTo>
                    <a:pt x="171" y="776"/>
                    <a:pt x="170" y="775"/>
                    <a:pt x="170" y="775"/>
                  </a:cubicBezTo>
                  <a:cubicBezTo>
                    <a:pt x="169" y="773"/>
                    <a:pt x="168" y="771"/>
                    <a:pt x="167" y="771"/>
                  </a:cubicBezTo>
                  <a:cubicBezTo>
                    <a:pt x="166" y="770"/>
                    <a:pt x="166" y="769"/>
                    <a:pt x="165" y="769"/>
                  </a:cubicBezTo>
                  <a:cubicBezTo>
                    <a:pt x="164" y="768"/>
                    <a:pt x="165" y="767"/>
                    <a:pt x="165" y="766"/>
                  </a:cubicBezTo>
                  <a:cubicBezTo>
                    <a:pt x="165" y="765"/>
                    <a:pt x="167" y="763"/>
                    <a:pt x="167" y="761"/>
                  </a:cubicBezTo>
                  <a:cubicBezTo>
                    <a:pt x="167" y="760"/>
                    <a:pt x="166" y="760"/>
                    <a:pt x="165" y="760"/>
                  </a:cubicBezTo>
                  <a:cubicBezTo>
                    <a:pt x="164" y="760"/>
                    <a:pt x="164" y="759"/>
                    <a:pt x="163" y="757"/>
                  </a:cubicBezTo>
                  <a:cubicBezTo>
                    <a:pt x="163" y="756"/>
                    <a:pt x="160" y="755"/>
                    <a:pt x="160" y="755"/>
                  </a:cubicBezTo>
                  <a:cubicBezTo>
                    <a:pt x="160" y="755"/>
                    <a:pt x="156" y="753"/>
                    <a:pt x="155" y="753"/>
                  </a:cubicBezTo>
                  <a:cubicBezTo>
                    <a:pt x="155" y="753"/>
                    <a:pt x="155" y="751"/>
                    <a:pt x="154" y="747"/>
                  </a:cubicBezTo>
                  <a:cubicBezTo>
                    <a:pt x="154" y="745"/>
                    <a:pt x="153" y="745"/>
                    <a:pt x="153" y="745"/>
                  </a:cubicBezTo>
                  <a:cubicBezTo>
                    <a:pt x="153" y="746"/>
                    <a:pt x="152" y="746"/>
                    <a:pt x="152" y="745"/>
                  </a:cubicBezTo>
                  <a:cubicBezTo>
                    <a:pt x="150" y="744"/>
                    <a:pt x="150" y="743"/>
                    <a:pt x="149" y="742"/>
                  </a:cubicBezTo>
                  <a:cubicBezTo>
                    <a:pt x="149" y="742"/>
                    <a:pt x="149" y="741"/>
                    <a:pt x="149" y="741"/>
                  </a:cubicBezTo>
                  <a:cubicBezTo>
                    <a:pt x="149" y="740"/>
                    <a:pt x="149" y="739"/>
                    <a:pt x="149" y="738"/>
                  </a:cubicBezTo>
                  <a:cubicBezTo>
                    <a:pt x="148" y="737"/>
                    <a:pt x="148" y="736"/>
                    <a:pt x="146" y="734"/>
                  </a:cubicBezTo>
                  <a:cubicBezTo>
                    <a:pt x="145" y="732"/>
                    <a:pt x="145" y="732"/>
                    <a:pt x="144" y="731"/>
                  </a:cubicBezTo>
                  <a:cubicBezTo>
                    <a:pt x="143" y="730"/>
                    <a:pt x="144" y="729"/>
                    <a:pt x="144" y="727"/>
                  </a:cubicBezTo>
                  <a:cubicBezTo>
                    <a:pt x="144" y="725"/>
                    <a:pt x="145" y="726"/>
                    <a:pt x="145" y="726"/>
                  </a:cubicBezTo>
                  <a:cubicBezTo>
                    <a:pt x="146" y="726"/>
                    <a:pt x="147" y="726"/>
                    <a:pt x="146" y="724"/>
                  </a:cubicBezTo>
                  <a:cubicBezTo>
                    <a:pt x="146" y="723"/>
                    <a:pt x="146" y="723"/>
                    <a:pt x="147" y="722"/>
                  </a:cubicBezTo>
                  <a:cubicBezTo>
                    <a:pt x="147" y="722"/>
                    <a:pt x="148" y="722"/>
                    <a:pt x="148" y="722"/>
                  </a:cubicBezTo>
                  <a:cubicBezTo>
                    <a:pt x="148" y="721"/>
                    <a:pt x="148" y="721"/>
                    <a:pt x="148" y="721"/>
                  </a:cubicBezTo>
                  <a:cubicBezTo>
                    <a:pt x="149" y="721"/>
                    <a:pt x="151" y="721"/>
                    <a:pt x="151" y="719"/>
                  </a:cubicBezTo>
                  <a:cubicBezTo>
                    <a:pt x="152" y="718"/>
                    <a:pt x="153" y="718"/>
                    <a:pt x="154" y="718"/>
                  </a:cubicBezTo>
                  <a:cubicBezTo>
                    <a:pt x="155" y="718"/>
                    <a:pt x="157" y="720"/>
                    <a:pt x="157" y="720"/>
                  </a:cubicBezTo>
                  <a:cubicBezTo>
                    <a:pt x="158" y="720"/>
                    <a:pt x="160" y="721"/>
                    <a:pt x="160" y="721"/>
                  </a:cubicBezTo>
                  <a:cubicBezTo>
                    <a:pt x="160" y="721"/>
                    <a:pt x="163" y="721"/>
                    <a:pt x="165" y="721"/>
                  </a:cubicBezTo>
                  <a:cubicBezTo>
                    <a:pt x="167" y="721"/>
                    <a:pt x="165" y="722"/>
                    <a:pt x="165" y="723"/>
                  </a:cubicBezTo>
                  <a:cubicBezTo>
                    <a:pt x="165" y="724"/>
                    <a:pt x="167" y="725"/>
                    <a:pt x="167" y="725"/>
                  </a:cubicBezTo>
                  <a:cubicBezTo>
                    <a:pt x="168" y="726"/>
                    <a:pt x="170" y="728"/>
                    <a:pt x="171" y="728"/>
                  </a:cubicBezTo>
                  <a:cubicBezTo>
                    <a:pt x="172" y="729"/>
                    <a:pt x="173" y="733"/>
                    <a:pt x="174" y="733"/>
                  </a:cubicBezTo>
                  <a:cubicBezTo>
                    <a:pt x="174" y="733"/>
                    <a:pt x="175" y="738"/>
                    <a:pt x="175" y="738"/>
                  </a:cubicBezTo>
                  <a:cubicBezTo>
                    <a:pt x="176" y="740"/>
                    <a:pt x="176" y="740"/>
                    <a:pt x="176" y="740"/>
                  </a:cubicBezTo>
                  <a:cubicBezTo>
                    <a:pt x="177" y="743"/>
                    <a:pt x="177" y="743"/>
                    <a:pt x="177" y="743"/>
                  </a:cubicBezTo>
                  <a:cubicBezTo>
                    <a:pt x="177" y="743"/>
                    <a:pt x="178" y="745"/>
                    <a:pt x="178" y="745"/>
                  </a:cubicBezTo>
                  <a:cubicBezTo>
                    <a:pt x="179" y="745"/>
                    <a:pt x="181" y="745"/>
                    <a:pt x="182" y="746"/>
                  </a:cubicBezTo>
                  <a:cubicBezTo>
                    <a:pt x="183" y="746"/>
                    <a:pt x="183" y="747"/>
                    <a:pt x="185" y="749"/>
                  </a:cubicBezTo>
                  <a:cubicBezTo>
                    <a:pt x="185" y="749"/>
                    <a:pt x="185" y="751"/>
                    <a:pt x="184" y="751"/>
                  </a:cubicBezTo>
                  <a:cubicBezTo>
                    <a:pt x="184" y="751"/>
                    <a:pt x="185" y="753"/>
                    <a:pt x="185" y="753"/>
                  </a:cubicBezTo>
                  <a:cubicBezTo>
                    <a:pt x="186" y="753"/>
                    <a:pt x="186" y="752"/>
                    <a:pt x="186" y="752"/>
                  </a:cubicBezTo>
                  <a:cubicBezTo>
                    <a:pt x="186" y="751"/>
                    <a:pt x="187" y="750"/>
                    <a:pt x="188" y="750"/>
                  </a:cubicBezTo>
                  <a:cubicBezTo>
                    <a:pt x="189" y="749"/>
                    <a:pt x="190" y="751"/>
                    <a:pt x="191" y="752"/>
                  </a:cubicBezTo>
                  <a:cubicBezTo>
                    <a:pt x="192" y="752"/>
                    <a:pt x="193" y="752"/>
                    <a:pt x="194" y="752"/>
                  </a:cubicBezTo>
                  <a:cubicBezTo>
                    <a:pt x="194" y="752"/>
                    <a:pt x="195" y="754"/>
                    <a:pt x="197" y="755"/>
                  </a:cubicBezTo>
                  <a:cubicBezTo>
                    <a:pt x="198" y="755"/>
                    <a:pt x="200" y="757"/>
                    <a:pt x="200" y="757"/>
                  </a:cubicBezTo>
                  <a:cubicBezTo>
                    <a:pt x="201" y="758"/>
                    <a:pt x="205" y="759"/>
                    <a:pt x="207" y="759"/>
                  </a:cubicBezTo>
                  <a:cubicBezTo>
                    <a:pt x="209" y="760"/>
                    <a:pt x="209" y="761"/>
                    <a:pt x="209" y="761"/>
                  </a:cubicBezTo>
                  <a:cubicBezTo>
                    <a:pt x="209" y="761"/>
                    <a:pt x="212" y="761"/>
                    <a:pt x="213" y="761"/>
                  </a:cubicBezTo>
                  <a:cubicBezTo>
                    <a:pt x="213" y="760"/>
                    <a:pt x="214" y="760"/>
                    <a:pt x="214" y="760"/>
                  </a:cubicBezTo>
                  <a:cubicBezTo>
                    <a:pt x="215" y="759"/>
                    <a:pt x="215" y="759"/>
                    <a:pt x="217" y="758"/>
                  </a:cubicBezTo>
                  <a:cubicBezTo>
                    <a:pt x="218" y="758"/>
                    <a:pt x="218" y="760"/>
                    <a:pt x="219" y="760"/>
                  </a:cubicBezTo>
                  <a:cubicBezTo>
                    <a:pt x="220" y="760"/>
                    <a:pt x="221" y="760"/>
                    <a:pt x="221" y="759"/>
                  </a:cubicBezTo>
                  <a:cubicBezTo>
                    <a:pt x="222" y="759"/>
                    <a:pt x="224" y="759"/>
                    <a:pt x="225" y="758"/>
                  </a:cubicBezTo>
                  <a:cubicBezTo>
                    <a:pt x="226" y="757"/>
                    <a:pt x="225" y="758"/>
                    <a:pt x="226" y="757"/>
                  </a:cubicBezTo>
                  <a:cubicBezTo>
                    <a:pt x="227" y="756"/>
                    <a:pt x="227" y="755"/>
                    <a:pt x="229" y="754"/>
                  </a:cubicBezTo>
                  <a:cubicBezTo>
                    <a:pt x="230" y="753"/>
                    <a:pt x="232" y="754"/>
                    <a:pt x="233" y="754"/>
                  </a:cubicBezTo>
                  <a:cubicBezTo>
                    <a:pt x="233" y="754"/>
                    <a:pt x="235" y="756"/>
                    <a:pt x="236" y="756"/>
                  </a:cubicBezTo>
                  <a:cubicBezTo>
                    <a:pt x="236" y="756"/>
                    <a:pt x="237" y="758"/>
                    <a:pt x="237" y="760"/>
                  </a:cubicBezTo>
                  <a:cubicBezTo>
                    <a:pt x="237" y="761"/>
                    <a:pt x="238" y="763"/>
                    <a:pt x="238" y="764"/>
                  </a:cubicBezTo>
                  <a:cubicBezTo>
                    <a:pt x="239" y="766"/>
                    <a:pt x="241" y="768"/>
                    <a:pt x="241" y="768"/>
                  </a:cubicBezTo>
                  <a:cubicBezTo>
                    <a:pt x="241" y="768"/>
                    <a:pt x="242" y="770"/>
                    <a:pt x="243" y="770"/>
                  </a:cubicBezTo>
                  <a:cubicBezTo>
                    <a:pt x="243" y="770"/>
                    <a:pt x="244" y="770"/>
                    <a:pt x="245" y="770"/>
                  </a:cubicBezTo>
                  <a:cubicBezTo>
                    <a:pt x="246" y="770"/>
                    <a:pt x="247" y="770"/>
                    <a:pt x="247" y="770"/>
                  </a:cubicBezTo>
                  <a:cubicBezTo>
                    <a:pt x="248" y="769"/>
                    <a:pt x="251" y="770"/>
                    <a:pt x="251" y="769"/>
                  </a:cubicBezTo>
                  <a:cubicBezTo>
                    <a:pt x="251" y="769"/>
                    <a:pt x="253" y="771"/>
                    <a:pt x="253" y="771"/>
                  </a:cubicBezTo>
                  <a:cubicBezTo>
                    <a:pt x="254" y="772"/>
                    <a:pt x="258" y="773"/>
                    <a:pt x="259" y="773"/>
                  </a:cubicBezTo>
                  <a:cubicBezTo>
                    <a:pt x="261" y="773"/>
                    <a:pt x="265" y="773"/>
                    <a:pt x="265" y="773"/>
                  </a:cubicBezTo>
                  <a:cubicBezTo>
                    <a:pt x="266" y="773"/>
                    <a:pt x="272" y="774"/>
                    <a:pt x="273" y="774"/>
                  </a:cubicBezTo>
                  <a:cubicBezTo>
                    <a:pt x="274" y="774"/>
                    <a:pt x="276" y="775"/>
                    <a:pt x="277" y="775"/>
                  </a:cubicBezTo>
                  <a:cubicBezTo>
                    <a:pt x="278" y="775"/>
                    <a:pt x="278" y="775"/>
                    <a:pt x="279" y="776"/>
                  </a:cubicBezTo>
                  <a:cubicBezTo>
                    <a:pt x="279" y="777"/>
                    <a:pt x="280" y="777"/>
                    <a:pt x="280" y="777"/>
                  </a:cubicBezTo>
                  <a:cubicBezTo>
                    <a:pt x="280" y="777"/>
                    <a:pt x="281" y="777"/>
                    <a:pt x="281" y="777"/>
                  </a:cubicBezTo>
                  <a:cubicBezTo>
                    <a:pt x="282" y="777"/>
                    <a:pt x="283" y="777"/>
                    <a:pt x="284" y="777"/>
                  </a:cubicBezTo>
                  <a:cubicBezTo>
                    <a:pt x="284" y="777"/>
                    <a:pt x="284" y="777"/>
                    <a:pt x="284" y="777"/>
                  </a:cubicBezTo>
                  <a:cubicBezTo>
                    <a:pt x="285" y="777"/>
                    <a:pt x="288" y="777"/>
                    <a:pt x="289" y="777"/>
                  </a:cubicBezTo>
                  <a:cubicBezTo>
                    <a:pt x="290" y="777"/>
                    <a:pt x="292" y="777"/>
                    <a:pt x="293" y="776"/>
                  </a:cubicBezTo>
                  <a:cubicBezTo>
                    <a:pt x="294" y="775"/>
                    <a:pt x="296" y="775"/>
                    <a:pt x="296" y="775"/>
                  </a:cubicBezTo>
                  <a:cubicBezTo>
                    <a:pt x="296" y="775"/>
                    <a:pt x="301" y="777"/>
                    <a:pt x="301" y="776"/>
                  </a:cubicBezTo>
                  <a:cubicBezTo>
                    <a:pt x="302" y="776"/>
                    <a:pt x="303" y="776"/>
                    <a:pt x="303" y="775"/>
                  </a:cubicBezTo>
                  <a:cubicBezTo>
                    <a:pt x="304" y="775"/>
                    <a:pt x="304" y="775"/>
                    <a:pt x="305" y="775"/>
                  </a:cubicBezTo>
                  <a:cubicBezTo>
                    <a:pt x="305" y="775"/>
                    <a:pt x="306" y="775"/>
                    <a:pt x="306" y="775"/>
                  </a:cubicBezTo>
                  <a:cubicBezTo>
                    <a:pt x="307" y="775"/>
                    <a:pt x="309" y="775"/>
                    <a:pt x="311" y="774"/>
                  </a:cubicBezTo>
                  <a:cubicBezTo>
                    <a:pt x="312" y="774"/>
                    <a:pt x="312" y="775"/>
                    <a:pt x="313" y="775"/>
                  </a:cubicBezTo>
                  <a:cubicBezTo>
                    <a:pt x="314" y="775"/>
                    <a:pt x="315" y="775"/>
                    <a:pt x="316" y="775"/>
                  </a:cubicBezTo>
                  <a:cubicBezTo>
                    <a:pt x="317" y="775"/>
                    <a:pt x="319" y="775"/>
                    <a:pt x="320" y="775"/>
                  </a:cubicBezTo>
                  <a:cubicBezTo>
                    <a:pt x="320" y="775"/>
                    <a:pt x="323" y="775"/>
                    <a:pt x="323" y="775"/>
                  </a:cubicBezTo>
                  <a:cubicBezTo>
                    <a:pt x="324" y="775"/>
                    <a:pt x="327" y="775"/>
                    <a:pt x="327" y="775"/>
                  </a:cubicBezTo>
                  <a:cubicBezTo>
                    <a:pt x="333" y="773"/>
                    <a:pt x="333" y="773"/>
                    <a:pt x="333" y="773"/>
                  </a:cubicBezTo>
                  <a:cubicBezTo>
                    <a:pt x="333" y="773"/>
                    <a:pt x="335" y="773"/>
                    <a:pt x="335" y="774"/>
                  </a:cubicBezTo>
                  <a:cubicBezTo>
                    <a:pt x="335" y="775"/>
                    <a:pt x="335" y="775"/>
                    <a:pt x="335" y="776"/>
                  </a:cubicBezTo>
                  <a:cubicBezTo>
                    <a:pt x="336" y="777"/>
                    <a:pt x="336" y="778"/>
                    <a:pt x="337" y="779"/>
                  </a:cubicBezTo>
                  <a:cubicBezTo>
                    <a:pt x="337" y="780"/>
                    <a:pt x="339" y="780"/>
                    <a:pt x="339" y="780"/>
                  </a:cubicBezTo>
                  <a:cubicBezTo>
                    <a:pt x="340" y="780"/>
                    <a:pt x="340" y="782"/>
                    <a:pt x="341" y="782"/>
                  </a:cubicBezTo>
                  <a:cubicBezTo>
                    <a:pt x="341" y="782"/>
                    <a:pt x="341" y="784"/>
                    <a:pt x="342" y="784"/>
                  </a:cubicBezTo>
                  <a:cubicBezTo>
                    <a:pt x="343" y="784"/>
                    <a:pt x="343" y="786"/>
                    <a:pt x="344" y="787"/>
                  </a:cubicBezTo>
                  <a:cubicBezTo>
                    <a:pt x="344" y="788"/>
                    <a:pt x="345" y="789"/>
                    <a:pt x="345" y="790"/>
                  </a:cubicBezTo>
                  <a:cubicBezTo>
                    <a:pt x="345" y="791"/>
                    <a:pt x="347" y="791"/>
                    <a:pt x="347" y="792"/>
                  </a:cubicBezTo>
                  <a:cubicBezTo>
                    <a:pt x="348" y="792"/>
                    <a:pt x="350" y="793"/>
                    <a:pt x="351" y="792"/>
                  </a:cubicBezTo>
                  <a:cubicBezTo>
                    <a:pt x="352" y="792"/>
                    <a:pt x="352" y="793"/>
                    <a:pt x="353" y="793"/>
                  </a:cubicBezTo>
                  <a:cubicBezTo>
                    <a:pt x="353" y="794"/>
                    <a:pt x="353" y="794"/>
                    <a:pt x="353" y="794"/>
                  </a:cubicBezTo>
                  <a:cubicBezTo>
                    <a:pt x="354" y="794"/>
                    <a:pt x="355" y="796"/>
                    <a:pt x="355" y="796"/>
                  </a:cubicBezTo>
                  <a:cubicBezTo>
                    <a:pt x="356" y="797"/>
                    <a:pt x="357" y="798"/>
                    <a:pt x="357" y="798"/>
                  </a:cubicBezTo>
                  <a:cubicBezTo>
                    <a:pt x="357" y="798"/>
                    <a:pt x="360" y="800"/>
                    <a:pt x="361" y="800"/>
                  </a:cubicBezTo>
                  <a:cubicBezTo>
                    <a:pt x="361" y="801"/>
                    <a:pt x="362" y="801"/>
                    <a:pt x="363" y="801"/>
                  </a:cubicBezTo>
                  <a:cubicBezTo>
                    <a:pt x="363" y="801"/>
                    <a:pt x="368" y="803"/>
                    <a:pt x="369" y="802"/>
                  </a:cubicBezTo>
                  <a:cubicBezTo>
                    <a:pt x="371" y="802"/>
                    <a:pt x="374" y="802"/>
                    <a:pt x="372" y="804"/>
                  </a:cubicBezTo>
                  <a:cubicBezTo>
                    <a:pt x="371" y="804"/>
                    <a:pt x="371" y="804"/>
                    <a:pt x="369" y="805"/>
                  </a:cubicBezTo>
                  <a:cubicBezTo>
                    <a:pt x="368" y="806"/>
                    <a:pt x="369" y="806"/>
                    <a:pt x="368" y="806"/>
                  </a:cubicBezTo>
                  <a:cubicBezTo>
                    <a:pt x="367" y="807"/>
                    <a:pt x="366" y="807"/>
                    <a:pt x="365" y="807"/>
                  </a:cubicBezTo>
                  <a:cubicBezTo>
                    <a:pt x="363" y="808"/>
                    <a:pt x="361" y="807"/>
                    <a:pt x="361" y="808"/>
                  </a:cubicBezTo>
                  <a:cubicBezTo>
                    <a:pt x="361" y="809"/>
                    <a:pt x="362" y="810"/>
                    <a:pt x="362" y="810"/>
                  </a:cubicBezTo>
                  <a:cubicBezTo>
                    <a:pt x="362" y="810"/>
                    <a:pt x="363" y="812"/>
                    <a:pt x="364" y="812"/>
                  </a:cubicBezTo>
                  <a:cubicBezTo>
                    <a:pt x="364" y="813"/>
                    <a:pt x="364" y="814"/>
                    <a:pt x="365" y="814"/>
                  </a:cubicBezTo>
                  <a:cubicBezTo>
                    <a:pt x="366" y="814"/>
                    <a:pt x="367" y="816"/>
                    <a:pt x="368" y="816"/>
                  </a:cubicBezTo>
                  <a:cubicBezTo>
                    <a:pt x="369" y="817"/>
                    <a:pt x="370" y="819"/>
                    <a:pt x="371" y="819"/>
                  </a:cubicBezTo>
                  <a:cubicBezTo>
                    <a:pt x="371" y="820"/>
                    <a:pt x="372" y="821"/>
                    <a:pt x="373" y="822"/>
                  </a:cubicBezTo>
                  <a:cubicBezTo>
                    <a:pt x="374" y="822"/>
                    <a:pt x="375" y="823"/>
                    <a:pt x="376" y="823"/>
                  </a:cubicBezTo>
                  <a:cubicBezTo>
                    <a:pt x="377" y="824"/>
                    <a:pt x="378" y="825"/>
                    <a:pt x="380" y="825"/>
                  </a:cubicBezTo>
                  <a:cubicBezTo>
                    <a:pt x="382" y="825"/>
                    <a:pt x="382" y="825"/>
                    <a:pt x="383" y="825"/>
                  </a:cubicBezTo>
                  <a:cubicBezTo>
                    <a:pt x="384" y="824"/>
                    <a:pt x="385" y="823"/>
                    <a:pt x="387" y="822"/>
                  </a:cubicBezTo>
                  <a:cubicBezTo>
                    <a:pt x="389" y="820"/>
                    <a:pt x="390" y="821"/>
                    <a:pt x="391" y="820"/>
                  </a:cubicBezTo>
                  <a:cubicBezTo>
                    <a:pt x="393" y="819"/>
                    <a:pt x="393" y="818"/>
                    <a:pt x="394" y="817"/>
                  </a:cubicBezTo>
                  <a:cubicBezTo>
                    <a:pt x="395" y="817"/>
                    <a:pt x="394" y="816"/>
                    <a:pt x="394" y="815"/>
                  </a:cubicBezTo>
                  <a:cubicBezTo>
                    <a:pt x="393" y="815"/>
                    <a:pt x="394" y="811"/>
                    <a:pt x="394" y="810"/>
                  </a:cubicBezTo>
                  <a:cubicBezTo>
                    <a:pt x="394" y="809"/>
                    <a:pt x="396" y="808"/>
                    <a:pt x="397" y="808"/>
                  </a:cubicBezTo>
                  <a:cubicBezTo>
                    <a:pt x="398" y="807"/>
                    <a:pt x="398" y="809"/>
                    <a:pt x="397" y="810"/>
                  </a:cubicBezTo>
                  <a:cubicBezTo>
                    <a:pt x="397" y="811"/>
                    <a:pt x="398" y="811"/>
                    <a:pt x="398" y="812"/>
                  </a:cubicBezTo>
                  <a:cubicBezTo>
                    <a:pt x="398" y="813"/>
                    <a:pt x="399" y="813"/>
                    <a:pt x="400" y="814"/>
                  </a:cubicBezTo>
                  <a:cubicBezTo>
                    <a:pt x="400" y="814"/>
                    <a:pt x="400" y="815"/>
                    <a:pt x="399" y="816"/>
                  </a:cubicBezTo>
                  <a:cubicBezTo>
                    <a:pt x="398" y="817"/>
                    <a:pt x="399" y="817"/>
                    <a:pt x="399" y="819"/>
                  </a:cubicBezTo>
                  <a:cubicBezTo>
                    <a:pt x="399" y="820"/>
                    <a:pt x="399" y="821"/>
                    <a:pt x="400" y="822"/>
                  </a:cubicBezTo>
                  <a:cubicBezTo>
                    <a:pt x="400" y="822"/>
                    <a:pt x="400" y="825"/>
                    <a:pt x="400" y="827"/>
                  </a:cubicBezTo>
                  <a:cubicBezTo>
                    <a:pt x="400" y="828"/>
                    <a:pt x="399" y="831"/>
                    <a:pt x="399" y="831"/>
                  </a:cubicBezTo>
                  <a:cubicBezTo>
                    <a:pt x="399" y="831"/>
                    <a:pt x="400" y="834"/>
                    <a:pt x="400" y="836"/>
                  </a:cubicBezTo>
                  <a:cubicBezTo>
                    <a:pt x="400" y="837"/>
                    <a:pt x="401" y="838"/>
                    <a:pt x="401" y="840"/>
                  </a:cubicBezTo>
                  <a:cubicBezTo>
                    <a:pt x="400" y="841"/>
                    <a:pt x="402" y="844"/>
                    <a:pt x="402" y="845"/>
                  </a:cubicBezTo>
                  <a:cubicBezTo>
                    <a:pt x="401" y="845"/>
                    <a:pt x="401" y="854"/>
                    <a:pt x="401" y="855"/>
                  </a:cubicBezTo>
                  <a:cubicBezTo>
                    <a:pt x="402" y="856"/>
                    <a:pt x="403" y="858"/>
                    <a:pt x="403" y="859"/>
                  </a:cubicBezTo>
                  <a:cubicBezTo>
                    <a:pt x="403" y="860"/>
                    <a:pt x="403" y="862"/>
                    <a:pt x="403" y="863"/>
                  </a:cubicBezTo>
                  <a:cubicBezTo>
                    <a:pt x="403" y="863"/>
                    <a:pt x="404" y="866"/>
                    <a:pt x="404" y="866"/>
                  </a:cubicBezTo>
                  <a:cubicBezTo>
                    <a:pt x="405" y="867"/>
                    <a:pt x="405" y="869"/>
                    <a:pt x="405" y="870"/>
                  </a:cubicBezTo>
                  <a:cubicBezTo>
                    <a:pt x="405" y="871"/>
                    <a:pt x="405" y="872"/>
                    <a:pt x="405" y="873"/>
                  </a:cubicBezTo>
                  <a:cubicBezTo>
                    <a:pt x="405" y="874"/>
                    <a:pt x="407" y="876"/>
                    <a:pt x="407" y="877"/>
                  </a:cubicBezTo>
                  <a:cubicBezTo>
                    <a:pt x="408" y="879"/>
                    <a:pt x="410" y="881"/>
                    <a:pt x="410" y="882"/>
                  </a:cubicBezTo>
                  <a:cubicBezTo>
                    <a:pt x="410" y="884"/>
                    <a:pt x="411" y="885"/>
                    <a:pt x="412" y="886"/>
                  </a:cubicBezTo>
                  <a:cubicBezTo>
                    <a:pt x="412" y="887"/>
                    <a:pt x="413" y="888"/>
                    <a:pt x="414" y="889"/>
                  </a:cubicBezTo>
                  <a:cubicBezTo>
                    <a:pt x="415" y="891"/>
                    <a:pt x="415" y="894"/>
                    <a:pt x="415" y="894"/>
                  </a:cubicBezTo>
                  <a:cubicBezTo>
                    <a:pt x="415" y="895"/>
                    <a:pt x="416" y="898"/>
                    <a:pt x="416" y="898"/>
                  </a:cubicBezTo>
                  <a:cubicBezTo>
                    <a:pt x="416" y="898"/>
                    <a:pt x="417" y="899"/>
                    <a:pt x="418" y="903"/>
                  </a:cubicBezTo>
                  <a:cubicBezTo>
                    <a:pt x="420" y="907"/>
                    <a:pt x="420" y="907"/>
                    <a:pt x="420" y="909"/>
                  </a:cubicBezTo>
                  <a:cubicBezTo>
                    <a:pt x="420" y="911"/>
                    <a:pt x="421" y="911"/>
                    <a:pt x="422" y="913"/>
                  </a:cubicBezTo>
                  <a:cubicBezTo>
                    <a:pt x="423" y="914"/>
                    <a:pt x="424" y="916"/>
                    <a:pt x="424" y="917"/>
                  </a:cubicBezTo>
                  <a:cubicBezTo>
                    <a:pt x="424" y="918"/>
                    <a:pt x="428" y="920"/>
                    <a:pt x="428" y="920"/>
                  </a:cubicBezTo>
                  <a:cubicBezTo>
                    <a:pt x="429" y="921"/>
                    <a:pt x="431" y="929"/>
                    <a:pt x="432" y="930"/>
                  </a:cubicBezTo>
                  <a:cubicBezTo>
                    <a:pt x="433" y="932"/>
                    <a:pt x="433" y="933"/>
                    <a:pt x="433" y="934"/>
                  </a:cubicBezTo>
                  <a:cubicBezTo>
                    <a:pt x="433" y="935"/>
                    <a:pt x="435" y="937"/>
                    <a:pt x="435" y="937"/>
                  </a:cubicBezTo>
                  <a:cubicBezTo>
                    <a:pt x="435" y="937"/>
                    <a:pt x="435" y="941"/>
                    <a:pt x="435" y="942"/>
                  </a:cubicBezTo>
                  <a:cubicBezTo>
                    <a:pt x="435" y="943"/>
                    <a:pt x="435" y="945"/>
                    <a:pt x="435" y="946"/>
                  </a:cubicBezTo>
                  <a:cubicBezTo>
                    <a:pt x="434" y="946"/>
                    <a:pt x="437" y="947"/>
                    <a:pt x="438" y="948"/>
                  </a:cubicBezTo>
                  <a:cubicBezTo>
                    <a:pt x="439" y="949"/>
                    <a:pt x="440" y="951"/>
                    <a:pt x="439" y="953"/>
                  </a:cubicBezTo>
                  <a:cubicBezTo>
                    <a:pt x="439" y="955"/>
                    <a:pt x="441" y="955"/>
                    <a:pt x="441" y="956"/>
                  </a:cubicBezTo>
                  <a:cubicBezTo>
                    <a:pt x="442" y="957"/>
                    <a:pt x="443" y="957"/>
                    <a:pt x="445" y="958"/>
                  </a:cubicBezTo>
                  <a:cubicBezTo>
                    <a:pt x="447" y="959"/>
                    <a:pt x="447" y="960"/>
                    <a:pt x="447" y="960"/>
                  </a:cubicBezTo>
                  <a:cubicBezTo>
                    <a:pt x="447" y="960"/>
                    <a:pt x="450" y="960"/>
                    <a:pt x="451" y="959"/>
                  </a:cubicBezTo>
                  <a:cubicBezTo>
                    <a:pt x="452" y="959"/>
                    <a:pt x="454" y="958"/>
                    <a:pt x="454" y="957"/>
                  </a:cubicBezTo>
                  <a:cubicBezTo>
                    <a:pt x="455" y="956"/>
                    <a:pt x="456" y="955"/>
                    <a:pt x="457" y="952"/>
                  </a:cubicBezTo>
                  <a:cubicBezTo>
                    <a:pt x="457" y="950"/>
                    <a:pt x="458" y="951"/>
                    <a:pt x="458" y="950"/>
                  </a:cubicBezTo>
                  <a:cubicBezTo>
                    <a:pt x="459" y="949"/>
                    <a:pt x="459" y="950"/>
                    <a:pt x="460" y="950"/>
                  </a:cubicBezTo>
                  <a:cubicBezTo>
                    <a:pt x="461" y="950"/>
                    <a:pt x="462" y="950"/>
                    <a:pt x="462" y="949"/>
                  </a:cubicBezTo>
                  <a:cubicBezTo>
                    <a:pt x="462" y="948"/>
                    <a:pt x="463" y="948"/>
                    <a:pt x="464" y="948"/>
                  </a:cubicBezTo>
                  <a:cubicBezTo>
                    <a:pt x="464" y="948"/>
                    <a:pt x="464" y="948"/>
                    <a:pt x="464" y="948"/>
                  </a:cubicBezTo>
                  <a:cubicBezTo>
                    <a:pt x="465" y="947"/>
                    <a:pt x="468" y="948"/>
                    <a:pt x="469" y="947"/>
                  </a:cubicBezTo>
                  <a:cubicBezTo>
                    <a:pt x="470" y="947"/>
                    <a:pt x="468" y="947"/>
                    <a:pt x="466" y="946"/>
                  </a:cubicBezTo>
                  <a:cubicBezTo>
                    <a:pt x="465" y="946"/>
                    <a:pt x="465" y="946"/>
                    <a:pt x="464" y="945"/>
                  </a:cubicBezTo>
                  <a:cubicBezTo>
                    <a:pt x="462" y="945"/>
                    <a:pt x="464" y="945"/>
                    <a:pt x="464" y="942"/>
                  </a:cubicBezTo>
                  <a:cubicBezTo>
                    <a:pt x="463" y="940"/>
                    <a:pt x="464" y="941"/>
                    <a:pt x="465" y="941"/>
                  </a:cubicBezTo>
                  <a:cubicBezTo>
                    <a:pt x="465" y="941"/>
                    <a:pt x="465" y="941"/>
                    <a:pt x="466" y="940"/>
                  </a:cubicBezTo>
                  <a:cubicBezTo>
                    <a:pt x="466" y="939"/>
                    <a:pt x="467" y="939"/>
                    <a:pt x="469" y="938"/>
                  </a:cubicBezTo>
                  <a:cubicBezTo>
                    <a:pt x="470" y="936"/>
                    <a:pt x="471" y="936"/>
                    <a:pt x="471" y="935"/>
                  </a:cubicBezTo>
                  <a:cubicBezTo>
                    <a:pt x="472" y="933"/>
                    <a:pt x="473" y="932"/>
                    <a:pt x="473" y="932"/>
                  </a:cubicBezTo>
                  <a:cubicBezTo>
                    <a:pt x="473" y="931"/>
                    <a:pt x="474" y="930"/>
                    <a:pt x="473" y="929"/>
                  </a:cubicBezTo>
                  <a:cubicBezTo>
                    <a:pt x="473" y="927"/>
                    <a:pt x="473" y="928"/>
                    <a:pt x="472" y="926"/>
                  </a:cubicBezTo>
                  <a:cubicBezTo>
                    <a:pt x="471" y="924"/>
                    <a:pt x="472" y="924"/>
                    <a:pt x="472" y="923"/>
                  </a:cubicBezTo>
                  <a:cubicBezTo>
                    <a:pt x="472" y="921"/>
                    <a:pt x="472" y="920"/>
                    <a:pt x="472" y="919"/>
                  </a:cubicBezTo>
                  <a:cubicBezTo>
                    <a:pt x="472" y="918"/>
                    <a:pt x="474" y="917"/>
                    <a:pt x="476" y="915"/>
                  </a:cubicBezTo>
                  <a:cubicBezTo>
                    <a:pt x="478" y="913"/>
                    <a:pt x="477" y="913"/>
                    <a:pt x="477" y="910"/>
                  </a:cubicBezTo>
                  <a:cubicBezTo>
                    <a:pt x="477" y="908"/>
                    <a:pt x="478" y="909"/>
                    <a:pt x="478" y="906"/>
                  </a:cubicBezTo>
                  <a:cubicBezTo>
                    <a:pt x="478" y="904"/>
                    <a:pt x="478" y="904"/>
                    <a:pt x="478" y="902"/>
                  </a:cubicBezTo>
                  <a:cubicBezTo>
                    <a:pt x="478" y="900"/>
                    <a:pt x="477" y="898"/>
                    <a:pt x="477" y="897"/>
                  </a:cubicBezTo>
                  <a:cubicBezTo>
                    <a:pt x="477" y="895"/>
                    <a:pt x="476" y="893"/>
                    <a:pt x="475" y="891"/>
                  </a:cubicBezTo>
                  <a:cubicBezTo>
                    <a:pt x="475" y="889"/>
                    <a:pt x="475" y="889"/>
                    <a:pt x="475" y="887"/>
                  </a:cubicBezTo>
                  <a:cubicBezTo>
                    <a:pt x="476" y="886"/>
                    <a:pt x="476" y="884"/>
                    <a:pt x="477" y="882"/>
                  </a:cubicBezTo>
                  <a:cubicBezTo>
                    <a:pt x="478" y="880"/>
                    <a:pt x="480" y="878"/>
                    <a:pt x="481" y="877"/>
                  </a:cubicBezTo>
                  <a:cubicBezTo>
                    <a:pt x="482" y="877"/>
                    <a:pt x="483" y="878"/>
                    <a:pt x="484" y="878"/>
                  </a:cubicBezTo>
                  <a:cubicBezTo>
                    <a:pt x="484" y="878"/>
                    <a:pt x="484" y="878"/>
                    <a:pt x="486" y="877"/>
                  </a:cubicBezTo>
                  <a:cubicBezTo>
                    <a:pt x="487" y="876"/>
                    <a:pt x="487" y="876"/>
                    <a:pt x="487" y="874"/>
                  </a:cubicBezTo>
                  <a:cubicBezTo>
                    <a:pt x="487" y="873"/>
                    <a:pt x="488" y="873"/>
                    <a:pt x="489" y="872"/>
                  </a:cubicBezTo>
                  <a:cubicBezTo>
                    <a:pt x="490" y="871"/>
                    <a:pt x="491" y="872"/>
                    <a:pt x="492" y="872"/>
                  </a:cubicBezTo>
                  <a:cubicBezTo>
                    <a:pt x="492" y="872"/>
                    <a:pt x="493" y="872"/>
                    <a:pt x="493" y="872"/>
                  </a:cubicBezTo>
                  <a:cubicBezTo>
                    <a:pt x="495" y="872"/>
                    <a:pt x="496" y="872"/>
                    <a:pt x="497" y="870"/>
                  </a:cubicBezTo>
                  <a:cubicBezTo>
                    <a:pt x="498" y="869"/>
                    <a:pt x="498" y="870"/>
                    <a:pt x="498" y="868"/>
                  </a:cubicBezTo>
                  <a:cubicBezTo>
                    <a:pt x="498" y="866"/>
                    <a:pt x="499" y="866"/>
                    <a:pt x="499" y="865"/>
                  </a:cubicBezTo>
                  <a:cubicBezTo>
                    <a:pt x="498" y="864"/>
                    <a:pt x="500" y="865"/>
                    <a:pt x="503" y="863"/>
                  </a:cubicBezTo>
                  <a:cubicBezTo>
                    <a:pt x="505" y="862"/>
                    <a:pt x="504" y="862"/>
                    <a:pt x="505" y="860"/>
                  </a:cubicBezTo>
                  <a:cubicBezTo>
                    <a:pt x="507" y="858"/>
                    <a:pt x="508" y="858"/>
                    <a:pt x="508" y="858"/>
                  </a:cubicBezTo>
                  <a:cubicBezTo>
                    <a:pt x="509" y="857"/>
                    <a:pt x="512" y="856"/>
                    <a:pt x="512" y="855"/>
                  </a:cubicBezTo>
                  <a:cubicBezTo>
                    <a:pt x="513" y="854"/>
                    <a:pt x="515" y="854"/>
                    <a:pt x="515" y="853"/>
                  </a:cubicBezTo>
                  <a:cubicBezTo>
                    <a:pt x="515" y="853"/>
                    <a:pt x="517" y="851"/>
                    <a:pt x="518" y="850"/>
                  </a:cubicBezTo>
                  <a:cubicBezTo>
                    <a:pt x="519" y="849"/>
                    <a:pt x="521" y="849"/>
                    <a:pt x="521" y="847"/>
                  </a:cubicBezTo>
                  <a:cubicBezTo>
                    <a:pt x="522" y="846"/>
                    <a:pt x="523" y="845"/>
                    <a:pt x="524" y="844"/>
                  </a:cubicBezTo>
                  <a:cubicBezTo>
                    <a:pt x="524" y="843"/>
                    <a:pt x="526" y="843"/>
                    <a:pt x="527" y="841"/>
                  </a:cubicBezTo>
                  <a:cubicBezTo>
                    <a:pt x="528" y="840"/>
                    <a:pt x="529" y="838"/>
                    <a:pt x="531" y="836"/>
                  </a:cubicBezTo>
                  <a:cubicBezTo>
                    <a:pt x="531" y="836"/>
                    <a:pt x="531" y="836"/>
                    <a:pt x="532" y="836"/>
                  </a:cubicBezTo>
                  <a:cubicBezTo>
                    <a:pt x="532" y="837"/>
                    <a:pt x="533" y="837"/>
                    <a:pt x="534" y="836"/>
                  </a:cubicBezTo>
                  <a:cubicBezTo>
                    <a:pt x="534" y="836"/>
                    <a:pt x="535" y="836"/>
                    <a:pt x="536" y="835"/>
                  </a:cubicBezTo>
                  <a:cubicBezTo>
                    <a:pt x="537" y="834"/>
                    <a:pt x="537" y="835"/>
                    <a:pt x="538" y="834"/>
                  </a:cubicBezTo>
                  <a:cubicBezTo>
                    <a:pt x="539" y="834"/>
                    <a:pt x="540" y="834"/>
                    <a:pt x="541" y="833"/>
                  </a:cubicBezTo>
                  <a:cubicBezTo>
                    <a:pt x="541" y="833"/>
                    <a:pt x="542" y="832"/>
                    <a:pt x="542" y="832"/>
                  </a:cubicBezTo>
                  <a:cubicBezTo>
                    <a:pt x="542" y="831"/>
                    <a:pt x="543" y="830"/>
                    <a:pt x="545" y="829"/>
                  </a:cubicBezTo>
                  <a:cubicBezTo>
                    <a:pt x="546" y="827"/>
                    <a:pt x="546" y="828"/>
                    <a:pt x="547" y="826"/>
                  </a:cubicBezTo>
                  <a:cubicBezTo>
                    <a:pt x="547" y="825"/>
                    <a:pt x="547" y="825"/>
                    <a:pt x="546" y="823"/>
                  </a:cubicBezTo>
                  <a:cubicBezTo>
                    <a:pt x="546" y="822"/>
                    <a:pt x="547" y="821"/>
                    <a:pt x="546" y="820"/>
                  </a:cubicBezTo>
                  <a:cubicBezTo>
                    <a:pt x="546" y="818"/>
                    <a:pt x="548" y="818"/>
                    <a:pt x="549" y="817"/>
                  </a:cubicBezTo>
                  <a:cubicBezTo>
                    <a:pt x="550" y="816"/>
                    <a:pt x="552" y="817"/>
                    <a:pt x="552" y="817"/>
                  </a:cubicBezTo>
                  <a:cubicBezTo>
                    <a:pt x="552" y="817"/>
                    <a:pt x="555" y="815"/>
                    <a:pt x="557" y="815"/>
                  </a:cubicBezTo>
                  <a:cubicBezTo>
                    <a:pt x="558" y="816"/>
                    <a:pt x="558" y="816"/>
                    <a:pt x="558" y="816"/>
                  </a:cubicBezTo>
                  <a:cubicBezTo>
                    <a:pt x="558" y="816"/>
                    <a:pt x="560" y="815"/>
                    <a:pt x="561" y="814"/>
                  </a:cubicBezTo>
                  <a:cubicBezTo>
                    <a:pt x="562" y="814"/>
                    <a:pt x="563" y="815"/>
                    <a:pt x="563" y="815"/>
                  </a:cubicBezTo>
                  <a:cubicBezTo>
                    <a:pt x="566" y="815"/>
                    <a:pt x="566" y="815"/>
                    <a:pt x="566" y="815"/>
                  </a:cubicBezTo>
                  <a:cubicBezTo>
                    <a:pt x="566" y="815"/>
                    <a:pt x="567" y="816"/>
                    <a:pt x="568" y="816"/>
                  </a:cubicBezTo>
                  <a:cubicBezTo>
                    <a:pt x="568" y="816"/>
                    <a:pt x="570" y="816"/>
                    <a:pt x="571" y="816"/>
                  </a:cubicBezTo>
                  <a:cubicBezTo>
                    <a:pt x="571" y="816"/>
                    <a:pt x="573" y="814"/>
                    <a:pt x="574" y="812"/>
                  </a:cubicBezTo>
                  <a:cubicBezTo>
                    <a:pt x="575" y="812"/>
                    <a:pt x="578" y="809"/>
                    <a:pt x="578" y="809"/>
                  </a:cubicBezTo>
                  <a:cubicBezTo>
                    <a:pt x="578" y="809"/>
                    <a:pt x="578" y="810"/>
                    <a:pt x="578" y="812"/>
                  </a:cubicBezTo>
                  <a:cubicBezTo>
                    <a:pt x="579" y="813"/>
                    <a:pt x="580" y="813"/>
                    <a:pt x="581" y="812"/>
                  </a:cubicBezTo>
                  <a:cubicBezTo>
                    <a:pt x="581" y="812"/>
                    <a:pt x="582" y="812"/>
                    <a:pt x="582" y="812"/>
                  </a:cubicBezTo>
                  <a:cubicBezTo>
                    <a:pt x="582" y="812"/>
                    <a:pt x="583" y="812"/>
                    <a:pt x="583" y="812"/>
                  </a:cubicBezTo>
                  <a:cubicBezTo>
                    <a:pt x="583" y="812"/>
                    <a:pt x="585" y="810"/>
                    <a:pt x="586" y="810"/>
                  </a:cubicBezTo>
                  <a:cubicBezTo>
                    <a:pt x="586" y="809"/>
                    <a:pt x="587" y="810"/>
                    <a:pt x="587" y="810"/>
                  </a:cubicBezTo>
                  <a:cubicBezTo>
                    <a:pt x="588" y="810"/>
                    <a:pt x="588" y="810"/>
                    <a:pt x="588" y="810"/>
                  </a:cubicBezTo>
                  <a:cubicBezTo>
                    <a:pt x="589" y="809"/>
                    <a:pt x="590" y="808"/>
                    <a:pt x="591" y="807"/>
                  </a:cubicBezTo>
                  <a:cubicBezTo>
                    <a:pt x="592" y="805"/>
                    <a:pt x="593" y="806"/>
                    <a:pt x="593" y="806"/>
                  </a:cubicBezTo>
                  <a:cubicBezTo>
                    <a:pt x="594" y="805"/>
                    <a:pt x="596" y="806"/>
                    <a:pt x="596" y="807"/>
                  </a:cubicBezTo>
                  <a:cubicBezTo>
                    <a:pt x="597" y="807"/>
                    <a:pt x="597" y="809"/>
                    <a:pt x="597" y="810"/>
                  </a:cubicBezTo>
                  <a:cubicBezTo>
                    <a:pt x="598" y="811"/>
                    <a:pt x="598" y="813"/>
                    <a:pt x="598" y="815"/>
                  </a:cubicBezTo>
                  <a:cubicBezTo>
                    <a:pt x="598" y="816"/>
                    <a:pt x="599" y="817"/>
                    <a:pt x="599" y="819"/>
                  </a:cubicBezTo>
                  <a:cubicBezTo>
                    <a:pt x="599" y="819"/>
                    <a:pt x="599" y="819"/>
                    <a:pt x="599" y="820"/>
                  </a:cubicBezTo>
                  <a:cubicBezTo>
                    <a:pt x="599" y="820"/>
                    <a:pt x="600" y="820"/>
                    <a:pt x="600" y="820"/>
                  </a:cubicBezTo>
                  <a:cubicBezTo>
                    <a:pt x="600" y="820"/>
                    <a:pt x="601" y="820"/>
                    <a:pt x="601" y="820"/>
                  </a:cubicBezTo>
                  <a:cubicBezTo>
                    <a:pt x="602" y="819"/>
                    <a:pt x="602" y="819"/>
                    <a:pt x="602" y="819"/>
                  </a:cubicBezTo>
                  <a:cubicBezTo>
                    <a:pt x="603" y="818"/>
                    <a:pt x="604" y="818"/>
                    <a:pt x="604" y="818"/>
                  </a:cubicBezTo>
                  <a:cubicBezTo>
                    <a:pt x="605" y="818"/>
                    <a:pt x="605" y="818"/>
                    <a:pt x="605" y="818"/>
                  </a:cubicBezTo>
                  <a:cubicBezTo>
                    <a:pt x="604" y="820"/>
                    <a:pt x="602" y="820"/>
                    <a:pt x="600" y="821"/>
                  </a:cubicBezTo>
                  <a:cubicBezTo>
                    <a:pt x="600" y="822"/>
                    <a:pt x="601" y="824"/>
                    <a:pt x="601" y="824"/>
                  </a:cubicBezTo>
                  <a:cubicBezTo>
                    <a:pt x="602" y="826"/>
                    <a:pt x="602" y="826"/>
                    <a:pt x="602" y="826"/>
                  </a:cubicBezTo>
                  <a:cubicBezTo>
                    <a:pt x="602" y="826"/>
                    <a:pt x="604" y="826"/>
                    <a:pt x="604" y="826"/>
                  </a:cubicBezTo>
                  <a:cubicBezTo>
                    <a:pt x="605" y="826"/>
                    <a:pt x="606" y="828"/>
                    <a:pt x="606" y="829"/>
                  </a:cubicBezTo>
                  <a:cubicBezTo>
                    <a:pt x="606" y="830"/>
                    <a:pt x="607" y="832"/>
                    <a:pt x="607" y="832"/>
                  </a:cubicBezTo>
                  <a:cubicBezTo>
                    <a:pt x="607" y="832"/>
                    <a:pt x="609" y="833"/>
                    <a:pt x="610" y="833"/>
                  </a:cubicBezTo>
                  <a:cubicBezTo>
                    <a:pt x="611" y="833"/>
                    <a:pt x="611" y="833"/>
                    <a:pt x="612" y="833"/>
                  </a:cubicBezTo>
                  <a:cubicBezTo>
                    <a:pt x="612" y="834"/>
                    <a:pt x="613" y="834"/>
                    <a:pt x="613" y="834"/>
                  </a:cubicBezTo>
                  <a:cubicBezTo>
                    <a:pt x="614" y="834"/>
                    <a:pt x="615" y="836"/>
                    <a:pt x="615" y="837"/>
                  </a:cubicBezTo>
                  <a:cubicBezTo>
                    <a:pt x="616" y="837"/>
                    <a:pt x="616" y="838"/>
                    <a:pt x="616" y="838"/>
                  </a:cubicBezTo>
                  <a:cubicBezTo>
                    <a:pt x="616" y="838"/>
                    <a:pt x="617" y="841"/>
                    <a:pt x="616" y="842"/>
                  </a:cubicBezTo>
                  <a:cubicBezTo>
                    <a:pt x="615" y="843"/>
                    <a:pt x="615" y="846"/>
                    <a:pt x="615" y="846"/>
                  </a:cubicBezTo>
                  <a:cubicBezTo>
                    <a:pt x="615" y="846"/>
                    <a:pt x="615" y="847"/>
                    <a:pt x="616" y="847"/>
                  </a:cubicBezTo>
                  <a:cubicBezTo>
                    <a:pt x="617" y="846"/>
                    <a:pt x="617" y="846"/>
                    <a:pt x="618" y="845"/>
                  </a:cubicBezTo>
                  <a:cubicBezTo>
                    <a:pt x="619" y="844"/>
                    <a:pt x="619" y="844"/>
                    <a:pt x="619" y="844"/>
                  </a:cubicBezTo>
                  <a:cubicBezTo>
                    <a:pt x="619" y="845"/>
                    <a:pt x="619" y="845"/>
                    <a:pt x="620" y="844"/>
                  </a:cubicBezTo>
                  <a:cubicBezTo>
                    <a:pt x="622" y="844"/>
                    <a:pt x="621" y="845"/>
                    <a:pt x="621" y="846"/>
                  </a:cubicBezTo>
                  <a:cubicBezTo>
                    <a:pt x="621" y="846"/>
                    <a:pt x="623" y="853"/>
                    <a:pt x="624" y="856"/>
                  </a:cubicBezTo>
                  <a:cubicBezTo>
                    <a:pt x="626" y="860"/>
                    <a:pt x="625" y="858"/>
                    <a:pt x="625" y="859"/>
                  </a:cubicBezTo>
                  <a:cubicBezTo>
                    <a:pt x="624" y="861"/>
                    <a:pt x="624" y="862"/>
                    <a:pt x="625" y="862"/>
                  </a:cubicBezTo>
                  <a:cubicBezTo>
                    <a:pt x="625" y="863"/>
                    <a:pt x="625" y="869"/>
                    <a:pt x="625" y="869"/>
                  </a:cubicBezTo>
                  <a:cubicBezTo>
                    <a:pt x="625" y="870"/>
                    <a:pt x="624" y="873"/>
                    <a:pt x="624" y="874"/>
                  </a:cubicBezTo>
                  <a:cubicBezTo>
                    <a:pt x="623" y="875"/>
                    <a:pt x="624" y="876"/>
                    <a:pt x="625" y="876"/>
                  </a:cubicBezTo>
                  <a:cubicBezTo>
                    <a:pt x="625" y="876"/>
                    <a:pt x="626" y="876"/>
                    <a:pt x="627" y="876"/>
                  </a:cubicBezTo>
                  <a:cubicBezTo>
                    <a:pt x="628" y="876"/>
                    <a:pt x="629" y="876"/>
                    <a:pt x="629" y="876"/>
                  </a:cubicBezTo>
                  <a:cubicBezTo>
                    <a:pt x="629" y="876"/>
                    <a:pt x="630" y="877"/>
                    <a:pt x="631" y="877"/>
                  </a:cubicBezTo>
                  <a:cubicBezTo>
                    <a:pt x="632" y="878"/>
                    <a:pt x="633" y="878"/>
                    <a:pt x="634" y="878"/>
                  </a:cubicBezTo>
                  <a:cubicBezTo>
                    <a:pt x="635" y="878"/>
                    <a:pt x="636" y="878"/>
                    <a:pt x="636" y="877"/>
                  </a:cubicBezTo>
                  <a:cubicBezTo>
                    <a:pt x="637" y="876"/>
                    <a:pt x="638" y="875"/>
                    <a:pt x="639" y="874"/>
                  </a:cubicBezTo>
                  <a:cubicBezTo>
                    <a:pt x="639" y="874"/>
                    <a:pt x="642" y="874"/>
                    <a:pt x="643" y="873"/>
                  </a:cubicBezTo>
                  <a:cubicBezTo>
                    <a:pt x="644" y="872"/>
                    <a:pt x="644" y="869"/>
                    <a:pt x="645" y="868"/>
                  </a:cubicBezTo>
                  <a:cubicBezTo>
                    <a:pt x="645" y="866"/>
                    <a:pt x="647" y="866"/>
                    <a:pt x="648" y="865"/>
                  </a:cubicBezTo>
                  <a:cubicBezTo>
                    <a:pt x="649" y="865"/>
                    <a:pt x="650" y="862"/>
                    <a:pt x="651" y="863"/>
                  </a:cubicBezTo>
                  <a:cubicBezTo>
                    <a:pt x="652" y="863"/>
                    <a:pt x="652" y="865"/>
                    <a:pt x="652" y="866"/>
                  </a:cubicBezTo>
                  <a:cubicBezTo>
                    <a:pt x="652" y="867"/>
                    <a:pt x="654" y="869"/>
                    <a:pt x="654" y="870"/>
                  </a:cubicBezTo>
                  <a:cubicBezTo>
                    <a:pt x="654" y="871"/>
                    <a:pt x="656" y="871"/>
                    <a:pt x="657" y="873"/>
                  </a:cubicBezTo>
                  <a:cubicBezTo>
                    <a:pt x="658" y="875"/>
                    <a:pt x="657" y="876"/>
                    <a:pt x="657" y="877"/>
                  </a:cubicBezTo>
                  <a:cubicBezTo>
                    <a:pt x="657" y="878"/>
                    <a:pt x="658" y="881"/>
                    <a:pt x="658" y="882"/>
                  </a:cubicBezTo>
                  <a:cubicBezTo>
                    <a:pt x="658" y="882"/>
                    <a:pt x="659" y="885"/>
                    <a:pt x="660" y="886"/>
                  </a:cubicBezTo>
                  <a:cubicBezTo>
                    <a:pt x="660" y="887"/>
                    <a:pt x="659" y="889"/>
                    <a:pt x="658" y="890"/>
                  </a:cubicBezTo>
                  <a:cubicBezTo>
                    <a:pt x="658" y="891"/>
                    <a:pt x="659" y="893"/>
                    <a:pt x="659" y="893"/>
                  </a:cubicBezTo>
                  <a:cubicBezTo>
                    <a:pt x="659" y="893"/>
                    <a:pt x="661" y="894"/>
                    <a:pt x="661" y="895"/>
                  </a:cubicBezTo>
                  <a:cubicBezTo>
                    <a:pt x="662" y="895"/>
                    <a:pt x="663" y="898"/>
                    <a:pt x="663" y="902"/>
                  </a:cubicBezTo>
                  <a:cubicBezTo>
                    <a:pt x="663" y="906"/>
                    <a:pt x="664" y="904"/>
                    <a:pt x="664" y="904"/>
                  </a:cubicBezTo>
                  <a:cubicBezTo>
                    <a:pt x="664" y="904"/>
                    <a:pt x="665" y="905"/>
                    <a:pt x="666" y="906"/>
                  </a:cubicBezTo>
                  <a:cubicBezTo>
                    <a:pt x="667" y="907"/>
                    <a:pt x="667" y="908"/>
                    <a:pt x="667" y="909"/>
                  </a:cubicBezTo>
                  <a:cubicBezTo>
                    <a:pt x="667" y="909"/>
                    <a:pt x="668" y="912"/>
                    <a:pt x="668" y="913"/>
                  </a:cubicBezTo>
                  <a:cubicBezTo>
                    <a:pt x="668" y="914"/>
                    <a:pt x="668" y="915"/>
                    <a:pt x="667" y="916"/>
                  </a:cubicBezTo>
                  <a:cubicBezTo>
                    <a:pt x="666" y="917"/>
                    <a:pt x="667" y="917"/>
                    <a:pt x="666" y="917"/>
                  </a:cubicBezTo>
                  <a:cubicBezTo>
                    <a:pt x="665" y="917"/>
                    <a:pt x="666" y="920"/>
                    <a:pt x="667" y="921"/>
                  </a:cubicBezTo>
                  <a:cubicBezTo>
                    <a:pt x="667" y="922"/>
                    <a:pt x="667" y="921"/>
                    <a:pt x="668" y="921"/>
                  </a:cubicBezTo>
                  <a:cubicBezTo>
                    <a:pt x="668" y="920"/>
                    <a:pt x="668" y="920"/>
                    <a:pt x="669" y="920"/>
                  </a:cubicBezTo>
                  <a:cubicBezTo>
                    <a:pt x="669" y="920"/>
                    <a:pt x="669" y="927"/>
                    <a:pt x="669" y="929"/>
                  </a:cubicBezTo>
                  <a:cubicBezTo>
                    <a:pt x="668" y="931"/>
                    <a:pt x="669" y="930"/>
                    <a:pt x="668" y="931"/>
                  </a:cubicBezTo>
                  <a:cubicBezTo>
                    <a:pt x="668" y="932"/>
                    <a:pt x="667" y="933"/>
                    <a:pt x="667" y="933"/>
                  </a:cubicBezTo>
                  <a:cubicBezTo>
                    <a:pt x="667" y="933"/>
                    <a:pt x="668" y="933"/>
                    <a:pt x="668" y="934"/>
                  </a:cubicBezTo>
                  <a:cubicBezTo>
                    <a:pt x="669" y="934"/>
                    <a:pt x="669" y="934"/>
                    <a:pt x="669" y="934"/>
                  </a:cubicBezTo>
                  <a:cubicBezTo>
                    <a:pt x="670" y="935"/>
                    <a:pt x="669" y="937"/>
                    <a:pt x="669" y="937"/>
                  </a:cubicBezTo>
                  <a:cubicBezTo>
                    <a:pt x="669" y="937"/>
                    <a:pt x="668" y="940"/>
                    <a:pt x="667" y="940"/>
                  </a:cubicBezTo>
                  <a:cubicBezTo>
                    <a:pt x="666" y="941"/>
                    <a:pt x="666" y="943"/>
                    <a:pt x="666" y="944"/>
                  </a:cubicBezTo>
                  <a:cubicBezTo>
                    <a:pt x="665" y="945"/>
                    <a:pt x="665" y="946"/>
                    <a:pt x="665" y="947"/>
                  </a:cubicBezTo>
                  <a:cubicBezTo>
                    <a:pt x="664" y="947"/>
                    <a:pt x="665" y="949"/>
                    <a:pt x="664" y="951"/>
                  </a:cubicBezTo>
                  <a:cubicBezTo>
                    <a:pt x="664" y="952"/>
                    <a:pt x="663" y="955"/>
                    <a:pt x="663" y="957"/>
                  </a:cubicBezTo>
                  <a:cubicBezTo>
                    <a:pt x="663" y="957"/>
                    <a:pt x="664" y="958"/>
                    <a:pt x="664" y="957"/>
                  </a:cubicBezTo>
                  <a:cubicBezTo>
                    <a:pt x="665" y="956"/>
                    <a:pt x="667" y="957"/>
                    <a:pt x="668" y="958"/>
                  </a:cubicBezTo>
                  <a:cubicBezTo>
                    <a:pt x="669" y="958"/>
                    <a:pt x="669" y="959"/>
                    <a:pt x="669" y="959"/>
                  </a:cubicBezTo>
                  <a:cubicBezTo>
                    <a:pt x="669" y="959"/>
                    <a:pt x="671" y="962"/>
                    <a:pt x="672" y="962"/>
                  </a:cubicBezTo>
                  <a:cubicBezTo>
                    <a:pt x="673" y="963"/>
                    <a:pt x="675" y="966"/>
                    <a:pt x="675" y="966"/>
                  </a:cubicBezTo>
                  <a:cubicBezTo>
                    <a:pt x="675" y="967"/>
                    <a:pt x="675" y="968"/>
                    <a:pt x="676" y="969"/>
                  </a:cubicBezTo>
                  <a:cubicBezTo>
                    <a:pt x="676" y="970"/>
                    <a:pt x="678" y="971"/>
                    <a:pt x="678" y="972"/>
                  </a:cubicBezTo>
                  <a:cubicBezTo>
                    <a:pt x="679" y="972"/>
                    <a:pt x="680" y="974"/>
                    <a:pt x="680" y="975"/>
                  </a:cubicBezTo>
                  <a:cubicBezTo>
                    <a:pt x="680" y="975"/>
                    <a:pt x="680" y="975"/>
                    <a:pt x="679" y="975"/>
                  </a:cubicBezTo>
                  <a:cubicBezTo>
                    <a:pt x="678" y="976"/>
                    <a:pt x="677" y="976"/>
                    <a:pt x="676" y="976"/>
                  </a:cubicBezTo>
                  <a:cubicBezTo>
                    <a:pt x="676" y="976"/>
                    <a:pt x="678" y="977"/>
                    <a:pt x="679" y="978"/>
                  </a:cubicBezTo>
                  <a:cubicBezTo>
                    <a:pt x="679" y="978"/>
                    <a:pt x="682" y="978"/>
                    <a:pt x="682" y="978"/>
                  </a:cubicBezTo>
                  <a:cubicBezTo>
                    <a:pt x="682" y="978"/>
                    <a:pt x="683" y="978"/>
                    <a:pt x="684" y="979"/>
                  </a:cubicBezTo>
                  <a:cubicBezTo>
                    <a:pt x="684" y="980"/>
                    <a:pt x="685" y="981"/>
                    <a:pt x="685" y="982"/>
                  </a:cubicBezTo>
                  <a:cubicBezTo>
                    <a:pt x="685" y="984"/>
                    <a:pt x="685" y="986"/>
                    <a:pt x="685" y="987"/>
                  </a:cubicBezTo>
                  <a:cubicBezTo>
                    <a:pt x="685" y="989"/>
                    <a:pt x="686" y="990"/>
                    <a:pt x="686" y="991"/>
                  </a:cubicBezTo>
                  <a:cubicBezTo>
                    <a:pt x="687" y="992"/>
                    <a:pt x="687" y="994"/>
                    <a:pt x="687" y="996"/>
                  </a:cubicBezTo>
                  <a:cubicBezTo>
                    <a:pt x="687" y="998"/>
                    <a:pt x="687" y="998"/>
                    <a:pt x="687" y="999"/>
                  </a:cubicBezTo>
                  <a:cubicBezTo>
                    <a:pt x="687" y="999"/>
                    <a:pt x="689" y="1002"/>
                    <a:pt x="690" y="1002"/>
                  </a:cubicBezTo>
                  <a:cubicBezTo>
                    <a:pt x="690" y="1003"/>
                    <a:pt x="693" y="1008"/>
                    <a:pt x="693" y="1009"/>
                  </a:cubicBezTo>
                  <a:cubicBezTo>
                    <a:pt x="693" y="1010"/>
                    <a:pt x="695" y="1012"/>
                    <a:pt x="695" y="1013"/>
                  </a:cubicBezTo>
                  <a:cubicBezTo>
                    <a:pt x="695" y="1013"/>
                    <a:pt x="698" y="1016"/>
                    <a:pt x="699" y="1016"/>
                  </a:cubicBezTo>
                  <a:cubicBezTo>
                    <a:pt x="700" y="1017"/>
                    <a:pt x="703" y="1020"/>
                    <a:pt x="703" y="1020"/>
                  </a:cubicBezTo>
                  <a:cubicBezTo>
                    <a:pt x="704" y="1020"/>
                    <a:pt x="708" y="1025"/>
                    <a:pt x="708" y="1025"/>
                  </a:cubicBezTo>
                  <a:cubicBezTo>
                    <a:pt x="709" y="1026"/>
                    <a:pt x="713" y="1028"/>
                    <a:pt x="713" y="1028"/>
                  </a:cubicBezTo>
                  <a:cubicBezTo>
                    <a:pt x="719" y="1030"/>
                    <a:pt x="719" y="1030"/>
                    <a:pt x="719" y="1030"/>
                  </a:cubicBezTo>
                  <a:cubicBezTo>
                    <a:pt x="724" y="1032"/>
                    <a:pt x="724" y="1032"/>
                    <a:pt x="724" y="1032"/>
                  </a:cubicBezTo>
                  <a:cubicBezTo>
                    <a:pt x="724" y="1032"/>
                    <a:pt x="726" y="1031"/>
                    <a:pt x="726" y="1029"/>
                  </a:cubicBezTo>
                  <a:cubicBezTo>
                    <a:pt x="726" y="1027"/>
                    <a:pt x="726" y="1028"/>
                    <a:pt x="726" y="1026"/>
                  </a:cubicBezTo>
                  <a:cubicBezTo>
                    <a:pt x="725" y="1025"/>
                    <a:pt x="725" y="1024"/>
                    <a:pt x="724" y="1023"/>
                  </a:cubicBezTo>
                  <a:cubicBezTo>
                    <a:pt x="723" y="1022"/>
                    <a:pt x="722" y="1021"/>
                    <a:pt x="722" y="1020"/>
                  </a:cubicBezTo>
                  <a:cubicBezTo>
                    <a:pt x="721" y="1020"/>
                    <a:pt x="721" y="1017"/>
                    <a:pt x="720" y="1015"/>
                  </a:cubicBezTo>
                  <a:cubicBezTo>
                    <a:pt x="720" y="1013"/>
                    <a:pt x="719" y="1013"/>
                    <a:pt x="717" y="1011"/>
                  </a:cubicBezTo>
                  <a:cubicBezTo>
                    <a:pt x="715" y="1009"/>
                    <a:pt x="717" y="1009"/>
                    <a:pt x="717" y="1005"/>
                  </a:cubicBezTo>
                  <a:cubicBezTo>
                    <a:pt x="716" y="1001"/>
                    <a:pt x="717" y="1002"/>
                    <a:pt x="717" y="999"/>
                  </a:cubicBezTo>
                  <a:cubicBezTo>
                    <a:pt x="717" y="996"/>
                    <a:pt x="718" y="996"/>
                    <a:pt x="718" y="994"/>
                  </a:cubicBezTo>
                  <a:cubicBezTo>
                    <a:pt x="717" y="992"/>
                    <a:pt x="715" y="991"/>
                    <a:pt x="715" y="990"/>
                  </a:cubicBezTo>
                  <a:cubicBezTo>
                    <a:pt x="715" y="989"/>
                    <a:pt x="713" y="986"/>
                    <a:pt x="712" y="985"/>
                  </a:cubicBezTo>
                  <a:cubicBezTo>
                    <a:pt x="711" y="984"/>
                    <a:pt x="710" y="984"/>
                    <a:pt x="709" y="983"/>
                  </a:cubicBezTo>
                  <a:cubicBezTo>
                    <a:pt x="708" y="982"/>
                    <a:pt x="707" y="981"/>
                    <a:pt x="706" y="980"/>
                  </a:cubicBezTo>
                  <a:cubicBezTo>
                    <a:pt x="705" y="980"/>
                    <a:pt x="704" y="980"/>
                    <a:pt x="703" y="980"/>
                  </a:cubicBezTo>
                  <a:cubicBezTo>
                    <a:pt x="703" y="980"/>
                    <a:pt x="703" y="980"/>
                    <a:pt x="703" y="980"/>
                  </a:cubicBezTo>
                  <a:cubicBezTo>
                    <a:pt x="702" y="979"/>
                    <a:pt x="702" y="979"/>
                    <a:pt x="702" y="977"/>
                  </a:cubicBezTo>
                  <a:cubicBezTo>
                    <a:pt x="702" y="975"/>
                    <a:pt x="700" y="975"/>
                    <a:pt x="700" y="975"/>
                  </a:cubicBezTo>
                  <a:cubicBezTo>
                    <a:pt x="699" y="975"/>
                    <a:pt x="697" y="973"/>
                    <a:pt x="697" y="973"/>
                  </a:cubicBezTo>
                  <a:cubicBezTo>
                    <a:pt x="697" y="973"/>
                    <a:pt x="696" y="973"/>
                    <a:pt x="695" y="972"/>
                  </a:cubicBezTo>
                  <a:cubicBezTo>
                    <a:pt x="694" y="971"/>
                    <a:pt x="693" y="972"/>
                    <a:pt x="693" y="971"/>
                  </a:cubicBezTo>
                  <a:cubicBezTo>
                    <a:pt x="692" y="971"/>
                    <a:pt x="692" y="971"/>
                    <a:pt x="692" y="971"/>
                  </a:cubicBezTo>
                  <a:cubicBezTo>
                    <a:pt x="691" y="971"/>
                    <a:pt x="691" y="971"/>
                    <a:pt x="691" y="971"/>
                  </a:cubicBezTo>
                  <a:cubicBezTo>
                    <a:pt x="690" y="970"/>
                    <a:pt x="690" y="970"/>
                    <a:pt x="690" y="970"/>
                  </a:cubicBezTo>
                  <a:cubicBezTo>
                    <a:pt x="690" y="970"/>
                    <a:pt x="689" y="970"/>
                    <a:pt x="689" y="970"/>
                  </a:cubicBezTo>
                  <a:cubicBezTo>
                    <a:pt x="689" y="970"/>
                    <a:pt x="687" y="969"/>
                    <a:pt x="687" y="968"/>
                  </a:cubicBezTo>
                  <a:cubicBezTo>
                    <a:pt x="686" y="968"/>
                    <a:pt x="686" y="967"/>
                    <a:pt x="685" y="966"/>
                  </a:cubicBezTo>
                  <a:cubicBezTo>
                    <a:pt x="685" y="965"/>
                    <a:pt x="685" y="965"/>
                    <a:pt x="685" y="964"/>
                  </a:cubicBezTo>
                  <a:cubicBezTo>
                    <a:pt x="685" y="963"/>
                    <a:pt x="685" y="961"/>
                    <a:pt x="684" y="960"/>
                  </a:cubicBezTo>
                  <a:cubicBezTo>
                    <a:pt x="684" y="959"/>
                    <a:pt x="685" y="960"/>
                    <a:pt x="685" y="958"/>
                  </a:cubicBezTo>
                  <a:cubicBezTo>
                    <a:pt x="684" y="956"/>
                    <a:pt x="683" y="956"/>
                    <a:pt x="683" y="956"/>
                  </a:cubicBezTo>
                  <a:cubicBezTo>
                    <a:pt x="682" y="955"/>
                    <a:pt x="683" y="955"/>
                    <a:pt x="682" y="954"/>
                  </a:cubicBezTo>
                  <a:cubicBezTo>
                    <a:pt x="682" y="953"/>
                    <a:pt x="681" y="952"/>
                    <a:pt x="680" y="951"/>
                  </a:cubicBezTo>
                  <a:cubicBezTo>
                    <a:pt x="678" y="949"/>
                    <a:pt x="680" y="950"/>
                    <a:pt x="680" y="949"/>
                  </a:cubicBezTo>
                  <a:cubicBezTo>
                    <a:pt x="680" y="947"/>
                    <a:pt x="680" y="947"/>
                    <a:pt x="679" y="947"/>
                  </a:cubicBezTo>
                  <a:cubicBezTo>
                    <a:pt x="678" y="946"/>
                    <a:pt x="679" y="947"/>
                    <a:pt x="677" y="947"/>
                  </a:cubicBezTo>
                  <a:cubicBezTo>
                    <a:pt x="676" y="947"/>
                    <a:pt x="676" y="947"/>
                    <a:pt x="675" y="946"/>
                  </a:cubicBezTo>
                  <a:cubicBezTo>
                    <a:pt x="674" y="945"/>
                    <a:pt x="674" y="944"/>
                    <a:pt x="674" y="943"/>
                  </a:cubicBezTo>
                  <a:cubicBezTo>
                    <a:pt x="673" y="942"/>
                    <a:pt x="674" y="941"/>
                    <a:pt x="674" y="940"/>
                  </a:cubicBezTo>
                  <a:cubicBezTo>
                    <a:pt x="674" y="938"/>
                    <a:pt x="674" y="935"/>
                    <a:pt x="674" y="934"/>
                  </a:cubicBezTo>
                  <a:cubicBezTo>
                    <a:pt x="675" y="933"/>
                    <a:pt x="679" y="922"/>
                    <a:pt x="679" y="921"/>
                  </a:cubicBezTo>
                  <a:cubicBezTo>
                    <a:pt x="679" y="919"/>
                    <a:pt x="681" y="919"/>
                    <a:pt x="681" y="918"/>
                  </a:cubicBezTo>
                  <a:cubicBezTo>
                    <a:pt x="682" y="917"/>
                    <a:pt x="682" y="916"/>
                    <a:pt x="682" y="915"/>
                  </a:cubicBezTo>
                  <a:cubicBezTo>
                    <a:pt x="682" y="913"/>
                    <a:pt x="682" y="911"/>
                    <a:pt x="682" y="908"/>
                  </a:cubicBezTo>
                  <a:cubicBezTo>
                    <a:pt x="682" y="905"/>
                    <a:pt x="682" y="905"/>
                    <a:pt x="683" y="903"/>
                  </a:cubicBezTo>
                  <a:cubicBezTo>
                    <a:pt x="683" y="902"/>
                    <a:pt x="684" y="902"/>
                    <a:pt x="685" y="902"/>
                  </a:cubicBezTo>
                  <a:cubicBezTo>
                    <a:pt x="685" y="902"/>
                    <a:pt x="685" y="902"/>
                    <a:pt x="686" y="902"/>
                  </a:cubicBezTo>
                  <a:cubicBezTo>
                    <a:pt x="687" y="901"/>
                    <a:pt x="689" y="901"/>
                    <a:pt x="689" y="902"/>
                  </a:cubicBezTo>
                  <a:cubicBezTo>
                    <a:pt x="690" y="902"/>
                    <a:pt x="691" y="903"/>
                    <a:pt x="691" y="904"/>
                  </a:cubicBezTo>
                  <a:cubicBezTo>
                    <a:pt x="690" y="905"/>
                    <a:pt x="691" y="907"/>
                    <a:pt x="691" y="908"/>
                  </a:cubicBezTo>
                  <a:cubicBezTo>
                    <a:pt x="690" y="909"/>
                    <a:pt x="691" y="910"/>
                    <a:pt x="691" y="911"/>
                  </a:cubicBezTo>
                  <a:cubicBezTo>
                    <a:pt x="691" y="912"/>
                    <a:pt x="697" y="912"/>
                    <a:pt x="698" y="911"/>
                  </a:cubicBezTo>
                  <a:cubicBezTo>
                    <a:pt x="700" y="911"/>
                    <a:pt x="701" y="912"/>
                    <a:pt x="702" y="913"/>
                  </a:cubicBezTo>
                  <a:cubicBezTo>
                    <a:pt x="703" y="913"/>
                    <a:pt x="704" y="914"/>
                    <a:pt x="705" y="915"/>
                  </a:cubicBezTo>
                  <a:cubicBezTo>
                    <a:pt x="705" y="915"/>
                    <a:pt x="707" y="919"/>
                    <a:pt x="709" y="919"/>
                  </a:cubicBezTo>
                  <a:cubicBezTo>
                    <a:pt x="710" y="919"/>
                    <a:pt x="710" y="919"/>
                    <a:pt x="711" y="920"/>
                  </a:cubicBezTo>
                  <a:cubicBezTo>
                    <a:pt x="711" y="920"/>
                    <a:pt x="712" y="922"/>
                    <a:pt x="712" y="922"/>
                  </a:cubicBezTo>
                  <a:cubicBezTo>
                    <a:pt x="712" y="922"/>
                    <a:pt x="714" y="925"/>
                    <a:pt x="715" y="926"/>
                  </a:cubicBezTo>
                  <a:cubicBezTo>
                    <a:pt x="716" y="927"/>
                    <a:pt x="716" y="929"/>
                    <a:pt x="717" y="929"/>
                  </a:cubicBezTo>
                  <a:cubicBezTo>
                    <a:pt x="717" y="930"/>
                    <a:pt x="719" y="932"/>
                    <a:pt x="720" y="932"/>
                  </a:cubicBezTo>
                  <a:cubicBezTo>
                    <a:pt x="721" y="932"/>
                    <a:pt x="723" y="935"/>
                    <a:pt x="722" y="935"/>
                  </a:cubicBezTo>
                  <a:cubicBezTo>
                    <a:pt x="722" y="936"/>
                    <a:pt x="723" y="938"/>
                    <a:pt x="723" y="938"/>
                  </a:cubicBezTo>
                  <a:cubicBezTo>
                    <a:pt x="723" y="938"/>
                    <a:pt x="725" y="937"/>
                    <a:pt x="725" y="936"/>
                  </a:cubicBezTo>
                  <a:cubicBezTo>
                    <a:pt x="726" y="934"/>
                    <a:pt x="726" y="936"/>
                    <a:pt x="727" y="936"/>
                  </a:cubicBezTo>
                  <a:cubicBezTo>
                    <a:pt x="728" y="936"/>
                    <a:pt x="728" y="937"/>
                    <a:pt x="729" y="937"/>
                  </a:cubicBezTo>
                  <a:cubicBezTo>
                    <a:pt x="730" y="937"/>
                    <a:pt x="730" y="938"/>
                    <a:pt x="731" y="938"/>
                  </a:cubicBezTo>
                  <a:cubicBezTo>
                    <a:pt x="732" y="938"/>
                    <a:pt x="732" y="940"/>
                    <a:pt x="733" y="940"/>
                  </a:cubicBezTo>
                  <a:cubicBezTo>
                    <a:pt x="733" y="940"/>
                    <a:pt x="734" y="941"/>
                    <a:pt x="734" y="942"/>
                  </a:cubicBezTo>
                  <a:cubicBezTo>
                    <a:pt x="735" y="943"/>
                    <a:pt x="734" y="943"/>
                    <a:pt x="733" y="944"/>
                  </a:cubicBezTo>
                  <a:cubicBezTo>
                    <a:pt x="733" y="945"/>
                    <a:pt x="732" y="946"/>
                    <a:pt x="731" y="948"/>
                  </a:cubicBezTo>
                  <a:cubicBezTo>
                    <a:pt x="730" y="950"/>
                    <a:pt x="731" y="953"/>
                    <a:pt x="731" y="954"/>
                  </a:cubicBezTo>
                  <a:cubicBezTo>
                    <a:pt x="731" y="954"/>
                    <a:pt x="732" y="954"/>
                    <a:pt x="733" y="954"/>
                  </a:cubicBezTo>
                  <a:cubicBezTo>
                    <a:pt x="733" y="954"/>
                    <a:pt x="735" y="953"/>
                    <a:pt x="736" y="952"/>
                  </a:cubicBezTo>
                  <a:cubicBezTo>
                    <a:pt x="737" y="951"/>
                    <a:pt x="738" y="950"/>
                    <a:pt x="739" y="949"/>
                  </a:cubicBezTo>
                  <a:cubicBezTo>
                    <a:pt x="740" y="949"/>
                    <a:pt x="742" y="950"/>
                    <a:pt x="744" y="947"/>
                  </a:cubicBezTo>
                  <a:cubicBezTo>
                    <a:pt x="747" y="945"/>
                    <a:pt x="746" y="945"/>
                    <a:pt x="746" y="945"/>
                  </a:cubicBezTo>
                  <a:cubicBezTo>
                    <a:pt x="746" y="945"/>
                    <a:pt x="747" y="945"/>
                    <a:pt x="749" y="945"/>
                  </a:cubicBezTo>
                  <a:cubicBezTo>
                    <a:pt x="751" y="945"/>
                    <a:pt x="750" y="944"/>
                    <a:pt x="750" y="942"/>
                  </a:cubicBezTo>
                  <a:cubicBezTo>
                    <a:pt x="750" y="940"/>
                    <a:pt x="748" y="940"/>
                    <a:pt x="747" y="939"/>
                  </a:cubicBezTo>
                  <a:cubicBezTo>
                    <a:pt x="746" y="937"/>
                    <a:pt x="747" y="938"/>
                    <a:pt x="747" y="938"/>
                  </a:cubicBezTo>
                  <a:cubicBezTo>
                    <a:pt x="747" y="938"/>
                    <a:pt x="749" y="937"/>
                    <a:pt x="750" y="935"/>
                  </a:cubicBezTo>
                  <a:cubicBezTo>
                    <a:pt x="751" y="933"/>
                    <a:pt x="751" y="934"/>
                    <a:pt x="753" y="932"/>
                  </a:cubicBezTo>
                  <a:cubicBezTo>
                    <a:pt x="754" y="930"/>
                    <a:pt x="754" y="933"/>
                    <a:pt x="754" y="934"/>
                  </a:cubicBezTo>
                  <a:cubicBezTo>
                    <a:pt x="754" y="934"/>
                    <a:pt x="755" y="934"/>
                    <a:pt x="757" y="934"/>
                  </a:cubicBezTo>
                  <a:cubicBezTo>
                    <a:pt x="758" y="935"/>
                    <a:pt x="760" y="933"/>
                    <a:pt x="761" y="933"/>
                  </a:cubicBezTo>
                  <a:cubicBezTo>
                    <a:pt x="763" y="932"/>
                    <a:pt x="766" y="931"/>
                    <a:pt x="767" y="929"/>
                  </a:cubicBezTo>
                  <a:cubicBezTo>
                    <a:pt x="768" y="927"/>
                    <a:pt x="769" y="929"/>
                    <a:pt x="771" y="927"/>
                  </a:cubicBezTo>
                  <a:cubicBezTo>
                    <a:pt x="774" y="925"/>
                    <a:pt x="775" y="924"/>
                    <a:pt x="776" y="922"/>
                  </a:cubicBezTo>
                  <a:cubicBezTo>
                    <a:pt x="777" y="919"/>
                    <a:pt x="777" y="919"/>
                    <a:pt x="776" y="918"/>
                  </a:cubicBezTo>
                  <a:cubicBezTo>
                    <a:pt x="776" y="917"/>
                    <a:pt x="777" y="915"/>
                    <a:pt x="777" y="914"/>
                  </a:cubicBezTo>
                  <a:cubicBezTo>
                    <a:pt x="778" y="914"/>
                    <a:pt x="779" y="912"/>
                    <a:pt x="779" y="910"/>
                  </a:cubicBezTo>
                  <a:cubicBezTo>
                    <a:pt x="780" y="907"/>
                    <a:pt x="780" y="908"/>
                    <a:pt x="780" y="907"/>
                  </a:cubicBezTo>
                  <a:cubicBezTo>
                    <a:pt x="779" y="906"/>
                    <a:pt x="778" y="905"/>
                    <a:pt x="777" y="904"/>
                  </a:cubicBezTo>
                  <a:cubicBezTo>
                    <a:pt x="775" y="902"/>
                    <a:pt x="777" y="903"/>
                    <a:pt x="777" y="899"/>
                  </a:cubicBezTo>
                  <a:cubicBezTo>
                    <a:pt x="776" y="896"/>
                    <a:pt x="776" y="895"/>
                    <a:pt x="776" y="893"/>
                  </a:cubicBezTo>
                  <a:cubicBezTo>
                    <a:pt x="777" y="890"/>
                    <a:pt x="776" y="890"/>
                    <a:pt x="775" y="888"/>
                  </a:cubicBezTo>
                  <a:cubicBezTo>
                    <a:pt x="773" y="885"/>
                    <a:pt x="774" y="885"/>
                    <a:pt x="773" y="884"/>
                  </a:cubicBezTo>
                  <a:cubicBezTo>
                    <a:pt x="773" y="882"/>
                    <a:pt x="771" y="880"/>
                    <a:pt x="769" y="878"/>
                  </a:cubicBezTo>
                  <a:cubicBezTo>
                    <a:pt x="768" y="877"/>
                    <a:pt x="761" y="869"/>
                    <a:pt x="760" y="868"/>
                  </a:cubicBezTo>
                  <a:cubicBezTo>
                    <a:pt x="759" y="866"/>
                    <a:pt x="757" y="866"/>
                    <a:pt x="757" y="866"/>
                  </a:cubicBezTo>
                  <a:cubicBezTo>
                    <a:pt x="757" y="866"/>
                    <a:pt x="755" y="865"/>
                    <a:pt x="754" y="864"/>
                  </a:cubicBezTo>
                  <a:cubicBezTo>
                    <a:pt x="753" y="863"/>
                    <a:pt x="753" y="864"/>
                    <a:pt x="753" y="862"/>
                  </a:cubicBezTo>
                  <a:cubicBezTo>
                    <a:pt x="753" y="860"/>
                    <a:pt x="752" y="861"/>
                    <a:pt x="750" y="859"/>
                  </a:cubicBezTo>
                  <a:cubicBezTo>
                    <a:pt x="748" y="857"/>
                    <a:pt x="749" y="857"/>
                    <a:pt x="749" y="856"/>
                  </a:cubicBezTo>
                  <a:cubicBezTo>
                    <a:pt x="749" y="854"/>
                    <a:pt x="749" y="855"/>
                    <a:pt x="748" y="853"/>
                  </a:cubicBezTo>
                  <a:cubicBezTo>
                    <a:pt x="747" y="852"/>
                    <a:pt x="746" y="852"/>
                    <a:pt x="745" y="851"/>
                  </a:cubicBezTo>
                  <a:cubicBezTo>
                    <a:pt x="744" y="849"/>
                    <a:pt x="744" y="850"/>
                    <a:pt x="744" y="849"/>
                  </a:cubicBezTo>
                  <a:cubicBezTo>
                    <a:pt x="743" y="849"/>
                    <a:pt x="743" y="848"/>
                    <a:pt x="742" y="847"/>
                  </a:cubicBezTo>
                  <a:cubicBezTo>
                    <a:pt x="741" y="845"/>
                    <a:pt x="741" y="845"/>
                    <a:pt x="740" y="844"/>
                  </a:cubicBezTo>
                  <a:cubicBezTo>
                    <a:pt x="740" y="843"/>
                    <a:pt x="742" y="843"/>
                    <a:pt x="742" y="842"/>
                  </a:cubicBezTo>
                  <a:cubicBezTo>
                    <a:pt x="742" y="841"/>
                    <a:pt x="742" y="841"/>
                    <a:pt x="741" y="840"/>
                  </a:cubicBezTo>
                  <a:cubicBezTo>
                    <a:pt x="741" y="839"/>
                    <a:pt x="742" y="837"/>
                    <a:pt x="743" y="835"/>
                  </a:cubicBezTo>
                  <a:cubicBezTo>
                    <a:pt x="743" y="833"/>
                    <a:pt x="745" y="833"/>
                    <a:pt x="745" y="833"/>
                  </a:cubicBezTo>
                  <a:cubicBezTo>
                    <a:pt x="746" y="833"/>
                    <a:pt x="749" y="831"/>
                    <a:pt x="750" y="830"/>
                  </a:cubicBezTo>
                  <a:cubicBezTo>
                    <a:pt x="750" y="828"/>
                    <a:pt x="750" y="826"/>
                    <a:pt x="750" y="826"/>
                  </a:cubicBezTo>
                  <a:cubicBezTo>
                    <a:pt x="749" y="825"/>
                    <a:pt x="750" y="825"/>
                    <a:pt x="750" y="824"/>
                  </a:cubicBezTo>
                  <a:cubicBezTo>
                    <a:pt x="750" y="823"/>
                    <a:pt x="752" y="823"/>
                    <a:pt x="752" y="822"/>
                  </a:cubicBezTo>
                  <a:cubicBezTo>
                    <a:pt x="753" y="822"/>
                    <a:pt x="754" y="822"/>
                    <a:pt x="756" y="821"/>
                  </a:cubicBezTo>
                  <a:cubicBezTo>
                    <a:pt x="758" y="821"/>
                    <a:pt x="758" y="821"/>
                    <a:pt x="759" y="821"/>
                  </a:cubicBezTo>
                  <a:cubicBezTo>
                    <a:pt x="759" y="820"/>
                    <a:pt x="760" y="819"/>
                    <a:pt x="761" y="818"/>
                  </a:cubicBezTo>
                  <a:cubicBezTo>
                    <a:pt x="761" y="817"/>
                    <a:pt x="762" y="817"/>
                    <a:pt x="764" y="817"/>
                  </a:cubicBezTo>
                  <a:cubicBezTo>
                    <a:pt x="764" y="817"/>
                    <a:pt x="764" y="817"/>
                    <a:pt x="764" y="817"/>
                  </a:cubicBezTo>
                  <a:cubicBezTo>
                    <a:pt x="766" y="816"/>
                    <a:pt x="767" y="816"/>
                    <a:pt x="767" y="815"/>
                  </a:cubicBezTo>
                  <a:cubicBezTo>
                    <a:pt x="768" y="814"/>
                    <a:pt x="770" y="812"/>
                    <a:pt x="770" y="812"/>
                  </a:cubicBezTo>
                  <a:cubicBezTo>
                    <a:pt x="771" y="815"/>
                    <a:pt x="771" y="815"/>
                    <a:pt x="771" y="815"/>
                  </a:cubicBezTo>
                  <a:cubicBezTo>
                    <a:pt x="773" y="816"/>
                    <a:pt x="773" y="816"/>
                    <a:pt x="773" y="816"/>
                  </a:cubicBezTo>
                  <a:cubicBezTo>
                    <a:pt x="773" y="816"/>
                    <a:pt x="776" y="818"/>
                    <a:pt x="776" y="817"/>
                  </a:cubicBezTo>
                  <a:cubicBezTo>
                    <a:pt x="777" y="817"/>
                    <a:pt x="779" y="817"/>
                    <a:pt x="779" y="816"/>
                  </a:cubicBezTo>
                  <a:cubicBezTo>
                    <a:pt x="779" y="816"/>
                    <a:pt x="780" y="815"/>
                    <a:pt x="781" y="815"/>
                  </a:cubicBezTo>
                  <a:cubicBezTo>
                    <a:pt x="782" y="815"/>
                    <a:pt x="784" y="817"/>
                    <a:pt x="784" y="817"/>
                  </a:cubicBezTo>
                  <a:cubicBezTo>
                    <a:pt x="784" y="818"/>
                    <a:pt x="783" y="822"/>
                    <a:pt x="782" y="823"/>
                  </a:cubicBezTo>
                  <a:cubicBezTo>
                    <a:pt x="782" y="824"/>
                    <a:pt x="784" y="826"/>
                    <a:pt x="784" y="826"/>
                  </a:cubicBezTo>
                  <a:cubicBezTo>
                    <a:pt x="787" y="829"/>
                    <a:pt x="787" y="829"/>
                    <a:pt x="787" y="829"/>
                  </a:cubicBezTo>
                  <a:cubicBezTo>
                    <a:pt x="787" y="829"/>
                    <a:pt x="790" y="829"/>
                    <a:pt x="790" y="829"/>
                  </a:cubicBezTo>
                  <a:cubicBezTo>
                    <a:pt x="791" y="828"/>
                    <a:pt x="791" y="828"/>
                    <a:pt x="790" y="826"/>
                  </a:cubicBezTo>
                  <a:cubicBezTo>
                    <a:pt x="789" y="825"/>
                    <a:pt x="789" y="825"/>
                    <a:pt x="788" y="823"/>
                  </a:cubicBezTo>
                  <a:cubicBezTo>
                    <a:pt x="787" y="820"/>
                    <a:pt x="789" y="822"/>
                    <a:pt x="790" y="820"/>
                  </a:cubicBezTo>
                  <a:cubicBezTo>
                    <a:pt x="790" y="819"/>
                    <a:pt x="791" y="818"/>
                    <a:pt x="792" y="817"/>
                  </a:cubicBezTo>
                  <a:cubicBezTo>
                    <a:pt x="793" y="817"/>
                    <a:pt x="793" y="818"/>
                    <a:pt x="794" y="818"/>
                  </a:cubicBezTo>
                  <a:cubicBezTo>
                    <a:pt x="796" y="818"/>
                    <a:pt x="797" y="818"/>
                    <a:pt x="797" y="818"/>
                  </a:cubicBezTo>
                  <a:cubicBezTo>
                    <a:pt x="798" y="817"/>
                    <a:pt x="800" y="816"/>
                    <a:pt x="801" y="815"/>
                  </a:cubicBezTo>
                  <a:cubicBezTo>
                    <a:pt x="802" y="813"/>
                    <a:pt x="803" y="815"/>
                    <a:pt x="804" y="815"/>
                  </a:cubicBezTo>
                  <a:cubicBezTo>
                    <a:pt x="805" y="816"/>
                    <a:pt x="806" y="815"/>
                    <a:pt x="808" y="815"/>
                  </a:cubicBezTo>
                  <a:cubicBezTo>
                    <a:pt x="809" y="815"/>
                    <a:pt x="809" y="815"/>
                    <a:pt x="810" y="815"/>
                  </a:cubicBezTo>
                  <a:cubicBezTo>
                    <a:pt x="811" y="814"/>
                    <a:pt x="811" y="814"/>
                    <a:pt x="812" y="814"/>
                  </a:cubicBezTo>
                  <a:cubicBezTo>
                    <a:pt x="813" y="813"/>
                    <a:pt x="814" y="813"/>
                    <a:pt x="815" y="812"/>
                  </a:cubicBezTo>
                  <a:cubicBezTo>
                    <a:pt x="816" y="811"/>
                    <a:pt x="816" y="811"/>
                    <a:pt x="817" y="810"/>
                  </a:cubicBezTo>
                  <a:cubicBezTo>
                    <a:pt x="818" y="810"/>
                    <a:pt x="818" y="810"/>
                    <a:pt x="819" y="811"/>
                  </a:cubicBezTo>
                  <a:cubicBezTo>
                    <a:pt x="820" y="811"/>
                    <a:pt x="822" y="811"/>
                    <a:pt x="824" y="810"/>
                  </a:cubicBezTo>
                  <a:cubicBezTo>
                    <a:pt x="827" y="809"/>
                    <a:pt x="826" y="807"/>
                    <a:pt x="826" y="805"/>
                  </a:cubicBezTo>
                  <a:cubicBezTo>
                    <a:pt x="827" y="804"/>
                    <a:pt x="829" y="806"/>
                    <a:pt x="830" y="806"/>
                  </a:cubicBezTo>
                  <a:cubicBezTo>
                    <a:pt x="832" y="807"/>
                    <a:pt x="833" y="807"/>
                    <a:pt x="834" y="805"/>
                  </a:cubicBezTo>
                  <a:cubicBezTo>
                    <a:pt x="834" y="804"/>
                    <a:pt x="837" y="804"/>
                    <a:pt x="837" y="804"/>
                  </a:cubicBezTo>
                  <a:cubicBezTo>
                    <a:pt x="838" y="803"/>
                    <a:pt x="841" y="803"/>
                    <a:pt x="843" y="803"/>
                  </a:cubicBezTo>
                  <a:cubicBezTo>
                    <a:pt x="845" y="803"/>
                    <a:pt x="847" y="802"/>
                    <a:pt x="849" y="802"/>
                  </a:cubicBezTo>
                  <a:cubicBezTo>
                    <a:pt x="851" y="801"/>
                    <a:pt x="851" y="801"/>
                    <a:pt x="853" y="799"/>
                  </a:cubicBezTo>
                  <a:cubicBezTo>
                    <a:pt x="855" y="797"/>
                    <a:pt x="855" y="797"/>
                    <a:pt x="857" y="794"/>
                  </a:cubicBezTo>
                  <a:cubicBezTo>
                    <a:pt x="859" y="791"/>
                    <a:pt x="860" y="792"/>
                    <a:pt x="862" y="791"/>
                  </a:cubicBezTo>
                  <a:cubicBezTo>
                    <a:pt x="864" y="791"/>
                    <a:pt x="865" y="790"/>
                    <a:pt x="866" y="789"/>
                  </a:cubicBezTo>
                  <a:cubicBezTo>
                    <a:pt x="867" y="789"/>
                    <a:pt x="868" y="788"/>
                    <a:pt x="869" y="788"/>
                  </a:cubicBezTo>
                  <a:cubicBezTo>
                    <a:pt x="870" y="787"/>
                    <a:pt x="869" y="786"/>
                    <a:pt x="869" y="785"/>
                  </a:cubicBezTo>
                  <a:cubicBezTo>
                    <a:pt x="868" y="784"/>
                    <a:pt x="868" y="784"/>
                    <a:pt x="869" y="783"/>
                  </a:cubicBezTo>
                  <a:cubicBezTo>
                    <a:pt x="870" y="782"/>
                    <a:pt x="871" y="783"/>
                    <a:pt x="872" y="782"/>
                  </a:cubicBezTo>
                  <a:cubicBezTo>
                    <a:pt x="874" y="780"/>
                    <a:pt x="874" y="780"/>
                    <a:pt x="875" y="780"/>
                  </a:cubicBezTo>
                  <a:cubicBezTo>
                    <a:pt x="876" y="780"/>
                    <a:pt x="877" y="779"/>
                    <a:pt x="878" y="779"/>
                  </a:cubicBezTo>
                  <a:cubicBezTo>
                    <a:pt x="879" y="778"/>
                    <a:pt x="880" y="777"/>
                    <a:pt x="882" y="774"/>
                  </a:cubicBezTo>
                  <a:cubicBezTo>
                    <a:pt x="883" y="774"/>
                    <a:pt x="885" y="774"/>
                    <a:pt x="885" y="773"/>
                  </a:cubicBezTo>
                  <a:cubicBezTo>
                    <a:pt x="886" y="773"/>
                    <a:pt x="886" y="772"/>
                    <a:pt x="886" y="771"/>
                  </a:cubicBezTo>
                  <a:cubicBezTo>
                    <a:pt x="885" y="770"/>
                    <a:pt x="884" y="769"/>
                    <a:pt x="884" y="767"/>
                  </a:cubicBezTo>
                  <a:cubicBezTo>
                    <a:pt x="883" y="767"/>
                    <a:pt x="884" y="767"/>
                    <a:pt x="884" y="767"/>
                  </a:cubicBezTo>
                  <a:cubicBezTo>
                    <a:pt x="885" y="767"/>
                    <a:pt x="885" y="767"/>
                    <a:pt x="886" y="767"/>
                  </a:cubicBezTo>
                  <a:cubicBezTo>
                    <a:pt x="887" y="767"/>
                    <a:pt x="888" y="766"/>
                    <a:pt x="888" y="765"/>
                  </a:cubicBezTo>
                  <a:cubicBezTo>
                    <a:pt x="888" y="763"/>
                    <a:pt x="887" y="764"/>
                    <a:pt x="888" y="760"/>
                  </a:cubicBezTo>
                  <a:cubicBezTo>
                    <a:pt x="888" y="760"/>
                    <a:pt x="889" y="761"/>
                    <a:pt x="890" y="760"/>
                  </a:cubicBezTo>
                  <a:cubicBezTo>
                    <a:pt x="890" y="760"/>
                    <a:pt x="890" y="758"/>
                    <a:pt x="890" y="756"/>
                  </a:cubicBezTo>
                  <a:cubicBezTo>
                    <a:pt x="891" y="755"/>
                    <a:pt x="892" y="754"/>
                    <a:pt x="894" y="754"/>
                  </a:cubicBezTo>
                  <a:cubicBezTo>
                    <a:pt x="895" y="753"/>
                    <a:pt x="895" y="753"/>
                    <a:pt x="896" y="752"/>
                  </a:cubicBezTo>
                  <a:cubicBezTo>
                    <a:pt x="897" y="751"/>
                    <a:pt x="897" y="749"/>
                    <a:pt x="897" y="747"/>
                  </a:cubicBezTo>
                  <a:cubicBezTo>
                    <a:pt x="897" y="746"/>
                    <a:pt x="898" y="745"/>
                    <a:pt x="899" y="744"/>
                  </a:cubicBezTo>
                  <a:cubicBezTo>
                    <a:pt x="899" y="744"/>
                    <a:pt x="901" y="743"/>
                    <a:pt x="903" y="743"/>
                  </a:cubicBezTo>
                  <a:cubicBezTo>
                    <a:pt x="905" y="742"/>
                    <a:pt x="904" y="741"/>
                    <a:pt x="905" y="740"/>
                  </a:cubicBezTo>
                  <a:cubicBezTo>
                    <a:pt x="906" y="739"/>
                    <a:pt x="907" y="735"/>
                    <a:pt x="907" y="734"/>
                  </a:cubicBezTo>
                  <a:cubicBezTo>
                    <a:pt x="906" y="732"/>
                    <a:pt x="906" y="731"/>
                    <a:pt x="907" y="730"/>
                  </a:cubicBezTo>
                  <a:cubicBezTo>
                    <a:pt x="908" y="729"/>
                    <a:pt x="911" y="722"/>
                    <a:pt x="911" y="722"/>
                  </a:cubicBezTo>
                  <a:cubicBezTo>
                    <a:pt x="910" y="722"/>
                    <a:pt x="909" y="722"/>
                    <a:pt x="908" y="723"/>
                  </a:cubicBezTo>
                  <a:cubicBezTo>
                    <a:pt x="907" y="723"/>
                    <a:pt x="907" y="723"/>
                    <a:pt x="906" y="722"/>
                  </a:cubicBezTo>
                  <a:cubicBezTo>
                    <a:pt x="905" y="720"/>
                    <a:pt x="905" y="719"/>
                    <a:pt x="904" y="719"/>
                  </a:cubicBezTo>
                  <a:cubicBezTo>
                    <a:pt x="904" y="718"/>
                    <a:pt x="903" y="718"/>
                    <a:pt x="900" y="718"/>
                  </a:cubicBezTo>
                  <a:cubicBezTo>
                    <a:pt x="897" y="718"/>
                    <a:pt x="898" y="718"/>
                    <a:pt x="899" y="717"/>
                  </a:cubicBezTo>
                  <a:cubicBezTo>
                    <a:pt x="899" y="715"/>
                    <a:pt x="900" y="716"/>
                    <a:pt x="901" y="715"/>
                  </a:cubicBezTo>
                  <a:cubicBezTo>
                    <a:pt x="902" y="714"/>
                    <a:pt x="904" y="713"/>
                    <a:pt x="905" y="713"/>
                  </a:cubicBezTo>
                  <a:cubicBezTo>
                    <a:pt x="906" y="713"/>
                    <a:pt x="908" y="713"/>
                    <a:pt x="909" y="711"/>
                  </a:cubicBezTo>
                  <a:cubicBezTo>
                    <a:pt x="910" y="710"/>
                    <a:pt x="908" y="710"/>
                    <a:pt x="907" y="709"/>
                  </a:cubicBezTo>
                  <a:cubicBezTo>
                    <a:pt x="906" y="708"/>
                    <a:pt x="906" y="706"/>
                    <a:pt x="906" y="704"/>
                  </a:cubicBezTo>
                  <a:cubicBezTo>
                    <a:pt x="905" y="703"/>
                    <a:pt x="906" y="703"/>
                    <a:pt x="907" y="703"/>
                  </a:cubicBezTo>
                  <a:cubicBezTo>
                    <a:pt x="908" y="703"/>
                    <a:pt x="908" y="703"/>
                    <a:pt x="908" y="703"/>
                  </a:cubicBezTo>
                  <a:cubicBezTo>
                    <a:pt x="909" y="703"/>
                    <a:pt x="909" y="701"/>
                    <a:pt x="909" y="701"/>
                  </a:cubicBezTo>
                  <a:cubicBezTo>
                    <a:pt x="909" y="700"/>
                    <a:pt x="907" y="699"/>
                    <a:pt x="906" y="698"/>
                  </a:cubicBezTo>
                  <a:cubicBezTo>
                    <a:pt x="906" y="697"/>
                    <a:pt x="904" y="696"/>
                    <a:pt x="904" y="695"/>
                  </a:cubicBezTo>
                  <a:cubicBezTo>
                    <a:pt x="903" y="694"/>
                    <a:pt x="901" y="694"/>
                    <a:pt x="900" y="692"/>
                  </a:cubicBezTo>
                  <a:cubicBezTo>
                    <a:pt x="900" y="690"/>
                    <a:pt x="899" y="689"/>
                    <a:pt x="899" y="688"/>
                  </a:cubicBezTo>
                  <a:cubicBezTo>
                    <a:pt x="898" y="686"/>
                    <a:pt x="896" y="685"/>
                    <a:pt x="895" y="684"/>
                  </a:cubicBezTo>
                  <a:cubicBezTo>
                    <a:pt x="894" y="682"/>
                    <a:pt x="894" y="681"/>
                    <a:pt x="894" y="680"/>
                  </a:cubicBezTo>
                  <a:cubicBezTo>
                    <a:pt x="894" y="678"/>
                    <a:pt x="893" y="674"/>
                    <a:pt x="892" y="673"/>
                  </a:cubicBezTo>
                  <a:cubicBezTo>
                    <a:pt x="891" y="672"/>
                    <a:pt x="888" y="669"/>
                    <a:pt x="886" y="668"/>
                  </a:cubicBezTo>
                  <a:cubicBezTo>
                    <a:pt x="885" y="667"/>
                    <a:pt x="885" y="668"/>
                    <a:pt x="883" y="667"/>
                  </a:cubicBezTo>
                  <a:cubicBezTo>
                    <a:pt x="881" y="666"/>
                    <a:pt x="882" y="665"/>
                    <a:pt x="882" y="664"/>
                  </a:cubicBezTo>
                  <a:cubicBezTo>
                    <a:pt x="881" y="662"/>
                    <a:pt x="882" y="663"/>
                    <a:pt x="883" y="662"/>
                  </a:cubicBezTo>
                  <a:cubicBezTo>
                    <a:pt x="883" y="662"/>
                    <a:pt x="885" y="660"/>
                    <a:pt x="886" y="659"/>
                  </a:cubicBezTo>
                  <a:cubicBezTo>
                    <a:pt x="887" y="658"/>
                    <a:pt x="888" y="656"/>
                    <a:pt x="889" y="654"/>
                  </a:cubicBezTo>
                  <a:cubicBezTo>
                    <a:pt x="890" y="653"/>
                    <a:pt x="892" y="652"/>
                    <a:pt x="893" y="652"/>
                  </a:cubicBezTo>
                  <a:cubicBezTo>
                    <a:pt x="893" y="651"/>
                    <a:pt x="895" y="650"/>
                    <a:pt x="897" y="648"/>
                  </a:cubicBezTo>
                  <a:cubicBezTo>
                    <a:pt x="899" y="646"/>
                    <a:pt x="898" y="647"/>
                    <a:pt x="900" y="645"/>
                  </a:cubicBezTo>
                  <a:cubicBezTo>
                    <a:pt x="901" y="644"/>
                    <a:pt x="904" y="643"/>
                    <a:pt x="906" y="642"/>
                  </a:cubicBezTo>
                  <a:cubicBezTo>
                    <a:pt x="908" y="641"/>
                    <a:pt x="909" y="642"/>
                    <a:pt x="911" y="642"/>
                  </a:cubicBezTo>
                  <a:cubicBezTo>
                    <a:pt x="913" y="642"/>
                    <a:pt x="914" y="641"/>
                    <a:pt x="915" y="640"/>
                  </a:cubicBezTo>
                  <a:cubicBezTo>
                    <a:pt x="917" y="639"/>
                    <a:pt x="916" y="637"/>
                    <a:pt x="915" y="636"/>
                  </a:cubicBezTo>
                  <a:cubicBezTo>
                    <a:pt x="915" y="636"/>
                    <a:pt x="914" y="635"/>
                    <a:pt x="912" y="635"/>
                  </a:cubicBezTo>
                  <a:cubicBezTo>
                    <a:pt x="911" y="635"/>
                    <a:pt x="910" y="635"/>
                    <a:pt x="908" y="635"/>
                  </a:cubicBezTo>
                  <a:cubicBezTo>
                    <a:pt x="906" y="635"/>
                    <a:pt x="906" y="635"/>
                    <a:pt x="905" y="635"/>
                  </a:cubicBezTo>
                  <a:cubicBezTo>
                    <a:pt x="904" y="636"/>
                    <a:pt x="901" y="633"/>
                    <a:pt x="901" y="632"/>
                  </a:cubicBezTo>
                  <a:cubicBezTo>
                    <a:pt x="900" y="631"/>
                    <a:pt x="899" y="630"/>
                    <a:pt x="899" y="630"/>
                  </a:cubicBezTo>
                  <a:cubicBezTo>
                    <a:pt x="898" y="630"/>
                    <a:pt x="896" y="630"/>
                    <a:pt x="895" y="630"/>
                  </a:cubicBezTo>
                  <a:cubicBezTo>
                    <a:pt x="894" y="630"/>
                    <a:pt x="893" y="631"/>
                    <a:pt x="892" y="632"/>
                  </a:cubicBezTo>
                  <a:cubicBezTo>
                    <a:pt x="891" y="633"/>
                    <a:pt x="887" y="635"/>
                    <a:pt x="886" y="636"/>
                  </a:cubicBezTo>
                  <a:cubicBezTo>
                    <a:pt x="885" y="638"/>
                    <a:pt x="881" y="638"/>
                    <a:pt x="881" y="638"/>
                  </a:cubicBezTo>
                  <a:cubicBezTo>
                    <a:pt x="881" y="638"/>
                    <a:pt x="879" y="637"/>
                    <a:pt x="879" y="635"/>
                  </a:cubicBezTo>
                  <a:cubicBezTo>
                    <a:pt x="879" y="634"/>
                    <a:pt x="879" y="632"/>
                    <a:pt x="879" y="631"/>
                  </a:cubicBezTo>
                  <a:cubicBezTo>
                    <a:pt x="879" y="629"/>
                    <a:pt x="879" y="629"/>
                    <a:pt x="879" y="628"/>
                  </a:cubicBezTo>
                  <a:cubicBezTo>
                    <a:pt x="879" y="627"/>
                    <a:pt x="878" y="627"/>
                    <a:pt x="877" y="626"/>
                  </a:cubicBezTo>
                  <a:cubicBezTo>
                    <a:pt x="876" y="626"/>
                    <a:pt x="873" y="627"/>
                    <a:pt x="873" y="626"/>
                  </a:cubicBezTo>
                  <a:cubicBezTo>
                    <a:pt x="872" y="625"/>
                    <a:pt x="872" y="625"/>
                    <a:pt x="871" y="625"/>
                  </a:cubicBezTo>
                  <a:cubicBezTo>
                    <a:pt x="870" y="625"/>
                    <a:pt x="868" y="624"/>
                    <a:pt x="867" y="623"/>
                  </a:cubicBezTo>
                  <a:cubicBezTo>
                    <a:pt x="867" y="622"/>
                    <a:pt x="865" y="621"/>
                    <a:pt x="865" y="619"/>
                  </a:cubicBezTo>
                  <a:cubicBezTo>
                    <a:pt x="865" y="616"/>
                    <a:pt x="866" y="616"/>
                    <a:pt x="866" y="615"/>
                  </a:cubicBezTo>
                  <a:cubicBezTo>
                    <a:pt x="867" y="614"/>
                    <a:pt x="869" y="614"/>
                    <a:pt x="871" y="614"/>
                  </a:cubicBezTo>
                  <a:cubicBezTo>
                    <a:pt x="872" y="614"/>
                    <a:pt x="876" y="614"/>
                    <a:pt x="877" y="614"/>
                  </a:cubicBezTo>
                  <a:cubicBezTo>
                    <a:pt x="878" y="615"/>
                    <a:pt x="880" y="613"/>
                    <a:pt x="881" y="611"/>
                  </a:cubicBezTo>
                  <a:cubicBezTo>
                    <a:pt x="882" y="609"/>
                    <a:pt x="882" y="609"/>
                    <a:pt x="883" y="608"/>
                  </a:cubicBezTo>
                  <a:cubicBezTo>
                    <a:pt x="884" y="607"/>
                    <a:pt x="885" y="606"/>
                    <a:pt x="886" y="605"/>
                  </a:cubicBezTo>
                  <a:cubicBezTo>
                    <a:pt x="886" y="604"/>
                    <a:pt x="888" y="603"/>
                    <a:pt x="890" y="603"/>
                  </a:cubicBezTo>
                  <a:cubicBezTo>
                    <a:pt x="891" y="602"/>
                    <a:pt x="892" y="602"/>
                    <a:pt x="892" y="601"/>
                  </a:cubicBezTo>
                  <a:cubicBezTo>
                    <a:pt x="892" y="601"/>
                    <a:pt x="894" y="600"/>
                    <a:pt x="895" y="597"/>
                  </a:cubicBezTo>
                  <a:cubicBezTo>
                    <a:pt x="896" y="595"/>
                    <a:pt x="899" y="594"/>
                    <a:pt x="900" y="594"/>
                  </a:cubicBezTo>
                  <a:cubicBezTo>
                    <a:pt x="901" y="593"/>
                    <a:pt x="905" y="592"/>
                    <a:pt x="907" y="593"/>
                  </a:cubicBezTo>
                  <a:cubicBezTo>
                    <a:pt x="909" y="593"/>
                    <a:pt x="908" y="593"/>
                    <a:pt x="910" y="593"/>
                  </a:cubicBezTo>
                  <a:cubicBezTo>
                    <a:pt x="911" y="594"/>
                    <a:pt x="912" y="596"/>
                    <a:pt x="912" y="597"/>
                  </a:cubicBezTo>
                  <a:cubicBezTo>
                    <a:pt x="912" y="597"/>
                    <a:pt x="911" y="598"/>
                    <a:pt x="911" y="599"/>
                  </a:cubicBezTo>
                  <a:cubicBezTo>
                    <a:pt x="910" y="600"/>
                    <a:pt x="909" y="601"/>
                    <a:pt x="908" y="602"/>
                  </a:cubicBezTo>
                  <a:cubicBezTo>
                    <a:pt x="907" y="603"/>
                    <a:pt x="906" y="605"/>
                    <a:pt x="905" y="606"/>
                  </a:cubicBezTo>
                  <a:cubicBezTo>
                    <a:pt x="904" y="606"/>
                    <a:pt x="903" y="609"/>
                    <a:pt x="903" y="609"/>
                  </a:cubicBezTo>
                  <a:cubicBezTo>
                    <a:pt x="903" y="609"/>
                    <a:pt x="905" y="611"/>
                    <a:pt x="906" y="611"/>
                  </a:cubicBezTo>
                  <a:cubicBezTo>
                    <a:pt x="906" y="611"/>
                    <a:pt x="907" y="611"/>
                    <a:pt x="906" y="612"/>
                  </a:cubicBezTo>
                  <a:cubicBezTo>
                    <a:pt x="906" y="612"/>
                    <a:pt x="904" y="615"/>
                    <a:pt x="903" y="615"/>
                  </a:cubicBezTo>
                  <a:cubicBezTo>
                    <a:pt x="903" y="615"/>
                    <a:pt x="900" y="618"/>
                    <a:pt x="900" y="618"/>
                  </a:cubicBezTo>
                  <a:cubicBezTo>
                    <a:pt x="900" y="618"/>
                    <a:pt x="903" y="619"/>
                    <a:pt x="905" y="617"/>
                  </a:cubicBezTo>
                  <a:cubicBezTo>
                    <a:pt x="907" y="615"/>
                    <a:pt x="907" y="615"/>
                    <a:pt x="908" y="615"/>
                  </a:cubicBezTo>
                  <a:cubicBezTo>
                    <a:pt x="909" y="614"/>
                    <a:pt x="911" y="613"/>
                    <a:pt x="914" y="611"/>
                  </a:cubicBezTo>
                  <a:cubicBezTo>
                    <a:pt x="917" y="609"/>
                    <a:pt x="919" y="608"/>
                    <a:pt x="920" y="607"/>
                  </a:cubicBezTo>
                  <a:cubicBezTo>
                    <a:pt x="921" y="607"/>
                    <a:pt x="922" y="607"/>
                    <a:pt x="923" y="607"/>
                  </a:cubicBezTo>
                  <a:cubicBezTo>
                    <a:pt x="924" y="607"/>
                    <a:pt x="924" y="607"/>
                    <a:pt x="924" y="607"/>
                  </a:cubicBezTo>
                  <a:cubicBezTo>
                    <a:pt x="925" y="607"/>
                    <a:pt x="931" y="605"/>
                    <a:pt x="932" y="605"/>
                  </a:cubicBezTo>
                  <a:cubicBezTo>
                    <a:pt x="933" y="606"/>
                    <a:pt x="933" y="606"/>
                    <a:pt x="934" y="606"/>
                  </a:cubicBezTo>
                  <a:cubicBezTo>
                    <a:pt x="935" y="607"/>
                    <a:pt x="935" y="607"/>
                    <a:pt x="936" y="607"/>
                  </a:cubicBezTo>
                  <a:cubicBezTo>
                    <a:pt x="938" y="607"/>
                    <a:pt x="942" y="608"/>
                    <a:pt x="943" y="608"/>
                  </a:cubicBezTo>
                  <a:cubicBezTo>
                    <a:pt x="944" y="609"/>
                    <a:pt x="945" y="610"/>
                    <a:pt x="945" y="611"/>
                  </a:cubicBezTo>
                  <a:cubicBezTo>
                    <a:pt x="944" y="613"/>
                    <a:pt x="944" y="616"/>
                    <a:pt x="943" y="617"/>
                  </a:cubicBezTo>
                  <a:cubicBezTo>
                    <a:pt x="942" y="618"/>
                    <a:pt x="942" y="619"/>
                    <a:pt x="941" y="620"/>
                  </a:cubicBezTo>
                  <a:cubicBezTo>
                    <a:pt x="940" y="621"/>
                    <a:pt x="940" y="625"/>
                    <a:pt x="940" y="627"/>
                  </a:cubicBezTo>
                  <a:cubicBezTo>
                    <a:pt x="940" y="629"/>
                    <a:pt x="944" y="631"/>
                    <a:pt x="945" y="631"/>
                  </a:cubicBezTo>
                  <a:cubicBezTo>
                    <a:pt x="947" y="632"/>
                    <a:pt x="947" y="632"/>
                    <a:pt x="947" y="631"/>
                  </a:cubicBezTo>
                  <a:cubicBezTo>
                    <a:pt x="948" y="631"/>
                    <a:pt x="949" y="630"/>
                    <a:pt x="951" y="629"/>
                  </a:cubicBezTo>
                  <a:cubicBezTo>
                    <a:pt x="952" y="629"/>
                    <a:pt x="955" y="630"/>
                    <a:pt x="956" y="630"/>
                  </a:cubicBezTo>
                  <a:cubicBezTo>
                    <a:pt x="957" y="631"/>
                    <a:pt x="957" y="632"/>
                    <a:pt x="956" y="633"/>
                  </a:cubicBezTo>
                  <a:cubicBezTo>
                    <a:pt x="956" y="633"/>
                    <a:pt x="956" y="633"/>
                    <a:pt x="956" y="633"/>
                  </a:cubicBezTo>
                  <a:cubicBezTo>
                    <a:pt x="956" y="634"/>
                    <a:pt x="958" y="636"/>
                    <a:pt x="959" y="636"/>
                  </a:cubicBezTo>
                  <a:cubicBezTo>
                    <a:pt x="960" y="637"/>
                    <a:pt x="959" y="641"/>
                    <a:pt x="959" y="641"/>
                  </a:cubicBezTo>
                  <a:cubicBezTo>
                    <a:pt x="958" y="641"/>
                    <a:pt x="953" y="641"/>
                    <a:pt x="953" y="641"/>
                  </a:cubicBezTo>
                  <a:cubicBezTo>
                    <a:pt x="953" y="641"/>
                    <a:pt x="957" y="647"/>
                    <a:pt x="956" y="648"/>
                  </a:cubicBezTo>
                  <a:cubicBezTo>
                    <a:pt x="954" y="648"/>
                    <a:pt x="957" y="648"/>
                    <a:pt x="957" y="648"/>
                  </a:cubicBezTo>
                  <a:cubicBezTo>
                    <a:pt x="959" y="654"/>
                    <a:pt x="959" y="654"/>
                    <a:pt x="959" y="654"/>
                  </a:cubicBezTo>
                  <a:cubicBezTo>
                    <a:pt x="959" y="654"/>
                    <a:pt x="958" y="660"/>
                    <a:pt x="957" y="661"/>
                  </a:cubicBezTo>
                  <a:cubicBezTo>
                    <a:pt x="956" y="662"/>
                    <a:pt x="952" y="666"/>
                    <a:pt x="951" y="667"/>
                  </a:cubicBezTo>
                  <a:cubicBezTo>
                    <a:pt x="950" y="668"/>
                    <a:pt x="951" y="671"/>
                    <a:pt x="951" y="672"/>
                  </a:cubicBezTo>
                  <a:cubicBezTo>
                    <a:pt x="951" y="672"/>
                    <a:pt x="953" y="673"/>
                    <a:pt x="954" y="673"/>
                  </a:cubicBezTo>
                  <a:cubicBezTo>
                    <a:pt x="954" y="672"/>
                    <a:pt x="958" y="667"/>
                    <a:pt x="958" y="667"/>
                  </a:cubicBezTo>
                  <a:cubicBezTo>
                    <a:pt x="958" y="672"/>
                    <a:pt x="958" y="672"/>
                    <a:pt x="958" y="672"/>
                  </a:cubicBezTo>
                  <a:cubicBezTo>
                    <a:pt x="963" y="669"/>
                    <a:pt x="963" y="669"/>
                    <a:pt x="963" y="669"/>
                  </a:cubicBezTo>
                  <a:cubicBezTo>
                    <a:pt x="967" y="669"/>
                    <a:pt x="967" y="669"/>
                    <a:pt x="967" y="669"/>
                  </a:cubicBezTo>
                  <a:cubicBezTo>
                    <a:pt x="967" y="669"/>
                    <a:pt x="969" y="669"/>
                    <a:pt x="969" y="669"/>
                  </a:cubicBezTo>
                  <a:cubicBezTo>
                    <a:pt x="969" y="668"/>
                    <a:pt x="972" y="665"/>
                    <a:pt x="973" y="665"/>
                  </a:cubicBezTo>
                  <a:cubicBezTo>
                    <a:pt x="973" y="665"/>
                    <a:pt x="975" y="664"/>
                    <a:pt x="976" y="665"/>
                  </a:cubicBezTo>
                  <a:cubicBezTo>
                    <a:pt x="978" y="666"/>
                    <a:pt x="978" y="666"/>
                    <a:pt x="979" y="666"/>
                  </a:cubicBezTo>
                  <a:cubicBezTo>
                    <a:pt x="979" y="666"/>
                    <a:pt x="982" y="665"/>
                    <a:pt x="983" y="663"/>
                  </a:cubicBezTo>
                  <a:cubicBezTo>
                    <a:pt x="984" y="661"/>
                    <a:pt x="987" y="661"/>
                    <a:pt x="988" y="661"/>
                  </a:cubicBezTo>
                  <a:cubicBezTo>
                    <a:pt x="989" y="661"/>
                    <a:pt x="992" y="662"/>
                    <a:pt x="992" y="662"/>
                  </a:cubicBezTo>
                  <a:cubicBezTo>
                    <a:pt x="991" y="660"/>
                    <a:pt x="991" y="660"/>
                    <a:pt x="991" y="660"/>
                  </a:cubicBezTo>
                  <a:cubicBezTo>
                    <a:pt x="991" y="660"/>
                    <a:pt x="990" y="658"/>
                    <a:pt x="990" y="657"/>
                  </a:cubicBezTo>
                  <a:cubicBezTo>
                    <a:pt x="990" y="656"/>
                    <a:pt x="988" y="654"/>
                    <a:pt x="987" y="653"/>
                  </a:cubicBezTo>
                  <a:cubicBezTo>
                    <a:pt x="987" y="652"/>
                    <a:pt x="988" y="649"/>
                    <a:pt x="988" y="649"/>
                  </a:cubicBezTo>
                  <a:cubicBezTo>
                    <a:pt x="989" y="648"/>
                    <a:pt x="986" y="638"/>
                    <a:pt x="986" y="637"/>
                  </a:cubicBezTo>
                  <a:cubicBezTo>
                    <a:pt x="986" y="636"/>
                    <a:pt x="985" y="634"/>
                    <a:pt x="985" y="634"/>
                  </a:cubicBezTo>
                  <a:cubicBezTo>
                    <a:pt x="985" y="633"/>
                    <a:pt x="983" y="631"/>
                    <a:pt x="982" y="630"/>
                  </a:cubicBezTo>
                  <a:cubicBezTo>
                    <a:pt x="982" y="630"/>
                    <a:pt x="978" y="626"/>
                    <a:pt x="977" y="626"/>
                  </a:cubicBezTo>
                  <a:cubicBezTo>
                    <a:pt x="977" y="626"/>
                    <a:pt x="977" y="624"/>
                    <a:pt x="977" y="623"/>
                  </a:cubicBezTo>
                  <a:cubicBezTo>
                    <a:pt x="977" y="622"/>
                    <a:pt x="977" y="622"/>
                    <a:pt x="977" y="621"/>
                  </a:cubicBezTo>
                  <a:cubicBezTo>
                    <a:pt x="976" y="621"/>
                    <a:pt x="975" y="620"/>
                    <a:pt x="975" y="620"/>
                  </a:cubicBezTo>
                  <a:cubicBezTo>
                    <a:pt x="975" y="620"/>
                    <a:pt x="972" y="617"/>
                    <a:pt x="971" y="617"/>
                  </a:cubicBezTo>
                  <a:cubicBezTo>
                    <a:pt x="970" y="616"/>
                    <a:pt x="967" y="612"/>
                    <a:pt x="967" y="611"/>
                  </a:cubicBezTo>
                  <a:cubicBezTo>
                    <a:pt x="967" y="610"/>
                    <a:pt x="968" y="609"/>
                    <a:pt x="969" y="608"/>
                  </a:cubicBezTo>
                  <a:cubicBezTo>
                    <a:pt x="969" y="607"/>
                    <a:pt x="970" y="605"/>
                    <a:pt x="971" y="603"/>
                  </a:cubicBezTo>
                  <a:cubicBezTo>
                    <a:pt x="972" y="600"/>
                    <a:pt x="974" y="601"/>
                    <a:pt x="976" y="600"/>
                  </a:cubicBezTo>
                  <a:cubicBezTo>
                    <a:pt x="977" y="599"/>
                    <a:pt x="980" y="597"/>
                    <a:pt x="982" y="598"/>
                  </a:cubicBezTo>
                  <a:cubicBezTo>
                    <a:pt x="984" y="599"/>
                    <a:pt x="987" y="595"/>
                    <a:pt x="987" y="594"/>
                  </a:cubicBezTo>
                  <a:cubicBezTo>
                    <a:pt x="987" y="593"/>
                    <a:pt x="990" y="583"/>
                    <a:pt x="991" y="583"/>
                  </a:cubicBezTo>
                  <a:cubicBezTo>
                    <a:pt x="992" y="582"/>
                    <a:pt x="992" y="581"/>
                    <a:pt x="993" y="579"/>
                  </a:cubicBezTo>
                  <a:cubicBezTo>
                    <a:pt x="994" y="577"/>
                    <a:pt x="997" y="575"/>
                    <a:pt x="998" y="574"/>
                  </a:cubicBezTo>
                  <a:cubicBezTo>
                    <a:pt x="999" y="574"/>
                    <a:pt x="1000" y="573"/>
                    <a:pt x="1001" y="573"/>
                  </a:cubicBezTo>
                  <a:cubicBezTo>
                    <a:pt x="1002" y="572"/>
                    <a:pt x="1003" y="572"/>
                    <a:pt x="1003" y="572"/>
                  </a:cubicBezTo>
                  <a:cubicBezTo>
                    <a:pt x="1004" y="572"/>
                    <a:pt x="1007" y="568"/>
                    <a:pt x="1007" y="568"/>
                  </a:cubicBezTo>
                  <a:cubicBezTo>
                    <a:pt x="1007" y="567"/>
                    <a:pt x="1012" y="562"/>
                    <a:pt x="1012" y="562"/>
                  </a:cubicBezTo>
                  <a:cubicBezTo>
                    <a:pt x="1014" y="562"/>
                    <a:pt x="1013" y="565"/>
                    <a:pt x="1014" y="565"/>
                  </a:cubicBezTo>
                  <a:cubicBezTo>
                    <a:pt x="1016" y="565"/>
                    <a:pt x="1016" y="564"/>
                    <a:pt x="1016" y="564"/>
                  </a:cubicBezTo>
                  <a:cubicBezTo>
                    <a:pt x="1017" y="563"/>
                    <a:pt x="1017" y="565"/>
                    <a:pt x="1021" y="567"/>
                  </a:cubicBezTo>
                  <a:cubicBezTo>
                    <a:pt x="1024" y="569"/>
                    <a:pt x="1026" y="570"/>
                    <a:pt x="1028" y="571"/>
                  </a:cubicBezTo>
                  <a:cubicBezTo>
                    <a:pt x="1029" y="571"/>
                    <a:pt x="1032" y="567"/>
                    <a:pt x="1032" y="567"/>
                  </a:cubicBezTo>
                  <a:cubicBezTo>
                    <a:pt x="1032" y="567"/>
                    <a:pt x="1036" y="567"/>
                    <a:pt x="1037" y="566"/>
                  </a:cubicBezTo>
                  <a:cubicBezTo>
                    <a:pt x="1038" y="565"/>
                    <a:pt x="1042" y="561"/>
                    <a:pt x="1043" y="560"/>
                  </a:cubicBezTo>
                  <a:cubicBezTo>
                    <a:pt x="1044" y="558"/>
                    <a:pt x="1047" y="556"/>
                    <a:pt x="1048" y="555"/>
                  </a:cubicBezTo>
                  <a:cubicBezTo>
                    <a:pt x="1050" y="553"/>
                    <a:pt x="1052" y="551"/>
                    <a:pt x="1054" y="549"/>
                  </a:cubicBezTo>
                  <a:cubicBezTo>
                    <a:pt x="1056" y="547"/>
                    <a:pt x="1061" y="541"/>
                    <a:pt x="1061" y="541"/>
                  </a:cubicBezTo>
                  <a:cubicBezTo>
                    <a:pt x="1061" y="541"/>
                    <a:pt x="1064" y="538"/>
                    <a:pt x="1066" y="537"/>
                  </a:cubicBezTo>
                  <a:cubicBezTo>
                    <a:pt x="1067" y="535"/>
                    <a:pt x="1074" y="528"/>
                    <a:pt x="1075" y="527"/>
                  </a:cubicBezTo>
                  <a:cubicBezTo>
                    <a:pt x="1076" y="526"/>
                    <a:pt x="1076" y="525"/>
                    <a:pt x="1077" y="523"/>
                  </a:cubicBezTo>
                  <a:cubicBezTo>
                    <a:pt x="1078" y="522"/>
                    <a:pt x="1079" y="520"/>
                    <a:pt x="1080" y="518"/>
                  </a:cubicBezTo>
                  <a:cubicBezTo>
                    <a:pt x="1081" y="517"/>
                    <a:pt x="1082" y="515"/>
                    <a:pt x="1083" y="511"/>
                  </a:cubicBezTo>
                  <a:cubicBezTo>
                    <a:pt x="1085" y="507"/>
                    <a:pt x="1085" y="509"/>
                    <a:pt x="1086" y="508"/>
                  </a:cubicBezTo>
                  <a:cubicBezTo>
                    <a:pt x="1087" y="506"/>
                    <a:pt x="1090" y="505"/>
                    <a:pt x="1090" y="505"/>
                  </a:cubicBezTo>
                  <a:cubicBezTo>
                    <a:pt x="1090" y="505"/>
                    <a:pt x="1094" y="501"/>
                    <a:pt x="1095" y="499"/>
                  </a:cubicBezTo>
                  <a:cubicBezTo>
                    <a:pt x="1096" y="498"/>
                    <a:pt x="1099" y="494"/>
                    <a:pt x="1099" y="494"/>
                  </a:cubicBezTo>
                  <a:cubicBezTo>
                    <a:pt x="1099" y="494"/>
                    <a:pt x="1100" y="488"/>
                    <a:pt x="1101" y="487"/>
                  </a:cubicBezTo>
                  <a:cubicBezTo>
                    <a:pt x="1101" y="485"/>
                    <a:pt x="1100" y="483"/>
                    <a:pt x="1101" y="483"/>
                  </a:cubicBezTo>
                  <a:cubicBezTo>
                    <a:pt x="1101" y="482"/>
                    <a:pt x="1101" y="479"/>
                    <a:pt x="1102" y="478"/>
                  </a:cubicBezTo>
                  <a:cubicBezTo>
                    <a:pt x="1102" y="476"/>
                    <a:pt x="1102" y="474"/>
                    <a:pt x="1102" y="472"/>
                  </a:cubicBezTo>
                  <a:cubicBezTo>
                    <a:pt x="1103" y="471"/>
                    <a:pt x="1101" y="467"/>
                    <a:pt x="1101" y="466"/>
                  </a:cubicBezTo>
                  <a:cubicBezTo>
                    <a:pt x="1101" y="465"/>
                    <a:pt x="1103" y="461"/>
                    <a:pt x="1103" y="460"/>
                  </a:cubicBezTo>
                  <a:cubicBezTo>
                    <a:pt x="1104" y="459"/>
                    <a:pt x="1109" y="445"/>
                    <a:pt x="1109" y="444"/>
                  </a:cubicBezTo>
                  <a:cubicBezTo>
                    <a:pt x="1109" y="444"/>
                    <a:pt x="1111" y="442"/>
                    <a:pt x="1111" y="442"/>
                  </a:cubicBezTo>
                  <a:cubicBezTo>
                    <a:pt x="1111" y="442"/>
                    <a:pt x="1111" y="437"/>
                    <a:pt x="1110" y="436"/>
                  </a:cubicBezTo>
                  <a:cubicBezTo>
                    <a:pt x="1109" y="435"/>
                    <a:pt x="1109" y="432"/>
                    <a:pt x="1109" y="431"/>
                  </a:cubicBezTo>
                  <a:cubicBezTo>
                    <a:pt x="1109" y="430"/>
                    <a:pt x="1111" y="429"/>
                    <a:pt x="1111" y="428"/>
                  </a:cubicBezTo>
                  <a:cubicBezTo>
                    <a:pt x="1110" y="428"/>
                    <a:pt x="1108" y="426"/>
                    <a:pt x="1108" y="426"/>
                  </a:cubicBezTo>
                  <a:cubicBezTo>
                    <a:pt x="1105" y="423"/>
                    <a:pt x="1105" y="423"/>
                    <a:pt x="1105" y="423"/>
                  </a:cubicBezTo>
                  <a:cubicBezTo>
                    <a:pt x="1105" y="423"/>
                    <a:pt x="1098" y="420"/>
                    <a:pt x="1098" y="420"/>
                  </a:cubicBezTo>
                  <a:cubicBezTo>
                    <a:pt x="1097" y="420"/>
                    <a:pt x="1096" y="415"/>
                    <a:pt x="1095" y="414"/>
                  </a:cubicBezTo>
                  <a:cubicBezTo>
                    <a:pt x="1094" y="413"/>
                    <a:pt x="1092" y="413"/>
                    <a:pt x="1091" y="413"/>
                  </a:cubicBezTo>
                  <a:cubicBezTo>
                    <a:pt x="1091" y="413"/>
                    <a:pt x="1087" y="413"/>
                    <a:pt x="1087" y="413"/>
                  </a:cubicBezTo>
                  <a:cubicBezTo>
                    <a:pt x="1084" y="415"/>
                    <a:pt x="1084" y="415"/>
                    <a:pt x="1084" y="415"/>
                  </a:cubicBezTo>
                  <a:cubicBezTo>
                    <a:pt x="1083" y="417"/>
                    <a:pt x="1083" y="417"/>
                    <a:pt x="1083" y="417"/>
                  </a:cubicBezTo>
                  <a:cubicBezTo>
                    <a:pt x="1083" y="417"/>
                    <a:pt x="1081" y="420"/>
                    <a:pt x="1080" y="422"/>
                  </a:cubicBezTo>
                  <a:cubicBezTo>
                    <a:pt x="1079" y="423"/>
                    <a:pt x="1077" y="423"/>
                    <a:pt x="1077" y="423"/>
                  </a:cubicBezTo>
                  <a:cubicBezTo>
                    <a:pt x="1076" y="423"/>
                    <a:pt x="1075" y="424"/>
                    <a:pt x="1073" y="424"/>
                  </a:cubicBezTo>
                  <a:cubicBezTo>
                    <a:pt x="1072" y="424"/>
                    <a:pt x="1071" y="424"/>
                    <a:pt x="1071" y="424"/>
                  </a:cubicBezTo>
                  <a:cubicBezTo>
                    <a:pt x="1071" y="423"/>
                    <a:pt x="1073" y="421"/>
                    <a:pt x="1073" y="421"/>
                  </a:cubicBezTo>
                  <a:cubicBezTo>
                    <a:pt x="1073" y="421"/>
                    <a:pt x="1073" y="420"/>
                    <a:pt x="1072" y="419"/>
                  </a:cubicBezTo>
                  <a:cubicBezTo>
                    <a:pt x="1072" y="418"/>
                    <a:pt x="1071" y="418"/>
                    <a:pt x="1071" y="418"/>
                  </a:cubicBezTo>
                  <a:cubicBezTo>
                    <a:pt x="1071" y="418"/>
                    <a:pt x="1071" y="415"/>
                    <a:pt x="1070" y="414"/>
                  </a:cubicBezTo>
                  <a:cubicBezTo>
                    <a:pt x="1070" y="414"/>
                    <a:pt x="1073" y="413"/>
                    <a:pt x="1073" y="413"/>
                  </a:cubicBezTo>
                  <a:cubicBezTo>
                    <a:pt x="1074" y="411"/>
                    <a:pt x="1074" y="411"/>
                    <a:pt x="1074" y="411"/>
                  </a:cubicBezTo>
                  <a:cubicBezTo>
                    <a:pt x="1074" y="411"/>
                    <a:pt x="1073" y="410"/>
                    <a:pt x="1072" y="411"/>
                  </a:cubicBezTo>
                  <a:cubicBezTo>
                    <a:pt x="1072" y="411"/>
                    <a:pt x="1069" y="413"/>
                    <a:pt x="1069" y="413"/>
                  </a:cubicBezTo>
                  <a:cubicBezTo>
                    <a:pt x="1070" y="413"/>
                    <a:pt x="1068" y="416"/>
                    <a:pt x="1069" y="416"/>
                  </a:cubicBezTo>
                  <a:cubicBezTo>
                    <a:pt x="1069" y="416"/>
                    <a:pt x="1068" y="419"/>
                    <a:pt x="1067" y="419"/>
                  </a:cubicBezTo>
                  <a:cubicBezTo>
                    <a:pt x="1067" y="420"/>
                    <a:pt x="1065" y="420"/>
                    <a:pt x="1064" y="420"/>
                  </a:cubicBezTo>
                  <a:cubicBezTo>
                    <a:pt x="1062" y="420"/>
                    <a:pt x="1062" y="419"/>
                    <a:pt x="1062" y="419"/>
                  </a:cubicBezTo>
                  <a:cubicBezTo>
                    <a:pt x="1062" y="418"/>
                    <a:pt x="1062" y="414"/>
                    <a:pt x="1063" y="413"/>
                  </a:cubicBezTo>
                  <a:cubicBezTo>
                    <a:pt x="1063" y="412"/>
                    <a:pt x="1063" y="411"/>
                    <a:pt x="1064" y="410"/>
                  </a:cubicBezTo>
                  <a:cubicBezTo>
                    <a:pt x="1064" y="410"/>
                    <a:pt x="1063" y="409"/>
                    <a:pt x="1063" y="409"/>
                  </a:cubicBezTo>
                  <a:cubicBezTo>
                    <a:pt x="1062" y="408"/>
                    <a:pt x="1060" y="409"/>
                    <a:pt x="1060" y="409"/>
                  </a:cubicBezTo>
                  <a:cubicBezTo>
                    <a:pt x="1060" y="409"/>
                    <a:pt x="1057" y="409"/>
                    <a:pt x="1056" y="409"/>
                  </a:cubicBezTo>
                  <a:cubicBezTo>
                    <a:pt x="1056" y="409"/>
                    <a:pt x="1054" y="409"/>
                    <a:pt x="1053" y="409"/>
                  </a:cubicBezTo>
                  <a:cubicBezTo>
                    <a:pt x="1052" y="409"/>
                    <a:pt x="1051" y="408"/>
                    <a:pt x="1050" y="407"/>
                  </a:cubicBezTo>
                  <a:cubicBezTo>
                    <a:pt x="1049" y="407"/>
                    <a:pt x="1048" y="407"/>
                    <a:pt x="1048" y="405"/>
                  </a:cubicBezTo>
                  <a:cubicBezTo>
                    <a:pt x="1048" y="404"/>
                    <a:pt x="1049" y="404"/>
                    <a:pt x="1050" y="403"/>
                  </a:cubicBezTo>
                  <a:cubicBezTo>
                    <a:pt x="1051" y="402"/>
                    <a:pt x="1051" y="402"/>
                    <a:pt x="1053" y="401"/>
                  </a:cubicBezTo>
                  <a:cubicBezTo>
                    <a:pt x="1054" y="400"/>
                    <a:pt x="1054" y="400"/>
                    <a:pt x="1056" y="398"/>
                  </a:cubicBezTo>
                  <a:cubicBezTo>
                    <a:pt x="1057" y="397"/>
                    <a:pt x="1057" y="397"/>
                    <a:pt x="1058" y="396"/>
                  </a:cubicBezTo>
                  <a:cubicBezTo>
                    <a:pt x="1059" y="395"/>
                    <a:pt x="1061" y="395"/>
                    <a:pt x="1063" y="393"/>
                  </a:cubicBezTo>
                  <a:cubicBezTo>
                    <a:pt x="1064" y="392"/>
                    <a:pt x="1065" y="392"/>
                    <a:pt x="1067" y="390"/>
                  </a:cubicBezTo>
                  <a:cubicBezTo>
                    <a:pt x="1068" y="389"/>
                    <a:pt x="1068" y="390"/>
                    <a:pt x="1069" y="389"/>
                  </a:cubicBezTo>
                  <a:cubicBezTo>
                    <a:pt x="1069" y="388"/>
                    <a:pt x="1071" y="388"/>
                    <a:pt x="1074" y="386"/>
                  </a:cubicBezTo>
                  <a:cubicBezTo>
                    <a:pt x="1078" y="384"/>
                    <a:pt x="1075" y="384"/>
                    <a:pt x="1076" y="382"/>
                  </a:cubicBezTo>
                  <a:cubicBezTo>
                    <a:pt x="1076" y="380"/>
                    <a:pt x="1076" y="380"/>
                    <a:pt x="1076" y="381"/>
                  </a:cubicBezTo>
                  <a:cubicBezTo>
                    <a:pt x="1077" y="381"/>
                    <a:pt x="1077" y="381"/>
                    <a:pt x="1078" y="381"/>
                  </a:cubicBezTo>
                  <a:cubicBezTo>
                    <a:pt x="1079" y="379"/>
                    <a:pt x="1079" y="380"/>
                    <a:pt x="1080" y="378"/>
                  </a:cubicBezTo>
                  <a:cubicBezTo>
                    <a:pt x="1082" y="376"/>
                    <a:pt x="1082" y="377"/>
                    <a:pt x="1084" y="374"/>
                  </a:cubicBezTo>
                  <a:cubicBezTo>
                    <a:pt x="1086" y="371"/>
                    <a:pt x="1087" y="371"/>
                    <a:pt x="1090" y="370"/>
                  </a:cubicBezTo>
                  <a:cubicBezTo>
                    <a:pt x="1093" y="368"/>
                    <a:pt x="1094" y="367"/>
                    <a:pt x="1094" y="367"/>
                  </a:cubicBezTo>
                  <a:cubicBezTo>
                    <a:pt x="1094" y="367"/>
                    <a:pt x="1098" y="365"/>
                    <a:pt x="1099" y="363"/>
                  </a:cubicBezTo>
                  <a:cubicBezTo>
                    <a:pt x="1101" y="361"/>
                    <a:pt x="1101" y="362"/>
                    <a:pt x="1102" y="361"/>
                  </a:cubicBezTo>
                  <a:cubicBezTo>
                    <a:pt x="1103" y="360"/>
                    <a:pt x="1102" y="361"/>
                    <a:pt x="1103" y="359"/>
                  </a:cubicBezTo>
                  <a:cubicBezTo>
                    <a:pt x="1104" y="357"/>
                    <a:pt x="1104" y="358"/>
                    <a:pt x="1104" y="357"/>
                  </a:cubicBezTo>
                  <a:cubicBezTo>
                    <a:pt x="1104" y="356"/>
                    <a:pt x="1105" y="356"/>
                    <a:pt x="1106" y="354"/>
                  </a:cubicBezTo>
                  <a:cubicBezTo>
                    <a:pt x="1107" y="353"/>
                    <a:pt x="1107" y="354"/>
                    <a:pt x="1110" y="353"/>
                  </a:cubicBezTo>
                  <a:cubicBezTo>
                    <a:pt x="1112" y="351"/>
                    <a:pt x="1111" y="352"/>
                    <a:pt x="1112" y="350"/>
                  </a:cubicBezTo>
                  <a:cubicBezTo>
                    <a:pt x="1113" y="349"/>
                    <a:pt x="1114" y="349"/>
                    <a:pt x="1116" y="346"/>
                  </a:cubicBezTo>
                  <a:cubicBezTo>
                    <a:pt x="1117" y="344"/>
                    <a:pt x="1120" y="343"/>
                    <a:pt x="1121" y="342"/>
                  </a:cubicBezTo>
                  <a:cubicBezTo>
                    <a:pt x="1122" y="341"/>
                    <a:pt x="1122" y="341"/>
                    <a:pt x="1122" y="341"/>
                  </a:cubicBezTo>
                  <a:cubicBezTo>
                    <a:pt x="1122" y="342"/>
                    <a:pt x="1123" y="342"/>
                    <a:pt x="1124" y="341"/>
                  </a:cubicBezTo>
                  <a:cubicBezTo>
                    <a:pt x="1127" y="341"/>
                    <a:pt x="1128" y="340"/>
                    <a:pt x="1130" y="339"/>
                  </a:cubicBezTo>
                  <a:cubicBezTo>
                    <a:pt x="1131" y="339"/>
                    <a:pt x="1134" y="339"/>
                    <a:pt x="1135" y="338"/>
                  </a:cubicBezTo>
                  <a:cubicBezTo>
                    <a:pt x="1135" y="338"/>
                    <a:pt x="1136" y="339"/>
                    <a:pt x="1138" y="339"/>
                  </a:cubicBezTo>
                  <a:cubicBezTo>
                    <a:pt x="1140" y="339"/>
                    <a:pt x="1142" y="340"/>
                    <a:pt x="1144" y="339"/>
                  </a:cubicBezTo>
                  <a:cubicBezTo>
                    <a:pt x="1145" y="338"/>
                    <a:pt x="1146" y="339"/>
                    <a:pt x="1147" y="339"/>
                  </a:cubicBezTo>
                  <a:cubicBezTo>
                    <a:pt x="1147" y="339"/>
                    <a:pt x="1148" y="339"/>
                    <a:pt x="1149" y="338"/>
                  </a:cubicBezTo>
                  <a:cubicBezTo>
                    <a:pt x="1150" y="338"/>
                    <a:pt x="1152" y="338"/>
                    <a:pt x="1153" y="338"/>
                  </a:cubicBezTo>
                  <a:cubicBezTo>
                    <a:pt x="1153" y="338"/>
                    <a:pt x="1156" y="339"/>
                    <a:pt x="1157" y="339"/>
                  </a:cubicBezTo>
                  <a:cubicBezTo>
                    <a:pt x="1158" y="340"/>
                    <a:pt x="1159" y="342"/>
                    <a:pt x="1160" y="341"/>
                  </a:cubicBezTo>
                  <a:cubicBezTo>
                    <a:pt x="1161" y="340"/>
                    <a:pt x="1161" y="340"/>
                    <a:pt x="1162" y="339"/>
                  </a:cubicBezTo>
                  <a:cubicBezTo>
                    <a:pt x="1162" y="338"/>
                    <a:pt x="1164" y="337"/>
                    <a:pt x="1166" y="337"/>
                  </a:cubicBezTo>
                  <a:cubicBezTo>
                    <a:pt x="1167" y="337"/>
                    <a:pt x="1168" y="338"/>
                    <a:pt x="1169" y="339"/>
                  </a:cubicBezTo>
                  <a:cubicBezTo>
                    <a:pt x="1170" y="340"/>
                    <a:pt x="1170" y="340"/>
                    <a:pt x="1170" y="340"/>
                  </a:cubicBezTo>
                  <a:cubicBezTo>
                    <a:pt x="1171" y="340"/>
                    <a:pt x="1172" y="341"/>
                    <a:pt x="1172" y="341"/>
                  </a:cubicBezTo>
                  <a:cubicBezTo>
                    <a:pt x="1172" y="341"/>
                    <a:pt x="1174" y="341"/>
                    <a:pt x="1178" y="338"/>
                  </a:cubicBezTo>
                  <a:cubicBezTo>
                    <a:pt x="1180" y="339"/>
                    <a:pt x="1180" y="339"/>
                    <a:pt x="1180" y="339"/>
                  </a:cubicBezTo>
                  <a:cubicBezTo>
                    <a:pt x="1181" y="341"/>
                    <a:pt x="1181" y="341"/>
                    <a:pt x="1181" y="341"/>
                  </a:cubicBezTo>
                  <a:cubicBezTo>
                    <a:pt x="1181" y="341"/>
                    <a:pt x="1185" y="340"/>
                    <a:pt x="1186" y="339"/>
                  </a:cubicBezTo>
                  <a:cubicBezTo>
                    <a:pt x="1186" y="339"/>
                    <a:pt x="1190" y="337"/>
                    <a:pt x="1192" y="336"/>
                  </a:cubicBezTo>
                  <a:cubicBezTo>
                    <a:pt x="1193" y="334"/>
                    <a:pt x="1194" y="333"/>
                    <a:pt x="1195" y="333"/>
                  </a:cubicBezTo>
                  <a:cubicBezTo>
                    <a:pt x="1197" y="332"/>
                    <a:pt x="1199" y="333"/>
                    <a:pt x="1200" y="333"/>
                  </a:cubicBezTo>
                  <a:cubicBezTo>
                    <a:pt x="1202" y="333"/>
                    <a:pt x="1203" y="335"/>
                    <a:pt x="1204" y="335"/>
                  </a:cubicBezTo>
                  <a:cubicBezTo>
                    <a:pt x="1206" y="335"/>
                    <a:pt x="1205" y="337"/>
                    <a:pt x="1206" y="337"/>
                  </a:cubicBezTo>
                  <a:cubicBezTo>
                    <a:pt x="1208" y="338"/>
                    <a:pt x="1208" y="336"/>
                    <a:pt x="1210" y="335"/>
                  </a:cubicBezTo>
                  <a:cubicBezTo>
                    <a:pt x="1213" y="333"/>
                    <a:pt x="1212" y="336"/>
                    <a:pt x="1213" y="336"/>
                  </a:cubicBezTo>
                  <a:cubicBezTo>
                    <a:pt x="1214" y="336"/>
                    <a:pt x="1222" y="341"/>
                    <a:pt x="1222" y="341"/>
                  </a:cubicBezTo>
                  <a:cubicBezTo>
                    <a:pt x="1222" y="341"/>
                    <a:pt x="1220" y="341"/>
                    <a:pt x="1219" y="341"/>
                  </a:cubicBezTo>
                  <a:cubicBezTo>
                    <a:pt x="1218" y="341"/>
                    <a:pt x="1216" y="341"/>
                    <a:pt x="1216" y="341"/>
                  </a:cubicBezTo>
                  <a:cubicBezTo>
                    <a:pt x="1216" y="341"/>
                    <a:pt x="1213" y="343"/>
                    <a:pt x="1211" y="344"/>
                  </a:cubicBezTo>
                  <a:cubicBezTo>
                    <a:pt x="1210" y="344"/>
                    <a:pt x="1213" y="346"/>
                    <a:pt x="1213" y="346"/>
                  </a:cubicBezTo>
                  <a:cubicBezTo>
                    <a:pt x="1214" y="346"/>
                    <a:pt x="1215" y="346"/>
                    <a:pt x="1217" y="346"/>
                  </a:cubicBezTo>
                  <a:cubicBezTo>
                    <a:pt x="1217" y="345"/>
                    <a:pt x="1218" y="346"/>
                    <a:pt x="1218" y="346"/>
                  </a:cubicBezTo>
                  <a:cubicBezTo>
                    <a:pt x="1218" y="346"/>
                    <a:pt x="1219" y="346"/>
                    <a:pt x="1219" y="346"/>
                  </a:cubicBezTo>
                  <a:cubicBezTo>
                    <a:pt x="1220" y="346"/>
                    <a:pt x="1221" y="346"/>
                    <a:pt x="1222" y="345"/>
                  </a:cubicBezTo>
                  <a:cubicBezTo>
                    <a:pt x="1223" y="345"/>
                    <a:pt x="1224" y="344"/>
                    <a:pt x="1225" y="344"/>
                  </a:cubicBezTo>
                  <a:cubicBezTo>
                    <a:pt x="1227" y="345"/>
                    <a:pt x="1227" y="346"/>
                    <a:pt x="1228" y="346"/>
                  </a:cubicBezTo>
                  <a:cubicBezTo>
                    <a:pt x="1229" y="346"/>
                    <a:pt x="1229" y="346"/>
                    <a:pt x="1231" y="345"/>
                  </a:cubicBezTo>
                  <a:cubicBezTo>
                    <a:pt x="1232" y="343"/>
                    <a:pt x="1233" y="343"/>
                    <a:pt x="1234" y="342"/>
                  </a:cubicBezTo>
                  <a:cubicBezTo>
                    <a:pt x="1235" y="341"/>
                    <a:pt x="1236" y="340"/>
                    <a:pt x="1237" y="340"/>
                  </a:cubicBezTo>
                  <a:cubicBezTo>
                    <a:pt x="1238" y="340"/>
                    <a:pt x="1239" y="342"/>
                    <a:pt x="1239" y="343"/>
                  </a:cubicBezTo>
                  <a:cubicBezTo>
                    <a:pt x="1240" y="344"/>
                    <a:pt x="1240" y="344"/>
                    <a:pt x="1242" y="342"/>
                  </a:cubicBezTo>
                  <a:cubicBezTo>
                    <a:pt x="1243" y="341"/>
                    <a:pt x="1243" y="341"/>
                    <a:pt x="1244" y="341"/>
                  </a:cubicBezTo>
                  <a:cubicBezTo>
                    <a:pt x="1246" y="340"/>
                    <a:pt x="1247" y="341"/>
                    <a:pt x="1249" y="341"/>
                  </a:cubicBezTo>
                  <a:cubicBezTo>
                    <a:pt x="1251" y="341"/>
                    <a:pt x="1252" y="341"/>
                    <a:pt x="1253" y="341"/>
                  </a:cubicBezTo>
                  <a:cubicBezTo>
                    <a:pt x="1253" y="341"/>
                    <a:pt x="1254" y="340"/>
                    <a:pt x="1254" y="339"/>
                  </a:cubicBezTo>
                  <a:cubicBezTo>
                    <a:pt x="1254" y="338"/>
                    <a:pt x="1254" y="337"/>
                    <a:pt x="1254" y="337"/>
                  </a:cubicBezTo>
                  <a:cubicBezTo>
                    <a:pt x="1254" y="336"/>
                    <a:pt x="1252" y="335"/>
                    <a:pt x="1251" y="335"/>
                  </a:cubicBezTo>
                  <a:cubicBezTo>
                    <a:pt x="1251" y="335"/>
                    <a:pt x="1250" y="335"/>
                    <a:pt x="1249" y="336"/>
                  </a:cubicBezTo>
                  <a:cubicBezTo>
                    <a:pt x="1248" y="336"/>
                    <a:pt x="1247" y="336"/>
                    <a:pt x="1247" y="336"/>
                  </a:cubicBezTo>
                  <a:cubicBezTo>
                    <a:pt x="1246" y="336"/>
                    <a:pt x="1244" y="336"/>
                    <a:pt x="1244" y="336"/>
                  </a:cubicBezTo>
                  <a:cubicBezTo>
                    <a:pt x="1244" y="336"/>
                    <a:pt x="1244" y="333"/>
                    <a:pt x="1244" y="332"/>
                  </a:cubicBezTo>
                  <a:cubicBezTo>
                    <a:pt x="1244" y="330"/>
                    <a:pt x="1245" y="330"/>
                    <a:pt x="1245" y="329"/>
                  </a:cubicBezTo>
                  <a:cubicBezTo>
                    <a:pt x="1246" y="328"/>
                    <a:pt x="1246" y="328"/>
                    <a:pt x="1247" y="327"/>
                  </a:cubicBezTo>
                  <a:cubicBezTo>
                    <a:pt x="1247" y="326"/>
                    <a:pt x="1249" y="325"/>
                    <a:pt x="1250" y="323"/>
                  </a:cubicBezTo>
                  <a:cubicBezTo>
                    <a:pt x="1252" y="322"/>
                    <a:pt x="1253" y="321"/>
                    <a:pt x="1253" y="320"/>
                  </a:cubicBezTo>
                  <a:cubicBezTo>
                    <a:pt x="1254" y="320"/>
                    <a:pt x="1257" y="319"/>
                    <a:pt x="1258" y="317"/>
                  </a:cubicBezTo>
                  <a:cubicBezTo>
                    <a:pt x="1260" y="316"/>
                    <a:pt x="1261" y="315"/>
                    <a:pt x="1262" y="314"/>
                  </a:cubicBezTo>
                  <a:cubicBezTo>
                    <a:pt x="1263" y="312"/>
                    <a:pt x="1269" y="308"/>
                    <a:pt x="1272" y="305"/>
                  </a:cubicBezTo>
                  <a:cubicBezTo>
                    <a:pt x="1274" y="303"/>
                    <a:pt x="1273" y="304"/>
                    <a:pt x="1274" y="303"/>
                  </a:cubicBezTo>
                  <a:cubicBezTo>
                    <a:pt x="1275" y="302"/>
                    <a:pt x="1275" y="302"/>
                    <a:pt x="1278" y="301"/>
                  </a:cubicBezTo>
                  <a:cubicBezTo>
                    <a:pt x="1279" y="300"/>
                    <a:pt x="1279" y="300"/>
                    <a:pt x="1279" y="300"/>
                  </a:cubicBezTo>
                  <a:cubicBezTo>
                    <a:pt x="1279" y="300"/>
                    <a:pt x="1279" y="301"/>
                    <a:pt x="1280" y="300"/>
                  </a:cubicBezTo>
                  <a:cubicBezTo>
                    <a:pt x="1280" y="300"/>
                    <a:pt x="1281" y="300"/>
                    <a:pt x="1281" y="300"/>
                  </a:cubicBezTo>
                  <a:cubicBezTo>
                    <a:pt x="1281" y="300"/>
                    <a:pt x="1282" y="300"/>
                    <a:pt x="1282" y="300"/>
                  </a:cubicBezTo>
                  <a:cubicBezTo>
                    <a:pt x="1283" y="300"/>
                    <a:pt x="1283" y="300"/>
                    <a:pt x="1284" y="300"/>
                  </a:cubicBezTo>
                  <a:cubicBezTo>
                    <a:pt x="1284" y="300"/>
                    <a:pt x="1284" y="301"/>
                    <a:pt x="1285" y="300"/>
                  </a:cubicBezTo>
                  <a:cubicBezTo>
                    <a:pt x="1286" y="300"/>
                    <a:pt x="1287" y="301"/>
                    <a:pt x="1288" y="301"/>
                  </a:cubicBezTo>
                  <a:cubicBezTo>
                    <a:pt x="1289" y="301"/>
                    <a:pt x="1289" y="301"/>
                    <a:pt x="1290" y="300"/>
                  </a:cubicBezTo>
                  <a:cubicBezTo>
                    <a:pt x="1291" y="300"/>
                    <a:pt x="1292" y="299"/>
                    <a:pt x="1293" y="299"/>
                  </a:cubicBezTo>
                  <a:cubicBezTo>
                    <a:pt x="1295" y="298"/>
                    <a:pt x="1294" y="299"/>
                    <a:pt x="1295" y="299"/>
                  </a:cubicBezTo>
                  <a:cubicBezTo>
                    <a:pt x="1296" y="299"/>
                    <a:pt x="1296" y="300"/>
                    <a:pt x="1297" y="300"/>
                  </a:cubicBezTo>
                  <a:cubicBezTo>
                    <a:pt x="1297" y="301"/>
                    <a:pt x="1298" y="302"/>
                    <a:pt x="1300" y="302"/>
                  </a:cubicBezTo>
                  <a:cubicBezTo>
                    <a:pt x="1301" y="302"/>
                    <a:pt x="1301" y="303"/>
                    <a:pt x="1302" y="303"/>
                  </a:cubicBezTo>
                  <a:cubicBezTo>
                    <a:pt x="1303" y="302"/>
                    <a:pt x="1302" y="302"/>
                    <a:pt x="1304" y="300"/>
                  </a:cubicBezTo>
                  <a:cubicBezTo>
                    <a:pt x="1305" y="299"/>
                    <a:pt x="1305" y="300"/>
                    <a:pt x="1305" y="300"/>
                  </a:cubicBezTo>
                  <a:cubicBezTo>
                    <a:pt x="1305" y="300"/>
                    <a:pt x="1306" y="300"/>
                    <a:pt x="1306" y="300"/>
                  </a:cubicBezTo>
                  <a:cubicBezTo>
                    <a:pt x="1306" y="300"/>
                    <a:pt x="1308" y="302"/>
                    <a:pt x="1308" y="302"/>
                  </a:cubicBezTo>
                  <a:cubicBezTo>
                    <a:pt x="1307" y="303"/>
                    <a:pt x="1305" y="305"/>
                    <a:pt x="1304" y="306"/>
                  </a:cubicBezTo>
                  <a:cubicBezTo>
                    <a:pt x="1303" y="306"/>
                    <a:pt x="1303" y="309"/>
                    <a:pt x="1302" y="310"/>
                  </a:cubicBezTo>
                  <a:cubicBezTo>
                    <a:pt x="1302" y="311"/>
                    <a:pt x="1302" y="312"/>
                    <a:pt x="1302" y="312"/>
                  </a:cubicBezTo>
                  <a:cubicBezTo>
                    <a:pt x="1303" y="312"/>
                    <a:pt x="1305" y="312"/>
                    <a:pt x="1306" y="312"/>
                  </a:cubicBezTo>
                  <a:cubicBezTo>
                    <a:pt x="1307" y="312"/>
                    <a:pt x="1307" y="314"/>
                    <a:pt x="1307" y="314"/>
                  </a:cubicBezTo>
                  <a:cubicBezTo>
                    <a:pt x="1305" y="317"/>
                    <a:pt x="1305" y="317"/>
                    <a:pt x="1305" y="317"/>
                  </a:cubicBezTo>
                  <a:cubicBezTo>
                    <a:pt x="1305" y="317"/>
                    <a:pt x="1306" y="318"/>
                    <a:pt x="1308" y="318"/>
                  </a:cubicBezTo>
                  <a:cubicBezTo>
                    <a:pt x="1309" y="317"/>
                    <a:pt x="1310" y="317"/>
                    <a:pt x="1311" y="316"/>
                  </a:cubicBezTo>
                  <a:cubicBezTo>
                    <a:pt x="1312" y="315"/>
                    <a:pt x="1313" y="314"/>
                    <a:pt x="1315" y="313"/>
                  </a:cubicBezTo>
                  <a:cubicBezTo>
                    <a:pt x="1318" y="311"/>
                    <a:pt x="1317" y="311"/>
                    <a:pt x="1317" y="311"/>
                  </a:cubicBezTo>
                  <a:cubicBezTo>
                    <a:pt x="1317" y="311"/>
                    <a:pt x="1321" y="310"/>
                    <a:pt x="1323" y="309"/>
                  </a:cubicBezTo>
                  <a:cubicBezTo>
                    <a:pt x="1325" y="307"/>
                    <a:pt x="1324" y="308"/>
                    <a:pt x="1325" y="306"/>
                  </a:cubicBezTo>
                  <a:cubicBezTo>
                    <a:pt x="1326" y="305"/>
                    <a:pt x="1325" y="306"/>
                    <a:pt x="1326" y="304"/>
                  </a:cubicBezTo>
                  <a:cubicBezTo>
                    <a:pt x="1327" y="303"/>
                    <a:pt x="1328" y="303"/>
                    <a:pt x="1329" y="303"/>
                  </a:cubicBezTo>
                  <a:cubicBezTo>
                    <a:pt x="1330" y="304"/>
                    <a:pt x="1330" y="304"/>
                    <a:pt x="1330" y="304"/>
                  </a:cubicBezTo>
                  <a:cubicBezTo>
                    <a:pt x="1330" y="304"/>
                    <a:pt x="1332" y="305"/>
                    <a:pt x="1333" y="305"/>
                  </a:cubicBezTo>
                  <a:cubicBezTo>
                    <a:pt x="1334" y="304"/>
                    <a:pt x="1335" y="304"/>
                    <a:pt x="1336" y="303"/>
                  </a:cubicBezTo>
                  <a:cubicBezTo>
                    <a:pt x="1337" y="302"/>
                    <a:pt x="1335" y="302"/>
                    <a:pt x="1334" y="302"/>
                  </a:cubicBezTo>
                  <a:cubicBezTo>
                    <a:pt x="1333" y="302"/>
                    <a:pt x="1333" y="301"/>
                    <a:pt x="1333" y="300"/>
                  </a:cubicBezTo>
                  <a:cubicBezTo>
                    <a:pt x="1333" y="299"/>
                    <a:pt x="1334" y="297"/>
                    <a:pt x="1335" y="296"/>
                  </a:cubicBezTo>
                  <a:cubicBezTo>
                    <a:pt x="1335" y="294"/>
                    <a:pt x="1337" y="293"/>
                    <a:pt x="1338" y="291"/>
                  </a:cubicBezTo>
                  <a:cubicBezTo>
                    <a:pt x="1339" y="289"/>
                    <a:pt x="1339" y="290"/>
                    <a:pt x="1341" y="289"/>
                  </a:cubicBezTo>
                  <a:cubicBezTo>
                    <a:pt x="1342" y="289"/>
                    <a:pt x="1342" y="289"/>
                    <a:pt x="1342" y="289"/>
                  </a:cubicBezTo>
                  <a:cubicBezTo>
                    <a:pt x="1342" y="289"/>
                    <a:pt x="1342" y="289"/>
                    <a:pt x="1342" y="288"/>
                  </a:cubicBezTo>
                  <a:cubicBezTo>
                    <a:pt x="1342" y="287"/>
                    <a:pt x="1343" y="286"/>
                    <a:pt x="1344" y="286"/>
                  </a:cubicBezTo>
                  <a:cubicBezTo>
                    <a:pt x="1345" y="286"/>
                    <a:pt x="1348" y="285"/>
                    <a:pt x="1348" y="285"/>
                  </a:cubicBezTo>
                  <a:cubicBezTo>
                    <a:pt x="1349" y="285"/>
                    <a:pt x="1350" y="285"/>
                    <a:pt x="1352" y="287"/>
                  </a:cubicBezTo>
                  <a:cubicBezTo>
                    <a:pt x="1354" y="289"/>
                    <a:pt x="1357" y="288"/>
                    <a:pt x="1356" y="289"/>
                  </a:cubicBezTo>
                  <a:cubicBezTo>
                    <a:pt x="1354" y="290"/>
                    <a:pt x="1353" y="288"/>
                    <a:pt x="1353" y="288"/>
                  </a:cubicBezTo>
                  <a:cubicBezTo>
                    <a:pt x="1353" y="288"/>
                    <a:pt x="1351" y="290"/>
                    <a:pt x="1351" y="290"/>
                  </a:cubicBezTo>
                  <a:cubicBezTo>
                    <a:pt x="1351" y="291"/>
                    <a:pt x="1348" y="291"/>
                    <a:pt x="1348" y="291"/>
                  </a:cubicBezTo>
                  <a:cubicBezTo>
                    <a:pt x="1347" y="291"/>
                    <a:pt x="1347" y="293"/>
                    <a:pt x="1346" y="294"/>
                  </a:cubicBezTo>
                  <a:cubicBezTo>
                    <a:pt x="1346" y="295"/>
                    <a:pt x="1345" y="296"/>
                    <a:pt x="1345" y="298"/>
                  </a:cubicBezTo>
                  <a:cubicBezTo>
                    <a:pt x="1345" y="299"/>
                    <a:pt x="1345" y="301"/>
                    <a:pt x="1344" y="302"/>
                  </a:cubicBezTo>
                  <a:cubicBezTo>
                    <a:pt x="1344" y="303"/>
                    <a:pt x="1344" y="302"/>
                    <a:pt x="1344" y="303"/>
                  </a:cubicBezTo>
                  <a:cubicBezTo>
                    <a:pt x="1343" y="304"/>
                    <a:pt x="1342" y="306"/>
                    <a:pt x="1342" y="307"/>
                  </a:cubicBezTo>
                  <a:cubicBezTo>
                    <a:pt x="1342" y="308"/>
                    <a:pt x="1343" y="308"/>
                    <a:pt x="1343" y="310"/>
                  </a:cubicBezTo>
                  <a:cubicBezTo>
                    <a:pt x="1343" y="311"/>
                    <a:pt x="1342" y="312"/>
                    <a:pt x="1341" y="313"/>
                  </a:cubicBezTo>
                  <a:cubicBezTo>
                    <a:pt x="1341" y="313"/>
                    <a:pt x="1340" y="314"/>
                    <a:pt x="1339" y="314"/>
                  </a:cubicBezTo>
                  <a:cubicBezTo>
                    <a:pt x="1338" y="314"/>
                    <a:pt x="1338" y="315"/>
                    <a:pt x="1337" y="315"/>
                  </a:cubicBezTo>
                  <a:cubicBezTo>
                    <a:pt x="1337" y="315"/>
                    <a:pt x="1336" y="316"/>
                    <a:pt x="1336" y="316"/>
                  </a:cubicBezTo>
                  <a:cubicBezTo>
                    <a:pt x="1335" y="316"/>
                    <a:pt x="1333" y="318"/>
                    <a:pt x="1332" y="318"/>
                  </a:cubicBezTo>
                  <a:cubicBezTo>
                    <a:pt x="1332" y="318"/>
                    <a:pt x="1330" y="319"/>
                    <a:pt x="1329" y="319"/>
                  </a:cubicBezTo>
                  <a:cubicBezTo>
                    <a:pt x="1328" y="320"/>
                    <a:pt x="1327" y="321"/>
                    <a:pt x="1326" y="321"/>
                  </a:cubicBezTo>
                  <a:cubicBezTo>
                    <a:pt x="1325" y="322"/>
                    <a:pt x="1325" y="322"/>
                    <a:pt x="1324" y="322"/>
                  </a:cubicBezTo>
                  <a:cubicBezTo>
                    <a:pt x="1324" y="322"/>
                    <a:pt x="1323" y="323"/>
                    <a:pt x="1322" y="324"/>
                  </a:cubicBezTo>
                  <a:cubicBezTo>
                    <a:pt x="1321" y="326"/>
                    <a:pt x="1321" y="327"/>
                    <a:pt x="1321" y="327"/>
                  </a:cubicBezTo>
                  <a:cubicBezTo>
                    <a:pt x="1320" y="328"/>
                    <a:pt x="1317" y="330"/>
                    <a:pt x="1317" y="330"/>
                  </a:cubicBezTo>
                  <a:cubicBezTo>
                    <a:pt x="1316" y="330"/>
                    <a:pt x="1316" y="331"/>
                    <a:pt x="1316" y="332"/>
                  </a:cubicBezTo>
                  <a:cubicBezTo>
                    <a:pt x="1316" y="332"/>
                    <a:pt x="1314" y="333"/>
                    <a:pt x="1313" y="334"/>
                  </a:cubicBezTo>
                  <a:cubicBezTo>
                    <a:pt x="1312" y="335"/>
                    <a:pt x="1310" y="335"/>
                    <a:pt x="1309" y="336"/>
                  </a:cubicBezTo>
                  <a:cubicBezTo>
                    <a:pt x="1307" y="337"/>
                    <a:pt x="1305" y="340"/>
                    <a:pt x="1305" y="340"/>
                  </a:cubicBezTo>
                  <a:cubicBezTo>
                    <a:pt x="1305" y="340"/>
                    <a:pt x="1298" y="349"/>
                    <a:pt x="1297" y="350"/>
                  </a:cubicBezTo>
                  <a:cubicBezTo>
                    <a:pt x="1297" y="350"/>
                    <a:pt x="1294" y="351"/>
                    <a:pt x="1292" y="353"/>
                  </a:cubicBezTo>
                  <a:cubicBezTo>
                    <a:pt x="1291" y="354"/>
                    <a:pt x="1291" y="354"/>
                    <a:pt x="1290" y="355"/>
                  </a:cubicBezTo>
                  <a:cubicBezTo>
                    <a:pt x="1289" y="356"/>
                    <a:pt x="1287" y="356"/>
                    <a:pt x="1287" y="356"/>
                  </a:cubicBezTo>
                  <a:cubicBezTo>
                    <a:pt x="1287" y="356"/>
                    <a:pt x="1285" y="357"/>
                    <a:pt x="1284" y="358"/>
                  </a:cubicBezTo>
                  <a:cubicBezTo>
                    <a:pt x="1284" y="358"/>
                    <a:pt x="1282" y="359"/>
                    <a:pt x="1282" y="359"/>
                  </a:cubicBezTo>
                  <a:cubicBezTo>
                    <a:pt x="1281" y="360"/>
                    <a:pt x="1275" y="363"/>
                    <a:pt x="1275" y="363"/>
                  </a:cubicBezTo>
                  <a:cubicBezTo>
                    <a:pt x="1274" y="362"/>
                    <a:pt x="1270" y="363"/>
                    <a:pt x="1270" y="363"/>
                  </a:cubicBezTo>
                  <a:cubicBezTo>
                    <a:pt x="1270" y="363"/>
                    <a:pt x="1272" y="366"/>
                    <a:pt x="1272" y="367"/>
                  </a:cubicBezTo>
                  <a:cubicBezTo>
                    <a:pt x="1272" y="368"/>
                    <a:pt x="1272" y="369"/>
                    <a:pt x="1272" y="370"/>
                  </a:cubicBezTo>
                  <a:cubicBezTo>
                    <a:pt x="1271" y="371"/>
                    <a:pt x="1271" y="372"/>
                    <a:pt x="1269" y="373"/>
                  </a:cubicBezTo>
                  <a:cubicBezTo>
                    <a:pt x="1268" y="375"/>
                    <a:pt x="1268" y="375"/>
                    <a:pt x="1266" y="376"/>
                  </a:cubicBezTo>
                  <a:cubicBezTo>
                    <a:pt x="1265" y="377"/>
                    <a:pt x="1265" y="378"/>
                    <a:pt x="1263" y="379"/>
                  </a:cubicBezTo>
                  <a:cubicBezTo>
                    <a:pt x="1262" y="380"/>
                    <a:pt x="1262" y="381"/>
                    <a:pt x="1261" y="382"/>
                  </a:cubicBezTo>
                  <a:cubicBezTo>
                    <a:pt x="1261" y="383"/>
                    <a:pt x="1260" y="387"/>
                    <a:pt x="1259" y="388"/>
                  </a:cubicBezTo>
                  <a:cubicBezTo>
                    <a:pt x="1258" y="389"/>
                    <a:pt x="1258" y="391"/>
                    <a:pt x="1258" y="392"/>
                  </a:cubicBezTo>
                  <a:cubicBezTo>
                    <a:pt x="1258" y="393"/>
                    <a:pt x="1257" y="397"/>
                    <a:pt x="1257" y="399"/>
                  </a:cubicBezTo>
                  <a:cubicBezTo>
                    <a:pt x="1257" y="401"/>
                    <a:pt x="1258" y="405"/>
                    <a:pt x="1258" y="407"/>
                  </a:cubicBezTo>
                  <a:cubicBezTo>
                    <a:pt x="1259" y="410"/>
                    <a:pt x="1260" y="413"/>
                    <a:pt x="1260" y="414"/>
                  </a:cubicBezTo>
                  <a:cubicBezTo>
                    <a:pt x="1261" y="415"/>
                    <a:pt x="1263" y="423"/>
                    <a:pt x="1262" y="423"/>
                  </a:cubicBezTo>
                  <a:cubicBezTo>
                    <a:pt x="1262" y="424"/>
                    <a:pt x="1263" y="432"/>
                    <a:pt x="1262" y="433"/>
                  </a:cubicBezTo>
                  <a:cubicBezTo>
                    <a:pt x="1261" y="434"/>
                    <a:pt x="1263" y="436"/>
                    <a:pt x="1264" y="437"/>
                  </a:cubicBezTo>
                  <a:cubicBezTo>
                    <a:pt x="1265" y="438"/>
                    <a:pt x="1265" y="440"/>
                    <a:pt x="1266" y="444"/>
                  </a:cubicBezTo>
                  <a:cubicBezTo>
                    <a:pt x="1266" y="447"/>
                    <a:pt x="1265" y="449"/>
                    <a:pt x="1266" y="451"/>
                  </a:cubicBezTo>
                  <a:cubicBezTo>
                    <a:pt x="1266" y="453"/>
                    <a:pt x="1268" y="456"/>
                    <a:pt x="1268" y="458"/>
                  </a:cubicBezTo>
                  <a:cubicBezTo>
                    <a:pt x="1268" y="459"/>
                    <a:pt x="1269" y="463"/>
                    <a:pt x="1270" y="462"/>
                  </a:cubicBezTo>
                  <a:cubicBezTo>
                    <a:pt x="1271" y="461"/>
                    <a:pt x="1271" y="461"/>
                    <a:pt x="1272" y="459"/>
                  </a:cubicBezTo>
                  <a:cubicBezTo>
                    <a:pt x="1273" y="457"/>
                    <a:pt x="1275" y="457"/>
                    <a:pt x="1277" y="455"/>
                  </a:cubicBezTo>
                  <a:cubicBezTo>
                    <a:pt x="1278" y="453"/>
                    <a:pt x="1282" y="452"/>
                    <a:pt x="1283" y="452"/>
                  </a:cubicBezTo>
                  <a:cubicBezTo>
                    <a:pt x="1284" y="451"/>
                    <a:pt x="1286" y="448"/>
                    <a:pt x="1286" y="447"/>
                  </a:cubicBezTo>
                  <a:cubicBezTo>
                    <a:pt x="1287" y="445"/>
                    <a:pt x="1287" y="443"/>
                    <a:pt x="1287" y="440"/>
                  </a:cubicBezTo>
                  <a:cubicBezTo>
                    <a:pt x="1287" y="438"/>
                    <a:pt x="1289" y="436"/>
                    <a:pt x="1290" y="436"/>
                  </a:cubicBezTo>
                  <a:cubicBezTo>
                    <a:pt x="1290" y="436"/>
                    <a:pt x="1292" y="434"/>
                    <a:pt x="1293" y="432"/>
                  </a:cubicBezTo>
                  <a:cubicBezTo>
                    <a:pt x="1295" y="430"/>
                    <a:pt x="1298" y="430"/>
                    <a:pt x="1298" y="430"/>
                  </a:cubicBezTo>
                  <a:cubicBezTo>
                    <a:pt x="1299" y="430"/>
                    <a:pt x="1299" y="430"/>
                    <a:pt x="1300" y="430"/>
                  </a:cubicBezTo>
                  <a:cubicBezTo>
                    <a:pt x="1302" y="430"/>
                    <a:pt x="1303" y="430"/>
                    <a:pt x="1304" y="429"/>
                  </a:cubicBezTo>
                  <a:cubicBezTo>
                    <a:pt x="1304" y="428"/>
                    <a:pt x="1304" y="428"/>
                    <a:pt x="1303" y="426"/>
                  </a:cubicBezTo>
                  <a:cubicBezTo>
                    <a:pt x="1303" y="424"/>
                    <a:pt x="1303" y="422"/>
                    <a:pt x="1303" y="420"/>
                  </a:cubicBezTo>
                  <a:cubicBezTo>
                    <a:pt x="1303" y="418"/>
                    <a:pt x="1305" y="416"/>
                    <a:pt x="1306" y="415"/>
                  </a:cubicBezTo>
                  <a:cubicBezTo>
                    <a:pt x="1306" y="414"/>
                    <a:pt x="1309" y="413"/>
                    <a:pt x="1310" y="411"/>
                  </a:cubicBezTo>
                  <a:cubicBezTo>
                    <a:pt x="1311" y="410"/>
                    <a:pt x="1312" y="410"/>
                    <a:pt x="1313" y="411"/>
                  </a:cubicBezTo>
                  <a:cubicBezTo>
                    <a:pt x="1313" y="411"/>
                    <a:pt x="1314" y="411"/>
                    <a:pt x="1314" y="411"/>
                  </a:cubicBezTo>
                  <a:cubicBezTo>
                    <a:pt x="1316" y="410"/>
                    <a:pt x="1319" y="411"/>
                    <a:pt x="1320" y="410"/>
                  </a:cubicBezTo>
                  <a:cubicBezTo>
                    <a:pt x="1322" y="410"/>
                    <a:pt x="1326" y="407"/>
                    <a:pt x="1326" y="406"/>
                  </a:cubicBezTo>
                  <a:cubicBezTo>
                    <a:pt x="1327" y="405"/>
                    <a:pt x="1325" y="404"/>
                    <a:pt x="1325" y="403"/>
                  </a:cubicBezTo>
                  <a:cubicBezTo>
                    <a:pt x="1324" y="402"/>
                    <a:pt x="1322" y="402"/>
                    <a:pt x="1322" y="400"/>
                  </a:cubicBezTo>
                  <a:cubicBezTo>
                    <a:pt x="1321" y="398"/>
                    <a:pt x="1322" y="398"/>
                    <a:pt x="1322" y="395"/>
                  </a:cubicBezTo>
                  <a:cubicBezTo>
                    <a:pt x="1323" y="393"/>
                    <a:pt x="1324" y="394"/>
                    <a:pt x="1325" y="393"/>
                  </a:cubicBezTo>
                  <a:cubicBezTo>
                    <a:pt x="1326" y="391"/>
                    <a:pt x="1327" y="387"/>
                    <a:pt x="1327" y="386"/>
                  </a:cubicBezTo>
                  <a:cubicBezTo>
                    <a:pt x="1327" y="386"/>
                    <a:pt x="1330" y="384"/>
                    <a:pt x="1331" y="383"/>
                  </a:cubicBezTo>
                  <a:cubicBezTo>
                    <a:pt x="1331" y="383"/>
                    <a:pt x="1331" y="385"/>
                    <a:pt x="1331" y="386"/>
                  </a:cubicBezTo>
                  <a:cubicBezTo>
                    <a:pt x="1331" y="387"/>
                    <a:pt x="1333" y="389"/>
                    <a:pt x="1333" y="389"/>
                  </a:cubicBezTo>
                  <a:cubicBezTo>
                    <a:pt x="1333" y="389"/>
                    <a:pt x="1338" y="386"/>
                    <a:pt x="1338" y="385"/>
                  </a:cubicBezTo>
                  <a:cubicBezTo>
                    <a:pt x="1339" y="384"/>
                    <a:pt x="1339" y="384"/>
                    <a:pt x="1339" y="382"/>
                  </a:cubicBezTo>
                  <a:cubicBezTo>
                    <a:pt x="1339" y="381"/>
                    <a:pt x="1338" y="379"/>
                    <a:pt x="1337" y="378"/>
                  </a:cubicBezTo>
                  <a:cubicBezTo>
                    <a:pt x="1336" y="378"/>
                    <a:pt x="1334" y="377"/>
                    <a:pt x="1334" y="377"/>
                  </a:cubicBezTo>
                  <a:cubicBezTo>
                    <a:pt x="1334" y="377"/>
                    <a:pt x="1334" y="375"/>
                    <a:pt x="1333" y="374"/>
                  </a:cubicBezTo>
                  <a:cubicBezTo>
                    <a:pt x="1332" y="373"/>
                    <a:pt x="1332" y="372"/>
                    <a:pt x="1333" y="370"/>
                  </a:cubicBezTo>
                  <a:cubicBezTo>
                    <a:pt x="1333" y="368"/>
                    <a:pt x="1335" y="366"/>
                    <a:pt x="1337" y="365"/>
                  </a:cubicBezTo>
                  <a:cubicBezTo>
                    <a:pt x="1338" y="364"/>
                    <a:pt x="1337" y="363"/>
                    <a:pt x="1337" y="362"/>
                  </a:cubicBezTo>
                  <a:cubicBezTo>
                    <a:pt x="1337" y="362"/>
                    <a:pt x="1332" y="360"/>
                    <a:pt x="1331" y="360"/>
                  </a:cubicBezTo>
                  <a:cubicBezTo>
                    <a:pt x="1330" y="360"/>
                    <a:pt x="1329" y="361"/>
                    <a:pt x="1328" y="362"/>
                  </a:cubicBezTo>
                  <a:cubicBezTo>
                    <a:pt x="1327" y="363"/>
                    <a:pt x="1326" y="361"/>
                    <a:pt x="1326" y="361"/>
                  </a:cubicBezTo>
                  <a:cubicBezTo>
                    <a:pt x="1325" y="361"/>
                    <a:pt x="1324" y="358"/>
                    <a:pt x="1323" y="356"/>
                  </a:cubicBezTo>
                  <a:cubicBezTo>
                    <a:pt x="1322" y="354"/>
                    <a:pt x="1326" y="353"/>
                    <a:pt x="1327" y="350"/>
                  </a:cubicBezTo>
                  <a:cubicBezTo>
                    <a:pt x="1328" y="348"/>
                    <a:pt x="1330" y="348"/>
                    <a:pt x="1332" y="346"/>
                  </a:cubicBezTo>
                  <a:cubicBezTo>
                    <a:pt x="1333" y="344"/>
                    <a:pt x="1335" y="343"/>
                    <a:pt x="1336" y="341"/>
                  </a:cubicBezTo>
                  <a:cubicBezTo>
                    <a:pt x="1337" y="339"/>
                    <a:pt x="1342" y="331"/>
                    <a:pt x="1342" y="331"/>
                  </a:cubicBezTo>
                  <a:cubicBezTo>
                    <a:pt x="1342" y="331"/>
                    <a:pt x="1343" y="331"/>
                    <a:pt x="1345" y="330"/>
                  </a:cubicBezTo>
                  <a:cubicBezTo>
                    <a:pt x="1346" y="329"/>
                    <a:pt x="1348" y="329"/>
                    <a:pt x="1348" y="329"/>
                  </a:cubicBezTo>
                  <a:cubicBezTo>
                    <a:pt x="1348" y="329"/>
                    <a:pt x="1351" y="330"/>
                    <a:pt x="1353" y="331"/>
                  </a:cubicBezTo>
                  <a:cubicBezTo>
                    <a:pt x="1355" y="331"/>
                    <a:pt x="1356" y="331"/>
                    <a:pt x="1357" y="328"/>
                  </a:cubicBezTo>
                  <a:cubicBezTo>
                    <a:pt x="1358" y="326"/>
                    <a:pt x="1360" y="327"/>
                    <a:pt x="1362" y="325"/>
                  </a:cubicBezTo>
                  <a:cubicBezTo>
                    <a:pt x="1365" y="323"/>
                    <a:pt x="1366" y="322"/>
                    <a:pt x="1367" y="321"/>
                  </a:cubicBezTo>
                  <a:cubicBezTo>
                    <a:pt x="1368" y="321"/>
                    <a:pt x="1368" y="325"/>
                    <a:pt x="1368" y="326"/>
                  </a:cubicBezTo>
                  <a:cubicBezTo>
                    <a:pt x="1368" y="326"/>
                    <a:pt x="1367" y="333"/>
                    <a:pt x="1367" y="333"/>
                  </a:cubicBezTo>
                  <a:cubicBezTo>
                    <a:pt x="1367" y="333"/>
                    <a:pt x="1369" y="331"/>
                    <a:pt x="1370" y="329"/>
                  </a:cubicBezTo>
                  <a:cubicBezTo>
                    <a:pt x="1370" y="328"/>
                    <a:pt x="1373" y="327"/>
                    <a:pt x="1374" y="326"/>
                  </a:cubicBezTo>
                  <a:cubicBezTo>
                    <a:pt x="1376" y="324"/>
                    <a:pt x="1379" y="324"/>
                    <a:pt x="1381" y="323"/>
                  </a:cubicBezTo>
                  <a:cubicBezTo>
                    <a:pt x="1382" y="322"/>
                    <a:pt x="1385" y="320"/>
                    <a:pt x="1385" y="319"/>
                  </a:cubicBezTo>
                  <a:cubicBezTo>
                    <a:pt x="1386" y="318"/>
                    <a:pt x="1389" y="319"/>
                    <a:pt x="1390" y="319"/>
                  </a:cubicBezTo>
                  <a:cubicBezTo>
                    <a:pt x="1392" y="319"/>
                    <a:pt x="1396" y="319"/>
                    <a:pt x="1397" y="319"/>
                  </a:cubicBezTo>
                  <a:cubicBezTo>
                    <a:pt x="1398" y="319"/>
                    <a:pt x="1400" y="319"/>
                    <a:pt x="1400" y="319"/>
                  </a:cubicBezTo>
                  <a:cubicBezTo>
                    <a:pt x="1410" y="331"/>
                    <a:pt x="1410" y="331"/>
                    <a:pt x="1410" y="331"/>
                  </a:cubicBezTo>
                  <a:cubicBezTo>
                    <a:pt x="1410" y="331"/>
                    <a:pt x="1411" y="330"/>
                    <a:pt x="1411" y="328"/>
                  </a:cubicBezTo>
                  <a:cubicBezTo>
                    <a:pt x="1411" y="327"/>
                    <a:pt x="1411" y="326"/>
                    <a:pt x="1411" y="324"/>
                  </a:cubicBezTo>
                  <a:cubicBezTo>
                    <a:pt x="1412" y="323"/>
                    <a:pt x="1414" y="322"/>
                    <a:pt x="1414" y="322"/>
                  </a:cubicBezTo>
                  <a:cubicBezTo>
                    <a:pt x="1415" y="321"/>
                    <a:pt x="1419" y="320"/>
                    <a:pt x="1420" y="319"/>
                  </a:cubicBezTo>
                  <a:cubicBezTo>
                    <a:pt x="1421" y="318"/>
                    <a:pt x="1424" y="315"/>
                    <a:pt x="1425" y="314"/>
                  </a:cubicBezTo>
                  <a:cubicBezTo>
                    <a:pt x="1425" y="313"/>
                    <a:pt x="1427" y="314"/>
                    <a:pt x="1427" y="315"/>
                  </a:cubicBezTo>
                  <a:cubicBezTo>
                    <a:pt x="1428" y="315"/>
                    <a:pt x="1431" y="312"/>
                    <a:pt x="1433" y="310"/>
                  </a:cubicBezTo>
                  <a:cubicBezTo>
                    <a:pt x="1435" y="308"/>
                    <a:pt x="1439" y="305"/>
                    <a:pt x="1440" y="303"/>
                  </a:cubicBezTo>
                  <a:cubicBezTo>
                    <a:pt x="1441" y="302"/>
                    <a:pt x="1443" y="302"/>
                    <a:pt x="1444" y="302"/>
                  </a:cubicBezTo>
                  <a:cubicBezTo>
                    <a:pt x="1445" y="302"/>
                    <a:pt x="1446" y="302"/>
                    <a:pt x="1446" y="302"/>
                  </a:cubicBezTo>
                  <a:cubicBezTo>
                    <a:pt x="1448" y="301"/>
                    <a:pt x="1452" y="300"/>
                    <a:pt x="1453" y="300"/>
                  </a:cubicBezTo>
                  <a:cubicBezTo>
                    <a:pt x="1454" y="301"/>
                    <a:pt x="1459" y="298"/>
                    <a:pt x="1459" y="296"/>
                  </a:cubicBezTo>
                  <a:cubicBezTo>
                    <a:pt x="1459" y="294"/>
                    <a:pt x="1465" y="294"/>
                    <a:pt x="1466" y="293"/>
                  </a:cubicBezTo>
                  <a:cubicBezTo>
                    <a:pt x="1466" y="293"/>
                    <a:pt x="1472" y="292"/>
                    <a:pt x="1472" y="292"/>
                  </a:cubicBezTo>
                  <a:cubicBezTo>
                    <a:pt x="1472" y="292"/>
                    <a:pt x="1479" y="288"/>
                    <a:pt x="1479" y="287"/>
                  </a:cubicBezTo>
                  <a:cubicBezTo>
                    <a:pt x="1479" y="285"/>
                    <a:pt x="1481" y="284"/>
                    <a:pt x="1482" y="284"/>
                  </a:cubicBezTo>
                  <a:cubicBezTo>
                    <a:pt x="1483" y="285"/>
                    <a:pt x="1487" y="288"/>
                    <a:pt x="1489" y="289"/>
                  </a:cubicBezTo>
                  <a:cubicBezTo>
                    <a:pt x="1490" y="289"/>
                    <a:pt x="1497" y="291"/>
                    <a:pt x="1499" y="291"/>
                  </a:cubicBezTo>
                  <a:cubicBezTo>
                    <a:pt x="1500" y="292"/>
                    <a:pt x="1502" y="290"/>
                    <a:pt x="1502" y="289"/>
                  </a:cubicBezTo>
                  <a:cubicBezTo>
                    <a:pt x="1503" y="287"/>
                    <a:pt x="1503" y="286"/>
                    <a:pt x="1504" y="285"/>
                  </a:cubicBezTo>
                  <a:cubicBezTo>
                    <a:pt x="1505" y="283"/>
                    <a:pt x="1505" y="283"/>
                    <a:pt x="1505" y="281"/>
                  </a:cubicBezTo>
                  <a:cubicBezTo>
                    <a:pt x="1505" y="279"/>
                    <a:pt x="1504" y="279"/>
                    <a:pt x="1503" y="277"/>
                  </a:cubicBezTo>
                  <a:cubicBezTo>
                    <a:pt x="1503" y="275"/>
                    <a:pt x="1499" y="274"/>
                    <a:pt x="1499" y="274"/>
                  </a:cubicBezTo>
                  <a:cubicBezTo>
                    <a:pt x="1498" y="274"/>
                    <a:pt x="1494" y="271"/>
                    <a:pt x="1494" y="271"/>
                  </a:cubicBezTo>
                  <a:cubicBezTo>
                    <a:pt x="1494" y="271"/>
                    <a:pt x="1498" y="268"/>
                    <a:pt x="1498" y="267"/>
                  </a:cubicBezTo>
                  <a:cubicBezTo>
                    <a:pt x="1498" y="267"/>
                    <a:pt x="1497" y="263"/>
                    <a:pt x="1497" y="262"/>
                  </a:cubicBezTo>
                  <a:cubicBezTo>
                    <a:pt x="1497" y="262"/>
                    <a:pt x="1493" y="259"/>
                    <a:pt x="1493" y="259"/>
                  </a:cubicBezTo>
                  <a:cubicBezTo>
                    <a:pt x="1493" y="259"/>
                    <a:pt x="1491" y="260"/>
                    <a:pt x="1491" y="259"/>
                  </a:cubicBezTo>
                  <a:cubicBezTo>
                    <a:pt x="1491" y="258"/>
                    <a:pt x="1488" y="258"/>
                    <a:pt x="1488" y="258"/>
                  </a:cubicBezTo>
                  <a:cubicBezTo>
                    <a:pt x="1487" y="259"/>
                    <a:pt x="1485" y="258"/>
                    <a:pt x="1484" y="257"/>
                  </a:cubicBezTo>
                  <a:cubicBezTo>
                    <a:pt x="1484" y="257"/>
                    <a:pt x="1483" y="255"/>
                    <a:pt x="1483" y="254"/>
                  </a:cubicBezTo>
                  <a:cubicBezTo>
                    <a:pt x="1483" y="253"/>
                    <a:pt x="1481" y="251"/>
                    <a:pt x="1481" y="251"/>
                  </a:cubicBezTo>
                  <a:cubicBezTo>
                    <a:pt x="1480" y="251"/>
                    <a:pt x="1478" y="253"/>
                    <a:pt x="1477" y="254"/>
                  </a:cubicBezTo>
                  <a:cubicBezTo>
                    <a:pt x="1477" y="254"/>
                    <a:pt x="1473" y="253"/>
                    <a:pt x="1472" y="251"/>
                  </a:cubicBezTo>
                  <a:cubicBezTo>
                    <a:pt x="1472" y="251"/>
                    <a:pt x="1473" y="250"/>
                    <a:pt x="1475" y="250"/>
                  </a:cubicBezTo>
                  <a:cubicBezTo>
                    <a:pt x="1475" y="250"/>
                    <a:pt x="1476" y="250"/>
                    <a:pt x="1477" y="250"/>
                  </a:cubicBezTo>
                  <a:cubicBezTo>
                    <a:pt x="1478" y="250"/>
                    <a:pt x="1479" y="250"/>
                    <a:pt x="1478" y="250"/>
                  </a:cubicBezTo>
                  <a:cubicBezTo>
                    <a:pt x="1478" y="249"/>
                    <a:pt x="1477" y="248"/>
                    <a:pt x="1478" y="247"/>
                  </a:cubicBezTo>
                  <a:cubicBezTo>
                    <a:pt x="1479" y="246"/>
                    <a:pt x="1482" y="249"/>
                    <a:pt x="1483" y="249"/>
                  </a:cubicBezTo>
                  <a:cubicBezTo>
                    <a:pt x="1484" y="250"/>
                    <a:pt x="1489" y="252"/>
                    <a:pt x="1491" y="253"/>
                  </a:cubicBezTo>
                  <a:cubicBezTo>
                    <a:pt x="1494" y="254"/>
                    <a:pt x="1497" y="254"/>
                    <a:pt x="1498" y="255"/>
                  </a:cubicBezTo>
                  <a:cubicBezTo>
                    <a:pt x="1499" y="255"/>
                    <a:pt x="1502" y="252"/>
                    <a:pt x="1507" y="249"/>
                  </a:cubicBezTo>
                  <a:cubicBezTo>
                    <a:pt x="1512" y="245"/>
                    <a:pt x="1513" y="246"/>
                    <a:pt x="1513" y="245"/>
                  </a:cubicBezTo>
                  <a:cubicBezTo>
                    <a:pt x="1514" y="245"/>
                    <a:pt x="1517" y="242"/>
                    <a:pt x="1517" y="239"/>
                  </a:cubicBezTo>
                  <a:cubicBezTo>
                    <a:pt x="1518" y="236"/>
                    <a:pt x="1517" y="237"/>
                    <a:pt x="1514" y="234"/>
                  </a:cubicBezTo>
                  <a:cubicBezTo>
                    <a:pt x="1511" y="230"/>
                    <a:pt x="1514" y="231"/>
                    <a:pt x="1514" y="229"/>
                  </a:cubicBezTo>
                  <a:cubicBezTo>
                    <a:pt x="1515" y="227"/>
                    <a:pt x="1519" y="225"/>
                    <a:pt x="1520" y="224"/>
                  </a:cubicBezTo>
                  <a:cubicBezTo>
                    <a:pt x="1521" y="224"/>
                    <a:pt x="1525" y="224"/>
                    <a:pt x="1526" y="226"/>
                  </a:cubicBezTo>
                  <a:cubicBezTo>
                    <a:pt x="1527" y="227"/>
                    <a:pt x="1526" y="230"/>
                    <a:pt x="1525" y="232"/>
                  </a:cubicBezTo>
                  <a:cubicBezTo>
                    <a:pt x="1524" y="234"/>
                    <a:pt x="1526" y="236"/>
                    <a:pt x="1527" y="238"/>
                  </a:cubicBezTo>
                  <a:cubicBezTo>
                    <a:pt x="1527" y="240"/>
                    <a:pt x="1529" y="239"/>
                    <a:pt x="1532" y="239"/>
                  </a:cubicBezTo>
                  <a:cubicBezTo>
                    <a:pt x="1536" y="239"/>
                    <a:pt x="1537" y="239"/>
                    <a:pt x="1539" y="238"/>
                  </a:cubicBezTo>
                  <a:cubicBezTo>
                    <a:pt x="1542" y="237"/>
                    <a:pt x="1543" y="239"/>
                    <a:pt x="1546" y="239"/>
                  </a:cubicBezTo>
                  <a:cubicBezTo>
                    <a:pt x="1550" y="239"/>
                    <a:pt x="1551" y="240"/>
                    <a:pt x="1552" y="240"/>
                  </a:cubicBezTo>
                  <a:cubicBezTo>
                    <a:pt x="1554" y="241"/>
                    <a:pt x="1554" y="243"/>
                    <a:pt x="1554" y="246"/>
                  </a:cubicBezTo>
                  <a:cubicBezTo>
                    <a:pt x="1555" y="249"/>
                    <a:pt x="1555" y="248"/>
                    <a:pt x="1558" y="249"/>
                  </a:cubicBezTo>
                  <a:cubicBezTo>
                    <a:pt x="1560" y="251"/>
                    <a:pt x="1559" y="251"/>
                    <a:pt x="1561" y="251"/>
                  </a:cubicBezTo>
                  <a:cubicBezTo>
                    <a:pt x="1563" y="251"/>
                    <a:pt x="1565" y="252"/>
                    <a:pt x="1567" y="253"/>
                  </a:cubicBezTo>
                  <a:cubicBezTo>
                    <a:pt x="1569" y="255"/>
                    <a:pt x="1570" y="255"/>
                    <a:pt x="1571" y="256"/>
                  </a:cubicBezTo>
                  <a:cubicBezTo>
                    <a:pt x="1572" y="256"/>
                    <a:pt x="1576" y="258"/>
                    <a:pt x="1578" y="257"/>
                  </a:cubicBezTo>
                  <a:cubicBezTo>
                    <a:pt x="1579" y="257"/>
                    <a:pt x="1579" y="253"/>
                    <a:pt x="1579" y="253"/>
                  </a:cubicBezTo>
                  <a:cubicBezTo>
                    <a:pt x="1581" y="260"/>
                    <a:pt x="1581" y="260"/>
                    <a:pt x="1581" y="260"/>
                  </a:cubicBezTo>
                  <a:cubicBezTo>
                    <a:pt x="1581" y="260"/>
                    <a:pt x="1583" y="260"/>
                    <a:pt x="1583" y="259"/>
                  </a:cubicBezTo>
                  <a:cubicBezTo>
                    <a:pt x="1584" y="258"/>
                    <a:pt x="1583" y="258"/>
                    <a:pt x="1583" y="257"/>
                  </a:cubicBezTo>
                  <a:cubicBezTo>
                    <a:pt x="1584" y="256"/>
                    <a:pt x="1586" y="257"/>
                    <a:pt x="1587" y="258"/>
                  </a:cubicBezTo>
                  <a:cubicBezTo>
                    <a:pt x="1587" y="258"/>
                    <a:pt x="1590" y="257"/>
                    <a:pt x="1590" y="256"/>
                  </a:cubicBezTo>
                  <a:cubicBezTo>
                    <a:pt x="1589" y="254"/>
                    <a:pt x="1587" y="255"/>
                    <a:pt x="1586" y="254"/>
                  </a:cubicBezTo>
                  <a:cubicBezTo>
                    <a:pt x="1585" y="253"/>
                    <a:pt x="1587" y="252"/>
                    <a:pt x="1587" y="252"/>
                  </a:cubicBezTo>
                  <a:cubicBezTo>
                    <a:pt x="1587" y="252"/>
                    <a:pt x="1591" y="253"/>
                    <a:pt x="1592" y="252"/>
                  </a:cubicBezTo>
                  <a:cubicBezTo>
                    <a:pt x="1593" y="252"/>
                    <a:pt x="1592" y="251"/>
                    <a:pt x="1590" y="250"/>
                  </a:cubicBezTo>
                  <a:cubicBezTo>
                    <a:pt x="1589" y="249"/>
                    <a:pt x="1589" y="250"/>
                    <a:pt x="1589" y="249"/>
                  </a:cubicBezTo>
                  <a:cubicBezTo>
                    <a:pt x="1589" y="247"/>
                    <a:pt x="1590" y="247"/>
                    <a:pt x="1591" y="247"/>
                  </a:cubicBezTo>
                  <a:cubicBezTo>
                    <a:pt x="1592" y="248"/>
                    <a:pt x="1592" y="248"/>
                    <a:pt x="1592" y="248"/>
                  </a:cubicBezTo>
                  <a:cubicBezTo>
                    <a:pt x="1592" y="247"/>
                    <a:pt x="1592" y="247"/>
                    <a:pt x="1592" y="247"/>
                  </a:cubicBezTo>
                  <a:cubicBezTo>
                    <a:pt x="1592" y="247"/>
                    <a:pt x="1593" y="246"/>
                    <a:pt x="1593" y="245"/>
                  </a:cubicBezTo>
                  <a:cubicBezTo>
                    <a:pt x="1593" y="243"/>
                    <a:pt x="1593" y="244"/>
                    <a:pt x="1592" y="243"/>
                  </a:cubicBezTo>
                  <a:cubicBezTo>
                    <a:pt x="1591" y="241"/>
                    <a:pt x="1591" y="240"/>
                    <a:pt x="1590" y="239"/>
                  </a:cubicBezTo>
                  <a:cubicBezTo>
                    <a:pt x="1590" y="237"/>
                    <a:pt x="1590" y="237"/>
                    <a:pt x="1591" y="238"/>
                  </a:cubicBezTo>
                  <a:cubicBezTo>
                    <a:pt x="1593" y="239"/>
                    <a:pt x="1593" y="238"/>
                    <a:pt x="1595" y="240"/>
                  </a:cubicBezTo>
                  <a:cubicBezTo>
                    <a:pt x="1595" y="240"/>
                    <a:pt x="1598" y="240"/>
                    <a:pt x="1598" y="239"/>
                  </a:cubicBezTo>
                  <a:cubicBezTo>
                    <a:pt x="1599" y="239"/>
                    <a:pt x="1602" y="238"/>
                    <a:pt x="1602" y="238"/>
                  </a:cubicBezTo>
                  <a:cubicBezTo>
                    <a:pt x="1603" y="238"/>
                    <a:pt x="1604" y="239"/>
                    <a:pt x="1605" y="239"/>
                  </a:cubicBezTo>
                  <a:cubicBezTo>
                    <a:pt x="1607" y="238"/>
                    <a:pt x="1607" y="238"/>
                    <a:pt x="1608" y="237"/>
                  </a:cubicBezTo>
                  <a:cubicBezTo>
                    <a:pt x="1608" y="236"/>
                    <a:pt x="1609" y="236"/>
                    <a:pt x="1610" y="234"/>
                  </a:cubicBezTo>
                  <a:cubicBezTo>
                    <a:pt x="1611" y="233"/>
                    <a:pt x="1611" y="233"/>
                    <a:pt x="1610" y="233"/>
                  </a:cubicBezTo>
                  <a:cubicBezTo>
                    <a:pt x="1610" y="233"/>
                    <a:pt x="1610" y="234"/>
                    <a:pt x="1610" y="233"/>
                  </a:cubicBezTo>
                  <a:cubicBezTo>
                    <a:pt x="1610" y="232"/>
                    <a:pt x="1611" y="231"/>
                    <a:pt x="1611" y="231"/>
                  </a:cubicBezTo>
                  <a:cubicBezTo>
                    <a:pt x="1611" y="230"/>
                    <a:pt x="1612" y="230"/>
                    <a:pt x="1614" y="230"/>
                  </a:cubicBezTo>
                  <a:cubicBezTo>
                    <a:pt x="1616" y="230"/>
                    <a:pt x="1618" y="230"/>
                    <a:pt x="1619" y="229"/>
                  </a:cubicBezTo>
                  <a:cubicBezTo>
                    <a:pt x="1619" y="228"/>
                    <a:pt x="1617" y="228"/>
                    <a:pt x="1617" y="227"/>
                  </a:cubicBezTo>
                </a:path>
              </a:pathLst>
            </a:custGeom>
            <a:solidFill>
              <a:schemeClr val="bg1">
                <a:lumMod val="85000"/>
              </a:schemeClr>
            </a:solidFill>
            <a:ln>
              <a:noFill/>
            </a:ln>
          </p:spPr>
          <p:txBody>
            <a:bodyPr anchor="ctr"/>
            <a:lstStyle/>
            <a:p>
              <a:pPr algn="ctr"/>
              <a:endParaRPr/>
            </a:p>
          </p:txBody>
        </p:sp>
        <p:sp>
          <p:nvSpPr>
            <p:cNvPr id="54" name="îšlíḋê"/>
            <p:cNvSpPr/>
            <p:nvPr/>
          </p:nvSpPr>
          <p:spPr bwMode="auto">
            <a:xfrm>
              <a:off x="7218364" y="2944813"/>
              <a:ext cx="39688" cy="71438"/>
            </a:xfrm>
            <a:custGeom>
              <a:avLst/>
              <a:gdLst>
                <a:gd name="T0" fmla="*/ 18 w 24"/>
                <a:gd name="T1" fmla="*/ 10 h 44"/>
                <a:gd name="T2" fmla="*/ 14 w 24"/>
                <a:gd name="T3" fmla="*/ 5 h 44"/>
                <a:gd name="T4" fmla="*/ 5 w 24"/>
                <a:gd name="T5" fmla="*/ 0 h 44"/>
                <a:gd name="T6" fmla="*/ 5 w 24"/>
                <a:gd name="T7" fmla="*/ 8 h 44"/>
                <a:gd name="T8" fmla="*/ 2 w 24"/>
                <a:gd name="T9" fmla="*/ 9 h 44"/>
                <a:gd name="T10" fmla="*/ 4 w 24"/>
                <a:gd name="T11" fmla="*/ 14 h 44"/>
                <a:gd name="T12" fmla="*/ 4 w 24"/>
                <a:gd name="T13" fmla="*/ 28 h 44"/>
                <a:gd name="T14" fmla="*/ 6 w 24"/>
                <a:gd name="T15" fmla="*/ 38 h 44"/>
                <a:gd name="T16" fmla="*/ 16 w 24"/>
                <a:gd name="T17" fmla="*/ 41 h 44"/>
                <a:gd name="T18" fmla="*/ 22 w 24"/>
                <a:gd name="T19" fmla="*/ 35 h 44"/>
                <a:gd name="T20" fmla="*/ 24 w 24"/>
                <a:gd name="T21" fmla="*/ 29 h 44"/>
                <a:gd name="T22" fmla="*/ 24 w 24"/>
                <a:gd name="T23" fmla="*/ 23 h 44"/>
                <a:gd name="T24" fmla="*/ 18 w 24"/>
                <a:gd name="T25" fmla="*/ 1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 h="44">
                  <a:moveTo>
                    <a:pt x="18" y="10"/>
                  </a:moveTo>
                  <a:cubicBezTo>
                    <a:pt x="18" y="10"/>
                    <a:pt x="17" y="7"/>
                    <a:pt x="14" y="5"/>
                  </a:cubicBezTo>
                  <a:cubicBezTo>
                    <a:pt x="12" y="3"/>
                    <a:pt x="8" y="1"/>
                    <a:pt x="5" y="0"/>
                  </a:cubicBezTo>
                  <a:cubicBezTo>
                    <a:pt x="5" y="0"/>
                    <a:pt x="6" y="6"/>
                    <a:pt x="5" y="8"/>
                  </a:cubicBezTo>
                  <a:cubicBezTo>
                    <a:pt x="5" y="9"/>
                    <a:pt x="0" y="8"/>
                    <a:pt x="2" y="9"/>
                  </a:cubicBezTo>
                  <a:cubicBezTo>
                    <a:pt x="3" y="10"/>
                    <a:pt x="2" y="12"/>
                    <a:pt x="4" y="14"/>
                  </a:cubicBezTo>
                  <a:cubicBezTo>
                    <a:pt x="5" y="16"/>
                    <a:pt x="3" y="24"/>
                    <a:pt x="4" y="28"/>
                  </a:cubicBezTo>
                  <a:cubicBezTo>
                    <a:pt x="4" y="31"/>
                    <a:pt x="3" y="37"/>
                    <a:pt x="6" y="38"/>
                  </a:cubicBezTo>
                  <a:cubicBezTo>
                    <a:pt x="16" y="41"/>
                    <a:pt x="13" y="44"/>
                    <a:pt x="16" y="41"/>
                  </a:cubicBezTo>
                  <a:cubicBezTo>
                    <a:pt x="19" y="38"/>
                    <a:pt x="22" y="35"/>
                    <a:pt x="22" y="35"/>
                  </a:cubicBezTo>
                  <a:cubicBezTo>
                    <a:pt x="24" y="29"/>
                    <a:pt x="24" y="29"/>
                    <a:pt x="24" y="29"/>
                  </a:cubicBezTo>
                  <a:cubicBezTo>
                    <a:pt x="24" y="29"/>
                    <a:pt x="24" y="25"/>
                    <a:pt x="24" y="23"/>
                  </a:cubicBezTo>
                  <a:cubicBezTo>
                    <a:pt x="23" y="21"/>
                    <a:pt x="18" y="10"/>
                    <a:pt x="18" y="10"/>
                  </a:cubicBezTo>
                  <a:close/>
                </a:path>
              </a:pathLst>
            </a:custGeom>
            <a:solidFill>
              <a:schemeClr val="bg1">
                <a:lumMod val="85000"/>
              </a:schemeClr>
            </a:solidFill>
            <a:ln>
              <a:noFill/>
            </a:ln>
          </p:spPr>
          <p:txBody>
            <a:bodyPr anchor="ctr"/>
            <a:lstStyle/>
            <a:p>
              <a:pPr algn="ctr"/>
              <a:endParaRPr/>
            </a:p>
          </p:txBody>
        </p:sp>
        <p:sp>
          <p:nvSpPr>
            <p:cNvPr id="55" name="ïṩḷïḓe"/>
            <p:cNvSpPr/>
            <p:nvPr/>
          </p:nvSpPr>
          <p:spPr bwMode="auto">
            <a:xfrm>
              <a:off x="7756525" y="1528763"/>
              <a:ext cx="577850" cy="1204913"/>
            </a:xfrm>
            <a:custGeom>
              <a:avLst/>
              <a:gdLst>
                <a:gd name="connsiteX0" fmla="*/ 174474 w 577850"/>
                <a:gd name="connsiteY0" fmla="*/ 1146175 h 1204913"/>
                <a:gd name="connsiteX1" fmla="*/ 176137 w 577850"/>
                <a:gd name="connsiteY1" fmla="*/ 1152702 h 1204913"/>
                <a:gd name="connsiteX2" fmla="*/ 176137 w 577850"/>
                <a:gd name="connsiteY2" fmla="*/ 1162491 h 1204913"/>
                <a:gd name="connsiteX3" fmla="*/ 172810 w 577850"/>
                <a:gd name="connsiteY3" fmla="*/ 1167386 h 1204913"/>
                <a:gd name="connsiteX4" fmla="*/ 172810 w 577850"/>
                <a:gd name="connsiteY4" fmla="*/ 1172281 h 1204913"/>
                <a:gd name="connsiteX5" fmla="*/ 169484 w 577850"/>
                <a:gd name="connsiteY5" fmla="*/ 1177176 h 1204913"/>
                <a:gd name="connsiteX6" fmla="*/ 169484 w 577850"/>
                <a:gd name="connsiteY6" fmla="*/ 1182071 h 1204913"/>
                <a:gd name="connsiteX7" fmla="*/ 166158 w 577850"/>
                <a:gd name="connsiteY7" fmla="*/ 1191860 h 1204913"/>
                <a:gd name="connsiteX8" fmla="*/ 162832 w 577850"/>
                <a:gd name="connsiteY8" fmla="*/ 1195123 h 1204913"/>
                <a:gd name="connsiteX9" fmla="*/ 159506 w 577850"/>
                <a:gd name="connsiteY9" fmla="*/ 1204913 h 1204913"/>
                <a:gd name="connsiteX10" fmla="*/ 156180 w 577850"/>
                <a:gd name="connsiteY10" fmla="*/ 1203282 h 1204913"/>
                <a:gd name="connsiteX11" fmla="*/ 147864 w 577850"/>
                <a:gd name="connsiteY11" fmla="*/ 1193492 h 1204913"/>
                <a:gd name="connsiteX12" fmla="*/ 146201 w 577850"/>
                <a:gd name="connsiteY12" fmla="*/ 1185334 h 1204913"/>
                <a:gd name="connsiteX13" fmla="*/ 146201 w 577850"/>
                <a:gd name="connsiteY13" fmla="*/ 1178807 h 1204913"/>
                <a:gd name="connsiteX14" fmla="*/ 147864 w 577850"/>
                <a:gd name="connsiteY14" fmla="*/ 1173913 h 1204913"/>
                <a:gd name="connsiteX15" fmla="*/ 152853 w 577850"/>
                <a:gd name="connsiteY15" fmla="*/ 1167386 h 1204913"/>
                <a:gd name="connsiteX16" fmla="*/ 156180 w 577850"/>
                <a:gd name="connsiteY16" fmla="*/ 1160860 h 1204913"/>
                <a:gd name="connsiteX17" fmla="*/ 159506 w 577850"/>
                <a:gd name="connsiteY17" fmla="*/ 1154333 h 1204913"/>
                <a:gd name="connsiteX18" fmla="*/ 162832 w 577850"/>
                <a:gd name="connsiteY18" fmla="*/ 1151070 h 1204913"/>
                <a:gd name="connsiteX19" fmla="*/ 167821 w 577850"/>
                <a:gd name="connsiteY19" fmla="*/ 1147807 h 1204913"/>
                <a:gd name="connsiteX20" fmla="*/ 174474 w 577850"/>
                <a:gd name="connsiteY20" fmla="*/ 1146175 h 1204913"/>
                <a:gd name="connsiteX21" fmla="*/ 325437 w 577850"/>
                <a:gd name="connsiteY21" fmla="*/ 987471 h 1204913"/>
                <a:gd name="connsiteX22" fmla="*/ 330200 w 577850"/>
                <a:gd name="connsiteY22" fmla="*/ 987471 h 1204913"/>
                <a:gd name="connsiteX23" fmla="*/ 333375 w 577850"/>
                <a:gd name="connsiteY23" fmla="*/ 989106 h 1204913"/>
                <a:gd name="connsiteX24" fmla="*/ 339725 w 577850"/>
                <a:gd name="connsiteY24" fmla="*/ 990740 h 1204913"/>
                <a:gd name="connsiteX25" fmla="*/ 342900 w 577850"/>
                <a:gd name="connsiteY25" fmla="*/ 990740 h 1204913"/>
                <a:gd name="connsiteX26" fmla="*/ 342900 w 577850"/>
                <a:gd name="connsiteY26" fmla="*/ 994008 h 1204913"/>
                <a:gd name="connsiteX27" fmla="*/ 349250 w 577850"/>
                <a:gd name="connsiteY27" fmla="*/ 1000545 h 1204913"/>
                <a:gd name="connsiteX28" fmla="*/ 349250 w 577850"/>
                <a:gd name="connsiteY28" fmla="*/ 1003813 h 1204913"/>
                <a:gd name="connsiteX29" fmla="*/ 347662 w 577850"/>
                <a:gd name="connsiteY29" fmla="*/ 1008716 h 1204913"/>
                <a:gd name="connsiteX30" fmla="*/ 342900 w 577850"/>
                <a:gd name="connsiteY30" fmla="*/ 1015253 h 1204913"/>
                <a:gd name="connsiteX31" fmla="*/ 342900 w 577850"/>
                <a:gd name="connsiteY31" fmla="*/ 1018521 h 1204913"/>
                <a:gd name="connsiteX32" fmla="*/ 342900 w 577850"/>
                <a:gd name="connsiteY32" fmla="*/ 1023424 h 1204913"/>
                <a:gd name="connsiteX33" fmla="*/ 339725 w 577850"/>
                <a:gd name="connsiteY33" fmla="*/ 1028326 h 1204913"/>
                <a:gd name="connsiteX34" fmla="*/ 338137 w 577850"/>
                <a:gd name="connsiteY34" fmla="*/ 1033229 h 1204913"/>
                <a:gd name="connsiteX35" fmla="*/ 333375 w 577850"/>
                <a:gd name="connsiteY35" fmla="*/ 1036498 h 1204913"/>
                <a:gd name="connsiteX36" fmla="*/ 328612 w 577850"/>
                <a:gd name="connsiteY36" fmla="*/ 1038132 h 1204913"/>
                <a:gd name="connsiteX37" fmla="*/ 327025 w 577850"/>
                <a:gd name="connsiteY37" fmla="*/ 1038132 h 1204913"/>
                <a:gd name="connsiteX38" fmla="*/ 327025 w 577850"/>
                <a:gd name="connsiteY38" fmla="*/ 1031595 h 1204913"/>
                <a:gd name="connsiteX39" fmla="*/ 325437 w 577850"/>
                <a:gd name="connsiteY39" fmla="*/ 1033229 h 1204913"/>
                <a:gd name="connsiteX40" fmla="*/ 323850 w 577850"/>
                <a:gd name="connsiteY40" fmla="*/ 1036498 h 1204913"/>
                <a:gd name="connsiteX41" fmla="*/ 320675 w 577850"/>
                <a:gd name="connsiteY41" fmla="*/ 1036498 h 1204913"/>
                <a:gd name="connsiteX42" fmla="*/ 319087 w 577850"/>
                <a:gd name="connsiteY42" fmla="*/ 1031595 h 1204913"/>
                <a:gd name="connsiteX43" fmla="*/ 319087 w 577850"/>
                <a:gd name="connsiteY43" fmla="*/ 1026692 h 1204913"/>
                <a:gd name="connsiteX44" fmla="*/ 320675 w 577850"/>
                <a:gd name="connsiteY44" fmla="*/ 1020155 h 1204913"/>
                <a:gd name="connsiteX45" fmla="*/ 322262 w 577850"/>
                <a:gd name="connsiteY45" fmla="*/ 1016887 h 1204913"/>
                <a:gd name="connsiteX46" fmla="*/ 325437 w 577850"/>
                <a:gd name="connsiteY46" fmla="*/ 1011984 h 1204913"/>
                <a:gd name="connsiteX47" fmla="*/ 323850 w 577850"/>
                <a:gd name="connsiteY47" fmla="*/ 1008716 h 1204913"/>
                <a:gd name="connsiteX48" fmla="*/ 322262 w 577850"/>
                <a:gd name="connsiteY48" fmla="*/ 1003813 h 1204913"/>
                <a:gd name="connsiteX49" fmla="*/ 319087 w 577850"/>
                <a:gd name="connsiteY49" fmla="*/ 1007082 h 1204913"/>
                <a:gd name="connsiteX50" fmla="*/ 317500 w 577850"/>
                <a:gd name="connsiteY50" fmla="*/ 1011984 h 1204913"/>
                <a:gd name="connsiteX51" fmla="*/ 312737 w 577850"/>
                <a:gd name="connsiteY51" fmla="*/ 1010350 h 1204913"/>
                <a:gd name="connsiteX52" fmla="*/ 314325 w 577850"/>
                <a:gd name="connsiteY52" fmla="*/ 1008716 h 1204913"/>
                <a:gd name="connsiteX53" fmla="*/ 311150 w 577850"/>
                <a:gd name="connsiteY53" fmla="*/ 1005448 h 1204913"/>
                <a:gd name="connsiteX54" fmla="*/ 311150 w 577850"/>
                <a:gd name="connsiteY54" fmla="*/ 1002179 h 1204913"/>
                <a:gd name="connsiteX55" fmla="*/ 309562 w 577850"/>
                <a:gd name="connsiteY55" fmla="*/ 997277 h 1204913"/>
                <a:gd name="connsiteX56" fmla="*/ 312737 w 577850"/>
                <a:gd name="connsiteY56" fmla="*/ 995642 h 1204913"/>
                <a:gd name="connsiteX57" fmla="*/ 320675 w 577850"/>
                <a:gd name="connsiteY57" fmla="*/ 990740 h 1204913"/>
                <a:gd name="connsiteX58" fmla="*/ 325437 w 577850"/>
                <a:gd name="connsiteY58" fmla="*/ 987471 h 1204913"/>
                <a:gd name="connsiteX59" fmla="*/ 388703 w 577850"/>
                <a:gd name="connsiteY59" fmla="*/ 976312 h 1204913"/>
                <a:gd name="connsiteX60" fmla="*/ 390349 w 577850"/>
                <a:gd name="connsiteY60" fmla="*/ 979487 h 1204913"/>
                <a:gd name="connsiteX61" fmla="*/ 393641 w 577850"/>
                <a:gd name="connsiteY61" fmla="*/ 981075 h 1204913"/>
                <a:gd name="connsiteX62" fmla="*/ 395288 w 577850"/>
                <a:gd name="connsiteY62" fmla="*/ 982662 h 1204913"/>
                <a:gd name="connsiteX63" fmla="*/ 393641 w 577850"/>
                <a:gd name="connsiteY63" fmla="*/ 990600 h 1204913"/>
                <a:gd name="connsiteX64" fmla="*/ 391995 w 577850"/>
                <a:gd name="connsiteY64" fmla="*/ 993775 h 1204913"/>
                <a:gd name="connsiteX65" fmla="*/ 390349 w 577850"/>
                <a:gd name="connsiteY65" fmla="*/ 993775 h 1204913"/>
                <a:gd name="connsiteX66" fmla="*/ 385410 w 577850"/>
                <a:gd name="connsiteY66" fmla="*/ 995362 h 1204913"/>
                <a:gd name="connsiteX67" fmla="*/ 382117 w 577850"/>
                <a:gd name="connsiteY67" fmla="*/ 995362 h 1204913"/>
                <a:gd name="connsiteX68" fmla="*/ 380471 w 577850"/>
                <a:gd name="connsiteY68" fmla="*/ 993775 h 1204913"/>
                <a:gd name="connsiteX69" fmla="*/ 378825 w 577850"/>
                <a:gd name="connsiteY69" fmla="*/ 992187 h 1204913"/>
                <a:gd name="connsiteX70" fmla="*/ 375532 w 577850"/>
                <a:gd name="connsiteY70" fmla="*/ 995362 h 1204913"/>
                <a:gd name="connsiteX71" fmla="*/ 373886 w 577850"/>
                <a:gd name="connsiteY71" fmla="*/ 995362 h 1204913"/>
                <a:gd name="connsiteX72" fmla="*/ 370593 w 577850"/>
                <a:gd name="connsiteY72" fmla="*/ 1000125 h 1204913"/>
                <a:gd name="connsiteX73" fmla="*/ 370593 w 577850"/>
                <a:gd name="connsiteY73" fmla="*/ 1001712 h 1204913"/>
                <a:gd name="connsiteX74" fmla="*/ 367301 w 577850"/>
                <a:gd name="connsiteY74" fmla="*/ 1004887 h 1204913"/>
                <a:gd name="connsiteX75" fmla="*/ 365654 w 577850"/>
                <a:gd name="connsiteY75" fmla="*/ 1006475 h 1204913"/>
                <a:gd name="connsiteX76" fmla="*/ 364008 w 577850"/>
                <a:gd name="connsiteY76" fmla="*/ 1008062 h 1204913"/>
                <a:gd name="connsiteX77" fmla="*/ 360716 w 577850"/>
                <a:gd name="connsiteY77" fmla="*/ 1006475 h 1204913"/>
                <a:gd name="connsiteX78" fmla="*/ 357423 w 577850"/>
                <a:gd name="connsiteY78" fmla="*/ 1004887 h 1204913"/>
                <a:gd name="connsiteX79" fmla="*/ 357423 w 577850"/>
                <a:gd name="connsiteY79" fmla="*/ 1003300 h 1204913"/>
                <a:gd name="connsiteX80" fmla="*/ 355777 w 577850"/>
                <a:gd name="connsiteY80" fmla="*/ 1003300 h 1204913"/>
                <a:gd name="connsiteX81" fmla="*/ 355777 w 577850"/>
                <a:gd name="connsiteY81" fmla="*/ 1000125 h 1204913"/>
                <a:gd name="connsiteX82" fmla="*/ 355777 w 577850"/>
                <a:gd name="connsiteY82" fmla="*/ 996950 h 1204913"/>
                <a:gd name="connsiteX83" fmla="*/ 355777 w 577850"/>
                <a:gd name="connsiteY83" fmla="*/ 995362 h 1204913"/>
                <a:gd name="connsiteX84" fmla="*/ 350838 w 577850"/>
                <a:gd name="connsiteY84" fmla="*/ 995362 h 1204913"/>
                <a:gd name="connsiteX85" fmla="*/ 354130 w 577850"/>
                <a:gd name="connsiteY85" fmla="*/ 993775 h 1204913"/>
                <a:gd name="connsiteX86" fmla="*/ 359069 w 577850"/>
                <a:gd name="connsiteY86" fmla="*/ 992187 h 1204913"/>
                <a:gd name="connsiteX87" fmla="*/ 359069 w 577850"/>
                <a:gd name="connsiteY87" fmla="*/ 989012 h 1204913"/>
                <a:gd name="connsiteX88" fmla="*/ 360716 w 577850"/>
                <a:gd name="connsiteY88" fmla="*/ 987425 h 1204913"/>
                <a:gd name="connsiteX89" fmla="*/ 360716 w 577850"/>
                <a:gd name="connsiteY89" fmla="*/ 985837 h 1204913"/>
                <a:gd name="connsiteX90" fmla="*/ 364008 w 577850"/>
                <a:gd name="connsiteY90" fmla="*/ 984250 h 1204913"/>
                <a:gd name="connsiteX91" fmla="*/ 367301 w 577850"/>
                <a:gd name="connsiteY91" fmla="*/ 984250 h 1204913"/>
                <a:gd name="connsiteX92" fmla="*/ 370593 w 577850"/>
                <a:gd name="connsiteY92" fmla="*/ 984250 h 1204913"/>
                <a:gd name="connsiteX93" fmla="*/ 372240 w 577850"/>
                <a:gd name="connsiteY93" fmla="*/ 982662 h 1204913"/>
                <a:gd name="connsiteX94" fmla="*/ 375532 w 577850"/>
                <a:gd name="connsiteY94" fmla="*/ 982662 h 1204913"/>
                <a:gd name="connsiteX95" fmla="*/ 377178 w 577850"/>
                <a:gd name="connsiteY95" fmla="*/ 979487 h 1204913"/>
                <a:gd name="connsiteX96" fmla="*/ 378825 w 577850"/>
                <a:gd name="connsiteY96" fmla="*/ 979487 h 1204913"/>
                <a:gd name="connsiteX97" fmla="*/ 380471 w 577850"/>
                <a:gd name="connsiteY97" fmla="*/ 977900 h 1204913"/>
                <a:gd name="connsiteX98" fmla="*/ 382117 w 577850"/>
                <a:gd name="connsiteY98" fmla="*/ 977900 h 1204913"/>
                <a:gd name="connsiteX99" fmla="*/ 385410 w 577850"/>
                <a:gd name="connsiteY99" fmla="*/ 977900 h 1204913"/>
                <a:gd name="connsiteX100" fmla="*/ 388703 w 577850"/>
                <a:gd name="connsiteY100" fmla="*/ 976312 h 1204913"/>
                <a:gd name="connsiteX101" fmla="*/ 504459 w 577850"/>
                <a:gd name="connsiteY101" fmla="*/ 838200 h 1204913"/>
                <a:gd name="connsiteX102" fmla="*/ 506088 w 577850"/>
                <a:gd name="connsiteY102" fmla="*/ 841442 h 1204913"/>
                <a:gd name="connsiteX103" fmla="*/ 507716 w 577850"/>
                <a:gd name="connsiteY103" fmla="*/ 844684 h 1204913"/>
                <a:gd name="connsiteX104" fmla="*/ 506088 w 577850"/>
                <a:gd name="connsiteY104" fmla="*/ 847926 h 1204913"/>
                <a:gd name="connsiteX105" fmla="*/ 506088 w 577850"/>
                <a:gd name="connsiteY105" fmla="*/ 849547 h 1204913"/>
                <a:gd name="connsiteX106" fmla="*/ 509344 w 577850"/>
                <a:gd name="connsiteY106" fmla="*/ 852788 h 1204913"/>
                <a:gd name="connsiteX107" fmla="*/ 510972 w 577850"/>
                <a:gd name="connsiteY107" fmla="*/ 854409 h 1204913"/>
                <a:gd name="connsiteX108" fmla="*/ 512600 w 577850"/>
                <a:gd name="connsiteY108" fmla="*/ 857651 h 1204913"/>
                <a:gd name="connsiteX109" fmla="*/ 515857 w 577850"/>
                <a:gd name="connsiteY109" fmla="*/ 862514 h 1204913"/>
                <a:gd name="connsiteX110" fmla="*/ 517485 w 577850"/>
                <a:gd name="connsiteY110" fmla="*/ 865756 h 1204913"/>
                <a:gd name="connsiteX111" fmla="*/ 519113 w 577850"/>
                <a:gd name="connsiteY111" fmla="*/ 868998 h 1204913"/>
                <a:gd name="connsiteX112" fmla="*/ 519113 w 577850"/>
                <a:gd name="connsiteY112" fmla="*/ 870619 h 1204913"/>
                <a:gd name="connsiteX113" fmla="*/ 519113 w 577850"/>
                <a:gd name="connsiteY113" fmla="*/ 875481 h 1204913"/>
                <a:gd name="connsiteX114" fmla="*/ 517485 w 577850"/>
                <a:gd name="connsiteY114" fmla="*/ 880344 h 1204913"/>
                <a:gd name="connsiteX115" fmla="*/ 515857 w 577850"/>
                <a:gd name="connsiteY115" fmla="*/ 881965 h 1204913"/>
                <a:gd name="connsiteX116" fmla="*/ 515857 w 577850"/>
                <a:gd name="connsiteY116" fmla="*/ 885207 h 1204913"/>
                <a:gd name="connsiteX117" fmla="*/ 514229 w 577850"/>
                <a:gd name="connsiteY117" fmla="*/ 886828 h 1204913"/>
                <a:gd name="connsiteX118" fmla="*/ 512600 w 577850"/>
                <a:gd name="connsiteY118" fmla="*/ 890070 h 1204913"/>
                <a:gd name="connsiteX119" fmla="*/ 510972 w 577850"/>
                <a:gd name="connsiteY119" fmla="*/ 893312 h 1204913"/>
                <a:gd name="connsiteX120" fmla="*/ 509344 w 577850"/>
                <a:gd name="connsiteY120" fmla="*/ 898174 h 1204913"/>
                <a:gd name="connsiteX121" fmla="*/ 509344 w 577850"/>
                <a:gd name="connsiteY121" fmla="*/ 899795 h 1204913"/>
                <a:gd name="connsiteX122" fmla="*/ 506088 w 577850"/>
                <a:gd name="connsiteY122" fmla="*/ 899795 h 1204913"/>
                <a:gd name="connsiteX123" fmla="*/ 502831 w 577850"/>
                <a:gd name="connsiteY123" fmla="*/ 901416 h 1204913"/>
                <a:gd name="connsiteX124" fmla="*/ 502831 w 577850"/>
                <a:gd name="connsiteY124" fmla="*/ 903037 h 1204913"/>
                <a:gd name="connsiteX125" fmla="*/ 501203 w 577850"/>
                <a:gd name="connsiteY125" fmla="*/ 906279 h 1204913"/>
                <a:gd name="connsiteX126" fmla="*/ 502831 w 577850"/>
                <a:gd name="connsiteY126" fmla="*/ 907900 h 1204913"/>
                <a:gd name="connsiteX127" fmla="*/ 501203 w 577850"/>
                <a:gd name="connsiteY127" fmla="*/ 912763 h 1204913"/>
                <a:gd name="connsiteX128" fmla="*/ 502831 w 577850"/>
                <a:gd name="connsiteY128" fmla="*/ 917626 h 1204913"/>
                <a:gd name="connsiteX129" fmla="*/ 502831 w 577850"/>
                <a:gd name="connsiteY129" fmla="*/ 920867 h 1204913"/>
                <a:gd name="connsiteX130" fmla="*/ 502831 w 577850"/>
                <a:gd name="connsiteY130" fmla="*/ 925730 h 1204913"/>
                <a:gd name="connsiteX131" fmla="*/ 499575 w 577850"/>
                <a:gd name="connsiteY131" fmla="*/ 928972 h 1204913"/>
                <a:gd name="connsiteX132" fmla="*/ 497947 w 577850"/>
                <a:gd name="connsiteY132" fmla="*/ 932214 h 1204913"/>
                <a:gd name="connsiteX133" fmla="*/ 494690 w 577850"/>
                <a:gd name="connsiteY133" fmla="*/ 937077 h 1204913"/>
                <a:gd name="connsiteX134" fmla="*/ 494690 w 577850"/>
                <a:gd name="connsiteY134" fmla="*/ 940318 h 1204913"/>
                <a:gd name="connsiteX135" fmla="*/ 496318 w 577850"/>
                <a:gd name="connsiteY135" fmla="*/ 941939 h 1204913"/>
                <a:gd name="connsiteX136" fmla="*/ 497947 w 577850"/>
                <a:gd name="connsiteY136" fmla="*/ 945181 h 1204913"/>
                <a:gd name="connsiteX137" fmla="*/ 499575 w 577850"/>
                <a:gd name="connsiteY137" fmla="*/ 946802 h 1204913"/>
                <a:gd name="connsiteX138" fmla="*/ 499575 w 577850"/>
                <a:gd name="connsiteY138" fmla="*/ 950044 h 1204913"/>
                <a:gd name="connsiteX139" fmla="*/ 497947 w 577850"/>
                <a:gd name="connsiteY139" fmla="*/ 951665 h 1204913"/>
                <a:gd name="connsiteX140" fmla="*/ 494690 w 577850"/>
                <a:gd name="connsiteY140" fmla="*/ 953286 h 1204913"/>
                <a:gd name="connsiteX141" fmla="*/ 494690 w 577850"/>
                <a:gd name="connsiteY141" fmla="*/ 956528 h 1204913"/>
                <a:gd name="connsiteX142" fmla="*/ 493062 w 577850"/>
                <a:gd name="connsiteY142" fmla="*/ 959770 h 1204913"/>
                <a:gd name="connsiteX143" fmla="*/ 491434 w 577850"/>
                <a:gd name="connsiteY143" fmla="*/ 963011 h 1204913"/>
                <a:gd name="connsiteX144" fmla="*/ 486549 w 577850"/>
                <a:gd name="connsiteY144" fmla="*/ 966253 h 1204913"/>
                <a:gd name="connsiteX145" fmla="*/ 483293 w 577850"/>
                <a:gd name="connsiteY145" fmla="*/ 966253 h 1204913"/>
                <a:gd name="connsiteX146" fmla="*/ 480036 w 577850"/>
                <a:gd name="connsiteY146" fmla="*/ 964632 h 1204913"/>
                <a:gd name="connsiteX147" fmla="*/ 480036 w 577850"/>
                <a:gd name="connsiteY147" fmla="*/ 961391 h 1204913"/>
                <a:gd name="connsiteX148" fmla="*/ 480036 w 577850"/>
                <a:gd name="connsiteY148" fmla="*/ 959770 h 1204913"/>
                <a:gd name="connsiteX149" fmla="*/ 478408 w 577850"/>
                <a:gd name="connsiteY149" fmla="*/ 959770 h 1204913"/>
                <a:gd name="connsiteX150" fmla="*/ 475151 w 577850"/>
                <a:gd name="connsiteY150" fmla="*/ 961391 h 1204913"/>
                <a:gd name="connsiteX151" fmla="*/ 471895 w 577850"/>
                <a:gd name="connsiteY151" fmla="*/ 961391 h 1204913"/>
                <a:gd name="connsiteX152" fmla="*/ 470267 w 577850"/>
                <a:gd name="connsiteY152" fmla="*/ 963011 h 1204913"/>
                <a:gd name="connsiteX153" fmla="*/ 468638 w 577850"/>
                <a:gd name="connsiteY153" fmla="*/ 966253 h 1204913"/>
                <a:gd name="connsiteX154" fmla="*/ 468638 w 577850"/>
                <a:gd name="connsiteY154" fmla="*/ 969495 h 1204913"/>
                <a:gd name="connsiteX155" fmla="*/ 465382 w 577850"/>
                <a:gd name="connsiteY155" fmla="*/ 972737 h 1204913"/>
                <a:gd name="connsiteX156" fmla="*/ 463754 w 577850"/>
                <a:gd name="connsiteY156" fmla="*/ 971116 h 1204913"/>
                <a:gd name="connsiteX157" fmla="*/ 462126 w 577850"/>
                <a:gd name="connsiteY157" fmla="*/ 969495 h 1204913"/>
                <a:gd name="connsiteX158" fmla="*/ 460497 w 577850"/>
                <a:gd name="connsiteY158" fmla="*/ 966253 h 1204913"/>
                <a:gd name="connsiteX159" fmla="*/ 460497 w 577850"/>
                <a:gd name="connsiteY159" fmla="*/ 963011 h 1204913"/>
                <a:gd name="connsiteX160" fmla="*/ 457241 w 577850"/>
                <a:gd name="connsiteY160" fmla="*/ 966253 h 1204913"/>
                <a:gd name="connsiteX161" fmla="*/ 455613 w 577850"/>
                <a:gd name="connsiteY161" fmla="*/ 969495 h 1204913"/>
                <a:gd name="connsiteX162" fmla="*/ 455613 w 577850"/>
                <a:gd name="connsiteY162" fmla="*/ 971116 h 1204913"/>
                <a:gd name="connsiteX163" fmla="*/ 452356 w 577850"/>
                <a:gd name="connsiteY163" fmla="*/ 972737 h 1204913"/>
                <a:gd name="connsiteX164" fmla="*/ 449100 w 577850"/>
                <a:gd name="connsiteY164" fmla="*/ 974358 h 1204913"/>
                <a:gd name="connsiteX165" fmla="*/ 444215 w 577850"/>
                <a:gd name="connsiteY165" fmla="*/ 972737 h 1204913"/>
                <a:gd name="connsiteX166" fmla="*/ 440959 w 577850"/>
                <a:gd name="connsiteY166" fmla="*/ 974358 h 1204913"/>
                <a:gd name="connsiteX167" fmla="*/ 437702 w 577850"/>
                <a:gd name="connsiteY167" fmla="*/ 972737 h 1204913"/>
                <a:gd name="connsiteX168" fmla="*/ 434446 w 577850"/>
                <a:gd name="connsiteY168" fmla="*/ 971116 h 1204913"/>
                <a:gd name="connsiteX169" fmla="*/ 429561 w 577850"/>
                <a:gd name="connsiteY169" fmla="*/ 966253 h 1204913"/>
                <a:gd name="connsiteX170" fmla="*/ 427933 w 577850"/>
                <a:gd name="connsiteY170" fmla="*/ 969495 h 1204913"/>
                <a:gd name="connsiteX171" fmla="*/ 427933 w 577850"/>
                <a:gd name="connsiteY171" fmla="*/ 971116 h 1204913"/>
                <a:gd name="connsiteX172" fmla="*/ 429561 w 577850"/>
                <a:gd name="connsiteY172" fmla="*/ 972737 h 1204913"/>
                <a:gd name="connsiteX173" fmla="*/ 431190 w 577850"/>
                <a:gd name="connsiteY173" fmla="*/ 975979 h 1204913"/>
                <a:gd name="connsiteX174" fmla="*/ 429561 w 577850"/>
                <a:gd name="connsiteY174" fmla="*/ 979221 h 1204913"/>
                <a:gd name="connsiteX175" fmla="*/ 426305 w 577850"/>
                <a:gd name="connsiteY175" fmla="*/ 979221 h 1204913"/>
                <a:gd name="connsiteX176" fmla="*/ 423049 w 577850"/>
                <a:gd name="connsiteY176" fmla="*/ 980842 h 1204913"/>
                <a:gd name="connsiteX177" fmla="*/ 423049 w 577850"/>
                <a:gd name="connsiteY177" fmla="*/ 982463 h 1204913"/>
                <a:gd name="connsiteX178" fmla="*/ 418164 w 577850"/>
                <a:gd name="connsiteY178" fmla="*/ 987325 h 1204913"/>
                <a:gd name="connsiteX179" fmla="*/ 418164 w 577850"/>
                <a:gd name="connsiteY179" fmla="*/ 988946 h 1204913"/>
                <a:gd name="connsiteX180" fmla="*/ 414908 w 577850"/>
                <a:gd name="connsiteY180" fmla="*/ 990567 h 1204913"/>
                <a:gd name="connsiteX181" fmla="*/ 413279 w 577850"/>
                <a:gd name="connsiteY181" fmla="*/ 992188 h 1204913"/>
                <a:gd name="connsiteX182" fmla="*/ 410023 w 577850"/>
                <a:gd name="connsiteY182" fmla="*/ 990567 h 1204913"/>
                <a:gd name="connsiteX183" fmla="*/ 408395 w 577850"/>
                <a:gd name="connsiteY183" fmla="*/ 990567 h 1204913"/>
                <a:gd name="connsiteX184" fmla="*/ 406767 w 577850"/>
                <a:gd name="connsiteY184" fmla="*/ 987325 h 1204913"/>
                <a:gd name="connsiteX185" fmla="*/ 405138 w 577850"/>
                <a:gd name="connsiteY185" fmla="*/ 985704 h 1204913"/>
                <a:gd name="connsiteX186" fmla="*/ 403510 w 577850"/>
                <a:gd name="connsiteY186" fmla="*/ 984084 h 1204913"/>
                <a:gd name="connsiteX187" fmla="*/ 403510 w 577850"/>
                <a:gd name="connsiteY187" fmla="*/ 980842 h 1204913"/>
                <a:gd name="connsiteX188" fmla="*/ 405138 w 577850"/>
                <a:gd name="connsiteY188" fmla="*/ 977600 h 1204913"/>
                <a:gd name="connsiteX189" fmla="*/ 406767 w 577850"/>
                <a:gd name="connsiteY189" fmla="*/ 975979 h 1204913"/>
                <a:gd name="connsiteX190" fmla="*/ 406767 w 577850"/>
                <a:gd name="connsiteY190" fmla="*/ 974358 h 1204913"/>
                <a:gd name="connsiteX191" fmla="*/ 405138 w 577850"/>
                <a:gd name="connsiteY191" fmla="*/ 971116 h 1204913"/>
                <a:gd name="connsiteX192" fmla="*/ 396997 w 577850"/>
                <a:gd name="connsiteY192" fmla="*/ 971116 h 1204913"/>
                <a:gd name="connsiteX193" fmla="*/ 393741 w 577850"/>
                <a:gd name="connsiteY193" fmla="*/ 971116 h 1204913"/>
                <a:gd name="connsiteX194" fmla="*/ 390485 w 577850"/>
                <a:gd name="connsiteY194" fmla="*/ 971116 h 1204913"/>
                <a:gd name="connsiteX195" fmla="*/ 387228 w 577850"/>
                <a:gd name="connsiteY195" fmla="*/ 972737 h 1204913"/>
                <a:gd name="connsiteX196" fmla="*/ 382344 w 577850"/>
                <a:gd name="connsiteY196" fmla="*/ 974358 h 1204913"/>
                <a:gd name="connsiteX197" fmla="*/ 379087 w 577850"/>
                <a:gd name="connsiteY197" fmla="*/ 974358 h 1204913"/>
                <a:gd name="connsiteX198" fmla="*/ 377459 w 577850"/>
                <a:gd name="connsiteY198" fmla="*/ 974358 h 1204913"/>
                <a:gd name="connsiteX199" fmla="*/ 375831 w 577850"/>
                <a:gd name="connsiteY199" fmla="*/ 975979 h 1204913"/>
                <a:gd name="connsiteX200" fmla="*/ 372574 w 577850"/>
                <a:gd name="connsiteY200" fmla="*/ 975979 h 1204913"/>
                <a:gd name="connsiteX201" fmla="*/ 369318 w 577850"/>
                <a:gd name="connsiteY201" fmla="*/ 975979 h 1204913"/>
                <a:gd name="connsiteX202" fmla="*/ 366061 w 577850"/>
                <a:gd name="connsiteY202" fmla="*/ 977600 h 1204913"/>
                <a:gd name="connsiteX203" fmla="*/ 364433 w 577850"/>
                <a:gd name="connsiteY203" fmla="*/ 979221 h 1204913"/>
                <a:gd name="connsiteX204" fmla="*/ 361177 w 577850"/>
                <a:gd name="connsiteY204" fmla="*/ 977600 h 1204913"/>
                <a:gd name="connsiteX205" fmla="*/ 357920 w 577850"/>
                <a:gd name="connsiteY205" fmla="*/ 979221 h 1204913"/>
                <a:gd name="connsiteX206" fmla="*/ 357920 w 577850"/>
                <a:gd name="connsiteY206" fmla="*/ 977600 h 1204913"/>
                <a:gd name="connsiteX207" fmla="*/ 354664 w 577850"/>
                <a:gd name="connsiteY207" fmla="*/ 977600 h 1204913"/>
                <a:gd name="connsiteX208" fmla="*/ 354664 w 577850"/>
                <a:gd name="connsiteY208" fmla="*/ 980842 h 1204913"/>
                <a:gd name="connsiteX209" fmla="*/ 354664 w 577850"/>
                <a:gd name="connsiteY209" fmla="*/ 984084 h 1204913"/>
                <a:gd name="connsiteX210" fmla="*/ 354664 w 577850"/>
                <a:gd name="connsiteY210" fmla="*/ 987325 h 1204913"/>
                <a:gd name="connsiteX211" fmla="*/ 349779 w 577850"/>
                <a:gd name="connsiteY211" fmla="*/ 985704 h 1204913"/>
                <a:gd name="connsiteX212" fmla="*/ 346523 w 577850"/>
                <a:gd name="connsiteY212" fmla="*/ 984084 h 1204913"/>
                <a:gd name="connsiteX213" fmla="*/ 344895 w 577850"/>
                <a:gd name="connsiteY213" fmla="*/ 984084 h 1204913"/>
                <a:gd name="connsiteX214" fmla="*/ 341638 w 577850"/>
                <a:gd name="connsiteY214" fmla="*/ 985704 h 1204913"/>
                <a:gd name="connsiteX215" fmla="*/ 336754 w 577850"/>
                <a:gd name="connsiteY215" fmla="*/ 984084 h 1204913"/>
                <a:gd name="connsiteX216" fmla="*/ 333497 w 577850"/>
                <a:gd name="connsiteY216" fmla="*/ 984084 h 1204913"/>
                <a:gd name="connsiteX217" fmla="*/ 331869 w 577850"/>
                <a:gd name="connsiteY217" fmla="*/ 984084 h 1204913"/>
                <a:gd name="connsiteX218" fmla="*/ 330241 w 577850"/>
                <a:gd name="connsiteY218" fmla="*/ 984084 h 1204913"/>
                <a:gd name="connsiteX219" fmla="*/ 330241 w 577850"/>
                <a:gd name="connsiteY219" fmla="*/ 980842 h 1204913"/>
                <a:gd name="connsiteX220" fmla="*/ 330241 w 577850"/>
                <a:gd name="connsiteY220" fmla="*/ 979221 h 1204913"/>
                <a:gd name="connsiteX221" fmla="*/ 336754 w 577850"/>
                <a:gd name="connsiteY221" fmla="*/ 977600 h 1204913"/>
                <a:gd name="connsiteX222" fmla="*/ 341638 w 577850"/>
                <a:gd name="connsiteY222" fmla="*/ 972737 h 1204913"/>
                <a:gd name="connsiteX223" fmla="*/ 344895 w 577850"/>
                <a:gd name="connsiteY223" fmla="*/ 971116 h 1204913"/>
                <a:gd name="connsiteX224" fmla="*/ 348151 w 577850"/>
                <a:gd name="connsiteY224" fmla="*/ 967874 h 1204913"/>
                <a:gd name="connsiteX225" fmla="*/ 351408 w 577850"/>
                <a:gd name="connsiteY225" fmla="*/ 966253 h 1204913"/>
                <a:gd name="connsiteX226" fmla="*/ 356292 w 577850"/>
                <a:gd name="connsiteY226" fmla="*/ 963011 h 1204913"/>
                <a:gd name="connsiteX227" fmla="*/ 361177 w 577850"/>
                <a:gd name="connsiteY227" fmla="*/ 958149 h 1204913"/>
                <a:gd name="connsiteX228" fmla="*/ 364433 w 577850"/>
                <a:gd name="connsiteY228" fmla="*/ 956528 h 1204913"/>
                <a:gd name="connsiteX229" fmla="*/ 364433 w 577850"/>
                <a:gd name="connsiteY229" fmla="*/ 954907 h 1204913"/>
                <a:gd name="connsiteX230" fmla="*/ 367690 w 577850"/>
                <a:gd name="connsiteY230" fmla="*/ 954907 h 1204913"/>
                <a:gd name="connsiteX231" fmla="*/ 370946 w 577850"/>
                <a:gd name="connsiteY231" fmla="*/ 954907 h 1204913"/>
                <a:gd name="connsiteX232" fmla="*/ 372574 w 577850"/>
                <a:gd name="connsiteY232" fmla="*/ 954907 h 1204913"/>
                <a:gd name="connsiteX233" fmla="*/ 374202 w 577850"/>
                <a:gd name="connsiteY233" fmla="*/ 954907 h 1204913"/>
                <a:gd name="connsiteX234" fmla="*/ 375831 w 577850"/>
                <a:gd name="connsiteY234" fmla="*/ 954907 h 1204913"/>
                <a:gd name="connsiteX235" fmla="*/ 377459 w 577850"/>
                <a:gd name="connsiteY235" fmla="*/ 954907 h 1204913"/>
                <a:gd name="connsiteX236" fmla="*/ 380715 w 577850"/>
                <a:gd name="connsiteY236" fmla="*/ 954907 h 1204913"/>
                <a:gd name="connsiteX237" fmla="*/ 382344 w 577850"/>
                <a:gd name="connsiteY237" fmla="*/ 953286 h 1204913"/>
                <a:gd name="connsiteX238" fmla="*/ 383972 w 577850"/>
                <a:gd name="connsiteY238" fmla="*/ 953286 h 1204913"/>
                <a:gd name="connsiteX239" fmla="*/ 385600 w 577850"/>
                <a:gd name="connsiteY239" fmla="*/ 953286 h 1204913"/>
                <a:gd name="connsiteX240" fmla="*/ 387228 w 577850"/>
                <a:gd name="connsiteY240" fmla="*/ 953286 h 1204913"/>
                <a:gd name="connsiteX241" fmla="*/ 388856 w 577850"/>
                <a:gd name="connsiteY241" fmla="*/ 951665 h 1204913"/>
                <a:gd name="connsiteX242" fmla="*/ 392113 w 577850"/>
                <a:gd name="connsiteY242" fmla="*/ 951665 h 1204913"/>
                <a:gd name="connsiteX243" fmla="*/ 395369 w 577850"/>
                <a:gd name="connsiteY243" fmla="*/ 951665 h 1204913"/>
                <a:gd name="connsiteX244" fmla="*/ 398626 w 577850"/>
                <a:gd name="connsiteY244" fmla="*/ 951665 h 1204913"/>
                <a:gd name="connsiteX245" fmla="*/ 400254 w 577850"/>
                <a:gd name="connsiteY245" fmla="*/ 951665 h 1204913"/>
                <a:gd name="connsiteX246" fmla="*/ 401882 w 577850"/>
                <a:gd name="connsiteY246" fmla="*/ 953286 h 1204913"/>
                <a:gd name="connsiteX247" fmla="*/ 403510 w 577850"/>
                <a:gd name="connsiteY247" fmla="*/ 953286 h 1204913"/>
                <a:gd name="connsiteX248" fmla="*/ 405138 w 577850"/>
                <a:gd name="connsiteY248" fmla="*/ 951665 h 1204913"/>
                <a:gd name="connsiteX249" fmla="*/ 406767 w 577850"/>
                <a:gd name="connsiteY249" fmla="*/ 953286 h 1204913"/>
                <a:gd name="connsiteX250" fmla="*/ 410023 w 577850"/>
                <a:gd name="connsiteY250" fmla="*/ 954907 h 1204913"/>
                <a:gd name="connsiteX251" fmla="*/ 411651 w 577850"/>
                <a:gd name="connsiteY251" fmla="*/ 953286 h 1204913"/>
                <a:gd name="connsiteX252" fmla="*/ 413279 w 577850"/>
                <a:gd name="connsiteY252" fmla="*/ 953286 h 1204913"/>
                <a:gd name="connsiteX253" fmla="*/ 414908 w 577850"/>
                <a:gd name="connsiteY253" fmla="*/ 951665 h 1204913"/>
                <a:gd name="connsiteX254" fmla="*/ 414908 w 577850"/>
                <a:gd name="connsiteY254" fmla="*/ 948423 h 1204913"/>
                <a:gd name="connsiteX255" fmla="*/ 416536 w 577850"/>
                <a:gd name="connsiteY255" fmla="*/ 946802 h 1204913"/>
                <a:gd name="connsiteX256" fmla="*/ 418164 w 577850"/>
                <a:gd name="connsiteY256" fmla="*/ 945181 h 1204913"/>
                <a:gd name="connsiteX257" fmla="*/ 419792 w 577850"/>
                <a:gd name="connsiteY257" fmla="*/ 941939 h 1204913"/>
                <a:gd name="connsiteX258" fmla="*/ 421420 w 577850"/>
                <a:gd name="connsiteY258" fmla="*/ 940318 h 1204913"/>
                <a:gd name="connsiteX259" fmla="*/ 423049 w 577850"/>
                <a:gd name="connsiteY259" fmla="*/ 938698 h 1204913"/>
                <a:gd name="connsiteX260" fmla="*/ 426305 w 577850"/>
                <a:gd name="connsiteY260" fmla="*/ 937077 h 1204913"/>
                <a:gd name="connsiteX261" fmla="*/ 426305 w 577850"/>
                <a:gd name="connsiteY261" fmla="*/ 935456 h 1204913"/>
                <a:gd name="connsiteX262" fmla="*/ 427933 w 577850"/>
                <a:gd name="connsiteY262" fmla="*/ 928972 h 1204913"/>
                <a:gd name="connsiteX263" fmla="*/ 429561 w 577850"/>
                <a:gd name="connsiteY263" fmla="*/ 925730 h 1204913"/>
                <a:gd name="connsiteX264" fmla="*/ 431190 w 577850"/>
                <a:gd name="connsiteY264" fmla="*/ 925730 h 1204913"/>
                <a:gd name="connsiteX265" fmla="*/ 432818 w 577850"/>
                <a:gd name="connsiteY265" fmla="*/ 925730 h 1204913"/>
                <a:gd name="connsiteX266" fmla="*/ 436074 w 577850"/>
                <a:gd name="connsiteY266" fmla="*/ 927351 h 1204913"/>
                <a:gd name="connsiteX267" fmla="*/ 439331 w 577850"/>
                <a:gd name="connsiteY267" fmla="*/ 927351 h 1204913"/>
                <a:gd name="connsiteX268" fmla="*/ 444215 w 577850"/>
                <a:gd name="connsiteY268" fmla="*/ 925730 h 1204913"/>
                <a:gd name="connsiteX269" fmla="*/ 445844 w 577850"/>
                <a:gd name="connsiteY269" fmla="*/ 925730 h 1204913"/>
                <a:gd name="connsiteX270" fmla="*/ 449100 w 577850"/>
                <a:gd name="connsiteY270" fmla="*/ 924109 h 1204913"/>
                <a:gd name="connsiteX271" fmla="*/ 453985 w 577850"/>
                <a:gd name="connsiteY271" fmla="*/ 924109 h 1204913"/>
                <a:gd name="connsiteX272" fmla="*/ 457241 w 577850"/>
                <a:gd name="connsiteY272" fmla="*/ 920867 h 1204913"/>
                <a:gd name="connsiteX273" fmla="*/ 458869 w 577850"/>
                <a:gd name="connsiteY273" fmla="*/ 919246 h 1204913"/>
                <a:gd name="connsiteX274" fmla="*/ 460497 w 577850"/>
                <a:gd name="connsiteY274" fmla="*/ 919246 h 1204913"/>
                <a:gd name="connsiteX275" fmla="*/ 463754 w 577850"/>
                <a:gd name="connsiteY275" fmla="*/ 916005 h 1204913"/>
                <a:gd name="connsiteX276" fmla="*/ 465382 w 577850"/>
                <a:gd name="connsiteY276" fmla="*/ 907900 h 1204913"/>
                <a:gd name="connsiteX277" fmla="*/ 468638 w 577850"/>
                <a:gd name="connsiteY277" fmla="*/ 907900 h 1204913"/>
                <a:gd name="connsiteX278" fmla="*/ 471895 w 577850"/>
                <a:gd name="connsiteY278" fmla="*/ 904658 h 1204913"/>
                <a:gd name="connsiteX279" fmla="*/ 473523 w 577850"/>
                <a:gd name="connsiteY279" fmla="*/ 903037 h 1204913"/>
                <a:gd name="connsiteX280" fmla="*/ 476779 w 577850"/>
                <a:gd name="connsiteY280" fmla="*/ 899795 h 1204913"/>
                <a:gd name="connsiteX281" fmla="*/ 476779 w 577850"/>
                <a:gd name="connsiteY281" fmla="*/ 896553 h 1204913"/>
                <a:gd name="connsiteX282" fmla="*/ 476779 w 577850"/>
                <a:gd name="connsiteY282" fmla="*/ 894933 h 1204913"/>
                <a:gd name="connsiteX283" fmla="*/ 480036 w 577850"/>
                <a:gd name="connsiteY283" fmla="*/ 891691 h 1204913"/>
                <a:gd name="connsiteX284" fmla="*/ 481665 w 577850"/>
                <a:gd name="connsiteY284" fmla="*/ 888449 h 1204913"/>
                <a:gd name="connsiteX285" fmla="*/ 481665 w 577850"/>
                <a:gd name="connsiteY285" fmla="*/ 885207 h 1204913"/>
                <a:gd name="connsiteX286" fmla="*/ 483293 w 577850"/>
                <a:gd name="connsiteY286" fmla="*/ 881965 h 1204913"/>
                <a:gd name="connsiteX287" fmla="*/ 484921 w 577850"/>
                <a:gd name="connsiteY287" fmla="*/ 880344 h 1204913"/>
                <a:gd name="connsiteX288" fmla="*/ 484921 w 577850"/>
                <a:gd name="connsiteY288" fmla="*/ 877102 h 1204913"/>
                <a:gd name="connsiteX289" fmla="*/ 484921 w 577850"/>
                <a:gd name="connsiteY289" fmla="*/ 873861 h 1204913"/>
                <a:gd name="connsiteX290" fmla="*/ 483293 w 577850"/>
                <a:gd name="connsiteY290" fmla="*/ 870619 h 1204913"/>
                <a:gd name="connsiteX291" fmla="*/ 483293 w 577850"/>
                <a:gd name="connsiteY291" fmla="*/ 867377 h 1204913"/>
                <a:gd name="connsiteX292" fmla="*/ 484921 w 577850"/>
                <a:gd name="connsiteY292" fmla="*/ 862514 h 1204913"/>
                <a:gd name="connsiteX293" fmla="*/ 483293 w 577850"/>
                <a:gd name="connsiteY293" fmla="*/ 859272 h 1204913"/>
                <a:gd name="connsiteX294" fmla="*/ 481665 w 577850"/>
                <a:gd name="connsiteY294" fmla="*/ 856030 h 1204913"/>
                <a:gd name="connsiteX295" fmla="*/ 484921 w 577850"/>
                <a:gd name="connsiteY295" fmla="*/ 852788 h 1204913"/>
                <a:gd name="connsiteX296" fmla="*/ 484921 w 577850"/>
                <a:gd name="connsiteY296" fmla="*/ 851168 h 1204913"/>
                <a:gd name="connsiteX297" fmla="*/ 486549 w 577850"/>
                <a:gd name="connsiteY297" fmla="*/ 849547 h 1204913"/>
                <a:gd name="connsiteX298" fmla="*/ 489806 w 577850"/>
                <a:gd name="connsiteY298" fmla="*/ 849547 h 1204913"/>
                <a:gd name="connsiteX299" fmla="*/ 489806 w 577850"/>
                <a:gd name="connsiteY299" fmla="*/ 846305 h 1204913"/>
                <a:gd name="connsiteX300" fmla="*/ 489806 w 577850"/>
                <a:gd name="connsiteY300" fmla="*/ 843063 h 1204913"/>
                <a:gd name="connsiteX301" fmla="*/ 493062 w 577850"/>
                <a:gd name="connsiteY301" fmla="*/ 843063 h 1204913"/>
                <a:gd name="connsiteX302" fmla="*/ 494690 w 577850"/>
                <a:gd name="connsiteY302" fmla="*/ 844684 h 1204913"/>
                <a:gd name="connsiteX303" fmla="*/ 496318 w 577850"/>
                <a:gd name="connsiteY303" fmla="*/ 846305 h 1204913"/>
                <a:gd name="connsiteX304" fmla="*/ 499575 w 577850"/>
                <a:gd name="connsiteY304" fmla="*/ 846305 h 1204913"/>
                <a:gd name="connsiteX305" fmla="*/ 501203 w 577850"/>
                <a:gd name="connsiteY305" fmla="*/ 841442 h 1204913"/>
                <a:gd name="connsiteX306" fmla="*/ 499575 w 577850"/>
                <a:gd name="connsiteY306" fmla="*/ 839821 h 1204913"/>
                <a:gd name="connsiteX307" fmla="*/ 504459 w 577850"/>
                <a:gd name="connsiteY307" fmla="*/ 838200 h 1204913"/>
                <a:gd name="connsiteX308" fmla="*/ 513309 w 577850"/>
                <a:gd name="connsiteY308" fmla="*/ 755650 h 1204913"/>
                <a:gd name="connsiteX309" fmla="*/ 516536 w 577850"/>
                <a:gd name="connsiteY309" fmla="*/ 757269 h 1204913"/>
                <a:gd name="connsiteX310" fmla="*/ 521377 w 577850"/>
                <a:gd name="connsiteY310" fmla="*/ 758887 h 1204913"/>
                <a:gd name="connsiteX311" fmla="*/ 524604 w 577850"/>
                <a:gd name="connsiteY311" fmla="*/ 762125 h 1204913"/>
                <a:gd name="connsiteX312" fmla="*/ 532672 w 577850"/>
                <a:gd name="connsiteY312" fmla="*/ 771836 h 1204913"/>
                <a:gd name="connsiteX313" fmla="*/ 534285 w 577850"/>
                <a:gd name="connsiteY313" fmla="*/ 773455 h 1204913"/>
                <a:gd name="connsiteX314" fmla="*/ 535899 w 577850"/>
                <a:gd name="connsiteY314" fmla="*/ 775074 h 1204913"/>
                <a:gd name="connsiteX315" fmla="*/ 539126 w 577850"/>
                <a:gd name="connsiteY315" fmla="*/ 776692 h 1204913"/>
                <a:gd name="connsiteX316" fmla="*/ 545580 w 577850"/>
                <a:gd name="connsiteY316" fmla="*/ 779930 h 1204913"/>
                <a:gd name="connsiteX317" fmla="*/ 548807 w 577850"/>
                <a:gd name="connsiteY317" fmla="*/ 781548 h 1204913"/>
                <a:gd name="connsiteX318" fmla="*/ 550420 w 577850"/>
                <a:gd name="connsiteY318" fmla="*/ 781548 h 1204913"/>
                <a:gd name="connsiteX319" fmla="*/ 553647 w 577850"/>
                <a:gd name="connsiteY319" fmla="*/ 783167 h 1204913"/>
                <a:gd name="connsiteX320" fmla="*/ 555261 w 577850"/>
                <a:gd name="connsiteY320" fmla="*/ 784785 h 1204913"/>
                <a:gd name="connsiteX321" fmla="*/ 558488 w 577850"/>
                <a:gd name="connsiteY321" fmla="*/ 784785 h 1204913"/>
                <a:gd name="connsiteX322" fmla="*/ 560101 w 577850"/>
                <a:gd name="connsiteY322" fmla="*/ 786404 h 1204913"/>
                <a:gd name="connsiteX323" fmla="*/ 564942 w 577850"/>
                <a:gd name="connsiteY323" fmla="*/ 786404 h 1204913"/>
                <a:gd name="connsiteX324" fmla="*/ 566556 w 577850"/>
                <a:gd name="connsiteY324" fmla="*/ 786404 h 1204913"/>
                <a:gd name="connsiteX325" fmla="*/ 571396 w 577850"/>
                <a:gd name="connsiteY325" fmla="*/ 779930 h 1204913"/>
                <a:gd name="connsiteX326" fmla="*/ 574623 w 577850"/>
                <a:gd name="connsiteY326" fmla="*/ 778311 h 1204913"/>
                <a:gd name="connsiteX327" fmla="*/ 573010 w 577850"/>
                <a:gd name="connsiteY327" fmla="*/ 783167 h 1204913"/>
                <a:gd name="connsiteX328" fmla="*/ 571396 w 577850"/>
                <a:gd name="connsiteY328" fmla="*/ 786404 h 1204913"/>
                <a:gd name="connsiteX329" fmla="*/ 571396 w 577850"/>
                <a:gd name="connsiteY329" fmla="*/ 788023 h 1204913"/>
                <a:gd name="connsiteX330" fmla="*/ 571396 w 577850"/>
                <a:gd name="connsiteY330" fmla="*/ 791260 h 1204913"/>
                <a:gd name="connsiteX331" fmla="*/ 574623 w 577850"/>
                <a:gd name="connsiteY331" fmla="*/ 792879 h 1204913"/>
                <a:gd name="connsiteX332" fmla="*/ 577850 w 577850"/>
                <a:gd name="connsiteY332" fmla="*/ 792879 h 1204913"/>
                <a:gd name="connsiteX333" fmla="*/ 574623 w 577850"/>
                <a:gd name="connsiteY333" fmla="*/ 794497 h 1204913"/>
                <a:gd name="connsiteX334" fmla="*/ 574623 w 577850"/>
                <a:gd name="connsiteY334" fmla="*/ 796116 h 1204913"/>
                <a:gd name="connsiteX335" fmla="*/ 574623 w 577850"/>
                <a:gd name="connsiteY335" fmla="*/ 799353 h 1204913"/>
                <a:gd name="connsiteX336" fmla="*/ 573010 w 577850"/>
                <a:gd name="connsiteY336" fmla="*/ 802590 h 1204913"/>
                <a:gd name="connsiteX337" fmla="*/ 571396 w 577850"/>
                <a:gd name="connsiteY337" fmla="*/ 804209 h 1204913"/>
                <a:gd name="connsiteX338" fmla="*/ 569783 w 577850"/>
                <a:gd name="connsiteY338" fmla="*/ 807446 h 1204913"/>
                <a:gd name="connsiteX339" fmla="*/ 563329 w 577850"/>
                <a:gd name="connsiteY339" fmla="*/ 807446 h 1204913"/>
                <a:gd name="connsiteX340" fmla="*/ 560101 w 577850"/>
                <a:gd name="connsiteY340" fmla="*/ 809065 h 1204913"/>
                <a:gd name="connsiteX341" fmla="*/ 556874 w 577850"/>
                <a:gd name="connsiteY341" fmla="*/ 807446 h 1204913"/>
                <a:gd name="connsiteX342" fmla="*/ 553647 w 577850"/>
                <a:gd name="connsiteY342" fmla="*/ 805828 h 1204913"/>
                <a:gd name="connsiteX343" fmla="*/ 550420 w 577850"/>
                <a:gd name="connsiteY343" fmla="*/ 809065 h 1204913"/>
                <a:gd name="connsiteX344" fmla="*/ 547193 w 577850"/>
                <a:gd name="connsiteY344" fmla="*/ 810683 h 1204913"/>
                <a:gd name="connsiteX345" fmla="*/ 545580 w 577850"/>
                <a:gd name="connsiteY345" fmla="*/ 812302 h 1204913"/>
                <a:gd name="connsiteX346" fmla="*/ 543966 w 577850"/>
                <a:gd name="connsiteY346" fmla="*/ 815539 h 1204913"/>
                <a:gd name="connsiteX347" fmla="*/ 542353 w 577850"/>
                <a:gd name="connsiteY347" fmla="*/ 817158 h 1204913"/>
                <a:gd name="connsiteX348" fmla="*/ 542353 w 577850"/>
                <a:gd name="connsiteY348" fmla="*/ 820395 h 1204913"/>
                <a:gd name="connsiteX349" fmla="*/ 540739 w 577850"/>
                <a:gd name="connsiteY349" fmla="*/ 825251 h 1204913"/>
                <a:gd name="connsiteX350" fmla="*/ 537512 w 577850"/>
                <a:gd name="connsiteY350" fmla="*/ 825251 h 1204913"/>
                <a:gd name="connsiteX351" fmla="*/ 534285 w 577850"/>
                <a:gd name="connsiteY351" fmla="*/ 825251 h 1204913"/>
                <a:gd name="connsiteX352" fmla="*/ 529445 w 577850"/>
                <a:gd name="connsiteY352" fmla="*/ 823632 h 1204913"/>
                <a:gd name="connsiteX353" fmla="*/ 524604 w 577850"/>
                <a:gd name="connsiteY353" fmla="*/ 822014 h 1204913"/>
                <a:gd name="connsiteX354" fmla="*/ 521377 w 577850"/>
                <a:gd name="connsiteY354" fmla="*/ 820395 h 1204913"/>
                <a:gd name="connsiteX355" fmla="*/ 519763 w 577850"/>
                <a:gd name="connsiteY355" fmla="*/ 818777 h 1204913"/>
                <a:gd name="connsiteX356" fmla="*/ 516536 w 577850"/>
                <a:gd name="connsiteY356" fmla="*/ 817158 h 1204913"/>
                <a:gd name="connsiteX357" fmla="*/ 513309 w 577850"/>
                <a:gd name="connsiteY357" fmla="*/ 817158 h 1204913"/>
                <a:gd name="connsiteX358" fmla="*/ 511696 w 577850"/>
                <a:gd name="connsiteY358" fmla="*/ 817158 h 1204913"/>
                <a:gd name="connsiteX359" fmla="*/ 508469 w 577850"/>
                <a:gd name="connsiteY359" fmla="*/ 815539 h 1204913"/>
                <a:gd name="connsiteX360" fmla="*/ 506855 w 577850"/>
                <a:gd name="connsiteY360" fmla="*/ 815539 h 1204913"/>
                <a:gd name="connsiteX361" fmla="*/ 503628 w 577850"/>
                <a:gd name="connsiteY361" fmla="*/ 817158 h 1204913"/>
                <a:gd name="connsiteX362" fmla="*/ 502015 w 577850"/>
                <a:gd name="connsiteY362" fmla="*/ 820395 h 1204913"/>
                <a:gd name="connsiteX363" fmla="*/ 498788 w 577850"/>
                <a:gd name="connsiteY363" fmla="*/ 820395 h 1204913"/>
                <a:gd name="connsiteX364" fmla="*/ 495560 w 577850"/>
                <a:gd name="connsiteY364" fmla="*/ 817158 h 1204913"/>
                <a:gd name="connsiteX365" fmla="*/ 495560 w 577850"/>
                <a:gd name="connsiteY365" fmla="*/ 815539 h 1204913"/>
                <a:gd name="connsiteX366" fmla="*/ 492333 w 577850"/>
                <a:gd name="connsiteY366" fmla="*/ 817158 h 1204913"/>
                <a:gd name="connsiteX367" fmla="*/ 492333 w 577850"/>
                <a:gd name="connsiteY367" fmla="*/ 818777 h 1204913"/>
                <a:gd name="connsiteX368" fmla="*/ 492333 w 577850"/>
                <a:gd name="connsiteY368" fmla="*/ 822014 h 1204913"/>
                <a:gd name="connsiteX369" fmla="*/ 495560 w 577850"/>
                <a:gd name="connsiteY369" fmla="*/ 823632 h 1204913"/>
                <a:gd name="connsiteX370" fmla="*/ 498788 w 577850"/>
                <a:gd name="connsiteY370" fmla="*/ 825251 h 1204913"/>
                <a:gd name="connsiteX371" fmla="*/ 500401 w 577850"/>
                <a:gd name="connsiteY371" fmla="*/ 826870 h 1204913"/>
                <a:gd name="connsiteX372" fmla="*/ 502015 w 577850"/>
                <a:gd name="connsiteY372" fmla="*/ 828488 h 1204913"/>
                <a:gd name="connsiteX373" fmla="*/ 502015 w 577850"/>
                <a:gd name="connsiteY373" fmla="*/ 831726 h 1204913"/>
                <a:gd name="connsiteX374" fmla="*/ 498788 w 577850"/>
                <a:gd name="connsiteY374" fmla="*/ 833344 h 1204913"/>
                <a:gd name="connsiteX375" fmla="*/ 495560 w 577850"/>
                <a:gd name="connsiteY375" fmla="*/ 831726 h 1204913"/>
                <a:gd name="connsiteX376" fmla="*/ 492333 w 577850"/>
                <a:gd name="connsiteY376" fmla="*/ 833344 h 1204913"/>
                <a:gd name="connsiteX377" fmla="*/ 492333 w 577850"/>
                <a:gd name="connsiteY377" fmla="*/ 834963 h 1204913"/>
                <a:gd name="connsiteX378" fmla="*/ 489106 w 577850"/>
                <a:gd name="connsiteY378" fmla="*/ 836582 h 1204913"/>
                <a:gd name="connsiteX379" fmla="*/ 487493 w 577850"/>
                <a:gd name="connsiteY379" fmla="*/ 838200 h 1204913"/>
                <a:gd name="connsiteX380" fmla="*/ 485879 w 577850"/>
                <a:gd name="connsiteY380" fmla="*/ 836582 h 1204913"/>
                <a:gd name="connsiteX381" fmla="*/ 484266 w 577850"/>
                <a:gd name="connsiteY381" fmla="*/ 833344 h 1204913"/>
                <a:gd name="connsiteX382" fmla="*/ 484266 w 577850"/>
                <a:gd name="connsiteY382" fmla="*/ 831726 h 1204913"/>
                <a:gd name="connsiteX383" fmla="*/ 485879 w 577850"/>
                <a:gd name="connsiteY383" fmla="*/ 828488 h 1204913"/>
                <a:gd name="connsiteX384" fmla="*/ 485879 w 577850"/>
                <a:gd name="connsiteY384" fmla="*/ 826870 h 1204913"/>
                <a:gd name="connsiteX385" fmla="*/ 484266 w 577850"/>
                <a:gd name="connsiteY385" fmla="*/ 825251 h 1204913"/>
                <a:gd name="connsiteX386" fmla="*/ 482652 w 577850"/>
                <a:gd name="connsiteY386" fmla="*/ 822014 h 1204913"/>
                <a:gd name="connsiteX387" fmla="*/ 481039 w 577850"/>
                <a:gd name="connsiteY387" fmla="*/ 822014 h 1204913"/>
                <a:gd name="connsiteX388" fmla="*/ 481039 w 577850"/>
                <a:gd name="connsiteY388" fmla="*/ 817158 h 1204913"/>
                <a:gd name="connsiteX389" fmla="*/ 482652 w 577850"/>
                <a:gd name="connsiteY389" fmla="*/ 813921 h 1204913"/>
                <a:gd name="connsiteX390" fmla="*/ 484266 w 577850"/>
                <a:gd name="connsiteY390" fmla="*/ 812302 h 1204913"/>
                <a:gd name="connsiteX391" fmla="*/ 489106 w 577850"/>
                <a:gd name="connsiteY391" fmla="*/ 810683 h 1204913"/>
                <a:gd name="connsiteX392" fmla="*/ 489106 w 577850"/>
                <a:gd name="connsiteY392" fmla="*/ 807446 h 1204913"/>
                <a:gd name="connsiteX393" fmla="*/ 490720 w 577850"/>
                <a:gd name="connsiteY393" fmla="*/ 805828 h 1204913"/>
                <a:gd name="connsiteX394" fmla="*/ 489106 w 577850"/>
                <a:gd name="connsiteY394" fmla="*/ 802590 h 1204913"/>
                <a:gd name="connsiteX395" fmla="*/ 492333 w 577850"/>
                <a:gd name="connsiteY395" fmla="*/ 799353 h 1204913"/>
                <a:gd name="connsiteX396" fmla="*/ 493947 w 577850"/>
                <a:gd name="connsiteY396" fmla="*/ 800972 h 1204913"/>
                <a:gd name="connsiteX397" fmla="*/ 498788 w 577850"/>
                <a:gd name="connsiteY397" fmla="*/ 802590 h 1204913"/>
                <a:gd name="connsiteX398" fmla="*/ 502015 w 577850"/>
                <a:gd name="connsiteY398" fmla="*/ 804209 h 1204913"/>
                <a:gd name="connsiteX399" fmla="*/ 505242 w 577850"/>
                <a:gd name="connsiteY399" fmla="*/ 804209 h 1204913"/>
                <a:gd name="connsiteX400" fmla="*/ 506855 w 577850"/>
                <a:gd name="connsiteY400" fmla="*/ 800972 h 1204913"/>
                <a:gd name="connsiteX401" fmla="*/ 505242 w 577850"/>
                <a:gd name="connsiteY401" fmla="*/ 796116 h 1204913"/>
                <a:gd name="connsiteX402" fmla="*/ 505242 w 577850"/>
                <a:gd name="connsiteY402" fmla="*/ 791260 h 1204913"/>
                <a:gd name="connsiteX403" fmla="*/ 508469 w 577850"/>
                <a:gd name="connsiteY403" fmla="*/ 791260 h 1204913"/>
                <a:gd name="connsiteX404" fmla="*/ 510082 w 577850"/>
                <a:gd name="connsiteY404" fmla="*/ 789641 h 1204913"/>
                <a:gd name="connsiteX405" fmla="*/ 511696 w 577850"/>
                <a:gd name="connsiteY405" fmla="*/ 786404 h 1204913"/>
                <a:gd name="connsiteX406" fmla="*/ 511696 w 577850"/>
                <a:gd name="connsiteY406" fmla="*/ 779930 h 1204913"/>
                <a:gd name="connsiteX407" fmla="*/ 513309 w 577850"/>
                <a:gd name="connsiteY407" fmla="*/ 776692 h 1204913"/>
                <a:gd name="connsiteX408" fmla="*/ 513309 w 577850"/>
                <a:gd name="connsiteY408" fmla="*/ 775074 h 1204913"/>
                <a:gd name="connsiteX409" fmla="*/ 514923 w 577850"/>
                <a:gd name="connsiteY409" fmla="*/ 770218 h 1204913"/>
                <a:gd name="connsiteX410" fmla="*/ 513309 w 577850"/>
                <a:gd name="connsiteY410" fmla="*/ 765362 h 1204913"/>
                <a:gd name="connsiteX411" fmla="*/ 510082 w 577850"/>
                <a:gd name="connsiteY411" fmla="*/ 763743 h 1204913"/>
                <a:gd name="connsiteX412" fmla="*/ 511696 w 577850"/>
                <a:gd name="connsiteY412" fmla="*/ 757269 h 1204913"/>
                <a:gd name="connsiteX413" fmla="*/ 513309 w 577850"/>
                <a:gd name="connsiteY413" fmla="*/ 755650 h 1204913"/>
                <a:gd name="connsiteX414" fmla="*/ 522749 w 577850"/>
                <a:gd name="connsiteY414" fmla="*/ 558841 h 1204913"/>
                <a:gd name="connsiteX415" fmla="*/ 532581 w 577850"/>
                <a:gd name="connsiteY415" fmla="*/ 562099 h 1204913"/>
                <a:gd name="connsiteX416" fmla="*/ 532581 w 577850"/>
                <a:gd name="connsiteY416" fmla="*/ 566985 h 1204913"/>
                <a:gd name="connsiteX417" fmla="*/ 534220 w 577850"/>
                <a:gd name="connsiteY417" fmla="*/ 571872 h 1204913"/>
                <a:gd name="connsiteX418" fmla="*/ 534220 w 577850"/>
                <a:gd name="connsiteY418" fmla="*/ 578388 h 1204913"/>
                <a:gd name="connsiteX419" fmla="*/ 535858 w 577850"/>
                <a:gd name="connsiteY419" fmla="*/ 581646 h 1204913"/>
                <a:gd name="connsiteX420" fmla="*/ 537497 w 577850"/>
                <a:gd name="connsiteY420" fmla="*/ 586532 h 1204913"/>
                <a:gd name="connsiteX421" fmla="*/ 540774 w 577850"/>
                <a:gd name="connsiteY421" fmla="*/ 597935 h 1204913"/>
                <a:gd name="connsiteX422" fmla="*/ 537497 w 577850"/>
                <a:gd name="connsiteY422" fmla="*/ 604450 h 1204913"/>
                <a:gd name="connsiteX423" fmla="*/ 535858 w 577850"/>
                <a:gd name="connsiteY423" fmla="*/ 606079 h 1204913"/>
                <a:gd name="connsiteX424" fmla="*/ 535858 w 577850"/>
                <a:gd name="connsiteY424" fmla="*/ 610966 h 1204913"/>
                <a:gd name="connsiteX425" fmla="*/ 537497 w 577850"/>
                <a:gd name="connsiteY425" fmla="*/ 620739 h 1204913"/>
                <a:gd name="connsiteX426" fmla="*/ 539136 w 577850"/>
                <a:gd name="connsiteY426" fmla="*/ 623997 h 1204913"/>
                <a:gd name="connsiteX427" fmla="*/ 542413 w 577850"/>
                <a:gd name="connsiteY427" fmla="*/ 630513 h 1204913"/>
                <a:gd name="connsiteX428" fmla="*/ 544052 w 577850"/>
                <a:gd name="connsiteY428" fmla="*/ 638658 h 1204913"/>
                <a:gd name="connsiteX429" fmla="*/ 542413 w 577850"/>
                <a:gd name="connsiteY429" fmla="*/ 641915 h 1204913"/>
                <a:gd name="connsiteX430" fmla="*/ 542413 w 577850"/>
                <a:gd name="connsiteY430" fmla="*/ 648431 h 1204913"/>
                <a:gd name="connsiteX431" fmla="*/ 545691 w 577850"/>
                <a:gd name="connsiteY431" fmla="*/ 654947 h 1204913"/>
                <a:gd name="connsiteX432" fmla="*/ 548968 w 577850"/>
                <a:gd name="connsiteY432" fmla="*/ 663091 h 1204913"/>
                <a:gd name="connsiteX433" fmla="*/ 550607 w 577850"/>
                <a:gd name="connsiteY433" fmla="*/ 669607 h 1204913"/>
                <a:gd name="connsiteX434" fmla="*/ 553884 w 577850"/>
                <a:gd name="connsiteY434" fmla="*/ 676123 h 1204913"/>
                <a:gd name="connsiteX435" fmla="*/ 558800 w 577850"/>
                <a:gd name="connsiteY435" fmla="*/ 682638 h 1204913"/>
                <a:gd name="connsiteX436" fmla="*/ 553884 w 577850"/>
                <a:gd name="connsiteY436" fmla="*/ 681009 h 1204913"/>
                <a:gd name="connsiteX437" fmla="*/ 550607 w 577850"/>
                <a:gd name="connsiteY437" fmla="*/ 677751 h 1204913"/>
                <a:gd name="connsiteX438" fmla="*/ 544052 w 577850"/>
                <a:gd name="connsiteY438" fmla="*/ 676123 h 1204913"/>
                <a:gd name="connsiteX439" fmla="*/ 539136 w 577850"/>
                <a:gd name="connsiteY439" fmla="*/ 676123 h 1204913"/>
                <a:gd name="connsiteX440" fmla="*/ 534220 w 577850"/>
                <a:gd name="connsiteY440" fmla="*/ 676123 h 1204913"/>
                <a:gd name="connsiteX441" fmla="*/ 532581 w 577850"/>
                <a:gd name="connsiteY441" fmla="*/ 679380 h 1204913"/>
                <a:gd name="connsiteX442" fmla="*/ 532581 w 577850"/>
                <a:gd name="connsiteY442" fmla="*/ 682638 h 1204913"/>
                <a:gd name="connsiteX443" fmla="*/ 529303 w 577850"/>
                <a:gd name="connsiteY443" fmla="*/ 690783 h 1204913"/>
                <a:gd name="connsiteX444" fmla="*/ 527665 w 577850"/>
                <a:gd name="connsiteY444" fmla="*/ 694041 h 1204913"/>
                <a:gd name="connsiteX445" fmla="*/ 527665 w 577850"/>
                <a:gd name="connsiteY445" fmla="*/ 697298 h 1204913"/>
                <a:gd name="connsiteX446" fmla="*/ 527665 w 577850"/>
                <a:gd name="connsiteY446" fmla="*/ 703814 h 1204913"/>
                <a:gd name="connsiteX447" fmla="*/ 524387 w 577850"/>
                <a:gd name="connsiteY447" fmla="*/ 711959 h 1204913"/>
                <a:gd name="connsiteX448" fmla="*/ 526026 w 577850"/>
                <a:gd name="connsiteY448" fmla="*/ 715216 h 1204913"/>
                <a:gd name="connsiteX449" fmla="*/ 529303 w 577850"/>
                <a:gd name="connsiteY449" fmla="*/ 718474 h 1204913"/>
                <a:gd name="connsiteX450" fmla="*/ 532581 w 577850"/>
                <a:gd name="connsiteY450" fmla="*/ 721732 h 1204913"/>
                <a:gd name="connsiteX451" fmla="*/ 534220 w 577850"/>
                <a:gd name="connsiteY451" fmla="*/ 724990 h 1204913"/>
                <a:gd name="connsiteX452" fmla="*/ 535858 w 577850"/>
                <a:gd name="connsiteY452" fmla="*/ 728248 h 1204913"/>
                <a:gd name="connsiteX453" fmla="*/ 540774 w 577850"/>
                <a:gd name="connsiteY453" fmla="*/ 729877 h 1204913"/>
                <a:gd name="connsiteX454" fmla="*/ 542413 w 577850"/>
                <a:gd name="connsiteY454" fmla="*/ 733134 h 1204913"/>
                <a:gd name="connsiteX455" fmla="*/ 542413 w 577850"/>
                <a:gd name="connsiteY455" fmla="*/ 736392 h 1204913"/>
                <a:gd name="connsiteX456" fmla="*/ 540774 w 577850"/>
                <a:gd name="connsiteY456" fmla="*/ 739650 h 1204913"/>
                <a:gd name="connsiteX457" fmla="*/ 539136 w 577850"/>
                <a:gd name="connsiteY457" fmla="*/ 742908 h 1204913"/>
                <a:gd name="connsiteX458" fmla="*/ 537497 w 577850"/>
                <a:gd name="connsiteY458" fmla="*/ 739650 h 1204913"/>
                <a:gd name="connsiteX459" fmla="*/ 535858 w 577850"/>
                <a:gd name="connsiteY459" fmla="*/ 736392 h 1204913"/>
                <a:gd name="connsiteX460" fmla="*/ 530942 w 577850"/>
                <a:gd name="connsiteY460" fmla="*/ 734763 h 1204913"/>
                <a:gd name="connsiteX461" fmla="*/ 526026 w 577850"/>
                <a:gd name="connsiteY461" fmla="*/ 733134 h 1204913"/>
                <a:gd name="connsiteX462" fmla="*/ 522749 w 577850"/>
                <a:gd name="connsiteY462" fmla="*/ 733134 h 1204913"/>
                <a:gd name="connsiteX463" fmla="*/ 521110 w 577850"/>
                <a:gd name="connsiteY463" fmla="*/ 736392 h 1204913"/>
                <a:gd name="connsiteX464" fmla="*/ 519471 w 577850"/>
                <a:gd name="connsiteY464" fmla="*/ 741279 h 1204913"/>
                <a:gd name="connsiteX465" fmla="*/ 516194 w 577850"/>
                <a:gd name="connsiteY465" fmla="*/ 744537 h 1204913"/>
                <a:gd name="connsiteX466" fmla="*/ 512916 w 577850"/>
                <a:gd name="connsiteY466" fmla="*/ 744537 h 1204913"/>
                <a:gd name="connsiteX467" fmla="*/ 514555 w 577850"/>
                <a:gd name="connsiteY467" fmla="*/ 739650 h 1204913"/>
                <a:gd name="connsiteX468" fmla="*/ 511278 w 577850"/>
                <a:gd name="connsiteY468" fmla="*/ 738021 h 1204913"/>
                <a:gd name="connsiteX469" fmla="*/ 509639 w 577850"/>
                <a:gd name="connsiteY469" fmla="*/ 733134 h 1204913"/>
                <a:gd name="connsiteX470" fmla="*/ 511278 w 577850"/>
                <a:gd name="connsiteY470" fmla="*/ 729877 h 1204913"/>
                <a:gd name="connsiteX471" fmla="*/ 511278 w 577850"/>
                <a:gd name="connsiteY471" fmla="*/ 728248 h 1204913"/>
                <a:gd name="connsiteX472" fmla="*/ 514555 w 577850"/>
                <a:gd name="connsiteY472" fmla="*/ 724990 h 1204913"/>
                <a:gd name="connsiteX473" fmla="*/ 514555 w 577850"/>
                <a:gd name="connsiteY473" fmla="*/ 720103 h 1204913"/>
                <a:gd name="connsiteX474" fmla="*/ 511278 w 577850"/>
                <a:gd name="connsiteY474" fmla="*/ 715216 h 1204913"/>
                <a:gd name="connsiteX475" fmla="*/ 511278 w 577850"/>
                <a:gd name="connsiteY475" fmla="*/ 710330 h 1204913"/>
                <a:gd name="connsiteX476" fmla="*/ 512916 w 577850"/>
                <a:gd name="connsiteY476" fmla="*/ 707072 h 1204913"/>
                <a:gd name="connsiteX477" fmla="*/ 516194 w 577850"/>
                <a:gd name="connsiteY477" fmla="*/ 703814 h 1204913"/>
                <a:gd name="connsiteX478" fmla="*/ 516194 w 577850"/>
                <a:gd name="connsiteY478" fmla="*/ 697298 h 1204913"/>
                <a:gd name="connsiteX479" fmla="*/ 516194 w 577850"/>
                <a:gd name="connsiteY479" fmla="*/ 692412 h 1204913"/>
                <a:gd name="connsiteX480" fmla="*/ 512916 w 577850"/>
                <a:gd name="connsiteY480" fmla="*/ 689154 h 1204913"/>
                <a:gd name="connsiteX481" fmla="*/ 511278 w 577850"/>
                <a:gd name="connsiteY481" fmla="*/ 684267 h 1204913"/>
                <a:gd name="connsiteX482" fmla="*/ 512916 w 577850"/>
                <a:gd name="connsiteY482" fmla="*/ 679380 h 1204913"/>
                <a:gd name="connsiteX483" fmla="*/ 517833 w 577850"/>
                <a:gd name="connsiteY483" fmla="*/ 667978 h 1204913"/>
                <a:gd name="connsiteX484" fmla="*/ 517833 w 577850"/>
                <a:gd name="connsiteY484" fmla="*/ 654947 h 1204913"/>
                <a:gd name="connsiteX485" fmla="*/ 517833 w 577850"/>
                <a:gd name="connsiteY485" fmla="*/ 653318 h 1204913"/>
                <a:gd name="connsiteX486" fmla="*/ 516194 w 577850"/>
                <a:gd name="connsiteY486" fmla="*/ 648431 h 1204913"/>
                <a:gd name="connsiteX487" fmla="*/ 516194 w 577850"/>
                <a:gd name="connsiteY487" fmla="*/ 643544 h 1204913"/>
                <a:gd name="connsiteX488" fmla="*/ 516194 w 577850"/>
                <a:gd name="connsiteY488" fmla="*/ 641915 h 1204913"/>
                <a:gd name="connsiteX489" fmla="*/ 517833 w 577850"/>
                <a:gd name="connsiteY489" fmla="*/ 640286 h 1204913"/>
                <a:gd name="connsiteX490" fmla="*/ 517833 w 577850"/>
                <a:gd name="connsiteY490" fmla="*/ 635400 h 1204913"/>
                <a:gd name="connsiteX491" fmla="*/ 517833 w 577850"/>
                <a:gd name="connsiteY491" fmla="*/ 630513 h 1204913"/>
                <a:gd name="connsiteX492" fmla="*/ 516194 w 577850"/>
                <a:gd name="connsiteY492" fmla="*/ 627255 h 1204913"/>
                <a:gd name="connsiteX493" fmla="*/ 512916 w 577850"/>
                <a:gd name="connsiteY493" fmla="*/ 623997 h 1204913"/>
                <a:gd name="connsiteX494" fmla="*/ 511278 w 577850"/>
                <a:gd name="connsiteY494" fmla="*/ 620739 h 1204913"/>
                <a:gd name="connsiteX495" fmla="*/ 508000 w 577850"/>
                <a:gd name="connsiteY495" fmla="*/ 614224 h 1204913"/>
                <a:gd name="connsiteX496" fmla="*/ 509639 w 577850"/>
                <a:gd name="connsiteY496" fmla="*/ 610966 h 1204913"/>
                <a:gd name="connsiteX497" fmla="*/ 509639 w 577850"/>
                <a:gd name="connsiteY497" fmla="*/ 604450 h 1204913"/>
                <a:gd name="connsiteX498" fmla="*/ 511278 w 577850"/>
                <a:gd name="connsiteY498" fmla="*/ 601193 h 1204913"/>
                <a:gd name="connsiteX499" fmla="*/ 512916 w 577850"/>
                <a:gd name="connsiteY499" fmla="*/ 596306 h 1204913"/>
                <a:gd name="connsiteX500" fmla="*/ 511278 w 577850"/>
                <a:gd name="connsiteY500" fmla="*/ 591419 h 1204913"/>
                <a:gd name="connsiteX501" fmla="*/ 511278 w 577850"/>
                <a:gd name="connsiteY501" fmla="*/ 586532 h 1204913"/>
                <a:gd name="connsiteX502" fmla="*/ 512916 w 577850"/>
                <a:gd name="connsiteY502" fmla="*/ 581646 h 1204913"/>
                <a:gd name="connsiteX503" fmla="*/ 516194 w 577850"/>
                <a:gd name="connsiteY503" fmla="*/ 580017 h 1204913"/>
                <a:gd name="connsiteX504" fmla="*/ 519471 w 577850"/>
                <a:gd name="connsiteY504" fmla="*/ 581646 h 1204913"/>
                <a:gd name="connsiteX505" fmla="*/ 521110 w 577850"/>
                <a:gd name="connsiteY505" fmla="*/ 578388 h 1204913"/>
                <a:gd name="connsiteX506" fmla="*/ 522749 w 577850"/>
                <a:gd name="connsiteY506" fmla="*/ 576759 h 1204913"/>
                <a:gd name="connsiteX507" fmla="*/ 524387 w 577850"/>
                <a:gd name="connsiteY507" fmla="*/ 571872 h 1204913"/>
                <a:gd name="connsiteX508" fmla="*/ 522749 w 577850"/>
                <a:gd name="connsiteY508" fmla="*/ 566985 h 1204913"/>
                <a:gd name="connsiteX509" fmla="*/ 521110 w 577850"/>
                <a:gd name="connsiteY509" fmla="*/ 563728 h 1204913"/>
                <a:gd name="connsiteX510" fmla="*/ 522749 w 577850"/>
                <a:gd name="connsiteY510" fmla="*/ 558841 h 1204913"/>
                <a:gd name="connsiteX511" fmla="*/ 14968 w 577850"/>
                <a:gd name="connsiteY511" fmla="*/ 0 h 1204913"/>
                <a:gd name="connsiteX512" fmla="*/ 19957 w 577850"/>
                <a:gd name="connsiteY512" fmla="*/ 1732 h 1204913"/>
                <a:gd name="connsiteX513" fmla="*/ 21620 w 577850"/>
                <a:gd name="connsiteY513" fmla="*/ 1732 h 1204913"/>
                <a:gd name="connsiteX514" fmla="*/ 28272 w 577850"/>
                <a:gd name="connsiteY514" fmla="*/ 1732 h 1204913"/>
                <a:gd name="connsiteX515" fmla="*/ 31599 w 577850"/>
                <a:gd name="connsiteY515" fmla="*/ 1732 h 1204913"/>
                <a:gd name="connsiteX516" fmla="*/ 34925 w 577850"/>
                <a:gd name="connsiteY516" fmla="*/ 3464 h 1204913"/>
                <a:gd name="connsiteX517" fmla="*/ 34925 w 577850"/>
                <a:gd name="connsiteY517" fmla="*/ 6927 h 1204913"/>
                <a:gd name="connsiteX518" fmla="*/ 34925 w 577850"/>
                <a:gd name="connsiteY518" fmla="*/ 8659 h 1204913"/>
                <a:gd name="connsiteX519" fmla="*/ 31599 w 577850"/>
                <a:gd name="connsiteY519" fmla="*/ 12123 h 1204913"/>
                <a:gd name="connsiteX520" fmla="*/ 29935 w 577850"/>
                <a:gd name="connsiteY520" fmla="*/ 13854 h 1204913"/>
                <a:gd name="connsiteX521" fmla="*/ 26609 w 577850"/>
                <a:gd name="connsiteY521" fmla="*/ 15586 h 1204913"/>
                <a:gd name="connsiteX522" fmla="*/ 24946 w 577850"/>
                <a:gd name="connsiteY522" fmla="*/ 17318 h 1204913"/>
                <a:gd name="connsiteX523" fmla="*/ 21620 w 577850"/>
                <a:gd name="connsiteY523" fmla="*/ 19050 h 1204913"/>
                <a:gd name="connsiteX524" fmla="*/ 18294 w 577850"/>
                <a:gd name="connsiteY524" fmla="*/ 19050 h 1204913"/>
                <a:gd name="connsiteX525" fmla="*/ 14968 w 577850"/>
                <a:gd name="connsiteY525" fmla="*/ 19050 h 1204913"/>
                <a:gd name="connsiteX526" fmla="*/ 9978 w 577850"/>
                <a:gd name="connsiteY526" fmla="*/ 17318 h 1204913"/>
                <a:gd name="connsiteX527" fmla="*/ 9978 w 577850"/>
                <a:gd name="connsiteY527" fmla="*/ 15586 h 1204913"/>
                <a:gd name="connsiteX528" fmla="*/ 4989 w 577850"/>
                <a:gd name="connsiteY528" fmla="*/ 13854 h 1204913"/>
                <a:gd name="connsiteX529" fmla="*/ 1663 w 577850"/>
                <a:gd name="connsiteY529" fmla="*/ 12123 h 1204913"/>
                <a:gd name="connsiteX530" fmla="*/ 0 w 577850"/>
                <a:gd name="connsiteY530" fmla="*/ 8659 h 1204913"/>
                <a:gd name="connsiteX531" fmla="*/ 3326 w 577850"/>
                <a:gd name="connsiteY531" fmla="*/ 6927 h 1204913"/>
                <a:gd name="connsiteX532" fmla="*/ 6652 w 577850"/>
                <a:gd name="connsiteY532" fmla="*/ 5195 h 1204913"/>
                <a:gd name="connsiteX533" fmla="*/ 11641 w 577850"/>
                <a:gd name="connsiteY533" fmla="*/ 1732 h 1204913"/>
                <a:gd name="connsiteX534" fmla="*/ 14968 w 577850"/>
                <a:gd name="connsiteY534" fmla="*/ 0 h 120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Lst>
              <a:rect l="l" t="t" r="r" b="b"/>
              <a:pathLst>
                <a:path w="577850" h="1204913">
                  <a:moveTo>
                    <a:pt x="174474" y="1146175"/>
                  </a:moveTo>
                  <a:cubicBezTo>
                    <a:pt x="176137" y="1146175"/>
                    <a:pt x="176137" y="1149438"/>
                    <a:pt x="176137" y="1152702"/>
                  </a:cubicBezTo>
                  <a:cubicBezTo>
                    <a:pt x="177800" y="1155965"/>
                    <a:pt x="176137" y="1154333"/>
                    <a:pt x="176137" y="1162491"/>
                  </a:cubicBezTo>
                  <a:cubicBezTo>
                    <a:pt x="176137" y="1172281"/>
                    <a:pt x="176137" y="1164123"/>
                    <a:pt x="172810" y="1167386"/>
                  </a:cubicBezTo>
                  <a:cubicBezTo>
                    <a:pt x="171147" y="1170649"/>
                    <a:pt x="172810" y="1169018"/>
                    <a:pt x="172810" y="1172281"/>
                  </a:cubicBezTo>
                  <a:cubicBezTo>
                    <a:pt x="171147" y="1175544"/>
                    <a:pt x="171147" y="1175544"/>
                    <a:pt x="169484" y="1177176"/>
                  </a:cubicBezTo>
                  <a:cubicBezTo>
                    <a:pt x="169484" y="1180439"/>
                    <a:pt x="169484" y="1180439"/>
                    <a:pt x="169484" y="1182071"/>
                  </a:cubicBezTo>
                  <a:cubicBezTo>
                    <a:pt x="169484" y="1183702"/>
                    <a:pt x="169484" y="1185334"/>
                    <a:pt x="166158" y="1191860"/>
                  </a:cubicBezTo>
                  <a:cubicBezTo>
                    <a:pt x="162832" y="1198387"/>
                    <a:pt x="164495" y="1193492"/>
                    <a:pt x="162832" y="1195123"/>
                  </a:cubicBezTo>
                  <a:cubicBezTo>
                    <a:pt x="161169" y="1198387"/>
                    <a:pt x="162832" y="1198387"/>
                    <a:pt x="159506" y="1204913"/>
                  </a:cubicBezTo>
                  <a:cubicBezTo>
                    <a:pt x="159506" y="1204913"/>
                    <a:pt x="157843" y="1204913"/>
                    <a:pt x="156180" y="1203282"/>
                  </a:cubicBezTo>
                  <a:cubicBezTo>
                    <a:pt x="154516" y="1201650"/>
                    <a:pt x="154516" y="1201650"/>
                    <a:pt x="147864" y="1193492"/>
                  </a:cubicBezTo>
                  <a:cubicBezTo>
                    <a:pt x="142875" y="1185334"/>
                    <a:pt x="147864" y="1188597"/>
                    <a:pt x="146201" y="1185334"/>
                  </a:cubicBezTo>
                  <a:cubicBezTo>
                    <a:pt x="146201" y="1180439"/>
                    <a:pt x="146201" y="1182071"/>
                    <a:pt x="146201" y="1178807"/>
                  </a:cubicBezTo>
                  <a:cubicBezTo>
                    <a:pt x="146201" y="1177176"/>
                    <a:pt x="147864" y="1173913"/>
                    <a:pt x="147864" y="1173913"/>
                  </a:cubicBezTo>
                  <a:cubicBezTo>
                    <a:pt x="149527" y="1172281"/>
                    <a:pt x="151190" y="1169018"/>
                    <a:pt x="152853" y="1167386"/>
                  </a:cubicBezTo>
                  <a:cubicBezTo>
                    <a:pt x="152853" y="1164123"/>
                    <a:pt x="154516" y="1164123"/>
                    <a:pt x="156180" y="1160860"/>
                  </a:cubicBezTo>
                  <a:cubicBezTo>
                    <a:pt x="157843" y="1157596"/>
                    <a:pt x="157843" y="1157596"/>
                    <a:pt x="159506" y="1154333"/>
                  </a:cubicBezTo>
                  <a:cubicBezTo>
                    <a:pt x="161169" y="1152702"/>
                    <a:pt x="161169" y="1152702"/>
                    <a:pt x="162832" y="1151070"/>
                  </a:cubicBezTo>
                  <a:cubicBezTo>
                    <a:pt x="164495" y="1147807"/>
                    <a:pt x="166158" y="1151070"/>
                    <a:pt x="167821" y="1147807"/>
                  </a:cubicBezTo>
                  <a:cubicBezTo>
                    <a:pt x="169484" y="1146175"/>
                    <a:pt x="172810" y="1146175"/>
                    <a:pt x="174474" y="1146175"/>
                  </a:cubicBezTo>
                  <a:close/>
                  <a:moveTo>
                    <a:pt x="325437" y="987471"/>
                  </a:moveTo>
                  <a:cubicBezTo>
                    <a:pt x="328612" y="985837"/>
                    <a:pt x="328612" y="987471"/>
                    <a:pt x="330200" y="987471"/>
                  </a:cubicBezTo>
                  <a:cubicBezTo>
                    <a:pt x="331787" y="987471"/>
                    <a:pt x="333375" y="989106"/>
                    <a:pt x="333375" y="989106"/>
                  </a:cubicBezTo>
                  <a:cubicBezTo>
                    <a:pt x="334962" y="989106"/>
                    <a:pt x="338137" y="990740"/>
                    <a:pt x="339725" y="990740"/>
                  </a:cubicBezTo>
                  <a:cubicBezTo>
                    <a:pt x="341312" y="990740"/>
                    <a:pt x="342900" y="990740"/>
                    <a:pt x="342900" y="990740"/>
                  </a:cubicBezTo>
                  <a:cubicBezTo>
                    <a:pt x="342900" y="990740"/>
                    <a:pt x="342900" y="990740"/>
                    <a:pt x="342900" y="994008"/>
                  </a:cubicBezTo>
                  <a:cubicBezTo>
                    <a:pt x="342900" y="994008"/>
                    <a:pt x="342900" y="994008"/>
                    <a:pt x="349250" y="1000545"/>
                  </a:cubicBezTo>
                  <a:cubicBezTo>
                    <a:pt x="349250" y="1000545"/>
                    <a:pt x="349250" y="1002179"/>
                    <a:pt x="349250" y="1003813"/>
                  </a:cubicBezTo>
                  <a:cubicBezTo>
                    <a:pt x="349250" y="1005448"/>
                    <a:pt x="347662" y="1008716"/>
                    <a:pt x="347662" y="1008716"/>
                  </a:cubicBezTo>
                  <a:cubicBezTo>
                    <a:pt x="344487" y="1011984"/>
                    <a:pt x="344487" y="1013619"/>
                    <a:pt x="342900" y="1015253"/>
                  </a:cubicBezTo>
                  <a:cubicBezTo>
                    <a:pt x="342900" y="1016887"/>
                    <a:pt x="342900" y="1016887"/>
                    <a:pt x="342900" y="1018521"/>
                  </a:cubicBezTo>
                  <a:cubicBezTo>
                    <a:pt x="342900" y="1020155"/>
                    <a:pt x="342900" y="1020155"/>
                    <a:pt x="342900" y="1023424"/>
                  </a:cubicBezTo>
                  <a:cubicBezTo>
                    <a:pt x="339725" y="1028326"/>
                    <a:pt x="339725" y="1025058"/>
                    <a:pt x="339725" y="1028326"/>
                  </a:cubicBezTo>
                  <a:cubicBezTo>
                    <a:pt x="339725" y="1031595"/>
                    <a:pt x="339725" y="1031595"/>
                    <a:pt x="338137" y="1033229"/>
                  </a:cubicBezTo>
                  <a:cubicBezTo>
                    <a:pt x="336550" y="1036498"/>
                    <a:pt x="333375" y="1036498"/>
                    <a:pt x="333375" y="1036498"/>
                  </a:cubicBezTo>
                  <a:cubicBezTo>
                    <a:pt x="328612" y="1038132"/>
                    <a:pt x="331787" y="1039766"/>
                    <a:pt x="328612" y="1038132"/>
                  </a:cubicBezTo>
                  <a:cubicBezTo>
                    <a:pt x="327025" y="1038132"/>
                    <a:pt x="327025" y="1041400"/>
                    <a:pt x="327025" y="1038132"/>
                  </a:cubicBezTo>
                  <a:cubicBezTo>
                    <a:pt x="327025" y="1033229"/>
                    <a:pt x="327025" y="1031595"/>
                    <a:pt x="327025" y="1031595"/>
                  </a:cubicBezTo>
                  <a:cubicBezTo>
                    <a:pt x="327025" y="1031595"/>
                    <a:pt x="325437" y="1031595"/>
                    <a:pt x="325437" y="1033229"/>
                  </a:cubicBezTo>
                  <a:cubicBezTo>
                    <a:pt x="323850" y="1036498"/>
                    <a:pt x="327025" y="1036498"/>
                    <a:pt x="323850" y="1036498"/>
                  </a:cubicBezTo>
                  <a:cubicBezTo>
                    <a:pt x="320675" y="1036498"/>
                    <a:pt x="322262" y="1039766"/>
                    <a:pt x="320675" y="1036498"/>
                  </a:cubicBezTo>
                  <a:cubicBezTo>
                    <a:pt x="320675" y="1034863"/>
                    <a:pt x="319087" y="1031595"/>
                    <a:pt x="319087" y="1031595"/>
                  </a:cubicBezTo>
                  <a:cubicBezTo>
                    <a:pt x="319087" y="1031595"/>
                    <a:pt x="319087" y="1031595"/>
                    <a:pt x="319087" y="1026692"/>
                  </a:cubicBezTo>
                  <a:cubicBezTo>
                    <a:pt x="319087" y="1021790"/>
                    <a:pt x="319087" y="1021790"/>
                    <a:pt x="320675" y="1020155"/>
                  </a:cubicBezTo>
                  <a:cubicBezTo>
                    <a:pt x="320675" y="1020155"/>
                    <a:pt x="320675" y="1018521"/>
                    <a:pt x="322262" y="1016887"/>
                  </a:cubicBezTo>
                  <a:cubicBezTo>
                    <a:pt x="322262" y="1016887"/>
                    <a:pt x="322262" y="1016887"/>
                    <a:pt x="325437" y="1011984"/>
                  </a:cubicBezTo>
                  <a:cubicBezTo>
                    <a:pt x="325437" y="1011984"/>
                    <a:pt x="325437" y="1011984"/>
                    <a:pt x="323850" y="1008716"/>
                  </a:cubicBezTo>
                  <a:cubicBezTo>
                    <a:pt x="323850" y="1008716"/>
                    <a:pt x="323850" y="1008716"/>
                    <a:pt x="322262" y="1003813"/>
                  </a:cubicBezTo>
                  <a:cubicBezTo>
                    <a:pt x="322262" y="1003813"/>
                    <a:pt x="319087" y="1005448"/>
                    <a:pt x="319087" y="1007082"/>
                  </a:cubicBezTo>
                  <a:cubicBezTo>
                    <a:pt x="319087" y="1007082"/>
                    <a:pt x="319087" y="1010350"/>
                    <a:pt x="317500" y="1011984"/>
                  </a:cubicBezTo>
                  <a:cubicBezTo>
                    <a:pt x="317500" y="1011984"/>
                    <a:pt x="317500" y="1011984"/>
                    <a:pt x="312737" y="1010350"/>
                  </a:cubicBezTo>
                  <a:cubicBezTo>
                    <a:pt x="312737" y="1010350"/>
                    <a:pt x="312737" y="1010350"/>
                    <a:pt x="314325" y="1008716"/>
                  </a:cubicBezTo>
                  <a:cubicBezTo>
                    <a:pt x="314325" y="1008716"/>
                    <a:pt x="314325" y="1008716"/>
                    <a:pt x="311150" y="1005448"/>
                  </a:cubicBezTo>
                  <a:cubicBezTo>
                    <a:pt x="311150" y="1005448"/>
                    <a:pt x="309562" y="1002179"/>
                    <a:pt x="311150" y="1002179"/>
                  </a:cubicBezTo>
                  <a:cubicBezTo>
                    <a:pt x="311150" y="1002179"/>
                    <a:pt x="307975" y="998911"/>
                    <a:pt x="309562" y="997277"/>
                  </a:cubicBezTo>
                  <a:cubicBezTo>
                    <a:pt x="311150" y="997277"/>
                    <a:pt x="312737" y="995642"/>
                    <a:pt x="312737" y="995642"/>
                  </a:cubicBezTo>
                  <a:cubicBezTo>
                    <a:pt x="314325" y="995642"/>
                    <a:pt x="320675" y="990740"/>
                    <a:pt x="320675" y="990740"/>
                  </a:cubicBezTo>
                  <a:cubicBezTo>
                    <a:pt x="320675" y="990740"/>
                    <a:pt x="323850" y="987471"/>
                    <a:pt x="325437" y="987471"/>
                  </a:cubicBezTo>
                  <a:close/>
                  <a:moveTo>
                    <a:pt x="388703" y="976312"/>
                  </a:moveTo>
                  <a:cubicBezTo>
                    <a:pt x="388703" y="976312"/>
                    <a:pt x="388703" y="976312"/>
                    <a:pt x="390349" y="979487"/>
                  </a:cubicBezTo>
                  <a:cubicBezTo>
                    <a:pt x="390349" y="979487"/>
                    <a:pt x="390349" y="979487"/>
                    <a:pt x="393641" y="981075"/>
                  </a:cubicBezTo>
                  <a:cubicBezTo>
                    <a:pt x="393641" y="981075"/>
                    <a:pt x="393641" y="981075"/>
                    <a:pt x="395288" y="982662"/>
                  </a:cubicBezTo>
                  <a:cubicBezTo>
                    <a:pt x="395288" y="982662"/>
                    <a:pt x="395288" y="989012"/>
                    <a:pt x="393641" y="990600"/>
                  </a:cubicBezTo>
                  <a:cubicBezTo>
                    <a:pt x="393641" y="990600"/>
                    <a:pt x="391995" y="993775"/>
                    <a:pt x="391995" y="993775"/>
                  </a:cubicBezTo>
                  <a:cubicBezTo>
                    <a:pt x="391995" y="993775"/>
                    <a:pt x="391995" y="993775"/>
                    <a:pt x="390349" y="993775"/>
                  </a:cubicBezTo>
                  <a:cubicBezTo>
                    <a:pt x="390349" y="993775"/>
                    <a:pt x="390349" y="993775"/>
                    <a:pt x="385410" y="995362"/>
                  </a:cubicBezTo>
                  <a:cubicBezTo>
                    <a:pt x="385410" y="995362"/>
                    <a:pt x="385410" y="995362"/>
                    <a:pt x="382117" y="995362"/>
                  </a:cubicBezTo>
                  <a:cubicBezTo>
                    <a:pt x="382117" y="995362"/>
                    <a:pt x="382117" y="995362"/>
                    <a:pt x="380471" y="993775"/>
                  </a:cubicBezTo>
                  <a:cubicBezTo>
                    <a:pt x="380471" y="993775"/>
                    <a:pt x="380471" y="992187"/>
                    <a:pt x="378825" y="992187"/>
                  </a:cubicBezTo>
                  <a:cubicBezTo>
                    <a:pt x="377178" y="993775"/>
                    <a:pt x="375532" y="993775"/>
                    <a:pt x="375532" y="995362"/>
                  </a:cubicBezTo>
                  <a:cubicBezTo>
                    <a:pt x="373886" y="995362"/>
                    <a:pt x="375532" y="993775"/>
                    <a:pt x="373886" y="995362"/>
                  </a:cubicBezTo>
                  <a:cubicBezTo>
                    <a:pt x="372240" y="998537"/>
                    <a:pt x="372240" y="998537"/>
                    <a:pt x="370593" y="1000125"/>
                  </a:cubicBezTo>
                  <a:cubicBezTo>
                    <a:pt x="370593" y="1000125"/>
                    <a:pt x="370593" y="1000125"/>
                    <a:pt x="370593" y="1001712"/>
                  </a:cubicBezTo>
                  <a:cubicBezTo>
                    <a:pt x="370593" y="1001712"/>
                    <a:pt x="367301" y="1003300"/>
                    <a:pt x="367301" y="1004887"/>
                  </a:cubicBezTo>
                  <a:cubicBezTo>
                    <a:pt x="367301" y="1004887"/>
                    <a:pt x="367301" y="1004887"/>
                    <a:pt x="365654" y="1006475"/>
                  </a:cubicBezTo>
                  <a:cubicBezTo>
                    <a:pt x="365654" y="1006475"/>
                    <a:pt x="364008" y="1008062"/>
                    <a:pt x="364008" y="1008062"/>
                  </a:cubicBezTo>
                  <a:cubicBezTo>
                    <a:pt x="364008" y="1008062"/>
                    <a:pt x="360716" y="1006475"/>
                    <a:pt x="360716" y="1006475"/>
                  </a:cubicBezTo>
                  <a:cubicBezTo>
                    <a:pt x="359069" y="1006475"/>
                    <a:pt x="359069" y="1006475"/>
                    <a:pt x="357423" y="1004887"/>
                  </a:cubicBezTo>
                  <a:cubicBezTo>
                    <a:pt x="357423" y="1004887"/>
                    <a:pt x="357423" y="1003300"/>
                    <a:pt x="357423" y="1003300"/>
                  </a:cubicBezTo>
                  <a:cubicBezTo>
                    <a:pt x="355777" y="1003300"/>
                    <a:pt x="355777" y="1003300"/>
                    <a:pt x="355777" y="1003300"/>
                  </a:cubicBezTo>
                  <a:cubicBezTo>
                    <a:pt x="354130" y="1003300"/>
                    <a:pt x="355777" y="1000125"/>
                    <a:pt x="355777" y="1000125"/>
                  </a:cubicBezTo>
                  <a:cubicBezTo>
                    <a:pt x="355777" y="998537"/>
                    <a:pt x="355777" y="998537"/>
                    <a:pt x="355777" y="996950"/>
                  </a:cubicBezTo>
                  <a:cubicBezTo>
                    <a:pt x="355777" y="996950"/>
                    <a:pt x="355777" y="996950"/>
                    <a:pt x="355777" y="995362"/>
                  </a:cubicBezTo>
                  <a:cubicBezTo>
                    <a:pt x="355777" y="995362"/>
                    <a:pt x="350838" y="995362"/>
                    <a:pt x="350838" y="995362"/>
                  </a:cubicBezTo>
                  <a:cubicBezTo>
                    <a:pt x="350838" y="995362"/>
                    <a:pt x="352484" y="993775"/>
                    <a:pt x="354130" y="993775"/>
                  </a:cubicBezTo>
                  <a:cubicBezTo>
                    <a:pt x="354130" y="993775"/>
                    <a:pt x="359069" y="992187"/>
                    <a:pt x="359069" y="992187"/>
                  </a:cubicBezTo>
                  <a:cubicBezTo>
                    <a:pt x="359069" y="992187"/>
                    <a:pt x="359069" y="992187"/>
                    <a:pt x="359069" y="989012"/>
                  </a:cubicBezTo>
                  <a:cubicBezTo>
                    <a:pt x="359069" y="989012"/>
                    <a:pt x="360716" y="987425"/>
                    <a:pt x="360716" y="987425"/>
                  </a:cubicBezTo>
                  <a:cubicBezTo>
                    <a:pt x="360716" y="987425"/>
                    <a:pt x="360716" y="987425"/>
                    <a:pt x="360716" y="985837"/>
                  </a:cubicBezTo>
                  <a:cubicBezTo>
                    <a:pt x="362362" y="984250"/>
                    <a:pt x="364008" y="982662"/>
                    <a:pt x="364008" y="984250"/>
                  </a:cubicBezTo>
                  <a:cubicBezTo>
                    <a:pt x="364008" y="984250"/>
                    <a:pt x="364008" y="984250"/>
                    <a:pt x="367301" y="984250"/>
                  </a:cubicBezTo>
                  <a:cubicBezTo>
                    <a:pt x="368947" y="984250"/>
                    <a:pt x="370593" y="984250"/>
                    <a:pt x="370593" y="984250"/>
                  </a:cubicBezTo>
                  <a:cubicBezTo>
                    <a:pt x="370593" y="984250"/>
                    <a:pt x="370593" y="984250"/>
                    <a:pt x="372240" y="982662"/>
                  </a:cubicBezTo>
                  <a:cubicBezTo>
                    <a:pt x="372240" y="982662"/>
                    <a:pt x="372240" y="982662"/>
                    <a:pt x="375532" y="982662"/>
                  </a:cubicBezTo>
                  <a:cubicBezTo>
                    <a:pt x="375532" y="982662"/>
                    <a:pt x="375532" y="982662"/>
                    <a:pt x="377178" y="979487"/>
                  </a:cubicBezTo>
                  <a:cubicBezTo>
                    <a:pt x="377178" y="979487"/>
                    <a:pt x="377178" y="979487"/>
                    <a:pt x="378825" y="979487"/>
                  </a:cubicBezTo>
                  <a:cubicBezTo>
                    <a:pt x="378825" y="979487"/>
                    <a:pt x="378825" y="979487"/>
                    <a:pt x="380471" y="977900"/>
                  </a:cubicBezTo>
                  <a:cubicBezTo>
                    <a:pt x="380471" y="977900"/>
                    <a:pt x="380471" y="977900"/>
                    <a:pt x="382117" y="977900"/>
                  </a:cubicBezTo>
                  <a:cubicBezTo>
                    <a:pt x="382117" y="977900"/>
                    <a:pt x="382117" y="977900"/>
                    <a:pt x="385410" y="977900"/>
                  </a:cubicBezTo>
                  <a:cubicBezTo>
                    <a:pt x="385410" y="977900"/>
                    <a:pt x="385410" y="977900"/>
                    <a:pt x="388703" y="976312"/>
                  </a:cubicBezTo>
                  <a:close/>
                  <a:moveTo>
                    <a:pt x="504459" y="838200"/>
                  </a:moveTo>
                  <a:cubicBezTo>
                    <a:pt x="504459" y="839821"/>
                    <a:pt x="506088" y="839821"/>
                    <a:pt x="506088" y="841442"/>
                  </a:cubicBezTo>
                  <a:cubicBezTo>
                    <a:pt x="506088" y="843063"/>
                    <a:pt x="507716" y="844684"/>
                    <a:pt x="507716" y="844684"/>
                  </a:cubicBezTo>
                  <a:cubicBezTo>
                    <a:pt x="507716" y="846305"/>
                    <a:pt x="507716" y="846305"/>
                    <a:pt x="506088" y="847926"/>
                  </a:cubicBezTo>
                  <a:cubicBezTo>
                    <a:pt x="506088" y="849547"/>
                    <a:pt x="504459" y="847926"/>
                    <a:pt x="506088" y="849547"/>
                  </a:cubicBezTo>
                  <a:cubicBezTo>
                    <a:pt x="507716" y="851168"/>
                    <a:pt x="509344" y="851168"/>
                    <a:pt x="509344" y="852788"/>
                  </a:cubicBezTo>
                  <a:cubicBezTo>
                    <a:pt x="510972" y="854409"/>
                    <a:pt x="510972" y="854409"/>
                    <a:pt x="510972" y="854409"/>
                  </a:cubicBezTo>
                  <a:cubicBezTo>
                    <a:pt x="510972" y="856030"/>
                    <a:pt x="512600" y="856030"/>
                    <a:pt x="512600" y="857651"/>
                  </a:cubicBezTo>
                  <a:cubicBezTo>
                    <a:pt x="512600" y="857651"/>
                    <a:pt x="515857" y="862514"/>
                    <a:pt x="515857" y="862514"/>
                  </a:cubicBezTo>
                  <a:cubicBezTo>
                    <a:pt x="515857" y="864135"/>
                    <a:pt x="517485" y="865756"/>
                    <a:pt x="517485" y="865756"/>
                  </a:cubicBezTo>
                  <a:cubicBezTo>
                    <a:pt x="519113" y="865756"/>
                    <a:pt x="519113" y="867377"/>
                    <a:pt x="519113" y="868998"/>
                  </a:cubicBezTo>
                  <a:cubicBezTo>
                    <a:pt x="517485" y="868998"/>
                    <a:pt x="519113" y="868998"/>
                    <a:pt x="519113" y="870619"/>
                  </a:cubicBezTo>
                  <a:cubicBezTo>
                    <a:pt x="519113" y="872240"/>
                    <a:pt x="519113" y="875481"/>
                    <a:pt x="519113" y="875481"/>
                  </a:cubicBezTo>
                  <a:cubicBezTo>
                    <a:pt x="519113" y="878723"/>
                    <a:pt x="517485" y="880344"/>
                    <a:pt x="517485" y="880344"/>
                  </a:cubicBezTo>
                  <a:cubicBezTo>
                    <a:pt x="517485" y="880344"/>
                    <a:pt x="517485" y="880344"/>
                    <a:pt x="515857" y="881965"/>
                  </a:cubicBezTo>
                  <a:cubicBezTo>
                    <a:pt x="515857" y="881965"/>
                    <a:pt x="517485" y="883586"/>
                    <a:pt x="515857" y="885207"/>
                  </a:cubicBezTo>
                  <a:cubicBezTo>
                    <a:pt x="515857" y="885207"/>
                    <a:pt x="514229" y="886828"/>
                    <a:pt x="514229" y="886828"/>
                  </a:cubicBezTo>
                  <a:cubicBezTo>
                    <a:pt x="512600" y="888449"/>
                    <a:pt x="512600" y="888449"/>
                    <a:pt x="512600" y="890070"/>
                  </a:cubicBezTo>
                  <a:cubicBezTo>
                    <a:pt x="510972" y="891691"/>
                    <a:pt x="510972" y="893312"/>
                    <a:pt x="510972" y="893312"/>
                  </a:cubicBezTo>
                  <a:cubicBezTo>
                    <a:pt x="510972" y="893312"/>
                    <a:pt x="509344" y="896553"/>
                    <a:pt x="509344" y="898174"/>
                  </a:cubicBezTo>
                  <a:cubicBezTo>
                    <a:pt x="509344" y="898174"/>
                    <a:pt x="510972" y="898174"/>
                    <a:pt x="509344" y="899795"/>
                  </a:cubicBezTo>
                  <a:cubicBezTo>
                    <a:pt x="509344" y="899795"/>
                    <a:pt x="506088" y="899795"/>
                    <a:pt x="506088" y="899795"/>
                  </a:cubicBezTo>
                  <a:cubicBezTo>
                    <a:pt x="506088" y="899795"/>
                    <a:pt x="504459" y="901416"/>
                    <a:pt x="502831" y="901416"/>
                  </a:cubicBezTo>
                  <a:cubicBezTo>
                    <a:pt x="502831" y="903037"/>
                    <a:pt x="502831" y="903037"/>
                    <a:pt x="502831" y="903037"/>
                  </a:cubicBezTo>
                  <a:cubicBezTo>
                    <a:pt x="501203" y="904658"/>
                    <a:pt x="501203" y="904658"/>
                    <a:pt x="501203" y="906279"/>
                  </a:cubicBezTo>
                  <a:cubicBezTo>
                    <a:pt x="501203" y="906279"/>
                    <a:pt x="502831" y="906279"/>
                    <a:pt x="502831" y="907900"/>
                  </a:cubicBezTo>
                  <a:cubicBezTo>
                    <a:pt x="502831" y="909521"/>
                    <a:pt x="502831" y="911142"/>
                    <a:pt x="501203" y="912763"/>
                  </a:cubicBezTo>
                  <a:cubicBezTo>
                    <a:pt x="501203" y="912763"/>
                    <a:pt x="502831" y="917626"/>
                    <a:pt x="502831" y="917626"/>
                  </a:cubicBezTo>
                  <a:cubicBezTo>
                    <a:pt x="502831" y="919246"/>
                    <a:pt x="502831" y="920867"/>
                    <a:pt x="502831" y="920867"/>
                  </a:cubicBezTo>
                  <a:cubicBezTo>
                    <a:pt x="504459" y="922488"/>
                    <a:pt x="504459" y="924109"/>
                    <a:pt x="502831" y="925730"/>
                  </a:cubicBezTo>
                  <a:cubicBezTo>
                    <a:pt x="501203" y="927351"/>
                    <a:pt x="501203" y="927351"/>
                    <a:pt x="499575" y="928972"/>
                  </a:cubicBezTo>
                  <a:cubicBezTo>
                    <a:pt x="499575" y="930593"/>
                    <a:pt x="497947" y="930593"/>
                    <a:pt x="497947" y="932214"/>
                  </a:cubicBezTo>
                  <a:cubicBezTo>
                    <a:pt x="496318" y="933835"/>
                    <a:pt x="494690" y="935456"/>
                    <a:pt x="494690" y="937077"/>
                  </a:cubicBezTo>
                  <a:cubicBezTo>
                    <a:pt x="494690" y="937077"/>
                    <a:pt x="494690" y="938698"/>
                    <a:pt x="494690" y="940318"/>
                  </a:cubicBezTo>
                  <a:cubicBezTo>
                    <a:pt x="494690" y="941939"/>
                    <a:pt x="494690" y="941939"/>
                    <a:pt x="496318" y="941939"/>
                  </a:cubicBezTo>
                  <a:cubicBezTo>
                    <a:pt x="496318" y="943560"/>
                    <a:pt x="497947" y="943560"/>
                    <a:pt x="497947" y="945181"/>
                  </a:cubicBezTo>
                  <a:cubicBezTo>
                    <a:pt x="497947" y="946802"/>
                    <a:pt x="499575" y="946802"/>
                    <a:pt x="499575" y="946802"/>
                  </a:cubicBezTo>
                  <a:cubicBezTo>
                    <a:pt x="499575" y="948423"/>
                    <a:pt x="499575" y="948423"/>
                    <a:pt x="499575" y="950044"/>
                  </a:cubicBezTo>
                  <a:cubicBezTo>
                    <a:pt x="499575" y="950044"/>
                    <a:pt x="499575" y="951665"/>
                    <a:pt x="497947" y="951665"/>
                  </a:cubicBezTo>
                  <a:cubicBezTo>
                    <a:pt x="497947" y="951665"/>
                    <a:pt x="496318" y="951665"/>
                    <a:pt x="494690" y="953286"/>
                  </a:cubicBezTo>
                  <a:cubicBezTo>
                    <a:pt x="494690" y="954907"/>
                    <a:pt x="494690" y="954907"/>
                    <a:pt x="494690" y="956528"/>
                  </a:cubicBezTo>
                  <a:cubicBezTo>
                    <a:pt x="493062" y="956528"/>
                    <a:pt x="493062" y="958149"/>
                    <a:pt x="493062" y="959770"/>
                  </a:cubicBezTo>
                  <a:cubicBezTo>
                    <a:pt x="493062" y="959770"/>
                    <a:pt x="493062" y="961391"/>
                    <a:pt x="491434" y="963011"/>
                  </a:cubicBezTo>
                  <a:cubicBezTo>
                    <a:pt x="489806" y="964632"/>
                    <a:pt x="486549" y="966253"/>
                    <a:pt x="486549" y="966253"/>
                  </a:cubicBezTo>
                  <a:cubicBezTo>
                    <a:pt x="484921" y="966253"/>
                    <a:pt x="483293" y="966253"/>
                    <a:pt x="483293" y="966253"/>
                  </a:cubicBezTo>
                  <a:cubicBezTo>
                    <a:pt x="481665" y="966253"/>
                    <a:pt x="480036" y="966253"/>
                    <a:pt x="480036" y="964632"/>
                  </a:cubicBezTo>
                  <a:cubicBezTo>
                    <a:pt x="480036" y="963011"/>
                    <a:pt x="481665" y="963011"/>
                    <a:pt x="480036" y="961391"/>
                  </a:cubicBezTo>
                  <a:cubicBezTo>
                    <a:pt x="480036" y="961391"/>
                    <a:pt x="480036" y="961391"/>
                    <a:pt x="480036" y="959770"/>
                  </a:cubicBezTo>
                  <a:cubicBezTo>
                    <a:pt x="480036" y="959770"/>
                    <a:pt x="480036" y="958149"/>
                    <a:pt x="478408" y="959770"/>
                  </a:cubicBezTo>
                  <a:cubicBezTo>
                    <a:pt x="475151" y="961391"/>
                    <a:pt x="476779" y="961391"/>
                    <a:pt x="475151" y="961391"/>
                  </a:cubicBezTo>
                  <a:cubicBezTo>
                    <a:pt x="473523" y="961391"/>
                    <a:pt x="471895" y="959770"/>
                    <a:pt x="471895" y="961391"/>
                  </a:cubicBezTo>
                  <a:cubicBezTo>
                    <a:pt x="471895" y="961391"/>
                    <a:pt x="470267" y="961391"/>
                    <a:pt x="470267" y="963011"/>
                  </a:cubicBezTo>
                  <a:cubicBezTo>
                    <a:pt x="468638" y="964632"/>
                    <a:pt x="470267" y="966253"/>
                    <a:pt x="468638" y="966253"/>
                  </a:cubicBezTo>
                  <a:cubicBezTo>
                    <a:pt x="468638" y="967874"/>
                    <a:pt x="470267" y="964632"/>
                    <a:pt x="468638" y="969495"/>
                  </a:cubicBezTo>
                  <a:cubicBezTo>
                    <a:pt x="467010" y="972737"/>
                    <a:pt x="465382" y="972737"/>
                    <a:pt x="465382" y="972737"/>
                  </a:cubicBezTo>
                  <a:cubicBezTo>
                    <a:pt x="465382" y="972737"/>
                    <a:pt x="465382" y="972737"/>
                    <a:pt x="463754" y="971116"/>
                  </a:cubicBezTo>
                  <a:cubicBezTo>
                    <a:pt x="463754" y="971116"/>
                    <a:pt x="462126" y="969495"/>
                    <a:pt x="462126" y="969495"/>
                  </a:cubicBezTo>
                  <a:cubicBezTo>
                    <a:pt x="462126" y="969495"/>
                    <a:pt x="462126" y="969495"/>
                    <a:pt x="460497" y="966253"/>
                  </a:cubicBezTo>
                  <a:cubicBezTo>
                    <a:pt x="460497" y="966253"/>
                    <a:pt x="460497" y="963011"/>
                    <a:pt x="460497" y="963011"/>
                  </a:cubicBezTo>
                  <a:cubicBezTo>
                    <a:pt x="458869" y="964632"/>
                    <a:pt x="457241" y="964632"/>
                    <a:pt x="457241" y="966253"/>
                  </a:cubicBezTo>
                  <a:cubicBezTo>
                    <a:pt x="457241" y="967874"/>
                    <a:pt x="457241" y="967874"/>
                    <a:pt x="455613" y="969495"/>
                  </a:cubicBezTo>
                  <a:cubicBezTo>
                    <a:pt x="455613" y="971116"/>
                    <a:pt x="455613" y="971116"/>
                    <a:pt x="455613" y="971116"/>
                  </a:cubicBezTo>
                  <a:cubicBezTo>
                    <a:pt x="453985" y="972737"/>
                    <a:pt x="452356" y="972737"/>
                    <a:pt x="452356" y="972737"/>
                  </a:cubicBezTo>
                  <a:cubicBezTo>
                    <a:pt x="452356" y="972737"/>
                    <a:pt x="452356" y="972737"/>
                    <a:pt x="449100" y="974358"/>
                  </a:cubicBezTo>
                  <a:cubicBezTo>
                    <a:pt x="449100" y="974358"/>
                    <a:pt x="449100" y="974358"/>
                    <a:pt x="444215" y="972737"/>
                  </a:cubicBezTo>
                  <a:cubicBezTo>
                    <a:pt x="444215" y="972737"/>
                    <a:pt x="440959" y="974358"/>
                    <a:pt x="440959" y="974358"/>
                  </a:cubicBezTo>
                  <a:cubicBezTo>
                    <a:pt x="439331" y="974358"/>
                    <a:pt x="439331" y="972737"/>
                    <a:pt x="437702" y="972737"/>
                  </a:cubicBezTo>
                  <a:cubicBezTo>
                    <a:pt x="437702" y="972737"/>
                    <a:pt x="437702" y="972737"/>
                    <a:pt x="434446" y="971116"/>
                  </a:cubicBezTo>
                  <a:cubicBezTo>
                    <a:pt x="434446" y="971116"/>
                    <a:pt x="429561" y="966253"/>
                    <a:pt x="429561" y="966253"/>
                  </a:cubicBezTo>
                  <a:cubicBezTo>
                    <a:pt x="427933" y="967874"/>
                    <a:pt x="427933" y="967874"/>
                    <a:pt x="427933" y="969495"/>
                  </a:cubicBezTo>
                  <a:cubicBezTo>
                    <a:pt x="426305" y="971116"/>
                    <a:pt x="426305" y="969495"/>
                    <a:pt x="427933" y="971116"/>
                  </a:cubicBezTo>
                  <a:cubicBezTo>
                    <a:pt x="427933" y="972737"/>
                    <a:pt x="429561" y="972737"/>
                    <a:pt x="429561" y="972737"/>
                  </a:cubicBezTo>
                  <a:cubicBezTo>
                    <a:pt x="431190" y="974358"/>
                    <a:pt x="431190" y="974358"/>
                    <a:pt x="431190" y="975979"/>
                  </a:cubicBezTo>
                  <a:cubicBezTo>
                    <a:pt x="431190" y="975979"/>
                    <a:pt x="429561" y="977600"/>
                    <a:pt x="429561" y="979221"/>
                  </a:cubicBezTo>
                  <a:cubicBezTo>
                    <a:pt x="429561" y="979221"/>
                    <a:pt x="429561" y="979221"/>
                    <a:pt x="426305" y="979221"/>
                  </a:cubicBezTo>
                  <a:cubicBezTo>
                    <a:pt x="426305" y="979221"/>
                    <a:pt x="426305" y="979221"/>
                    <a:pt x="423049" y="980842"/>
                  </a:cubicBezTo>
                  <a:cubicBezTo>
                    <a:pt x="423049" y="982463"/>
                    <a:pt x="423049" y="982463"/>
                    <a:pt x="423049" y="982463"/>
                  </a:cubicBezTo>
                  <a:cubicBezTo>
                    <a:pt x="421420" y="984084"/>
                    <a:pt x="419792" y="985704"/>
                    <a:pt x="418164" y="987325"/>
                  </a:cubicBezTo>
                  <a:cubicBezTo>
                    <a:pt x="418164" y="987325"/>
                    <a:pt x="418164" y="987325"/>
                    <a:pt x="418164" y="988946"/>
                  </a:cubicBezTo>
                  <a:cubicBezTo>
                    <a:pt x="418164" y="988946"/>
                    <a:pt x="416536" y="990567"/>
                    <a:pt x="414908" y="990567"/>
                  </a:cubicBezTo>
                  <a:cubicBezTo>
                    <a:pt x="414908" y="990567"/>
                    <a:pt x="413279" y="992188"/>
                    <a:pt x="413279" y="992188"/>
                  </a:cubicBezTo>
                  <a:cubicBezTo>
                    <a:pt x="413279" y="992188"/>
                    <a:pt x="413279" y="992188"/>
                    <a:pt x="410023" y="990567"/>
                  </a:cubicBezTo>
                  <a:cubicBezTo>
                    <a:pt x="410023" y="990567"/>
                    <a:pt x="410023" y="990567"/>
                    <a:pt x="408395" y="990567"/>
                  </a:cubicBezTo>
                  <a:cubicBezTo>
                    <a:pt x="408395" y="990567"/>
                    <a:pt x="408395" y="990567"/>
                    <a:pt x="406767" y="987325"/>
                  </a:cubicBezTo>
                  <a:cubicBezTo>
                    <a:pt x="406767" y="987325"/>
                    <a:pt x="405138" y="985704"/>
                    <a:pt x="405138" y="985704"/>
                  </a:cubicBezTo>
                  <a:cubicBezTo>
                    <a:pt x="403510" y="985704"/>
                    <a:pt x="403510" y="985704"/>
                    <a:pt x="403510" y="984084"/>
                  </a:cubicBezTo>
                  <a:cubicBezTo>
                    <a:pt x="403510" y="982463"/>
                    <a:pt x="401882" y="982463"/>
                    <a:pt x="403510" y="980842"/>
                  </a:cubicBezTo>
                  <a:cubicBezTo>
                    <a:pt x="403510" y="980842"/>
                    <a:pt x="405138" y="977600"/>
                    <a:pt x="405138" y="977600"/>
                  </a:cubicBezTo>
                  <a:cubicBezTo>
                    <a:pt x="405138" y="977600"/>
                    <a:pt x="405138" y="977600"/>
                    <a:pt x="406767" y="975979"/>
                  </a:cubicBezTo>
                  <a:cubicBezTo>
                    <a:pt x="406767" y="975979"/>
                    <a:pt x="406767" y="975979"/>
                    <a:pt x="406767" y="974358"/>
                  </a:cubicBezTo>
                  <a:cubicBezTo>
                    <a:pt x="405138" y="971116"/>
                    <a:pt x="408395" y="969495"/>
                    <a:pt x="405138" y="971116"/>
                  </a:cubicBezTo>
                  <a:cubicBezTo>
                    <a:pt x="400254" y="972737"/>
                    <a:pt x="396997" y="971116"/>
                    <a:pt x="396997" y="971116"/>
                  </a:cubicBezTo>
                  <a:cubicBezTo>
                    <a:pt x="396997" y="971116"/>
                    <a:pt x="395369" y="971116"/>
                    <a:pt x="393741" y="971116"/>
                  </a:cubicBezTo>
                  <a:cubicBezTo>
                    <a:pt x="393741" y="971116"/>
                    <a:pt x="390485" y="971116"/>
                    <a:pt x="390485" y="971116"/>
                  </a:cubicBezTo>
                  <a:cubicBezTo>
                    <a:pt x="388856" y="971116"/>
                    <a:pt x="388856" y="971116"/>
                    <a:pt x="387228" y="972737"/>
                  </a:cubicBezTo>
                  <a:cubicBezTo>
                    <a:pt x="383972" y="974358"/>
                    <a:pt x="383972" y="974358"/>
                    <a:pt x="382344" y="974358"/>
                  </a:cubicBezTo>
                  <a:cubicBezTo>
                    <a:pt x="380715" y="974358"/>
                    <a:pt x="380715" y="974358"/>
                    <a:pt x="379087" y="974358"/>
                  </a:cubicBezTo>
                  <a:cubicBezTo>
                    <a:pt x="379087" y="974358"/>
                    <a:pt x="379087" y="974358"/>
                    <a:pt x="377459" y="974358"/>
                  </a:cubicBezTo>
                  <a:cubicBezTo>
                    <a:pt x="375831" y="974358"/>
                    <a:pt x="377459" y="974358"/>
                    <a:pt x="375831" y="975979"/>
                  </a:cubicBezTo>
                  <a:cubicBezTo>
                    <a:pt x="374202" y="975979"/>
                    <a:pt x="372574" y="975979"/>
                    <a:pt x="372574" y="975979"/>
                  </a:cubicBezTo>
                  <a:cubicBezTo>
                    <a:pt x="370946" y="975979"/>
                    <a:pt x="370946" y="974358"/>
                    <a:pt x="369318" y="975979"/>
                  </a:cubicBezTo>
                  <a:cubicBezTo>
                    <a:pt x="367690" y="975979"/>
                    <a:pt x="367690" y="975979"/>
                    <a:pt x="366061" y="977600"/>
                  </a:cubicBezTo>
                  <a:cubicBezTo>
                    <a:pt x="366061" y="977600"/>
                    <a:pt x="366061" y="979221"/>
                    <a:pt x="364433" y="979221"/>
                  </a:cubicBezTo>
                  <a:cubicBezTo>
                    <a:pt x="362805" y="979221"/>
                    <a:pt x="361177" y="977600"/>
                    <a:pt x="361177" y="977600"/>
                  </a:cubicBezTo>
                  <a:cubicBezTo>
                    <a:pt x="361177" y="977600"/>
                    <a:pt x="357920" y="979221"/>
                    <a:pt x="357920" y="979221"/>
                  </a:cubicBezTo>
                  <a:cubicBezTo>
                    <a:pt x="357920" y="979221"/>
                    <a:pt x="357920" y="979221"/>
                    <a:pt x="357920" y="977600"/>
                  </a:cubicBezTo>
                  <a:cubicBezTo>
                    <a:pt x="356292" y="975979"/>
                    <a:pt x="354664" y="977600"/>
                    <a:pt x="354664" y="977600"/>
                  </a:cubicBezTo>
                  <a:cubicBezTo>
                    <a:pt x="353036" y="979221"/>
                    <a:pt x="354664" y="979221"/>
                    <a:pt x="354664" y="980842"/>
                  </a:cubicBezTo>
                  <a:cubicBezTo>
                    <a:pt x="354664" y="982463"/>
                    <a:pt x="354664" y="982463"/>
                    <a:pt x="354664" y="984084"/>
                  </a:cubicBezTo>
                  <a:cubicBezTo>
                    <a:pt x="354664" y="985704"/>
                    <a:pt x="354664" y="985704"/>
                    <a:pt x="354664" y="987325"/>
                  </a:cubicBezTo>
                  <a:cubicBezTo>
                    <a:pt x="353036" y="987325"/>
                    <a:pt x="351408" y="985704"/>
                    <a:pt x="349779" y="985704"/>
                  </a:cubicBezTo>
                  <a:cubicBezTo>
                    <a:pt x="349779" y="985704"/>
                    <a:pt x="346523" y="984084"/>
                    <a:pt x="346523" y="984084"/>
                  </a:cubicBezTo>
                  <a:cubicBezTo>
                    <a:pt x="346523" y="984084"/>
                    <a:pt x="344895" y="984084"/>
                    <a:pt x="344895" y="984084"/>
                  </a:cubicBezTo>
                  <a:cubicBezTo>
                    <a:pt x="343267" y="985704"/>
                    <a:pt x="341638" y="985704"/>
                    <a:pt x="341638" y="985704"/>
                  </a:cubicBezTo>
                  <a:cubicBezTo>
                    <a:pt x="340010" y="985704"/>
                    <a:pt x="338382" y="984084"/>
                    <a:pt x="336754" y="984084"/>
                  </a:cubicBezTo>
                  <a:cubicBezTo>
                    <a:pt x="335126" y="985704"/>
                    <a:pt x="335126" y="984084"/>
                    <a:pt x="333497" y="984084"/>
                  </a:cubicBezTo>
                  <a:cubicBezTo>
                    <a:pt x="331869" y="984084"/>
                    <a:pt x="333497" y="982463"/>
                    <a:pt x="331869" y="984084"/>
                  </a:cubicBezTo>
                  <a:cubicBezTo>
                    <a:pt x="330241" y="984084"/>
                    <a:pt x="330241" y="984084"/>
                    <a:pt x="330241" y="984084"/>
                  </a:cubicBezTo>
                  <a:cubicBezTo>
                    <a:pt x="330241" y="984084"/>
                    <a:pt x="330241" y="984084"/>
                    <a:pt x="330241" y="980842"/>
                  </a:cubicBezTo>
                  <a:cubicBezTo>
                    <a:pt x="330241" y="980842"/>
                    <a:pt x="328613" y="979221"/>
                    <a:pt x="330241" y="979221"/>
                  </a:cubicBezTo>
                  <a:cubicBezTo>
                    <a:pt x="335126" y="977600"/>
                    <a:pt x="336754" y="977600"/>
                    <a:pt x="336754" y="977600"/>
                  </a:cubicBezTo>
                  <a:cubicBezTo>
                    <a:pt x="336754" y="977600"/>
                    <a:pt x="336754" y="977600"/>
                    <a:pt x="341638" y="972737"/>
                  </a:cubicBezTo>
                  <a:cubicBezTo>
                    <a:pt x="341638" y="972737"/>
                    <a:pt x="343267" y="969495"/>
                    <a:pt x="344895" y="971116"/>
                  </a:cubicBezTo>
                  <a:cubicBezTo>
                    <a:pt x="344895" y="971116"/>
                    <a:pt x="344895" y="971116"/>
                    <a:pt x="348151" y="967874"/>
                  </a:cubicBezTo>
                  <a:cubicBezTo>
                    <a:pt x="348151" y="967874"/>
                    <a:pt x="348151" y="967874"/>
                    <a:pt x="351408" y="966253"/>
                  </a:cubicBezTo>
                  <a:cubicBezTo>
                    <a:pt x="351408" y="966253"/>
                    <a:pt x="351408" y="966253"/>
                    <a:pt x="356292" y="963011"/>
                  </a:cubicBezTo>
                  <a:cubicBezTo>
                    <a:pt x="356292" y="963011"/>
                    <a:pt x="356292" y="963011"/>
                    <a:pt x="361177" y="958149"/>
                  </a:cubicBezTo>
                  <a:cubicBezTo>
                    <a:pt x="361177" y="958149"/>
                    <a:pt x="361177" y="958149"/>
                    <a:pt x="364433" y="956528"/>
                  </a:cubicBezTo>
                  <a:cubicBezTo>
                    <a:pt x="364433" y="956528"/>
                    <a:pt x="364433" y="956528"/>
                    <a:pt x="364433" y="954907"/>
                  </a:cubicBezTo>
                  <a:cubicBezTo>
                    <a:pt x="364433" y="954907"/>
                    <a:pt x="367690" y="954907"/>
                    <a:pt x="367690" y="954907"/>
                  </a:cubicBezTo>
                  <a:cubicBezTo>
                    <a:pt x="367690" y="954907"/>
                    <a:pt x="367690" y="954907"/>
                    <a:pt x="370946" y="954907"/>
                  </a:cubicBezTo>
                  <a:cubicBezTo>
                    <a:pt x="370946" y="954907"/>
                    <a:pt x="370946" y="954907"/>
                    <a:pt x="372574" y="954907"/>
                  </a:cubicBezTo>
                  <a:cubicBezTo>
                    <a:pt x="372574" y="954907"/>
                    <a:pt x="372574" y="954907"/>
                    <a:pt x="374202" y="954907"/>
                  </a:cubicBezTo>
                  <a:cubicBezTo>
                    <a:pt x="374202" y="954907"/>
                    <a:pt x="374202" y="954907"/>
                    <a:pt x="375831" y="954907"/>
                  </a:cubicBezTo>
                  <a:cubicBezTo>
                    <a:pt x="375831" y="954907"/>
                    <a:pt x="375831" y="954907"/>
                    <a:pt x="377459" y="954907"/>
                  </a:cubicBezTo>
                  <a:cubicBezTo>
                    <a:pt x="377459" y="954907"/>
                    <a:pt x="377459" y="954907"/>
                    <a:pt x="380715" y="954907"/>
                  </a:cubicBezTo>
                  <a:cubicBezTo>
                    <a:pt x="380715" y="954907"/>
                    <a:pt x="380715" y="954907"/>
                    <a:pt x="382344" y="953286"/>
                  </a:cubicBezTo>
                  <a:cubicBezTo>
                    <a:pt x="382344" y="953286"/>
                    <a:pt x="382344" y="953286"/>
                    <a:pt x="383972" y="953286"/>
                  </a:cubicBezTo>
                  <a:cubicBezTo>
                    <a:pt x="383972" y="953286"/>
                    <a:pt x="385600" y="953286"/>
                    <a:pt x="385600" y="953286"/>
                  </a:cubicBezTo>
                  <a:cubicBezTo>
                    <a:pt x="385600" y="953286"/>
                    <a:pt x="385600" y="953286"/>
                    <a:pt x="387228" y="953286"/>
                  </a:cubicBezTo>
                  <a:cubicBezTo>
                    <a:pt x="387228" y="953286"/>
                    <a:pt x="387228" y="953286"/>
                    <a:pt x="388856" y="951665"/>
                  </a:cubicBezTo>
                  <a:cubicBezTo>
                    <a:pt x="390485" y="951665"/>
                    <a:pt x="390485" y="951665"/>
                    <a:pt x="392113" y="951665"/>
                  </a:cubicBezTo>
                  <a:cubicBezTo>
                    <a:pt x="392113" y="951665"/>
                    <a:pt x="393741" y="951665"/>
                    <a:pt x="395369" y="951665"/>
                  </a:cubicBezTo>
                  <a:cubicBezTo>
                    <a:pt x="395369" y="951665"/>
                    <a:pt x="395369" y="951665"/>
                    <a:pt x="398626" y="951665"/>
                  </a:cubicBezTo>
                  <a:cubicBezTo>
                    <a:pt x="398626" y="951665"/>
                    <a:pt x="400254" y="951665"/>
                    <a:pt x="400254" y="951665"/>
                  </a:cubicBezTo>
                  <a:cubicBezTo>
                    <a:pt x="400254" y="953286"/>
                    <a:pt x="401882" y="953286"/>
                    <a:pt x="401882" y="953286"/>
                  </a:cubicBezTo>
                  <a:cubicBezTo>
                    <a:pt x="401882" y="953286"/>
                    <a:pt x="401882" y="953286"/>
                    <a:pt x="403510" y="953286"/>
                  </a:cubicBezTo>
                  <a:cubicBezTo>
                    <a:pt x="403510" y="953286"/>
                    <a:pt x="403510" y="950044"/>
                    <a:pt x="405138" y="951665"/>
                  </a:cubicBezTo>
                  <a:cubicBezTo>
                    <a:pt x="405138" y="953286"/>
                    <a:pt x="406767" y="953286"/>
                    <a:pt x="406767" y="953286"/>
                  </a:cubicBezTo>
                  <a:cubicBezTo>
                    <a:pt x="406767" y="953286"/>
                    <a:pt x="406767" y="953286"/>
                    <a:pt x="410023" y="954907"/>
                  </a:cubicBezTo>
                  <a:cubicBezTo>
                    <a:pt x="410023" y="954907"/>
                    <a:pt x="410023" y="954907"/>
                    <a:pt x="411651" y="953286"/>
                  </a:cubicBezTo>
                  <a:lnTo>
                    <a:pt x="413279" y="953286"/>
                  </a:lnTo>
                  <a:cubicBezTo>
                    <a:pt x="413279" y="953286"/>
                    <a:pt x="413279" y="953286"/>
                    <a:pt x="414908" y="951665"/>
                  </a:cubicBezTo>
                  <a:cubicBezTo>
                    <a:pt x="414908" y="951665"/>
                    <a:pt x="414908" y="948423"/>
                    <a:pt x="414908" y="948423"/>
                  </a:cubicBezTo>
                  <a:cubicBezTo>
                    <a:pt x="414908" y="946802"/>
                    <a:pt x="414908" y="946802"/>
                    <a:pt x="416536" y="946802"/>
                  </a:cubicBezTo>
                  <a:cubicBezTo>
                    <a:pt x="418164" y="945181"/>
                    <a:pt x="416536" y="946802"/>
                    <a:pt x="418164" y="945181"/>
                  </a:cubicBezTo>
                  <a:cubicBezTo>
                    <a:pt x="419792" y="943560"/>
                    <a:pt x="419792" y="943560"/>
                    <a:pt x="419792" y="941939"/>
                  </a:cubicBezTo>
                  <a:cubicBezTo>
                    <a:pt x="421420" y="941939"/>
                    <a:pt x="421420" y="940318"/>
                    <a:pt x="421420" y="940318"/>
                  </a:cubicBezTo>
                  <a:cubicBezTo>
                    <a:pt x="421420" y="940318"/>
                    <a:pt x="421420" y="940318"/>
                    <a:pt x="423049" y="938698"/>
                  </a:cubicBezTo>
                  <a:cubicBezTo>
                    <a:pt x="423049" y="938698"/>
                    <a:pt x="423049" y="938698"/>
                    <a:pt x="426305" y="937077"/>
                  </a:cubicBezTo>
                  <a:cubicBezTo>
                    <a:pt x="426305" y="937077"/>
                    <a:pt x="426305" y="937077"/>
                    <a:pt x="426305" y="935456"/>
                  </a:cubicBezTo>
                  <a:cubicBezTo>
                    <a:pt x="426305" y="933835"/>
                    <a:pt x="427933" y="930593"/>
                    <a:pt x="427933" y="928972"/>
                  </a:cubicBezTo>
                  <a:cubicBezTo>
                    <a:pt x="427933" y="927351"/>
                    <a:pt x="429561" y="925730"/>
                    <a:pt x="429561" y="925730"/>
                  </a:cubicBezTo>
                  <a:cubicBezTo>
                    <a:pt x="429561" y="925730"/>
                    <a:pt x="429561" y="925730"/>
                    <a:pt x="431190" y="925730"/>
                  </a:cubicBezTo>
                  <a:cubicBezTo>
                    <a:pt x="431190" y="925730"/>
                    <a:pt x="431190" y="925730"/>
                    <a:pt x="432818" y="925730"/>
                  </a:cubicBezTo>
                  <a:cubicBezTo>
                    <a:pt x="432818" y="925730"/>
                    <a:pt x="432818" y="925730"/>
                    <a:pt x="436074" y="927351"/>
                  </a:cubicBezTo>
                  <a:cubicBezTo>
                    <a:pt x="436074" y="927351"/>
                    <a:pt x="436074" y="927351"/>
                    <a:pt x="439331" y="927351"/>
                  </a:cubicBezTo>
                  <a:cubicBezTo>
                    <a:pt x="439331" y="927351"/>
                    <a:pt x="439331" y="927351"/>
                    <a:pt x="444215" y="925730"/>
                  </a:cubicBezTo>
                  <a:cubicBezTo>
                    <a:pt x="444215" y="925730"/>
                    <a:pt x="444215" y="925730"/>
                    <a:pt x="445844" y="925730"/>
                  </a:cubicBezTo>
                  <a:cubicBezTo>
                    <a:pt x="445844" y="925730"/>
                    <a:pt x="444215" y="925730"/>
                    <a:pt x="449100" y="924109"/>
                  </a:cubicBezTo>
                  <a:cubicBezTo>
                    <a:pt x="453985" y="924109"/>
                    <a:pt x="453985" y="924109"/>
                    <a:pt x="453985" y="924109"/>
                  </a:cubicBezTo>
                  <a:cubicBezTo>
                    <a:pt x="455613" y="922488"/>
                    <a:pt x="457241" y="920867"/>
                    <a:pt x="457241" y="920867"/>
                  </a:cubicBezTo>
                  <a:cubicBezTo>
                    <a:pt x="457241" y="920867"/>
                    <a:pt x="457241" y="920867"/>
                    <a:pt x="458869" y="919246"/>
                  </a:cubicBezTo>
                  <a:cubicBezTo>
                    <a:pt x="458869" y="919246"/>
                    <a:pt x="458869" y="919246"/>
                    <a:pt x="460497" y="919246"/>
                  </a:cubicBezTo>
                  <a:cubicBezTo>
                    <a:pt x="460497" y="919246"/>
                    <a:pt x="463754" y="917626"/>
                    <a:pt x="463754" y="916005"/>
                  </a:cubicBezTo>
                  <a:cubicBezTo>
                    <a:pt x="463754" y="916005"/>
                    <a:pt x="463754" y="907900"/>
                    <a:pt x="465382" y="907900"/>
                  </a:cubicBezTo>
                  <a:cubicBezTo>
                    <a:pt x="465382" y="907900"/>
                    <a:pt x="468638" y="907900"/>
                    <a:pt x="468638" y="907900"/>
                  </a:cubicBezTo>
                  <a:cubicBezTo>
                    <a:pt x="468638" y="907900"/>
                    <a:pt x="471895" y="906279"/>
                    <a:pt x="471895" y="904658"/>
                  </a:cubicBezTo>
                  <a:cubicBezTo>
                    <a:pt x="471895" y="904658"/>
                    <a:pt x="471895" y="903037"/>
                    <a:pt x="473523" y="903037"/>
                  </a:cubicBezTo>
                  <a:cubicBezTo>
                    <a:pt x="473523" y="901416"/>
                    <a:pt x="476779" y="899795"/>
                    <a:pt x="476779" y="899795"/>
                  </a:cubicBezTo>
                  <a:cubicBezTo>
                    <a:pt x="476779" y="899795"/>
                    <a:pt x="478408" y="898174"/>
                    <a:pt x="476779" y="896553"/>
                  </a:cubicBezTo>
                  <a:cubicBezTo>
                    <a:pt x="476779" y="894933"/>
                    <a:pt x="476779" y="894933"/>
                    <a:pt x="476779" y="894933"/>
                  </a:cubicBezTo>
                  <a:cubicBezTo>
                    <a:pt x="476779" y="894933"/>
                    <a:pt x="476779" y="894933"/>
                    <a:pt x="480036" y="891691"/>
                  </a:cubicBezTo>
                  <a:cubicBezTo>
                    <a:pt x="480036" y="891691"/>
                    <a:pt x="480036" y="891691"/>
                    <a:pt x="481665" y="888449"/>
                  </a:cubicBezTo>
                  <a:cubicBezTo>
                    <a:pt x="481665" y="888449"/>
                    <a:pt x="481665" y="888449"/>
                    <a:pt x="481665" y="885207"/>
                  </a:cubicBezTo>
                  <a:cubicBezTo>
                    <a:pt x="481665" y="885207"/>
                    <a:pt x="481665" y="885207"/>
                    <a:pt x="483293" y="881965"/>
                  </a:cubicBezTo>
                  <a:cubicBezTo>
                    <a:pt x="483293" y="881965"/>
                    <a:pt x="483293" y="881965"/>
                    <a:pt x="484921" y="880344"/>
                  </a:cubicBezTo>
                  <a:cubicBezTo>
                    <a:pt x="484921" y="880344"/>
                    <a:pt x="484921" y="880344"/>
                    <a:pt x="484921" y="877102"/>
                  </a:cubicBezTo>
                  <a:cubicBezTo>
                    <a:pt x="484921" y="877102"/>
                    <a:pt x="484921" y="877102"/>
                    <a:pt x="484921" y="873861"/>
                  </a:cubicBezTo>
                  <a:cubicBezTo>
                    <a:pt x="484921" y="873861"/>
                    <a:pt x="484921" y="873861"/>
                    <a:pt x="483293" y="870619"/>
                  </a:cubicBezTo>
                  <a:cubicBezTo>
                    <a:pt x="481665" y="868998"/>
                    <a:pt x="483293" y="868998"/>
                    <a:pt x="483293" y="867377"/>
                  </a:cubicBezTo>
                  <a:cubicBezTo>
                    <a:pt x="483293" y="865756"/>
                    <a:pt x="484921" y="862514"/>
                    <a:pt x="484921" y="862514"/>
                  </a:cubicBezTo>
                  <a:cubicBezTo>
                    <a:pt x="483293" y="860893"/>
                    <a:pt x="483293" y="859272"/>
                    <a:pt x="483293" y="859272"/>
                  </a:cubicBezTo>
                  <a:cubicBezTo>
                    <a:pt x="481665" y="859272"/>
                    <a:pt x="481665" y="857651"/>
                    <a:pt x="481665" y="856030"/>
                  </a:cubicBezTo>
                  <a:cubicBezTo>
                    <a:pt x="481665" y="856030"/>
                    <a:pt x="484921" y="852788"/>
                    <a:pt x="484921" y="852788"/>
                  </a:cubicBezTo>
                  <a:cubicBezTo>
                    <a:pt x="484921" y="852788"/>
                    <a:pt x="484921" y="852788"/>
                    <a:pt x="484921" y="851168"/>
                  </a:cubicBezTo>
                  <a:cubicBezTo>
                    <a:pt x="484921" y="851168"/>
                    <a:pt x="484921" y="849547"/>
                    <a:pt x="486549" y="849547"/>
                  </a:cubicBezTo>
                  <a:cubicBezTo>
                    <a:pt x="486549" y="851168"/>
                    <a:pt x="488177" y="849547"/>
                    <a:pt x="489806" y="849547"/>
                  </a:cubicBezTo>
                  <a:cubicBezTo>
                    <a:pt x="489806" y="849547"/>
                    <a:pt x="491434" y="847926"/>
                    <a:pt x="489806" y="846305"/>
                  </a:cubicBezTo>
                  <a:cubicBezTo>
                    <a:pt x="489806" y="844684"/>
                    <a:pt x="488177" y="843063"/>
                    <a:pt x="489806" y="843063"/>
                  </a:cubicBezTo>
                  <a:cubicBezTo>
                    <a:pt x="489806" y="843063"/>
                    <a:pt x="491434" y="843063"/>
                    <a:pt x="493062" y="843063"/>
                  </a:cubicBezTo>
                  <a:cubicBezTo>
                    <a:pt x="493062" y="844684"/>
                    <a:pt x="493062" y="843063"/>
                    <a:pt x="494690" y="844684"/>
                  </a:cubicBezTo>
                  <a:cubicBezTo>
                    <a:pt x="494690" y="844684"/>
                    <a:pt x="496318" y="844684"/>
                    <a:pt x="496318" y="846305"/>
                  </a:cubicBezTo>
                  <a:cubicBezTo>
                    <a:pt x="496318" y="847926"/>
                    <a:pt x="499575" y="847926"/>
                    <a:pt x="499575" y="846305"/>
                  </a:cubicBezTo>
                  <a:cubicBezTo>
                    <a:pt x="499575" y="844684"/>
                    <a:pt x="501203" y="843063"/>
                    <a:pt x="501203" y="841442"/>
                  </a:cubicBezTo>
                  <a:cubicBezTo>
                    <a:pt x="499575" y="841442"/>
                    <a:pt x="499575" y="839821"/>
                    <a:pt x="499575" y="839821"/>
                  </a:cubicBezTo>
                  <a:cubicBezTo>
                    <a:pt x="499575" y="839821"/>
                    <a:pt x="499575" y="839821"/>
                    <a:pt x="504459" y="838200"/>
                  </a:cubicBezTo>
                  <a:close/>
                  <a:moveTo>
                    <a:pt x="513309" y="755650"/>
                  </a:moveTo>
                  <a:cubicBezTo>
                    <a:pt x="513309" y="755650"/>
                    <a:pt x="516536" y="755650"/>
                    <a:pt x="516536" y="757269"/>
                  </a:cubicBezTo>
                  <a:cubicBezTo>
                    <a:pt x="518150" y="757269"/>
                    <a:pt x="519763" y="758887"/>
                    <a:pt x="521377" y="758887"/>
                  </a:cubicBezTo>
                  <a:cubicBezTo>
                    <a:pt x="521377" y="760506"/>
                    <a:pt x="522990" y="760506"/>
                    <a:pt x="524604" y="762125"/>
                  </a:cubicBezTo>
                  <a:cubicBezTo>
                    <a:pt x="524604" y="763743"/>
                    <a:pt x="532672" y="770218"/>
                    <a:pt x="532672" y="771836"/>
                  </a:cubicBezTo>
                  <a:cubicBezTo>
                    <a:pt x="532672" y="771836"/>
                    <a:pt x="534285" y="773455"/>
                    <a:pt x="534285" y="773455"/>
                  </a:cubicBezTo>
                  <a:cubicBezTo>
                    <a:pt x="535899" y="773455"/>
                    <a:pt x="535899" y="773455"/>
                    <a:pt x="535899" y="775074"/>
                  </a:cubicBezTo>
                  <a:cubicBezTo>
                    <a:pt x="537512" y="776692"/>
                    <a:pt x="539126" y="776692"/>
                    <a:pt x="539126" y="776692"/>
                  </a:cubicBezTo>
                  <a:cubicBezTo>
                    <a:pt x="539126" y="778311"/>
                    <a:pt x="545580" y="779930"/>
                    <a:pt x="545580" y="779930"/>
                  </a:cubicBezTo>
                  <a:cubicBezTo>
                    <a:pt x="545580" y="779930"/>
                    <a:pt x="545580" y="779930"/>
                    <a:pt x="548807" y="781548"/>
                  </a:cubicBezTo>
                  <a:cubicBezTo>
                    <a:pt x="548807" y="781548"/>
                    <a:pt x="550420" y="779930"/>
                    <a:pt x="550420" y="781548"/>
                  </a:cubicBezTo>
                  <a:cubicBezTo>
                    <a:pt x="552034" y="781548"/>
                    <a:pt x="553647" y="783167"/>
                    <a:pt x="553647" y="783167"/>
                  </a:cubicBezTo>
                  <a:cubicBezTo>
                    <a:pt x="553647" y="784785"/>
                    <a:pt x="555261" y="784785"/>
                    <a:pt x="555261" y="784785"/>
                  </a:cubicBezTo>
                  <a:cubicBezTo>
                    <a:pt x="555261" y="784785"/>
                    <a:pt x="556874" y="784785"/>
                    <a:pt x="558488" y="784785"/>
                  </a:cubicBezTo>
                  <a:cubicBezTo>
                    <a:pt x="558488" y="786404"/>
                    <a:pt x="560101" y="786404"/>
                    <a:pt x="560101" y="786404"/>
                  </a:cubicBezTo>
                  <a:cubicBezTo>
                    <a:pt x="560101" y="786404"/>
                    <a:pt x="560101" y="786404"/>
                    <a:pt x="564942" y="786404"/>
                  </a:cubicBezTo>
                  <a:cubicBezTo>
                    <a:pt x="564942" y="786404"/>
                    <a:pt x="563329" y="788023"/>
                    <a:pt x="566556" y="786404"/>
                  </a:cubicBezTo>
                  <a:cubicBezTo>
                    <a:pt x="568169" y="784785"/>
                    <a:pt x="571396" y="781548"/>
                    <a:pt x="571396" y="779930"/>
                  </a:cubicBezTo>
                  <a:cubicBezTo>
                    <a:pt x="571396" y="779930"/>
                    <a:pt x="571396" y="779930"/>
                    <a:pt x="574623" y="778311"/>
                  </a:cubicBezTo>
                  <a:cubicBezTo>
                    <a:pt x="574623" y="779930"/>
                    <a:pt x="574623" y="783167"/>
                    <a:pt x="573010" y="783167"/>
                  </a:cubicBezTo>
                  <a:cubicBezTo>
                    <a:pt x="573010" y="784785"/>
                    <a:pt x="573010" y="784785"/>
                    <a:pt x="571396" y="786404"/>
                  </a:cubicBezTo>
                  <a:cubicBezTo>
                    <a:pt x="571396" y="786404"/>
                    <a:pt x="571396" y="788023"/>
                    <a:pt x="571396" y="788023"/>
                  </a:cubicBezTo>
                  <a:cubicBezTo>
                    <a:pt x="569783" y="789641"/>
                    <a:pt x="569783" y="791260"/>
                    <a:pt x="571396" y="791260"/>
                  </a:cubicBezTo>
                  <a:cubicBezTo>
                    <a:pt x="571396" y="792879"/>
                    <a:pt x="573010" y="791260"/>
                    <a:pt x="574623" y="792879"/>
                  </a:cubicBezTo>
                  <a:cubicBezTo>
                    <a:pt x="574623" y="792879"/>
                    <a:pt x="577850" y="791260"/>
                    <a:pt x="577850" y="792879"/>
                  </a:cubicBezTo>
                  <a:cubicBezTo>
                    <a:pt x="576237" y="792879"/>
                    <a:pt x="576237" y="794497"/>
                    <a:pt x="574623" y="794497"/>
                  </a:cubicBezTo>
                  <a:cubicBezTo>
                    <a:pt x="574623" y="796116"/>
                    <a:pt x="574623" y="796116"/>
                    <a:pt x="574623" y="796116"/>
                  </a:cubicBezTo>
                  <a:cubicBezTo>
                    <a:pt x="574623" y="797734"/>
                    <a:pt x="574623" y="799353"/>
                    <a:pt x="574623" y="799353"/>
                  </a:cubicBezTo>
                  <a:cubicBezTo>
                    <a:pt x="574623" y="800972"/>
                    <a:pt x="574623" y="800972"/>
                    <a:pt x="573010" y="802590"/>
                  </a:cubicBezTo>
                  <a:cubicBezTo>
                    <a:pt x="573010" y="804209"/>
                    <a:pt x="573010" y="802590"/>
                    <a:pt x="571396" y="804209"/>
                  </a:cubicBezTo>
                  <a:cubicBezTo>
                    <a:pt x="571396" y="805828"/>
                    <a:pt x="569783" y="807446"/>
                    <a:pt x="569783" y="807446"/>
                  </a:cubicBezTo>
                  <a:cubicBezTo>
                    <a:pt x="569783" y="807446"/>
                    <a:pt x="564942" y="807446"/>
                    <a:pt x="563329" y="807446"/>
                  </a:cubicBezTo>
                  <a:cubicBezTo>
                    <a:pt x="561715" y="809065"/>
                    <a:pt x="560101" y="809065"/>
                    <a:pt x="560101" y="809065"/>
                  </a:cubicBezTo>
                  <a:cubicBezTo>
                    <a:pt x="558488" y="809065"/>
                    <a:pt x="558488" y="807446"/>
                    <a:pt x="556874" y="807446"/>
                  </a:cubicBezTo>
                  <a:cubicBezTo>
                    <a:pt x="556874" y="805828"/>
                    <a:pt x="553647" y="805828"/>
                    <a:pt x="553647" y="805828"/>
                  </a:cubicBezTo>
                  <a:cubicBezTo>
                    <a:pt x="553647" y="805828"/>
                    <a:pt x="553647" y="805828"/>
                    <a:pt x="550420" y="809065"/>
                  </a:cubicBezTo>
                  <a:cubicBezTo>
                    <a:pt x="550420" y="809065"/>
                    <a:pt x="547193" y="810683"/>
                    <a:pt x="547193" y="810683"/>
                  </a:cubicBezTo>
                  <a:cubicBezTo>
                    <a:pt x="547193" y="812302"/>
                    <a:pt x="545580" y="812302"/>
                    <a:pt x="545580" y="812302"/>
                  </a:cubicBezTo>
                  <a:cubicBezTo>
                    <a:pt x="545580" y="812302"/>
                    <a:pt x="545580" y="813921"/>
                    <a:pt x="543966" y="815539"/>
                  </a:cubicBezTo>
                  <a:cubicBezTo>
                    <a:pt x="542353" y="817158"/>
                    <a:pt x="543966" y="815539"/>
                    <a:pt x="542353" y="817158"/>
                  </a:cubicBezTo>
                  <a:cubicBezTo>
                    <a:pt x="542353" y="820395"/>
                    <a:pt x="542353" y="818777"/>
                    <a:pt x="542353" y="820395"/>
                  </a:cubicBezTo>
                  <a:cubicBezTo>
                    <a:pt x="540739" y="822014"/>
                    <a:pt x="542353" y="825251"/>
                    <a:pt x="540739" y="825251"/>
                  </a:cubicBezTo>
                  <a:cubicBezTo>
                    <a:pt x="539126" y="825251"/>
                    <a:pt x="537512" y="825251"/>
                    <a:pt x="537512" y="825251"/>
                  </a:cubicBezTo>
                  <a:cubicBezTo>
                    <a:pt x="537512" y="825251"/>
                    <a:pt x="537512" y="825251"/>
                    <a:pt x="534285" y="825251"/>
                  </a:cubicBezTo>
                  <a:cubicBezTo>
                    <a:pt x="534285" y="825251"/>
                    <a:pt x="531058" y="823632"/>
                    <a:pt x="529445" y="823632"/>
                  </a:cubicBezTo>
                  <a:cubicBezTo>
                    <a:pt x="527831" y="823632"/>
                    <a:pt x="524604" y="823632"/>
                    <a:pt x="524604" y="822014"/>
                  </a:cubicBezTo>
                  <a:cubicBezTo>
                    <a:pt x="524604" y="822014"/>
                    <a:pt x="524604" y="822014"/>
                    <a:pt x="521377" y="820395"/>
                  </a:cubicBezTo>
                  <a:cubicBezTo>
                    <a:pt x="521377" y="820395"/>
                    <a:pt x="521377" y="818777"/>
                    <a:pt x="519763" y="818777"/>
                  </a:cubicBezTo>
                  <a:cubicBezTo>
                    <a:pt x="518150" y="817158"/>
                    <a:pt x="518150" y="817158"/>
                    <a:pt x="516536" y="817158"/>
                  </a:cubicBezTo>
                  <a:cubicBezTo>
                    <a:pt x="514923" y="817158"/>
                    <a:pt x="514923" y="817158"/>
                    <a:pt x="513309" y="817158"/>
                  </a:cubicBezTo>
                  <a:cubicBezTo>
                    <a:pt x="511696" y="818777"/>
                    <a:pt x="511696" y="817158"/>
                    <a:pt x="511696" y="817158"/>
                  </a:cubicBezTo>
                  <a:cubicBezTo>
                    <a:pt x="510082" y="817158"/>
                    <a:pt x="510082" y="815539"/>
                    <a:pt x="508469" y="815539"/>
                  </a:cubicBezTo>
                  <a:cubicBezTo>
                    <a:pt x="508469" y="815539"/>
                    <a:pt x="508469" y="813921"/>
                    <a:pt x="506855" y="815539"/>
                  </a:cubicBezTo>
                  <a:cubicBezTo>
                    <a:pt x="506855" y="815539"/>
                    <a:pt x="505242" y="815539"/>
                    <a:pt x="503628" y="817158"/>
                  </a:cubicBezTo>
                  <a:cubicBezTo>
                    <a:pt x="502015" y="818777"/>
                    <a:pt x="503628" y="820395"/>
                    <a:pt x="502015" y="820395"/>
                  </a:cubicBezTo>
                  <a:cubicBezTo>
                    <a:pt x="500401" y="820395"/>
                    <a:pt x="500401" y="820395"/>
                    <a:pt x="498788" y="820395"/>
                  </a:cubicBezTo>
                  <a:cubicBezTo>
                    <a:pt x="497174" y="818777"/>
                    <a:pt x="495560" y="818777"/>
                    <a:pt x="495560" y="817158"/>
                  </a:cubicBezTo>
                  <a:cubicBezTo>
                    <a:pt x="495560" y="817158"/>
                    <a:pt x="495560" y="815539"/>
                    <a:pt x="495560" y="815539"/>
                  </a:cubicBezTo>
                  <a:cubicBezTo>
                    <a:pt x="495560" y="815539"/>
                    <a:pt x="492333" y="815539"/>
                    <a:pt x="492333" y="817158"/>
                  </a:cubicBezTo>
                  <a:cubicBezTo>
                    <a:pt x="492333" y="817158"/>
                    <a:pt x="492333" y="818777"/>
                    <a:pt x="492333" y="818777"/>
                  </a:cubicBezTo>
                  <a:cubicBezTo>
                    <a:pt x="492333" y="820395"/>
                    <a:pt x="490720" y="822014"/>
                    <a:pt x="492333" y="822014"/>
                  </a:cubicBezTo>
                  <a:cubicBezTo>
                    <a:pt x="492333" y="822014"/>
                    <a:pt x="493947" y="823632"/>
                    <a:pt x="495560" y="823632"/>
                  </a:cubicBezTo>
                  <a:cubicBezTo>
                    <a:pt x="497174" y="823632"/>
                    <a:pt x="497174" y="823632"/>
                    <a:pt x="498788" y="825251"/>
                  </a:cubicBezTo>
                  <a:cubicBezTo>
                    <a:pt x="498788" y="826870"/>
                    <a:pt x="500401" y="826870"/>
                    <a:pt x="500401" y="826870"/>
                  </a:cubicBezTo>
                  <a:cubicBezTo>
                    <a:pt x="502015" y="828488"/>
                    <a:pt x="502015" y="828488"/>
                    <a:pt x="502015" y="828488"/>
                  </a:cubicBezTo>
                  <a:cubicBezTo>
                    <a:pt x="502015" y="830107"/>
                    <a:pt x="502015" y="830107"/>
                    <a:pt x="502015" y="831726"/>
                  </a:cubicBezTo>
                  <a:cubicBezTo>
                    <a:pt x="500401" y="831726"/>
                    <a:pt x="498788" y="833344"/>
                    <a:pt x="498788" y="833344"/>
                  </a:cubicBezTo>
                  <a:cubicBezTo>
                    <a:pt x="497174" y="833344"/>
                    <a:pt x="495560" y="831726"/>
                    <a:pt x="495560" y="831726"/>
                  </a:cubicBezTo>
                  <a:cubicBezTo>
                    <a:pt x="493947" y="831726"/>
                    <a:pt x="492333" y="831726"/>
                    <a:pt x="492333" y="833344"/>
                  </a:cubicBezTo>
                  <a:cubicBezTo>
                    <a:pt x="492333" y="834963"/>
                    <a:pt x="493947" y="834963"/>
                    <a:pt x="492333" y="834963"/>
                  </a:cubicBezTo>
                  <a:cubicBezTo>
                    <a:pt x="492333" y="834963"/>
                    <a:pt x="492333" y="834963"/>
                    <a:pt x="489106" y="836582"/>
                  </a:cubicBezTo>
                  <a:cubicBezTo>
                    <a:pt x="487493" y="838200"/>
                    <a:pt x="487493" y="838200"/>
                    <a:pt x="487493" y="838200"/>
                  </a:cubicBezTo>
                  <a:cubicBezTo>
                    <a:pt x="485879" y="838200"/>
                    <a:pt x="485879" y="836582"/>
                    <a:pt x="485879" y="836582"/>
                  </a:cubicBezTo>
                  <a:cubicBezTo>
                    <a:pt x="484266" y="836582"/>
                    <a:pt x="484266" y="834963"/>
                    <a:pt x="484266" y="833344"/>
                  </a:cubicBezTo>
                  <a:cubicBezTo>
                    <a:pt x="484266" y="833344"/>
                    <a:pt x="484266" y="833344"/>
                    <a:pt x="484266" y="831726"/>
                  </a:cubicBezTo>
                  <a:cubicBezTo>
                    <a:pt x="484266" y="831726"/>
                    <a:pt x="484266" y="831726"/>
                    <a:pt x="485879" y="828488"/>
                  </a:cubicBezTo>
                  <a:cubicBezTo>
                    <a:pt x="485879" y="828488"/>
                    <a:pt x="485879" y="826870"/>
                    <a:pt x="485879" y="826870"/>
                  </a:cubicBezTo>
                  <a:cubicBezTo>
                    <a:pt x="484266" y="825251"/>
                    <a:pt x="484266" y="825251"/>
                    <a:pt x="484266" y="825251"/>
                  </a:cubicBezTo>
                  <a:cubicBezTo>
                    <a:pt x="484266" y="825251"/>
                    <a:pt x="484266" y="822014"/>
                    <a:pt x="482652" y="822014"/>
                  </a:cubicBezTo>
                  <a:cubicBezTo>
                    <a:pt x="482652" y="823632"/>
                    <a:pt x="481039" y="822014"/>
                    <a:pt x="481039" y="822014"/>
                  </a:cubicBezTo>
                  <a:cubicBezTo>
                    <a:pt x="481039" y="820395"/>
                    <a:pt x="479425" y="818777"/>
                    <a:pt x="481039" y="817158"/>
                  </a:cubicBezTo>
                  <a:cubicBezTo>
                    <a:pt x="481039" y="817158"/>
                    <a:pt x="481039" y="817158"/>
                    <a:pt x="482652" y="813921"/>
                  </a:cubicBezTo>
                  <a:cubicBezTo>
                    <a:pt x="482652" y="813921"/>
                    <a:pt x="482652" y="813921"/>
                    <a:pt x="484266" y="812302"/>
                  </a:cubicBezTo>
                  <a:cubicBezTo>
                    <a:pt x="484266" y="812302"/>
                    <a:pt x="484266" y="812302"/>
                    <a:pt x="489106" y="810683"/>
                  </a:cubicBezTo>
                  <a:lnTo>
                    <a:pt x="489106" y="807446"/>
                  </a:lnTo>
                  <a:cubicBezTo>
                    <a:pt x="489106" y="807446"/>
                    <a:pt x="489106" y="807446"/>
                    <a:pt x="490720" y="805828"/>
                  </a:cubicBezTo>
                  <a:cubicBezTo>
                    <a:pt x="489106" y="805828"/>
                    <a:pt x="489106" y="804209"/>
                    <a:pt x="489106" y="802590"/>
                  </a:cubicBezTo>
                  <a:cubicBezTo>
                    <a:pt x="490720" y="802590"/>
                    <a:pt x="490720" y="799353"/>
                    <a:pt x="492333" y="799353"/>
                  </a:cubicBezTo>
                  <a:cubicBezTo>
                    <a:pt x="492333" y="799353"/>
                    <a:pt x="492333" y="799353"/>
                    <a:pt x="493947" y="800972"/>
                  </a:cubicBezTo>
                  <a:cubicBezTo>
                    <a:pt x="493947" y="800972"/>
                    <a:pt x="493947" y="800972"/>
                    <a:pt x="498788" y="802590"/>
                  </a:cubicBezTo>
                  <a:cubicBezTo>
                    <a:pt x="498788" y="802590"/>
                    <a:pt x="498788" y="802590"/>
                    <a:pt x="502015" y="804209"/>
                  </a:cubicBezTo>
                  <a:cubicBezTo>
                    <a:pt x="502015" y="804209"/>
                    <a:pt x="502015" y="804209"/>
                    <a:pt x="505242" y="804209"/>
                  </a:cubicBezTo>
                  <a:cubicBezTo>
                    <a:pt x="505242" y="804209"/>
                    <a:pt x="506855" y="802590"/>
                    <a:pt x="506855" y="800972"/>
                  </a:cubicBezTo>
                  <a:cubicBezTo>
                    <a:pt x="505242" y="800972"/>
                    <a:pt x="505242" y="797734"/>
                    <a:pt x="505242" y="796116"/>
                  </a:cubicBezTo>
                  <a:cubicBezTo>
                    <a:pt x="505242" y="796116"/>
                    <a:pt x="505242" y="791260"/>
                    <a:pt x="505242" y="791260"/>
                  </a:cubicBezTo>
                  <a:cubicBezTo>
                    <a:pt x="505242" y="791260"/>
                    <a:pt x="508469" y="789641"/>
                    <a:pt x="508469" y="791260"/>
                  </a:cubicBezTo>
                  <a:cubicBezTo>
                    <a:pt x="508469" y="791260"/>
                    <a:pt x="508469" y="791260"/>
                    <a:pt x="510082" y="789641"/>
                  </a:cubicBezTo>
                  <a:cubicBezTo>
                    <a:pt x="510082" y="789641"/>
                    <a:pt x="511696" y="788023"/>
                    <a:pt x="511696" y="786404"/>
                  </a:cubicBezTo>
                  <a:cubicBezTo>
                    <a:pt x="511696" y="784785"/>
                    <a:pt x="511696" y="781548"/>
                    <a:pt x="511696" y="779930"/>
                  </a:cubicBezTo>
                  <a:cubicBezTo>
                    <a:pt x="511696" y="778311"/>
                    <a:pt x="511696" y="776692"/>
                    <a:pt x="513309" y="776692"/>
                  </a:cubicBezTo>
                  <a:cubicBezTo>
                    <a:pt x="513309" y="776692"/>
                    <a:pt x="514923" y="776692"/>
                    <a:pt x="513309" y="775074"/>
                  </a:cubicBezTo>
                  <a:cubicBezTo>
                    <a:pt x="513309" y="773455"/>
                    <a:pt x="514923" y="770218"/>
                    <a:pt x="514923" y="770218"/>
                  </a:cubicBezTo>
                  <a:cubicBezTo>
                    <a:pt x="513309" y="770218"/>
                    <a:pt x="513309" y="766981"/>
                    <a:pt x="513309" y="765362"/>
                  </a:cubicBezTo>
                  <a:cubicBezTo>
                    <a:pt x="511696" y="765362"/>
                    <a:pt x="510082" y="765362"/>
                    <a:pt x="510082" y="763743"/>
                  </a:cubicBezTo>
                  <a:cubicBezTo>
                    <a:pt x="510082" y="762125"/>
                    <a:pt x="511696" y="757269"/>
                    <a:pt x="511696" y="757269"/>
                  </a:cubicBezTo>
                  <a:cubicBezTo>
                    <a:pt x="511696" y="757269"/>
                    <a:pt x="511696" y="757269"/>
                    <a:pt x="513309" y="755650"/>
                  </a:cubicBezTo>
                  <a:close/>
                  <a:moveTo>
                    <a:pt x="522749" y="558841"/>
                  </a:moveTo>
                  <a:cubicBezTo>
                    <a:pt x="522749" y="558841"/>
                    <a:pt x="527665" y="557212"/>
                    <a:pt x="532581" y="562099"/>
                  </a:cubicBezTo>
                  <a:cubicBezTo>
                    <a:pt x="535858" y="568614"/>
                    <a:pt x="532581" y="562099"/>
                    <a:pt x="532581" y="566985"/>
                  </a:cubicBezTo>
                  <a:cubicBezTo>
                    <a:pt x="532581" y="570243"/>
                    <a:pt x="534220" y="570243"/>
                    <a:pt x="534220" y="571872"/>
                  </a:cubicBezTo>
                  <a:cubicBezTo>
                    <a:pt x="534220" y="573501"/>
                    <a:pt x="534220" y="576759"/>
                    <a:pt x="534220" y="578388"/>
                  </a:cubicBezTo>
                  <a:cubicBezTo>
                    <a:pt x="534220" y="578388"/>
                    <a:pt x="535858" y="581646"/>
                    <a:pt x="535858" y="581646"/>
                  </a:cubicBezTo>
                  <a:cubicBezTo>
                    <a:pt x="535858" y="581646"/>
                    <a:pt x="537497" y="584903"/>
                    <a:pt x="537497" y="586532"/>
                  </a:cubicBezTo>
                  <a:cubicBezTo>
                    <a:pt x="537497" y="586532"/>
                    <a:pt x="537497" y="597935"/>
                    <a:pt x="540774" y="597935"/>
                  </a:cubicBezTo>
                  <a:cubicBezTo>
                    <a:pt x="542413" y="597935"/>
                    <a:pt x="539136" y="599564"/>
                    <a:pt x="537497" y="604450"/>
                  </a:cubicBezTo>
                  <a:cubicBezTo>
                    <a:pt x="534220" y="607708"/>
                    <a:pt x="537497" y="604450"/>
                    <a:pt x="535858" y="606079"/>
                  </a:cubicBezTo>
                  <a:cubicBezTo>
                    <a:pt x="535858" y="609337"/>
                    <a:pt x="535858" y="609337"/>
                    <a:pt x="535858" y="610966"/>
                  </a:cubicBezTo>
                  <a:cubicBezTo>
                    <a:pt x="535858" y="614224"/>
                    <a:pt x="537497" y="619111"/>
                    <a:pt x="537497" y="620739"/>
                  </a:cubicBezTo>
                  <a:cubicBezTo>
                    <a:pt x="537497" y="620739"/>
                    <a:pt x="537497" y="623997"/>
                    <a:pt x="539136" y="623997"/>
                  </a:cubicBezTo>
                  <a:cubicBezTo>
                    <a:pt x="539136" y="625626"/>
                    <a:pt x="542413" y="630513"/>
                    <a:pt x="542413" y="630513"/>
                  </a:cubicBezTo>
                  <a:cubicBezTo>
                    <a:pt x="544052" y="632142"/>
                    <a:pt x="544052" y="637029"/>
                    <a:pt x="544052" y="638658"/>
                  </a:cubicBezTo>
                  <a:cubicBezTo>
                    <a:pt x="545691" y="641915"/>
                    <a:pt x="544052" y="640286"/>
                    <a:pt x="542413" y="641915"/>
                  </a:cubicBezTo>
                  <a:cubicBezTo>
                    <a:pt x="542413" y="643544"/>
                    <a:pt x="542413" y="646802"/>
                    <a:pt x="542413" y="648431"/>
                  </a:cubicBezTo>
                  <a:cubicBezTo>
                    <a:pt x="544052" y="651689"/>
                    <a:pt x="544052" y="651689"/>
                    <a:pt x="545691" y="654947"/>
                  </a:cubicBezTo>
                  <a:cubicBezTo>
                    <a:pt x="547329" y="658204"/>
                    <a:pt x="547329" y="661462"/>
                    <a:pt x="548968" y="663091"/>
                  </a:cubicBezTo>
                  <a:cubicBezTo>
                    <a:pt x="548968" y="666349"/>
                    <a:pt x="550607" y="667978"/>
                    <a:pt x="550607" y="669607"/>
                  </a:cubicBezTo>
                  <a:cubicBezTo>
                    <a:pt x="550607" y="671236"/>
                    <a:pt x="553884" y="676123"/>
                    <a:pt x="553884" y="676123"/>
                  </a:cubicBezTo>
                  <a:cubicBezTo>
                    <a:pt x="553884" y="676123"/>
                    <a:pt x="557162" y="681009"/>
                    <a:pt x="558800" y="682638"/>
                  </a:cubicBezTo>
                  <a:cubicBezTo>
                    <a:pt x="557162" y="682638"/>
                    <a:pt x="553884" y="681009"/>
                    <a:pt x="553884" y="681009"/>
                  </a:cubicBezTo>
                  <a:cubicBezTo>
                    <a:pt x="553884" y="677751"/>
                    <a:pt x="550607" y="677751"/>
                    <a:pt x="550607" y="677751"/>
                  </a:cubicBezTo>
                  <a:cubicBezTo>
                    <a:pt x="550607" y="676123"/>
                    <a:pt x="544052" y="676123"/>
                    <a:pt x="544052" y="676123"/>
                  </a:cubicBezTo>
                  <a:cubicBezTo>
                    <a:pt x="544052" y="676123"/>
                    <a:pt x="539136" y="676123"/>
                    <a:pt x="539136" y="676123"/>
                  </a:cubicBezTo>
                  <a:cubicBezTo>
                    <a:pt x="537497" y="674494"/>
                    <a:pt x="535858" y="677751"/>
                    <a:pt x="534220" y="676123"/>
                  </a:cubicBezTo>
                  <a:cubicBezTo>
                    <a:pt x="532581" y="676123"/>
                    <a:pt x="534220" y="677751"/>
                    <a:pt x="532581" y="679380"/>
                  </a:cubicBezTo>
                  <a:cubicBezTo>
                    <a:pt x="532581" y="681009"/>
                    <a:pt x="532581" y="681009"/>
                    <a:pt x="532581" y="682638"/>
                  </a:cubicBezTo>
                  <a:cubicBezTo>
                    <a:pt x="532581" y="684267"/>
                    <a:pt x="530942" y="687525"/>
                    <a:pt x="529303" y="690783"/>
                  </a:cubicBezTo>
                  <a:cubicBezTo>
                    <a:pt x="529303" y="690783"/>
                    <a:pt x="527665" y="692412"/>
                    <a:pt x="527665" y="694041"/>
                  </a:cubicBezTo>
                  <a:cubicBezTo>
                    <a:pt x="527665" y="695669"/>
                    <a:pt x="527665" y="697298"/>
                    <a:pt x="527665" y="697298"/>
                  </a:cubicBezTo>
                  <a:cubicBezTo>
                    <a:pt x="527665" y="697298"/>
                    <a:pt x="527665" y="697298"/>
                    <a:pt x="527665" y="703814"/>
                  </a:cubicBezTo>
                  <a:cubicBezTo>
                    <a:pt x="527665" y="703814"/>
                    <a:pt x="527665" y="703814"/>
                    <a:pt x="524387" y="711959"/>
                  </a:cubicBezTo>
                  <a:cubicBezTo>
                    <a:pt x="524387" y="711959"/>
                    <a:pt x="524387" y="711959"/>
                    <a:pt x="526026" y="715216"/>
                  </a:cubicBezTo>
                  <a:cubicBezTo>
                    <a:pt x="526026" y="715216"/>
                    <a:pt x="527665" y="718474"/>
                    <a:pt x="529303" y="718474"/>
                  </a:cubicBezTo>
                  <a:cubicBezTo>
                    <a:pt x="530942" y="718474"/>
                    <a:pt x="530942" y="721732"/>
                    <a:pt x="532581" y="721732"/>
                  </a:cubicBezTo>
                  <a:cubicBezTo>
                    <a:pt x="534220" y="723361"/>
                    <a:pt x="534220" y="724990"/>
                    <a:pt x="534220" y="724990"/>
                  </a:cubicBezTo>
                  <a:cubicBezTo>
                    <a:pt x="534220" y="724990"/>
                    <a:pt x="534220" y="724990"/>
                    <a:pt x="535858" y="728248"/>
                  </a:cubicBezTo>
                  <a:cubicBezTo>
                    <a:pt x="535858" y="728248"/>
                    <a:pt x="539136" y="731506"/>
                    <a:pt x="540774" y="729877"/>
                  </a:cubicBezTo>
                  <a:cubicBezTo>
                    <a:pt x="540774" y="729877"/>
                    <a:pt x="542413" y="733134"/>
                    <a:pt x="542413" y="733134"/>
                  </a:cubicBezTo>
                  <a:cubicBezTo>
                    <a:pt x="542413" y="733134"/>
                    <a:pt x="542413" y="733134"/>
                    <a:pt x="542413" y="736392"/>
                  </a:cubicBezTo>
                  <a:cubicBezTo>
                    <a:pt x="542413" y="736392"/>
                    <a:pt x="542413" y="738021"/>
                    <a:pt x="540774" y="739650"/>
                  </a:cubicBezTo>
                  <a:cubicBezTo>
                    <a:pt x="540774" y="742908"/>
                    <a:pt x="540774" y="742908"/>
                    <a:pt x="539136" y="742908"/>
                  </a:cubicBezTo>
                  <a:cubicBezTo>
                    <a:pt x="537497" y="744537"/>
                    <a:pt x="537497" y="739650"/>
                    <a:pt x="537497" y="739650"/>
                  </a:cubicBezTo>
                  <a:cubicBezTo>
                    <a:pt x="537497" y="738021"/>
                    <a:pt x="535858" y="738021"/>
                    <a:pt x="535858" y="736392"/>
                  </a:cubicBezTo>
                  <a:cubicBezTo>
                    <a:pt x="535858" y="734763"/>
                    <a:pt x="530942" y="736392"/>
                    <a:pt x="530942" y="734763"/>
                  </a:cubicBezTo>
                  <a:cubicBezTo>
                    <a:pt x="530942" y="734763"/>
                    <a:pt x="526026" y="734763"/>
                    <a:pt x="526026" y="733134"/>
                  </a:cubicBezTo>
                  <a:cubicBezTo>
                    <a:pt x="526026" y="733134"/>
                    <a:pt x="524387" y="733134"/>
                    <a:pt x="522749" y="733134"/>
                  </a:cubicBezTo>
                  <a:cubicBezTo>
                    <a:pt x="522749" y="733134"/>
                    <a:pt x="522749" y="734763"/>
                    <a:pt x="521110" y="736392"/>
                  </a:cubicBezTo>
                  <a:cubicBezTo>
                    <a:pt x="521110" y="738021"/>
                    <a:pt x="519471" y="741279"/>
                    <a:pt x="519471" y="741279"/>
                  </a:cubicBezTo>
                  <a:cubicBezTo>
                    <a:pt x="519471" y="742908"/>
                    <a:pt x="517833" y="744537"/>
                    <a:pt x="516194" y="744537"/>
                  </a:cubicBezTo>
                  <a:cubicBezTo>
                    <a:pt x="514555" y="744537"/>
                    <a:pt x="514555" y="744537"/>
                    <a:pt x="512916" y="744537"/>
                  </a:cubicBezTo>
                  <a:cubicBezTo>
                    <a:pt x="512916" y="744537"/>
                    <a:pt x="514555" y="741279"/>
                    <a:pt x="514555" y="739650"/>
                  </a:cubicBezTo>
                  <a:cubicBezTo>
                    <a:pt x="512916" y="738021"/>
                    <a:pt x="512916" y="738021"/>
                    <a:pt x="511278" y="738021"/>
                  </a:cubicBezTo>
                  <a:cubicBezTo>
                    <a:pt x="511278" y="736392"/>
                    <a:pt x="509639" y="736392"/>
                    <a:pt x="509639" y="733134"/>
                  </a:cubicBezTo>
                  <a:cubicBezTo>
                    <a:pt x="511278" y="731506"/>
                    <a:pt x="509639" y="733134"/>
                    <a:pt x="511278" y="729877"/>
                  </a:cubicBezTo>
                  <a:cubicBezTo>
                    <a:pt x="511278" y="726619"/>
                    <a:pt x="511278" y="729877"/>
                    <a:pt x="511278" y="728248"/>
                  </a:cubicBezTo>
                  <a:cubicBezTo>
                    <a:pt x="512916" y="726619"/>
                    <a:pt x="512916" y="724990"/>
                    <a:pt x="514555" y="724990"/>
                  </a:cubicBezTo>
                  <a:cubicBezTo>
                    <a:pt x="514555" y="723361"/>
                    <a:pt x="514555" y="720103"/>
                    <a:pt x="514555" y="720103"/>
                  </a:cubicBezTo>
                  <a:cubicBezTo>
                    <a:pt x="514555" y="720103"/>
                    <a:pt x="514555" y="723361"/>
                    <a:pt x="511278" y="715216"/>
                  </a:cubicBezTo>
                  <a:cubicBezTo>
                    <a:pt x="511278" y="715216"/>
                    <a:pt x="511278" y="711959"/>
                    <a:pt x="511278" y="710330"/>
                  </a:cubicBezTo>
                  <a:cubicBezTo>
                    <a:pt x="511278" y="710330"/>
                    <a:pt x="512916" y="707072"/>
                    <a:pt x="512916" y="707072"/>
                  </a:cubicBezTo>
                  <a:cubicBezTo>
                    <a:pt x="512916" y="707072"/>
                    <a:pt x="514555" y="703814"/>
                    <a:pt x="516194" y="703814"/>
                  </a:cubicBezTo>
                  <a:cubicBezTo>
                    <a:pt x="517833" y="702185"/>
                    <a:pt x="516194" y="700556"/>
                    <a:pt x="516194" y="697298"/>
                  </a:cubicBezTo>
                  <a:cubicBezTo>
                    <a:pt x="516194" y="694041"/>
                    <a:pt x="516194" y="694041"/>
                    <a:pt x="516194" y="692412"/>
                  </a:cubicBezTo>
                  <a:cubicBezTo>
                    <a:pt x="514555" y="690783"/>
                    <a:pt x="512916" y="690783"/>
                    <a:pt x="512916" y="689154"/>
                  </a:cubicBezTo>
                  <a:cubicBezTo>
                    <a:pt x="512916" y="689154"/>
                    <a:pt x="512916" y="685896"/>
                    <a:pt x="511278" y="684267"/>
                  </a:cubicBezTo>
                  <a:cubicBezTo>
                    <a:pt x="511278" y="682638"/>
                    <a:pt x="511278" y="681009"/>
                    <a:pt x="512916" y="679380"/>
                  </a:cubicBezTo>
                  <a:cubicBezTo>
                    <a:pt x="512916" y="677751"/>
                    <a:pt x="516194" y="677751"/>
                    <a:pt x="517833" y="667978"/>
                  </a:cubicBezTo>
                  <a:cubicBezTo>
                    <a:pt x="517833" y="659833"/>
                    <a:pt x="516194" y="666349"/>
                    <a:pt x="517833" y="654947"/>
                  </a:cubicBezTo>
                  <a:lnTo>
                    <a:pt x="517833" y="653318"/>
                  </a:lnTo>
                  <a:cubicBezTo>
                    <a:pt x="516194" y="651689"/>
                    <a:pt x="517833" y="650060"/>
                    <a:pt x="516194" y="648431"/>
                  </a:cubicBezTo>
                  <a:cubicBezTo>
                    <a:pt x="516194" y="645173"/>
                    <a:pt x="514555" y="646802"/>
                    <a:pt x="516194" y="643544"/>
                  </a:cubicBezTo>
                  <a:cubicBezTo>
                    <a:pt x="516194" y="640286"/>
                    <a:pt x="516194" y="643544"/>
                    <a:pt x="516194" y="641915"/>
                  </a:cubicBezTo>
                  <a:cubicBezTo>
                    <a:pt x="517833" y="641915"/>
                    <a:pt x="517833" y="641915"/>
                    <a:pt x="517833" y="640286"/>
                  </a:cubicBezTo>
                  <a:cubicBezTo>
                    <a:pt x="519471" y="640286"/>
                    <a:pt x="519471" y="637029"/>
                    <a:pt x="517833" y="635400"/>
                  </a:cubicBezTo>
                  <a:cubicBezTo>
                    <a:pt x="517833" y="635400"/>
                    <a:pt x="517833" y="632142"/>
                    <a:pt x="517833" y="630513"/>
                  </a:cubicBezTo>
                  <a:cubicBezTo>
                    <a:pt x="517833" y="627255"/>
                    <a:pt x="516194" y="628884"/>
                    <a:pt x="516194" y="627255"/>
                  </a:cubicBezTo>
                  <a:cubicBezTo>
                    <a:pt x="516194" y="625626"/>
                    <a:pt x="514555" y="625626"/>
                    <a:pt x="512916" y="623997"/>
                  </a:cubicBezTo>
                  <a:cubicBezTo>
                    <a:pt x="512916" y="623997"/>
                    <a:pt x="512916" y="622368"/>
                    <a:pt x="511278" y="620739"/>
                  </a:cubicBezTo>
                  <a:cubicBezTo>
                    <a:pt x="511278" y="619111"/>
                    <a:pt x="508000" y="617482"/>
                    <a:pt x="508000" y="614224"/>
                  </a:cubicBezTo>
                  <a:cubicBezTo>
                    <a:pt x="508000" y="610966"/>
                    <a:pt x="508000" y="612595"/>
                    <a:pt x="509639" y="610966"/>
                  </a:cubicBezTo>
                  <a:cubicBezTo>
                    <a:pt x="511278" y="609337"/>
                    <a:pt x="509639" y="607708"/>
                    <a:pt x="509639" y="604450"/>
                  </a:cubicBezTo>
                  <a:cubicBezTo>
                    <a:pt x="509639" y="601193"/>
                    <a:pt x="509639" y="602821"/>
                    <a:pt x="511278" y="601193"/>
                  </a:cubicBezTo>
                  <a:cubicBezTo>
                    <a:pt x="512916" y="599564"/>
                    <a:pt x="512916" y="599564"/>
                    <a:pt x="512916" y="596306"/>
                  </a:cubicBezTo>
                  <a:cubicBezTo>
                    <a:pt x="512916" y="593048"/>
                    <a:pt x="511278" y="593048"/>
                    <a:pt x="511278" y="591419"/>
                  </a:cubicBezTo>
                  <a:cubicBezTo>
                    <a:pt x="511278" y="589790"/>
                    <a:pt x="511278" y="589790"/>
                    <a:pt x="511278" y="586532"/>
                  </a:cubicBezTo>
                  <a:cubicBezTo>
                    <a:pt x="511278" y="583274"/>
                    <a:pt x="511278" y="584903"/>
                    <a:pt x="512916" y="581646"/>
                  </a:cubicBezTo>
                  <a:cubicBezTo>
                    <a:pt x="514555" y="580017"/>
                    <a:pt x="512916" y="580017"/>
                    <a:pt x="516194" y="580017"/>
                  </a:cubicBezTo>
                  <a:cubicBezTo>
                    <a:pt x="519471" y="578388"/>
                    <a:pt x="519471" y="581646"/>
                    <a:pt x="519471" y="581646"/>
                  </a:cubicBezTo>
                  <a:cubicBezTo>
                    <a:pt x="519471" y="581646"/>
                    <a:pt x="519471" y="580017"/>
                    <a:pt x="521110" y="578388"/>
                  </a:cubicBezTo>
                  <a:cubicBezTo>
                    <a:pt x="521110" y="576759"/>
                    <a:pt x="521110" y="576759"/>
                    <a:pt x="522749" y="576759"/>
                  </a:cubicBezTo>
                  <a:cubicBezTo>
                    <a:pt x="524387" y="575130"/>
                    <a:pt x="524387" y="573501"/>
                    <a:pt x="524387" y="571872"/>
                  </a:cubicBezTo>
                  <a:cubicBezTo>
                    <a:pt x="524387" y="570243"/>
                    <a:pt x="524387" y="568614"/>
                    <a:pt x="522749" y="566985"/>
                  </a:cubicBezTo>
                  <a:cubicBezTo>
                    <a:pt x="522749" y="566985"/>
                    <a:pt x="521110" y="565357"/>
                    <a:pt x="521110" y="563728"/>
                  </a:cubicBezTo>
                  <a:cubicBezTo>
                    <a:pt x="521110" y="563728"/>
                    <a:pt x="522749" y="558841"/>
                    <a:pt x="522749" y="558841"/>
                  </a:cubicBezTo>
                  <a:close/>
                  <a:moveTo>
                    <a:pt x="14968" y="0"/>
                  </a:moveTo>
                  <a:cubicBezTo>
                    <a:pt x="18294" y="0"/>
                    <a:pt x="16631" y="1732"/>
                    <a:pt x="19957" y="1732"/>
                  </a:cubicBezTo>
                  <a:cubicBezTo>
                    <a:pt x="21620" y="3464"/>
                    <a:pt x="19957" y="3464"/>
                    <a:pt x="21620" y="1732"/>
                  </a:cubicBezTo>
                  <a:cubicBezTo>
                    <a:pt x="23283" y="1732"/>
                    <a:pt x="26609" y="1732"/>
                    <a:pt x="28272" y="1732"/>
                  </a:cubicBezTo>
                  <a:cubicBezTo>
                    <a:pt x="28272" y="0"/>
                    <a:pt x="29935" y="1732"/>
                    <a:pt x="31599" y="1732"/>
                  </a:cubicBezTo>
                  <a:cubicBezTo>
                    <a:pt x="31599" y="1732"/>
                    <a:pt x="33262" y="1732"/>
                    <a:pt x="34925" y="3464"/>
                  </a:cubicBezTo>
                  <a:cubicBezTo>
                    <a:pt x="34925" y="5195"/>
                    <a:pt x="34925" y="5195"/>
                    <a:pt x="34925" y="6927"/>
                  </a:cubicBezTo>
                  <a:cubicBezTo>
                    <a:pt x="34925" y="6927"/>
                    <a:pt x="34925" y="8659"/>
                    <a:pt x="34925" y="8659"/>
                  </a:cubicBezTo>
                  <a:cubicBezTo>
                    <a:pt x="34925" y="10391"/>
                    <a:pt x="33262" y="10391"/>
                    <a:pt x="31599" y="12123"/>
                  </a:cubicBezTo>
                  <a:cubicBezTo>
                    <a:pt x="29935" y="12123"/>
                    <a:pt x="29935" y="12123"/>
                    <a:pt x="29935" y="13854"/>
                  </a:cubicBezTo>
                  <a:cubicBezTo>
                    <a:pt x="28272" y="15586"/>
                    <a:pt x="28272" y="15586"/>
                    <a:pt x="26609" y="15586"/>
                  </a:cubicBezTo>
                  <a:cubicBezTo>
                    <a:pt x="26609" y="15586"/>
                    <a:pt x="24946" y="17318"/>
                    <a:pt x="24946" y="17318"/>
                  </a:cubicBezTo>
                  <a:cubicBezTo>
                    <a:pt x="24946" y="17318"/>
                    <a:pt x="23283" y="19050"/>
                    <a:pt x="21620" y="19050"/>
                  </a:cubicBezTo>
                  <a:cubicBezTo>
                    <a:pt x="21620" y="19050"/>
                    <a:pt x="18294" y="19050"/>
                    <a:pt x="18294" y="19050"/>
                  </a:cubicBezTo>
                  <a:cubicBezTo>
                    <a:pt x="16631" y="19050"/>
                    <a:pt x="16631" y="19050"/>
                    <a:pt x="14968" y="19050"/>
                  </a:cubicBezTo>
                  <a:cubicBezTo>
                    <a:pt x="14968" y="19050"/>
                    <a:pt x="11641" y="17318"/>
                    <a:pt x="9978" y="17318"/>
                  </a:cubicBezTo>
                  <a:cubicBezTo>
                    <a:pt x="9978" y="15586"/>
                    <a:pt x="9978" y="15586"/>
                    <a:pt x="9978" y="15586"/>
                  </a:cubicBezTo>
                  <a:cubicBezTo>
                    <a:pt x="9978" y="15586"/>
                    <a:pt x="9978" y="15586"/>
                    <a:pt x="4989" y="13854"/>
                  </a:cubicBezTo>
                  <a:cubicBezTo>
                    <a:pt x="3326" y="12123"/>
                    <a:pt x="1663" y="12123"/>
                    <a:pt x="1663" y="12123"/>
                  </a:cubicBezTo>
                  <a:cubicBezTo>
                    <a:pt x="0" y="12123"/>
                    <a:pt x="0" y="10391"/>
                    <a:pt x="0" y="8659"/>
                  </a:cubicBezTo>
                  <a:cubicBezTo>
                    <a:pt x="1663" y="6927"/>
                    <a:pt x="1663" y="6927"/>
                    <a:pt x="3326" y="6927"/>
                  </a:cubicBezTo>
                  <a:cubicBezTo>
                    <a:pt x="4989" y="5195"/>
                    <a:pt x="6652" y="5195"/>
                    <a:pt x="6652" y="5195"/>
                  </a:cubicBezTo>
                  <a:cubicBezTo>
                    <a:pt x="8315" y="5195"/>
                    <a:pt x="11641" y="3464"/>
                    <a:pt x="11641" y="1732"/>
                  </a:cubicBezTo>
                  <a:cubicBezTo>
                    <a:pt x="13305" y="0"/>
                    <a:pt x="13305" y="1732"/>
                    <a:pt x="14968" y="0"/>
                  </a:cubicBezTo>
                  <a:close/>
                </a:path>
              </a:pathLst>
            </a:custGeom>
            <a:solidFill>
              <a:schemeClr val="bg1">
                <a:lumMod val="85000"/>
              </a:schemeClr>
            </a:solidFill>
            <a:ln>
              <a:noFill/>
            </a:ln>
          </p:spPr>
          <p:txBody>
            <a:bodyPr anchor="ctr"/>
            <a:lstStyle/>
            <a:p>
              <a:pPr algn="ctr"/>
              <a:endParaRPr/>
            </a:p>
          </p:txBody>
        </p:sp>
        <p:sp>
          <p:nvSpPr>
            <p:cNvPr id="58" name="íŝ1idé"/>
            <p:cNvSpPr/>
            <p:nvPr/>
          </p:nvSpPr>
          <p:spPr bwMode="auto">
            <a:xfrm>
              <a:off x="7856153" y="2791772"/>
              <a:ext cx="144849" cy="177173"/>
            </a:xfrm>
            <a:custGeom>
              <a:avLst/>
              <a:gdLst>
                <a:gd name="connsiteX0" fmla="*/ 119448 w 144849"/>
                <a:gd name="connsiteY0" fmla="*/ 146691 h 177173"/>
                <a:gd name="connsiteX1" fmla="*/ 122623 w 144849"/>
                <a:gd name="connsiteY1" fmla="*/ 146691 h 177173"/>
                <a:gd name="connsiteX2" fmla="*/ 124211 w 144849"/>
                <a:gd name="connsiteY2" fmla="*/ 153041 h 177173"/>
                <a:gd name="connsiteX3" fmla="*/ 121036 w 144849"/>
                <a:gd name="connsiteY3" fmla="*/ 156216 h 177173"/>
                <a:gd name="connsiteX4" fmla="*/ 117861 w 144849"/>
                <a:gd name="connsiteY4" fmla="*/ 157804 h 177173"/>
                <a:gd name="connsiteX5" fmla="*/ 114686 w 144849"/>
                <a:gd name="connsiteY5" fmla="*/ 159391 h 177173"/>
                <a:gd name="connsiteX6" fmla="*/ 111511 w 144849"/>
                <a:gd name="connsiteY6" fmla="*/ 157804 h 177173"/>
                <a:gd name="connsiteX7" fmla="*/ 109923 w 144849"/>
                <a:gd name="connsiteY7" fmla="*/ 154628 h 177173"/>
                <a:gd name="connsiteX8" fmla="*/ 111511 w 144849"/>
                <a:gd name="connsiteY8" fmla="*/ 151453 h 177173"/>
                <a:gd name="connsiteX9" fmla="*/ 116273 w 144849"/>
                <a:gd name="connsiteY9" fmla="*/ 148278 h 177173"/>
                <a:gd name="connsiteX10" fmla="*/ 119448 w 144849"/>
                <a:gd name="connsiteY10" fmla="*/ 146691 h 177173"/>
                <a:gd name="connsiteX11" fmla="*/ 141674 w 144849"/>
                <a:gd name="connsiteY11" fmla="*/ 143516 h 177173"/>
                <a:gd name="connsiteX12" fmla="*/ 144849 w 144849"/>
                <a:gd name="connsiteY12" fmla="*/ 146691 h 177173"/>
                <a:gd name="connsiteX13" fmla="*/ 143262 w 144849"/>
                <a:gd name="connsiteY13" fmla="*/ 151453 h 177173"/>
                <a:gd name="connsiteX14" fmla="*/ 141674 w 144849"/>
                <a:gd name="connsiteY14" fmla="*/ 148278 h 177173"/>
                <a:gd name="connsiteX15" fmla="*/ 141674 w 144849"/>
                <a:gd name="connsiteY15" fmla="*/ 143516 h 177173"/>
                <a:gd name="connsiteX16" fmla="*/ 113098 w 144849"/>
                <a:gd name="connsiteY16" fmla="*/ 130815 h 177173"/>
                <a:gd name="connsiteX17" fmla="*/ 114686 w 144849"/>
                <a:gd name="connsiteY17" fmla="*/ 133990 h 177173"/>
                <a:gd name="connsiteX18" fmla="*/ 114686 w 144849"/>
                <a:gd name="connsiteY18" fmla="*/ 138753 h 177173"/>
                <a:gd name="connsiteX19" fmla="*/ 113098 w 144849"/>
                <a:gd name="connsiteY19" fmla="*/ 143516 h 177173"/>
                <a:gd name="connsiteX20" fmla="*/ 111511 w 144849"/>
                <a:gd name="connsiteY20" fmla="*/ 145103 h 177173"/>
                <a:gd name="connsiteX21" fmla="*/ 108336 w 144849"/>
                <a:gd name="connsiteY21" fmla="*/ 151453 h 177173"/>
                <a:gd name="connsiteX22" fmla="*/ 105161 w 144849"/>
                <a:gd name="connsiteY22" fmla="*/ 156216 h 177173"/>
                <a:gd name="connsiteX23" fmla="*/ 103573 w 144849"/>
                <a:gd name="connsiteY23" fmla="*/ 157804 h 177173"/>
                <a:gd name="connsiteX24" fmla="*/ 103573 w 144849"/>
                <a:gd name="connsiteY24" fmla="*/ 153041 h 177173"/>
                <a:gd name="connsiteX25" fmla="*/ 100398 w 144849"/>
                <a:gd name="connsiteY25" fmla="*/ 151453 h 177173"/>
                <a:gd name="connsiteX26" fmla="*/ 100398 w 144849"/>
                <a:gd name="connsiteY26" fmla="*/ 157804 h 177173"/>
                <a:gd name="connsiteX27" fmla="*/ 100398 w 144849"/>
                <a:gd name="connsiteY27" fmla="*/ 160979 h 177173"/>
                <a:gd name="connsiteX28" fmla="*/ 100398 w 144849"/>
                <a:gd name="connsiteY28" fmla="*/ 165741 h 177173"/>
                <a:gd name="connsiteX29" fmla="*/ 95635 w 144849"/>
                <a:gd name="connsiteY29" fmla="*/ 162566 h 177173"/>
                <a:gd name="connsiteX30" fmla="*/ 92460 w 144849"/>
                <a:gd name="connsiteY30" fmla="*/ 159391 h 177173"/>
                <a:gd name="connsiteX31" fmla="*/ 89285 w 144849"/>
                <a:gd name="connsiteY31" fmla="*/ 157804 h 177173"/>
                <a:gd name="connsiteX32" fmla="*/ 89285 w 144849"/>
                <a:gd name="connsiteY32" fmla="*/ 153041 h 177173"/>
                <a:gd name="connsiteX33" fmla="*/ 92460 w 144849"/>
                <a:gd name="connsiteY33" fmla="*/ 151453 h 177173"/>
                <a:gd name="connsiteX34" fmla="*/ 94048 w 144849"/>
                <a:gd name="connsiteY34" fmla="*/ 148278 h 177173"/>
                <a:gd name="connsiteX35" fmla="*/ 95635 w 144849"/>
                <a:gd name="connsiteY35" fmla="*/ 145103 h 177173"/>
                <a:gd name="connsiteX36" fmla="*/ 95635 w 144849"/>
                <a:gd name="connsiteY36" fmla="*/ 141928 h 177173"/>
                <a:gd name="connsiteX37" fmla="*/ 95635 w 144849"/>
                <a:gd name="connsiteY37" fmla="*/ 140341 h 177173"/>
                <a:gd name="connsiteX38" fmla="*/ 97223 w 144849"/>
                <a:gd name="connsiteY38" fmla="*/ 137165 h 177173"/>
                <a:gd name="connsiteX39" fmla="*/ 100398 w 144849"/>
                <a:gd name="connsiteY39" fmla="*/ 132403 h 177173"/>
                <a:gd name="connsiteX40" fmla="*/ 103573 w 144849"/>
                <a:gd name="connsiteY40" fmla="*/ 133990 h 177173"/>
                <a:gd name="connsiteX41" fmla="*/ 106748 w 144849"/>
                <a:gd name="connsiteY41" fmla="*/ 135578 h 177173"/>
                <a:gd name="connsiteX42" fmla="*/ 106748 w 144849"/>
                <a:gd name="connsiteY42" fmla="*/ 138753 h 177173"/>
                <a:gd name="connsiteX43" fmla="*/ 105161 w 144849"/>
                <a:gd name="connsiteY43" fmla="*/ 141928 h 177173"/>
                <a:gd name="connsiteX44" fmla="*/ 103573 w 144849"/>
                <a:gd name="connsiteY44" fmla="*/ 145103 h 177173"/>
                <a:gd name="connsiteX45" fmla="*/ 103573 w 144849"/>
                <a:gd name="connsiteY45" fmla="*/ 148278 h 177173"/>
                <a:gd name="connsiteX46" fmla="*/ 105161 w 144849"/>
                <a:gd name="connsiteY46" fmla="*/ 146691 h 177173"/>
                <a:gd name="connsiteX47" fmla="*/ 106748 w 144849"/>
                <a:gd name="connsiteY47" fmla="*/ 145103 h 177173"/>
                <a:gd name="connsiteX48" fmla="*/ 109923 w 144849"/>
                <a:gd name="connsiteY48" fmla="*/ 140341 h 177173"/>
                <a:gd name="connsiteX49" fmla="*/ 109923 w 144849"/>
                <a:gd name="connsiteY49" fmla="*/ 137165 h 177173"/>
                <a:gd name="connsiteX50" fmla="*/ 111511 w 144849"/>
                <a:gd name="connsiteY50" fmla="*/ 133990 h 177173"/>
                <a:gd name="connsiteX51" fmla="*/ 113098 w 144849"/>
                <a:gd name="connsiteY51" fmla="*/ 130815 h 177173"/>
                <a:gd name="connsiteX52" fmla="*/ 38422 w 144849"/>
                <a:gd name="connsiteY52" fmla="*/ 127641 h 177173"/>
                <a:gd name="connsiteX53" fmla="*/ 38422 w 144849"/>
                <a:gd name="connsiteY53" fmla="*/ 130816 h 177173"/>
                <a:gd name="connsiteX54" fmla="*/ 40073 w 144849"/>
                <a:gd name="connsiteY54" fmla="*/ 135578 h 177173"/>
                <a:gd name="connsiteX55" fmla="*/ 40073 w 144849"/>
                <a:gd name="connsiteY55" fmla="*/ 143516 h 177173"/>
                <a:gd name="connsiteX56" fmla="*/ 36771 w 144849"/>
                <a:gd name="connsiteY56" fmla="*/ 145104 h 177173"/>
                <a:gd name="connsiteX57" fmla="*/ 30167 w 144849"/>
                <a:gd name="connsiteY57" fmla="*/ 151454 h 177173"/>
                <a:gd name="connsiteX58" fmla="*/ 26865 w 144849"/>
                <a:gd name="connsiteY58" fmla="*/ 153041 h 177173"/>
                <a:gd name="connsiteX59" fmla="*/ 25214 w 144849"/>
                <a:gd name="connsiteY59" fmla="*/ 157804 h 177173"/>
                <a:gd name="connsiteX60" fmla="*/ 20261 w 144849"/>
                <a:gd name="connsiteY60" fmla="*/ 162566 h 177173"/>
                <a:gd name="connsiteX61" fmla="*/ 15308 w 144849"/>
                <a:gd name="connsiteY61" fmla="*/ 167329 h 177173"/>
                <a:gd name="connsiteX62" fmla="*/ 12006 w 144849"/>
                <a:gd name="connsiteY62" fmla="*/ 170504 h 177173"/>
                <a:gd name="connsiteX63" fmla="*/ 5402 w 144849"/>
                <a:gd name="connsiteY63" fmla="*/ 172091 h 177173"/>
                <a:gd name="connsiteX64" fmla="*/ 449 w 144849"/>
                <a:gd name="connsiteY64" fmla="*/ 176854 h 177173"/>
                <a:gd name="connsiteX65" fmla="*/ 3751 w 144849"/>
                <a:gd name="connsiteY65" fmla="*/ 170504 h 177173"/>
                <a:gd name="connsiteX66" fmla="*/ 7053 w 144849"/>
                <a:gd name="connsiteY66" fmla="*/ 165741 h 177173"/>
                <a:gd name="connsiteX67" fmla="*/ 12006 w 144849"/>
                <a:gd name="connsiteY67" fmla="*/ 162566 h 177173"/>
                <a:gd name="connsiteX68" fmla="*/ 18610 w 144849"/>
                <a:gd name="connsiteY68" fmla="*/ 157804 h 177173"/>
                <a:gd name="connsiteX69" fmla="*/ 20261 w 144849"/>
                <a:gd name="connsiteY69" fmla="*/ 153041 h 177173"/>
                <a:gd name="connsiteX70" fmla="*/ 25214 w 144849"/>
                <a:gd name="connsiteY70" fmla="*/ 148279 h 177173"/>
                <a:gd name="connsiteX71" fmla="*/ 31818 w 144849"/>
                <a:gd name="connsiteY71" fmla="*/ 140341 h 177173"/>
                <a:gd name="connsiteX72" fmla="*/ 36771 w 144849"/>
                <a:gd name="connsiteY72" fmla="*/ 132403 h 177173"/>
                <a:gd name="connsiteX73" fmla="*/ 38422 w 144849"/>
                <a:gd name="connsiteY73" fmla="*/ 127641 h 177173"/>
                <a:gd name="connsiteX74" fmla="*/ 129714 w 144849"/>
                <a:gd name="connsiteY74" fmla="*/ 103828 h 177173"/>
                <a:gd name="connsiteX75" fmla="*/ 133101 w 144849"/>
                <a:gd name="connsiteY75" fmla="*/ 103828 h 177173"/>
                <a:gd name="connsiteX76" fmla="*/ 139874 w 144849"/>
                <a:gd name="connsiteY76" fmla="*/ 108755 h 177173"/>
                <a:gd name="connsiteX77" fmla="*/ 141568 w 144849"/>
                <a:gd name="connsiteY77" fmla="*/ 112039 h 177173"/>
                <a:gd name="connsiteX78" fmla="*/ 141568 w 144849"/>
                <a:gd name="connsiteY78" fmla="*/ 116966 h 177173"/>
                <a:gd name="connsiteX79" fmla="*/ 141568 w 144849"/>
                <a:gd name="connsiteY79" fmla="*/ 125177 h 177173"/>
                <a:gd name="connsiteX80" fmla="*/ 143261 w 144849"/>
                <a:gd name="connsiteY80" fmla="*/ 130104 h 177173"/>
                <a:gd name="connsiteX81" fmla="*/ 139874 w 144849"/>
                <a:gd name="connsiteY81" fmla="*/ 131746 h 177173"/>
                <a:gd name="connsiteX82" fmla="*/ 133101 w 144849"/>
                <a:gd name="connsiteY82" fmla="*/ 131746 h 177173"/>
                <a:gd name="connsiteX83" fmla="*/ 134794 w 144849"/>
                <a:gd name="connsiteY83" fmla="*/ 138315 h 177173"/>
                <a:gd name="connsiteX84" fmla="*/ 136487 w 144849"/>
                <a:gd name="connsiteY84" fmla="*/ 141599 h 177173"/>
                <a:gd name="connsiteX85" fmla="*/ 136487 w 144849"/>
                <a:gd name="connsiteY85" fmla="*/ 144884 h 177173"/>
                <a:gd name="connsiteX86" fmla="*/ 133101 w 144849"/>
                <a:gd name="connsiteY86" fmla="*/ 148169 h 177173"/>
                <a:gd name="connsiteX87" fmla="*/ 129714 w 144849"/>
                <a:gd name="connsiteY87" fmla="*/ 149811 h 177173"/>
                <a:gd name="connsiteX88" fmla="*/ 126327 w 144849"/>
                <a:gd name="connsiteY88" fmla="*/ 146526 h 177173"/>
                <a:gd name="connsiteX89" fmla="*/ 129714 w 144849"/>
                <a:gd name="connsiteY89" fmla="*/ 141599 h 177173"/>
                <a:gd name="connsiteX90" fmla="*/ 128021 w 144849"/>
                <a:gd name="connsiteY90" fmla="*/ 136673 h 177173"/>
                <a:gd name="connsiteX91" fmla="*/ 124634 w 144849"/>
                <a:gd name="connsiteY91" fmla="*/ 136673 h 177173"/>
                <a:gd name="connsiteX92" fmla="*/ 119554 w 144849"/>
                <a:gd name="connsiteY92" fmla="*/ 133388 h 177173"/>
                <a:gd name="connsiteX93" fmla="*/ 119554 w 144849"/>
                <a:gd name="connsiteY93" fmla="*/ 128461 h 177173"/>
                <a:gd name="connsiteX94" fmla="*/ 121247 w 144849"/>
                <a:gd name="connsiteY94" fmla="*/ 125177 h 177173"/>
                <a:gd name="connsiteX95" fmla="*/ 122941 w 144849"/>
                <a:gd name="connsiteY95" fmla="*/ 121893 h 177173"/>
                <a:gd name="connsiteX96" fmla="*/ 126327 w 144849"/>
                <a:gd name="connsiteY96" fmla="*/ 120250 h 177173"/>
                <a:gd name="connsiteX97" fmla="*/ 126327 w 144849"/>
                <a:gd name="connsiteY97" fmla="*/ 118608 h 177173"/>
                <a:gd name="connsiteX98" fmla="*/ 124634 w 144849"/>
                <a:gd name="connsiteY98" fmla="*/ 113681 h 177173"/>
                <a:gd name="connsiteX99" fmla="*/ 121247 w 144849"/>
                <a:gd name="connsiteY99" fmla="*/ 110397 h 177173"/>
                <a:gd name="connsiteX100" fmla="*/ 119554 w 144849"/>
                <a:gd name="connsiteY100" fmla="*/ 105470 h 177173"/>
                <a:gd name="connsiteX101" fmla="*/ 122941 w 144849"/>
                <a:gd name="connsiteY101" fmla="*/ 107112 h 177173"/>
                <a:gd name="connsiteX102" fmla="*/ 126327 w 144849"/>
                <a:gd name="connsiteY102" fmla="*/ 105470 h 177173"/>
                <a:gd name="connsiteX103" fmla="*/ 129714 w 144849"/>
                <a:gd name="connsiteY103" fmla="*/ 103828 h 177173"/>
                <a:gd name="connsiteX104" fmla="*/ 79760 w 144849"/>
                <a:gd name="connsiteY104" fmla="*/ 103828 h 177173"/>
                <a:gd name="connsiteX105" fmla="*/ 84523 w 144849"/>
                <a:gd name="connsiteY105" fmla="*/ 103828 h 177173"/>
                <a:gd name="connsiteX106" fmla="*/ 87698 w 144849"/>
                <a:gd name="connsiteY106" fmla="*/ 110443 h 177173"/>
                <a:gd name="connsiteX107" fmla="*/ 82935 w 144849"/>
                <a:gd name="connsiteY107" fmla="*/ 113750 h 177173"/>
                <a:gd name="connsiteX108" fmla="*/ 81348 w 144849"/>
                <a:gd name="connsiteY108" fmla="*/ 117057 h 177173"/>
                <a:gd name="connsiteX109" fmla="*/ 87698 w 144849"/>
                <a:gd name="connsiteY109" fmla="*/ 120365 h 177173"/>
                <a:gd name="connsiteX110" fmla="*/ 90873 w 144849"/>
                <a:gd name="connsiteY110" fmla="*/ 123672 h 177173"/>
                <a:gd name="connsiteX111" fmla="*/ 94048 w 144849"/>
                <a:gd name="connsiteY111" fmla="*/ 123672 h 177173"/>
                <a:gd name="connsiteX112" fmla="*/ 97223 w 144849"/>
                <a:gd name="connsiteY112" fmla="*/ 123672 h 177173"/>
                <a:gd name="connsiteX113" fmla="*/ 100398 w 144849"/>
                <a:gd name="connsiteY113" fmla="*/ 125326 h 177173"/>
                <a:gd name="connsiteX114" fmla="*/ 100398 w 144849"/>
                <a:gd name="connsiteY114" fmla="*/ 128633 h 177173"/>
                <a:gd name="connsiteX115" fmla="*/ 95635 w 144849"/>
                <a:gd name="connsiteY115" fmla="*/ 133594 h 177173"/>
                <a:gd name="connsiteX116" fmla="*/ 90873 w 144849"/>
                <a:gd name="connsiteY116" fmla="*/ 136901 h 177173"/>
                <a:gd name="connsiteX117" fmla="*/ 89285 w 144849"/>
                <a:gd name="connsiteY117" fmla="*/ 141862 h 177173"/>
                <a:gd name="connsiteX118" fmla="*/ 86110 w 144849"/>
                <a:gd name="connsiteY118" fmla="*/ 138555 h 177173"/>
                <a:gd name="connsiteX119" fmla="*/ 84523 w 144849"/>
                <a:gd name="connsiteY119" fmla="*/ 140209 h 177173"/>
                <a:gd name="connsiteX120" fmla="*/ 81348 w 144849"/>
                <a:gd name="connsiteY120" fmla="*/ 141862 h 177173"/>
                <a:gd name="connsiteX121" fmla="*/ 79760 w 144849"/>
                <a:gd name="connsiteY121" fmla="*/ 143516 h 177173"/>
                <a:gd name="connsiteX122" fmla="*/ 79760 w 144849"/>
                <a:gd name="connsiteY122" fmla="*/ 141862 h 177173"/>
                <a:gd name="connsiteX123" fmla="*/ 81348 w 144849"/>
                <a:gd name="connsiteY123" fmla="*/ 135248 h 177173"/>
                <a:gd name="connsiteX124" fmla="*/ 81348 w 144849"/>
                <a:gd name="connsiteY124" fmla="*/ 133594 h 177173"/>
                <a:gd name="connsiteX125" fmla="*/ 82935 w 144849"/>
                <a:gd name="connsiteY125" fmla="*/ 125326 h 177173"/>
                <a:gd name="connsiteX126" fmla="*/ 81348 w 144849"/>
                <a:gd name="connsiteY126" fmla="*/ 120365 h 177173"/>
                <a:gd name="connsiteX127" fmla="*/ 79760 w 144849"/>
                <a:gd name="connsiteY127" fmla="*/ 118711 h 177173"/>
                <a:gd name="connsiteX128" fmla="*/ 78173 w 144849"/>
                <a:gd name="connsiteY128" fmla="*/ 113750 h 177173"/>
                <a:gd name="connsiteX129" fmla="*/ 79760 w 144849"/>
                <a:gd name="connsiteY129" fmla="*/ 112096 h 177173"/>
                <a:gd name="connsiteX130" fmla="*/ 79760 w 144849"/>
                <a:gd name="connsiteY130" fmla="*/ 107135 h 177173"/>
                <a:gd name="connsiteX131" fmla="*/ 79760 w 144849"/>
                <a:gd name="connsiteY131" fmla="*/ 103828 h 177173"/>
                <a:gd name="connsiteX132" fmla="*/ 100398 w 144849"/>
                <a:gd name="connsiteY132" fmla="*/ 99065 h 177173"/>
                <a:gd name="connsiteX133" fmla="*/ 103573 w 144849"/>
                <a:gd name="connsiteY133" fmla="*/ 102240 h 177173"/>
                <a:gd name="connsiteX134" fmla="*/ 106748 w 144849"/>
                <a:gd name="connsiteY134" fmla="*/ 105415 h 177173"/>
                <a:gd name="connsiteX135" fmla="*/ 108336 w 144849"/>
                <a:gd name="connsiteY135" fmla="*/ 107003 h 177173"/>
                <a:gd name="connsiteX136" fmla="*/ 113098 w 144849"/>
                <a:gd name="connsiteY136" fmla="*/ 110178 h 177173"/>
                <a:gd name="connsiteX137" fmla="*/ 114686 w 144849"/>
                <a:gd name="connsiteY137" fmla="*/ 111765 h 177173"/>
                <a:gd name="connsiteX138" fmla="*/ 113098 w 144849"/>
                <a:gd name="connsiteY138" fmla="*/ 114940 h 177173"/>
                <a:gd name="connsiteX139" fmla="*/ 111511 w 144849"/>
                <a:gd name="connsiteY139" fmla="*/ 119703 h 177173"/>
                <a:gd name="connsiteX140" fmla="*/ 109923 w 144849"/>
                <a:gd name="connsiteY140" fmla="*/ 113353 h 177173"/>
                <a:gd name="connsiteX141" fmla="*/ 105161 w 144849"/>
                <a:gd name="connsiteY141" fmla="*/ 111765 h 177173"/>
                <a:gd name="connsiteX142" fmla="*/ 105161 w 144849"/>
                <a:gd name="connsiteY142" fmla="*/ 114940 h 177173"/>
                <a:gd name="connsiteX143" fmla="*/ 103573 w 144849"/>
                <a:gd name="connsiteY143" fmla="*/ 118115 h 177173"/>
                <a:gd name="connsiteX144" fmla="*/ 98811 w 144849"/>
                <a:gd name="connsiteY144" fmla="*/ 118115 h 177173"/>
                <a:gd name="connsiteX145" fmla="*/ 101986 w 144849"/>
                <a:gd name="connsiteY145" fmla="*/ 111765 h 177173"/>
                <a:gd name="connsiteX146" fmla="*/ 100398 w 144849"/>
                <a:gd name="connsiteY146" fmla="*/ 105415 h 177173"/>
                <a:gd name="connsiteX147" fmla="*/ 100398 w 144849"/>
                <a:gd name="connsiteY147" fmla="*/ 99065 h 177173"/>
                <a:gd name="connsiteX148" fmla="*/ 78173 w 144849"/>
                <a:gd name="connsiteY148" fmla="*/ 89541 h 177173"/>
                <a:gd name="connsiteX149" fmla="*/ 82936 w 144849"/>
                <a:gd name="connsiteY149" fmla="*/ 92716 h 177173"/>
                <a:gd name="connsiteX150" fmla="*/ 81348 w 144849"/>
                <a:gd name="connsiteY150" fmla="*/ 94303 h 177173"/>
                <a:gd name="connsiteX151" fmla="*/ 78173 w 144849"/>
                <a:gd name="connsiteY151" fmla="*/ 94303 h 177173"/>
                <a:gd name="connsiteX152" fmla="*/ 78173 w 144849"/>
                <a:gd name="connsiteY152" fmla="*/ 89541 h 177173"/>
                <a:gd name="connsiteX153" fmla="*/ 48098 w 144849"/>
                <a:gd name="connsiteY153" fmla="*/ 84778 h 177173"/>
                <a:gd name="connsiteX154" fmla="*/ 53126 w 144849"/>
                <a:gd name="connsiteY154" fmla="*/ 87953 h 177173"/>
                <a:gd name="connsiteX155" fmla="*/ 56477 w 144849"/>
                <a:gd name="connsiteY155" fmla="*/ 89541 h 177173"/>
                <a:gd name="connsiteX156" fmla="*/ 59829 w 144849"/>
                <a:gd name="connsiteY156" fmla="*/ 91129 h 177173"/>
                <a:gd name="connsiteX157" fmla="*/ 69883 w 144849"/>
                <a:gd name="connsiteY157" fmla="*/ 94304 h 177173"/>
                <a:gd name="connsiteX158" fmla="*/ 71559 w 144849"/>
                <a:gd name="connsiteY158" fmla="*/ 95891 h 177173"/>
                <a:gd name="connsiteX159" fmla="*/ 71559 w 144849"/>
                <a:gd name="connsiteY159" fmla="*/ 102241 h 177173"/>
                <a:gd name="connsiteX160" fmla="*/ 71559 w 144849"/>
                <a:gd name="connsiteY160" fmla="*/ 108591 h 177173"/>
                <a:gd name="connsiteX161" fmla="*/ 68207 w 144849"/>
                <a:gd name="connsiteY161" fmla="*/ 111766 h 177173"/>
                <a:gd name="connsiteX162" fmla="*/ 64856 w 144849"/>
                <a:gd name="connsiteY162" fmla="*/ 111766 h 177173"/>
                <a:gd name="connsiteX163" fmla="*/ 61504 w 144849"/>
                <a:gd name="connsiteY163" fmla="*/ 107004 h 177173"/>
                <a:gd name="connsiteX164" fmla="*/ 59829 w 144849"/>
                <a:gd name="connsiteY164" fmla="*/ 102241 h 177173"/>
                <a:gd name="connsiteX165" fmla="*/ 58153 w 144849"/>
                <a:gd name="connsiteY165" fmla="*/ 97479 h 177173"/>
                <a:gd name="connsiteX166" fmla="*/ 54801 w 144849"/>
                <a:gd name="connsiteY166" fmla="*/ 94304 h 177173"/>
                <a:gd name="connsiteX167" fmla="*/ 53126 w 144849"/>
                <a:gd name="connsiteY167" fmla="*/ 89541 h 177173"/>
                <a:gd name="connsiteX168" fmla="*/ 49774 w 144849"/>
                <a:gd name="connsiteY168" fmla="*/ 87953 h 177173"/>
                <a:gd name="connsiteX169" fmla="*/ 48098 w 144849"/>
                <a:gd name="connsiteY169" fmla="*/ 84778 h 177173"/>
                <a:gd name="connsiteX170" fmla="*/ 90874 w 144849"/>
                <a:gd name="connsiteY170" fmla="*/ 83191 h 177173"/>
                <a:gd name="connsiteX171" fmla="*/ 95635 w 144849"/>
                <a:gd name="connsiteY171" fmla="*/ 86365 h 177173"/>
                <a:gd name="connsiteX172" fmla="*/ 94048 w 144849"/>
                <a:gd name="connsiteY172" fmla="*/ 83191 h 177173"/>
                <a:gd name="connsiteX173" fmla="*/ 118059 w 144849"/>
                <a:gd name="connsiteY173" fmla="*/ 80611 h 177173"/>
                <a:gd name="connsiteX174" fmla="*/ 121035 w 144849"/>
                <a:gd name="connsiteY174" fmla="*/ 83191 h 177173"/>
                <a:gd name="connsiteX175" fmla="*/ 121035 w 144849"/>
                <a:gd name="connsiteY175" fmla="*/ 84778 h 177173"/>
                <a:gd name="connsiteX176" fmla="*/ 121035 w 144849"/>
                <a:gd name="connsiteY176" fmla="*/ 87953 h 177173"/>
                <a:gd name="connsiteX177" fmla="*/ 117860 w 144849"/>
                <a:gd name="connsiteY177" fmla="*/ 89541 h 177173"/>
                <a:gd name="connsiteX178" fmla="*/ 114685 w 144849"/>
                <a:gd name="connsiteY178" fmla="*/ 87953 h 177173"/>
                <a:gd name="connsiteX179" fmla="*/ 114685 w 144849"/>
                <a:gd name="connsiteY179" fmla="*/ 86366 h 177173"/>
                <a:gd name="connsiteX180" fmla="*/ 116273 w 144849"/>
                <a:gd name="connsiteY180" fmla="*/ 81603 h 177173"/>
                <a:gd name="connsiteX181" fmla="*/ 118059 w 144849"/>
                <a:gd name="connsiteY181" fmla="*/ 80611 h 177173"/>
                <a:gd name="connsiteX182" fmla="*/ 92461 w 144849"/>
                <a:gd name="connsiteY182" fmla="*/ 76841 h 177173"/>
                <a:gd name="connsiteX183" fmla="*/ 97223 w 144849"/>
                <a:gd name="connsiteY183" fmla="*/ 78428 h 177173"/>
                <a:gd name="connsiteX184" fmla="*/ 98811 w 144849"/>
                <a:gd name="connsiteY184" fmla="*/ 83191 h 177173"/>
                <a:gd name="connsiteX185" fmla="*/ 98811 w 144849"/>
                <a:gd name="connsiteY185" fmla="*/ 84779 h 177173"/>
                <a:gd name="connsiteX186" fmla="*/ 101986 w 144849"/>
                <a:gd name="connsiteY186" fmla="*/ 84779 h 177173"/>
                <a:gd name="connsiteX187" fmla="*/ 103573 w 144849"/>
                <a:gd name="connsiteY187" fmla="*/ 80016 h 177173"/>
                <a:gd name="connsiteX188" fmla="*/ 108336 w 144849"/>
                <a:gd name="connsiteY188" fmla="*/ 83191 h 177173"/>
                <a:gd name="connsiteX189" fmla="*/ 109923 w 144849"/>
                <a:gd name="connsiteY189" fmla="*/ 83191 h 177173"/>
                <a:gd name="connsiteX190" fmla="*/ 113098 w 144849"/>
                <a:gd name="connsiteY190" fmla="*/ 86366 h 177173"/>
                <a:gd name="connsiteX191" fmla="*/ 109923 w 144849"/>
                <a:gd name="connsiteY191" fmla="*/ 89541 h 177173"/>
                <a:gd name="connsiteX192" fmla="*/ 109923 w 144849"/>
                <a:gd name="connsiteY192" fmla="*/ 92716 h 177173"/>
                <a:gd name="connsiteX193" fmla="*/ 113098 w 144849"/>
                <a:gd name="connsiteY193" fmla="*/ 95891 h 177173"/>
                <a:gd name="connsiteX194" fmla="*/ 116273 w 144849"/>
                <a:gd name="connsiteY194" fmla="*/ 95891 h 177173"/>
                <a:gd name="connsiteX195" fmla="*/ 117861 w 144849"/>
                <a:gd name="connsiteY195" fmla="*/ 97479 h 177173"/>
                <a:gd name="connsiteX196" fmla="*/ 117861 w 144849"/>
                <a:gd name="connsiteY196" fmla="*/ 100654 h 177173"/>
                <a:gd name="connsiteX197" fmla="*/ 117861 w 144849"/>
                <a:gd name="connsiteY197" fmla="*/ 103829 h 177173"/>
                <a:gd name="connsiteX198" fmla="*/ 116273 w 144849"/>
                <a:gd name="connsiteY198" fmla="*/ 107004 h 177173"/>
                <a:gd name="connsiteX199" fmla="*/ 113098 w 144849"/>
                <a:gd name="connsiteY199" fmla="*/ 105416 h 177173"/>
                <a:gd name="connsiteX200" fmla="*/ 108336 w 144849"/>
                <a:gd name="connsiteY200" fmla="*/ 100654 h 177173"/>
                <a:gd name="connsiteX201" fmla="*/ 106748 w 144849"/>
                <a:gd name="connsiteY201" fmla="*/ 100654 h 177173"/>
                <a:gd name="connsiteX202" fmla="*/ 103573 w 144849"/>
                <a:gd name="connsiteY202" fmla="*/ 99066 h 177173"/>
                <a:gd name="connsiteX203" fmla="*/ 100398 w 144849"/>
                <a:gd name="connsiteY203" fmla="*/ 92716 h 177173"/>
                <a:gd name="connsiteX204" fmla="*/ 95636 w 144849"/>
                <a:gd name="connsiteY204" fmla="*/ 89541 h 177173"/>
                <a:gd name="connsiteX205" fmla="*/ 95636 w 144849"/>
                <a:gd name="connsiteY205" fmla="*/ 87954 h 177173"/>
                <a:gd name="connsiteX206" fmla="*/ 95636 w 144849"/>
                <a:gd name="connsiteY206" fmla="*/ 86366 h 177173"/>
                <a:gd name="connsiteX207" fmla="*/ 95636 w 144849"/>
                <a:gd name="connsiteY207" fmla="*/ 86366 h 177173"/>
                <a:gd name="connsiteX208" fmla="*/ 89286 w 144849"/>
                <a:gd name="connsiteY208" fmla="*/ 86366 h 177173"/>
                <a:gd name="connsiteX209" fmla="*/ 89286 w 144849"/>
                <a:gd name="connsiteY209" fmla="*/ 87953 h 177173"/>
                <a:gd name="connsiteX210" fmla="*/ 92461 w 144849"/>
                <a:gd name="connsiteY210" fmla="*/ 94303 h 177173"/>
                <a:gd name="connsiteX211" fmla="*/ 90873 w 144849"/>
                <a:gd name="connsiteY211" fmla="*/ 97478 h 177173"/>
                <a:gd name="connsiteX212" fmla="*/ 89286 w 144849"/>
                <a:gd name="connsiteY212" fmla="*/ 92716 h 177173"/>
                <a:gd name="connsiteX213" fmla="*/ 86110 w 144849"/>
                <a:gd name="connsiteY213" fmla="*/ 89541 h 177173"/>
                <a:gd name="connsiteX214" fmla="*/ 82935 w 144849"/>
                <a:gd name="connsiteY214" fmla="*/ 86366 h 177173"/>
                <a:gd name="connsiteX215" fmla="*/ 79760 w 144849"/>
                <a:gd name="connsiteY215" fmla="*/ 84778 h 177173"/>
                <a:gd name="connsiteX216" fmla="*/ 81348 w 144849"/>
                <a:gd name="connsiteY216" fmla="*/ 81603 h 177173"/>
                <a:gd name="connsiteX217" fmla="*/ 82935 w 144849"/>
                <a:gd name="connsiteY217" fmla="*/ 80015 h 177173"/>
                <a:gd name="connsiteX218" fmla="*/ 86110 w 144849"/>
                <a:gd name="connsiteY218" fmla="*/ 80015 h 177173"/>
                <a:gd name="connsiteX219" fmla="*/ 90873 w 144849"/>
                <a:gd name="connsiteY219" fmla="*/ 83190 h 177173"/>
                <a:gd name="connsiteX220" fmla="*/ 89286 w 144849"/>
                <a:gd name="connsiteY220" fmla="*/ 80016 h 177173"/>
                <a:gd name="connsiteX221" fmla="*/ 87698 w 144849"/>
                <a:gd name="connsiteY221" fmla="*/ 78428 h 177173"/>
                <a:gd name="connsiteX222" fmla="*/ 92461 w 144849"/>
                <a:gd name="connsiteY222" fmla="*/ 76841 h 177173"/>
                <a:gd name="connsiteX223" fmla="*/ 64623 w 144849"/>
                <a:gd name="connsiteY223" fmla="*/ 669 h 177173"/>
                <a:gd name="connsiteX224" fmla="*/ 67911 w 144849"/>
                <a:gd name="connsiteY224" fmla="*/ 2286 h 177173"/>
                <a:gd name="connsiteX225" fmla="*/ 72844 w 144849"/>
                <a:gd name="connsiteY225" fmla="*/ 3902 h 177173"/>
                <a:gd name="connsiteX226" fmla="*/ 76132 w 144849"/>
                <a:gd name="connsiteY226" fmla="*/ 7135 h 177173"/>
                <a:gd name="connsiteX227" fmla="*/ 79420 w 144849"/>
                <a:gd name="connsiteY227" fmla="*/ 7135 h 177173"/>
                <a:gd name="connsiteX228" fmla="*/ 82709 w 144849"/>
                <a:gd name="connsiteY228" fmla="*/ 5518 h 177173"/>
                <a:gd name="connsiteX229" fmla="*/ 85997 w 144849"/>
                <a:gd name="connsiteY229" fmla="*/ 8751 h 177173"/>
                <a:gd name="connsiteX230" fmla="*/ 84353 w 144849"/>
                <a:gd name="connsiteY230" fmla="*/ 13600 h 177173"/>
                <a:gd name="connsiteX231" fmla="*/ 84353 w 144849"/>
                <a:gd name="connsiteY231" fmla="*/ 18449 h 177173"/>
                <a:gd name="connsiteX232" fmla="*/ 84353 w 144849"/>
                <a:gd name="connsiteY232" fmla="*/ 21682 h 177173"/>
                <a:gd name="connsiteX233" fmla="*/ 85997 w 144849"/>
                <a:gd name="connsiteY233" fmla="*/ 24915 h 177173"/>
                <a:gd name="connsiteX234" fmla="*/ 89286 w 144849"/>
                <a:gd name="connsiteY234" fmla="*/ 28147 h 177173"/>
                <a:gd name="connsiteX235" fmla="*/ 87642 w 144849"/>
                <a:gd name="connsiteY235" fmla="*/ 34613 h 177173"/>
                <a:gd name="connsiteX236" fmla="*/ 85997 w 144849"/>
                <a:gd name="connsiteY236" fmla="*/ 36229 h 177173"/>
                <a:gd name="connsiteX237" fmla="*/ 85997 w 144849"/>
                <a:gd name="connsiteY237" fmla="*/ 39462 h 177173"/>
                <a:gd name="connsiteX238" fmla="*/ 84353 w 144849"/>
                <a:gd name="connsiteY238" fmla="*/ 42695 h 177173"/>
                <a:gd name="connsiteX239" fmla="*/ 81065 w 144849"/>
                <a:gd name="connsiteY239" fmla="*/ 45927 h 177173"/>
                <a:gd name="connsiteX240" fmla="*/ 76132 w 144849"/>
                <a:gd name="connsiteY240" fmla="*/ 49160 h 177173"/>
                <a:gd name="connsiteX241" fmla="*/ 74488 w 144849"/>
                <a:gd name="connsiteY241" fmla="*/ 54009 h 177173"/>
                <a:gd name="connsiteX242" fmla="*/ 71199 w 144849"/>
                <a:gd name="connsiteY242" fmla="*/ 55626 h 177173"/>
                <a:gd name="connsiteX243" fmla="*/ 71199 w 144849"/>
                <a:gd name="connsiteY243" fmla="*/ 63707 h 177173"/>
                <a:gd name="connsiteX244" fmla="*/ 72844 w 144849"/>
                <a:gd name="connsiteY244" fmla="*/ 66940 h 177173"/>
                <a:gd name="connsiteX245" fmla="*/ 72844 w 144849"/>
                <a:gd name="connsiteY245" fmla="*/ 70173 h 177173"/>
                <a:gd name="connsiteX246" fmla="*/ 74488 w 144849"/>
                <a:gd name="connsiteY246" fmla="*/ 73406 h 177173"/>
                <a:gd name="connsiteX247" fmla="*/ 77776 w 144849"/>
                <a:gd name="connsiteY247" fmla="*/ 78255 h 177173"/>
                <a:gd name="connsiteX248" fmla="*/ 79420 w 144849"/>
                <a:gd name="connsiteY248" fmla="*/ 81487 h 177173"/>
                <a:gd name="connsiteX249" fmla="*/ 74488 w 144849"/>
                <a:gd name="connsiteY249" fmla="*/ 83104 h 177173"/>
                <a:gd name="connsiteX250" fmla="*/ 71199 w 144849"/>
                <a:gd name="connsiteY250" fmla="*/ 86337 h 177173"/>
                <a:gd name="connsiteX251" fmla="*/ 67911 w 144849"/>
                <a:gd name="connsiteY251" fmla="*/ 86337 h 177173"/>
                <a:gd name="connsiteX252" fmla="*/ 62978 w 144849"/>
                <a:gd name="connsiteY252" fmla="*/ 84720 h 177173"/>
                <a:gd name="connsiteX253" fmla="*/ 59690 w 144849"/>
                <a:gd name="connsiteY253" fmla="*/ 83104 h 177173"/>
                <a:gd name="connsiteX254" fmla="*/ 56401 w 144849"/>
                <a:gd name="connsiteY254" fmla="*/ 76638 h 177173"/>
                <a:gd name="connsiteX255" fmla="*/ 59690 w 144849"/>
                <a:gd name="connsiteY255" fmla="*/ 75022 h 177173"/>
                <a:gd name="connsiteX256" fmla="*/ 64623 w 144849"/>
                <a:gd name="connsiteY256" fmla="*/ 75022 h 177173"/>
                <a:gd name="connsiteX257" fmla="*/ 67911 w 144849"/>
                <a:gd name="connsiteY257" fmla="*/ 71789 h 177173"/>
                <a:gd name="connsiteX258" fmla="*/ 62978 w 144849"/>
                <a:gd name="connsiteY258" fmla="*/ 68557 h 177173"/>
                <a:gd name="connsiteX259" fmla="*/ 61334 w 144849"/>
                <a:gd name="connsiteY259" fmla="*/ 68557 h 177173"/>
                <a:gd name="connsiteX260" fmla="*/ 58046 w 144849"/>
                <a:gd name="connsiteY260" fmla="*/ 68557 h 177173"/>
                <a:gd name="connsiteX261" fmla="*/ 54757 w 144849"/>
                <a:gd name="connsiteY261" fmla="*/ 70173 h 177173"/>
                <a:gd name="connsiteX262" fmla="*/ 51469 w 144849"/>
                <a:gd name="connsiteY262" fmla="*/ 71789 h 177173"/>
                <a:gd name="connsiteX263" fmla="*/ 48180 w 144849"/>
                <a:gd name="connsiteY263" fmla="*/ 68557 h 177173"/>
                <a:gd name="connsiteX264" fmla="*/ 46536 w 144849"/>
                <a:gd name="connsiteY264" fmla="*/ 63707 h 177173"/>
                <a:gd name="connsiteX265" fmla="*/ 46536 w 144849"/>
                <a:gd name="connsiteY265" fmla="*/ 62091 h 177173"/>
                <a:gd name="connsiteX266" fmla="*/ 46536 w 144849"/>
                <a:gd name="connsiteY266" fmla="*/ 55626 h 177173"/>
                <a:gd name="connsiteX267" fmla="*/ 44892 w 144849"/>
                <a:gd name="connsiteY267" fmla="*/ 50777 h 177173"/>
                <a:gd name="connsiteX268" fmla="*/ 43248 w 144849"/>
                <a:gd name="connsiteY268" fmla="*/ 45927 h 177173"/>
                <a:gd name="connsiteX269" fmla="*/ 43248 w 144849"/>
                <a:gd name="connsiteY269" fmla="*/ 42695 h 177173"/>
                <a:gd name="connsiteX270" fmla="*/ 46536 w 144849"/>
                <a:gd name="connsiteY270" fmla="*/ 42695 h 177173"/>
                <a:gd name="connsiteX271" fmla="*/ 49825 w 144849"/>
                <a:gd name="connsiteY271" fmla="*/ 44311 h 177173"/>
                <a:gd name="connsiteX272" fmla="*/ 53113 w 144849"/>
                <a:gd name="connsiteY272" fmla="*/ 44311 h 177173"/>
                <a:gd name="connsiteX273" fmla="*/ 53113 w 144849"/>
                <a:gd name="connsiteY273" fmla="*/ 41078 h 177173"/>
                <a:gd name="connsiteX274" fmla="*/ 53113 w 144849"/>
                <a:gd name="connsiteY274" fmla="*/ 34613 h 177173"/>
                <a:gd name="connsiteX275" fmla="*/ 53113 w 144849"/>
                <a:gd name="connsiteY275" fmla="*/ 31380 h 177173"/>
                <a:gd name="connsiteX276" fmla="*/ 54757 w 144849"/>
                <a:gd name="connsiteY276" fmla="*/ 28147 h 177173"/>
                <a:gd name="connsiteX277" fmla="*/ 54757 w 144849"/>
                <a:gd name="connsiteY277" fmla="*/ 23298 h 177173"/>
                <a:gd name="connsiteX278" fmla="*/ 54757 w 144849"/>
                <a:gd name="connsiteY278" fmla="*/ 15217 h 177173"/>
                <a:gd name="connsiteX279" fmla="*/ 56401 w 144849"/>
                <a:gd name="connsiteY279" fmla="*/ 8751 h 177173"/>
                <a:gd name="connsiteX280" fmla="*/ 58046 w 144849"/>
                <a:gd name="connsiteY280" fmla="*/ 3902 h 177173"/>
                <a:gd name="connsiteX281" fmla="*/ 64623 w 144849"/>
                <a:gd name="connsiteY281" fmla="*/ 669 h 17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Lst>
              <a:rect l="l" t="t" r="r" b="b"/>
              <a:pathLst>
                <a:path w="144849" h="177173">
                  <a:moveTo>
                    <a:pt x="119448" y="146691"/>
                  </a:moveTo>
                  <a:cubicBezTo>
                    <a:pt x="121036" y="146691"/>
                    <a:pt x="121036" y="145103"/>
                    <a:pt x="122623" y="146691"/>
                  </a:cubicBezTo>
                  <a:cubicBezTo>
                    <a:pt x="124211" y="149866"/>
                    <a:pt x="124211" y="151453"/>
                    <a:pt x="124211" y="153041"/>
                  </a:cubicBezTo>
                  <a:cubicBezTo>
                    <a:pt x="124211" y="154628"/>
                    <a:pt x="122623" y="154628"/>
                    <a:pt x="121036" y="156216"/>
                  </a:cubicBezTo>
                  <a:cubicBezTo>
                    <a:pt x="119448" y="157804"/>
                    <a:pt x="117861" y="157804"/>
                    <a:pt x="117861" y="157804"/>
                  </a:cubicBezTo>
                  <a:cubicBezTo>
                    <a:pt x="117861" y="157804"/>
                    <a:pt x="117861" y="157804"/>
                    <a:pt x="114686" y="159391"/>
                  </a:cubicBezTo>
                  <a:cubicBezTo>
                    <a:pt x="114686" y="159391"/>
                    <a:pt x="113098" y="157804"/>
                    <a:pt x="111511" y="157804"/>
                  </a:cubicBezTo>
                  <a:cubicBezTo>
                    <a:pt x="109923" y="157804"/>
                    <a:pt x="108336" y="154628"/>
                    <a:pt x="109923" y="154628"/>
                  </a:cubicBezTo>
                  <a:cubicBezTo>
                    <a:pt x="111511" y="153041"/>
                    <a:pt x="111511" y="151453"/>
                    <a:pt x="111511" y="151453"/>
                  </a:cubicBezTo>
                  <a:cubicBezTo>
                    <a:pt x="113098" y="151453"/>
                    <a:pt x="114686" y="149866"/>
                    <a:pt x="116273" y="148278"/>
                  </a:cubicBezTo>
                  <a:cubicBezTo>
                    <a:pt x="117861" y="146691"/>
                    <a:pt x="116273" y="146691"/>
                    <a:pt x="119448" y="146691"/>
                  </a:cubicBezTo>
                  <a:close/>
                  <a:moveTo>
                    <a:pt x="141674" y="143516"/>
                  </a:moveTo>
                  <a:cubicBezTo>
                    <a:pt x="141674" y="143516"/>
                    <a:pt x="144849" y="145103"/>
                    <a:pt x="144849" y="146691"/>
                  </a:cubicBezTo>
                  <a:cubicBezTo>
                    <a:pt x="144849" y="148278"/>
                    <a:pt x="143262" y="151453"/>
                    <a:pt x="143262" y="151453"/>
                  </a:cubicBezTo>
                  <a:cubicBezTo>
                    <a:pt x="141674" y="149866"/>
                    <a:pt x="141674" y="149866"/>
                    <a:pt x="141674" y="148278"/>
                  </a:cubicBezTo>
                  <a:cubicBezTo>
                    <a:pt x="141674" y="145103"/>
                    <a:pt x="140086" y="141928"/>
                    <a:pt x="141674" y="143516"/>
                  </a:cubicBezTo>
                  <a:close/>
                  <a:moveTo>
                    <a:pt x="113098" y="130815"/>
                  </a:moveTo>
                  <a:cubicBezTo>
                    <a:pt x="114686" y="132403"/>
                    <a:pt x="113098" y="130815"/>
                    <a:pt x="114686" y="133990"/>
                  </a:cubicBezTo>
                  <a:cubicBezTo>
                    <a:pt x="114686" y="137165"/>
                    <a:pt x="114686" y="137165"/>
                    <a:pt x="114686" y="138753"/>
                  </a:cubicBezTo>
                  <a:cubicBezTo>
                    <a:pt x="114686" y="140341"/>
                    <a:pt x="114686" y="141928"/>
                    <a:pt x="113098" y="143516"/>
                  </a:cubicBezTo>
                  <a:cubicBezTo>
                    <a:pt x="113098" y="145103"/>
                    <a:pt x="113098" y="143516"/>
                    <a:pt x="111511" y="145103"/>
                  </a:cubicBezTo>
                  <a:cubicBezTo>
                    <a:pt x="109923" y="148278"/>
                    <a:pt x="108336" y="151453"/>
                    <a:pt x="108336" y="151453"/>
                  </a:cubicBezTo>
                  <a:cubicBezTo>
                    <a:pt x="108336" y="151453"/>
                    <a:pt x="105161" y="154628"/>
                    <a:pt x="105161" y="156216"/>
                  </a:cubicBezTo>
                  <a:cubicBezTo>
                    <a:pt x="103573" y="157804"/>
                    <a:pt x="103573" y="162566"/>
                    <a:pt x="103573" y="157804"/>
                  </a:cubicBezTo>
                  <a:cubicBezTo>
                    <a:pt x="103573" y="153041"/>
                    <a:pt x="103573" y="153041"/>
                    <a:pt x="103573" y="153041"/>
                  </a:cubicBezTo>
                  <a:cubicBezTo>
                    <a:pt x="103573" y="153041"/>
                    <a:pt x="100398" y="149866"/>
                    <a:pt x="100398" y="151453"/>
                  </a:cubicBezTo>
                  <a:cubicBezTo>
                    <a:pt x="100398" y="154628"/>
                    <a:pt x="100398" y="154628"/>
                    <a:pt x="100398" y="157804"/>
                  </a:cubicBezTo>
                  <a:cubicBezTo>
                    <a:pt x="100398" y="159391"/>
                    <a:pt x="98810" y="157804"/>
                    <a:pt x="100398" y="160979"/>
                  </a:cubicBezTo>
                  <a:cubicBezTo>
                    <a:pt x="100398" y="164154"/>
                    <a:pt x="100398" y="165741"/>
                    <a:pt x="100398" y="165741"/>
                  </a:cubicBezTo>
                  <a:cubicBezTo>
                    <a:pt x="100398" y="165741"/>
                    <a:pt x="97223" y="162566"/>
                    <a:pt x="95635" y="162566"/>
                  </a:cubicBezTo>
                  <a:cubicBezTo>
                    <a:pt x="95635" y="162566"/>
                    <a:pt x="94048" y="160979"/>
                    <a:pt x="92460" y="159391"/>
                  </a:cubicBezTo>
                  <a:cubicBezTo>
                    <a:pt x="90873" y="159391"/>
                    <a:pt x="89285" y="157804"/>
                    <a:pt x="89285" y="157804"/>
                  </a:cubicBezTo>
                  <a:cubicBezTo>
                    <a:pt x="89285" y="153041"/>
                    <a:pt x="87698" y="153041"/>
                    <a:pt x="89285" y="153041"/>
                  </a:cubicBezTo>
                  <a:cubicBezTo>
                    <a:pt x="92460" y="151453"/>
                    <a:pt x="90873" y="151453"/>
                    <a:pt x="92460" y="151453"/>
                  </a:cubicBezTo>
                  <a:cubicBezTo>
                    <a:pt x="94048" y="149866"/>
                    <a:pt x="94048" y="148278"/>
                    <a:pt x="94048" y="148278"/>
                  </a:cubicBezTo>
                  <a:cubicBezTo>
                    <a:pt x="94048" y="148278"/>
                    <a:pt x="95635" y="145103"/>
                    <a:pt x="95635" y="145103"/>
                  </a:cubicBezTo>
                  <a:cubicBezTo>
                    <a:pt x="95635" y="143516"/>
                    <a:pt x="95635" y="143516"/>
                    <a:pt x="95635" y="141928"/>
                  </a:cubicBezTo>
                  <a:cubicBezTo>
                    <a:pt x="95635" y="140341"/>
                    <a:pt x="94048" y="140341"/>
                    <a:pt x="95635" y="140341"/>
                  </a:cubicBezTo>
                  <a:cubicBezTo>
                    <a:pt x="95635" y="138753"/>
                    <a:pt x="95635" y="137165"/>
                    <a:pt x="97223" y="137165"/>
                  </a:cubicBezTo>
                  <a:cubicBezTo>
                    <a:pt x="97223" y="137165"/>
                    <a:pt x="98810" y="132403"/>
                    <a:pt x="100398" y="132403"/>
                  </a:cubicBezTo>
                  <a:cubicBezTo>
                    <a:pt x="101986" y="132403"/>
                    <a:pt x="101986" y="132403"/>
                    <a:pt x="103573" y="133990"/>
                  </a:cubicBezTo>
                  <a:cubicBezTo>
                    <a:pt x="106748" y="135578"/>
                    <a:pt x="106748" y="133990"/>
                    <a:pt x="106748" y="135578"/>
                  </a:cubicBezTo>
                  <a:cubicBezTo>
                    <a:pt x="106748" y="137165"/>
                    <a:pt x="106748" y="138753"/>
                    <a:pt x="106748" y="138753"/>
                  </a:cubicBezTo>
                  <a:cubicBezTo>
                    <a:pt x="105161" y="140341"/>
                    <a:pt x="105161" y="140341"/>
                    <a:pt x="105161" y="141928"/>
                  </a:cubicBezTo>
                  <a:cubicBezTo>
                    <a:pt x="103573" y="143516"/>
                    <a:pt x="101986" y="143516"/>
                    <a:pt x="103573" y="145103"/>
                  </a:cubicBezTo>
                  <a:cubicBezTo>
                    <a:pt x="103573" y="148278"/>
                    <a:pt x="101986" y="148278"/>
                    <a:pt x="103573" y="148278"/>
                  </a:cubicBezTo>
                  <a:cubicBezTo>
                    <a:pt x="105161" y="146691"/>
                    <a:pt x="103573" y="149866"/>
                    <a:pt x="105161" y="146691"/>
                  </a:cubicBezTo>
                  <a:cubicBezTo>
                    <a:pt x="106748" y="145103"/>
                    <a:pt x="106748" y="146691"/>
                    <a:pt x="106748" y="145103"/>
                  </a:cubicBezTo>
                  <a:cubicBezTo>
                    <a:pt x="108336" y="143516"/>
                    <a:pt x="108336" y="141928"/>
                    <a:pt x="109923" y="140341"/>
                  </a:cubicBezTo>
                  <a:cubicBezTo>
                    <a:pt x="109923" y="140341"/>
                    <a:pt x="109923" y="138753"/>
                    <a:pt x="109923" y="137165"/>
                  </a:cubicBezTo>
                  <a:cubicBezTo>
                    <a:pt x="109923" y="135578"/>
                    <a:pt x="109923" y="135578"/>
                    <a:pt x="111511" y="133990"/>
                  </a:cubicBezTo>
                  <a:cubicBezTo>
                    <a:pt x="111511" y="132403"/>
                    <a:pt x="109923" y="129228"/>
                    <a:pt x="113098" y="130815"/>
                  </a:cubicBezTo>
                  <a:close/>
                  <a:moveTo>
                    <a:pt x="38422" y="127641"/>
                  </a:moveTo>
                  <a:cubicBezTo>
                    <a:pt x="38422" y="127641"/>
                    <a:pt x="40073" y="129228"/>
                    <a:pt x="38422" y="130816"/>
                  </a:cubicBezTo>
                  <a:cubicBezTo>
                    <a:pt x="38422" y="132403"/>
                    <a:pt x="38422" y="132403"/>
                    <a:pt x="40073" y="135578"/>
                  </a:cubicBezTo>
                  <a:cubicBezTo>
                    <a:pt x="40073" y="137166"/>
                    <a:pt x="40073" y="137166"/>
                    <a:pt x="40073" y="143516"/>
                  </a:cubicBezTo>
                  <a:cubicBezTo>
                    <a:pt x="38422" y="149866"/>
                    <a:pt x="40073" y="143516"/>
                    <a:pt x="36771" y="145104"/>
                  </a:cubicBezTo>
                  <a:cubicBezTo>
                    <a:pt x="31818" y="146691"/>
                    <a:pt x="35120" y="146691"/>
                    <a:pt x="30167" y="151454"/>
                  </a:cubicBezTo>
                  <a:cubicBezTo>
                    <a:pt x="26865" y="151454"/>
                    <a:pt x="30167" y="151454"/>
                    <a:pt x="26865" y="153041"/>
                  </a:cubicBezTo>
                  <a:cubicBezTo>
                    <a:pt x="23563" y="156216"/>
                    <a:pt x="26865" y="153041"/>
                    <a:pt x="25214" y="157804"/>
                  </a:cubicBezTo>
                  <a:cubicBezTo>
                    <a:pt x="25214" y="157804"/>
                    <a:pt x="25214" y="159391"/>
                    <a:pt x="20261" y="162566"/>
                  </a:cubicBezTo>
                  <a:cubicBezTo>
                    <a:pt x="18610" y="164154"/>
                    <a:pt x="16959" y="165741"/>
                    <a:pt x="15308" y="167329"/>
                  </a:cubicBezTo>
                  <a:cubicBezTo>
                    <a:pt x="13657" y="168916"/>
                    <a:pt x="13657" y="168916"/>
                    <a:pt x="12006" y="170504"/>
                  </a:cubicBezTo>
                  <a:cubicBezTo>
                    <a:pt x="8704" y="170504"/>
                    <a:pt x="8704" y="172091"/>
                    <a:pt x="5402" y="172091"/>
                  </a:cubicBezTo>
                  <a:cubicBezTo>
                    <a:pt x="3751" y="173679"/>
                    <a:pt x="2100" y="178441"/>
                    <a:pt x="449" y="176854"/>
                  </a:cubicBezTo>
                  <a:cubicBezTo>
                    <a:pt x="-1202" y="175266"/>
                    <a:pt x="2100" y="172091"/>
                    <a:pt x="3751" y="170504"/>
                  </a:cubicBezTo>
                  <a:cubicBezTo>
                    <a:pt x="3751" y="167329"/>
                    <a:pt x="5402" y="167329"/>
                    <a:pt x="7053" y="165741"/>
                  </a:cubicBezTo>
                  <a:cubicBezTo>
                    <a:pt x="8704" y="164154"/>
                    <a:pt x="12006" y="164154"/>
                    <a:pt x="12006" y="162566"/>
                  </a:cubicBezTo>
                  <a:cubicBezTo>
                    <a:pt x="13657" y="160979"/>
                    <a:pt x="16959" y="159391"/>
                    <a:pt x="18610" y="157804"/>
                  </a:cubicBezTo>
                  <a:cubicBezTo>
                    <a:pt x="20261" y="154629"/>
                    <a:pt x="20261" y="154629"/>
                    <a:pt x="20261" y="153041"/>
                  </a:cubicBezTo>
                  <a:cubicBezTo>
                    <a:pt x="20261" y="151454"/>
                    <a:pt x="21912" y="151454"/>
                    <a:pt x="25214" y="148279"/>
                  </a:cubicBezTo>
                  <a:cubicBezTo>
                    <a:pt x="28516" y="146691"/>
                    <a:pt x="28516" y="146691"/>
                    <a:pt x="31818" y="140341"/>
                  </a:cubicBezTo>
                  <a:cubicBezTo>
                    <a:pt x="33469" y="138753"/>
                    <a:pt x="35120" y="138753"/>
                    <a:pt x="36771" y="132403"/>
                  </a:cubicBezTo>
                  <a:cubicBezTo>
                    <a:pt x="36771" y="130816"/>
                    <a:pt x="38422" y="127641"/>
                    <a:pt x="38422" y="127641"/>
                  </a:cubicBezTo>
                  <a:close/>
                  <a:moveTo>
                    <a:pt x="129714" y="103828"/>
                  </a:moveTo>
                  <a:cubicBezTo>
                    <a:pt x="129714" y="103828"/>
                    <a:pt x="133101" y="103828"/>
                    <a:pt x="133101" y="103828"/>
                  </a:cubicBezTo>
                  <a:cubicBezTo>
                    <a:pt x="134794" y="103828"/>
                    <a:pt x="136487" y="105470"/>
                    <a:pt x="139874" y="108755"/>
                  </a:cubicBezTo>
                  <a:cubicBezTo>
                    <a:pt x="139874" y="108755"/>
                    <a:pt x="141568" y="110397"/>
                    <a:pt x="141568" y="112039"/>
                  </a:cubicBezTo>
                  <a:cubicBezTo>
                    <a:pt x="141568" y="113681"/>
                    <a:pt x="141568" y="115324"/>
                    <a:pt x="141568" y="116966"/>
                  </a:cubicBezTo>
                  <a:cubicBezTo>
                    <a:pt x="141568" y="118608"/>
                    <a:pt x="141568" y="118608"/>
                    <a:pt x="141568" y="125177"/>
                  </a:cubicBezTo>
                  <a:cubicBezTo>
                    <a:pt x="141568" y="130104"/>
                    <a:pt x="141568" y="125177"/>
                    <a:pt x="143261" y="130104"/>
                  </a:cubicBezTo>
                  <a:cubicBezTo>
                    <a:pt x="143261" y="130104"/>
                    <a:pt x="141568" y="131746"/>
                    <a:pt x="139874" y="131746"/>
                  </a:cubicBezTo>
                  <a:cubicBezTo>
                    <a:pt x="138181" y="133388"/>
                    <a:pt x="138181" y="131746"/>
                    <a:pt x="133101" y="131746"/>
                  </a:cubicBezTo>
                  <a:cubicBezTo>
                    <a:pt x="129714" y="131746"/>
                    <a:pt x="133101" y="133388"/>
                    <a:pt x="134794" y="138315"/>
                  </a:cubicBezTo>
                  <a:cubicBezTo>
                    <a:pt x="136487" y="139957"/>
                    <a:pt x="136487" y="141599"/>
                    <a:pt x="136487" y="141599"/>
                  </a:cubicBezTo>
                  <a:cubicBezTo>
                    <a:pt x="136487" y="141599"/>
                    <a:pt x="136487" y="143242"/>
                    <a:pt x="136487" y="144884"/>
                  </a:cubicBezTo>
                  <a:cubicBezTo>
                    <a:pt x="136487" y="146526"/>
                    <a:pt x="134794" y="146526"/>
                    <a:pt x="133101" y="148169"/>
                  </a:cubicBezTo>
                  <a:cubicBezTo>
                    <a:pt x="131407" y="149811"/>
                    <a:pt x="131407" y="151453"/>
                    <a:pt x="129714" y="149811"/>
                  </a:cubicBezTo>
                  <a:cubicBezTo>
                    <a:pt x="126327" y="149811"/>
                    <a:pt x="128021" y="148169"/>
                    <a:pt x="126327" y="146526"/>
                  </a:cubicBezTo>
                  <a:cubicBezTo>
                    <a:pt x="126327" y="144884"/>
                    <a:pt x="128021" y="143242"/>
                    <a:pt x="129714" y="141599"/>
                  </a:cubicBezTo>
                  <a:cubicBezTo>
                    <a:pt x="129714" y="138315"/>
                    <a:pt x="128021" y="138315"/>
                    <a:pt x="128021" y="136673"/>
                  </a:cubicBezTo>
                  <a:cubicBezTo>
                    <a:pt x="126327" y="135030"/>
                    <a:pt x="124634" y="136673"/>
                    <a:pt x="124634" y="136673"/>
                  </a:cubicBezTo>
                  <a:cubicBezTo>
                    <a:pt x="122941" y="136673"/>
                    <a:pt x="121247" y="133388"/>
                    <a:pt x="119554" y="133388"/>
                  </a:cubicBezTo>
                  <a:cubicBezTo>
                    <a:pt x="117861" y="133388"/>
                    <a:pt x="119554" y="130104"/>
                    <a:pt x="119554" y="128461"/>
                  </a:cubicBezTo>
                  <a:cubicBezTo>
                    <a:pt x="119554" y="126819"/>
                    <a:pt x="119554" y="126819"/>
                    <a:pt x="121247" y="125177"/>
                  </a:cubicBezTo>
                  <a:cubicBezTo>
                    <a:pt x="122941" y="123535"/>
                    <a:pt x="124634" y="123535"/>
                    <a:pt x="122941" y="121893"/>
                  </a:cubicBezTo>
                  <a:cubicBezTo>
                    <a:pt x="122941" y="120250"/>
                    <a:pt x="124634" y="121893"/>
                    <a:pt x="126327" y="120250"/>
                  </a:cubicBezTo>
                  <a:cubicBezTo>
                    <a:pt x="128021" y="118608"/>
                    <a:pt x="126327" y="120250"/>
                    <a:pt x="126327" y="118608"/>
                  </a:cubicBezTo>
                  <a:cubicBezTo>
                    <a:pt x="124634" y="116966"/>
                    <a:pt x="126327" y="115324"/>
                    <a:pt x="124634" y="113681"/>
                  </a:cubicBezTo>
                  <a:cubicBezTo>
                    <a:pt x="124634" y="112039"/>
                    <a:pt x="122941" y="112039"/>
                    <a:pt x="121247" y="110397"/>
                  </a:cubicBezTo>
                  <a:cubicBezTo>
                    <a:pt x="117861" y="108755"/>
                    <a:pt x="119554" y="108755"/>
                    <a:pt x="119554" y="105470"/>
                  </a:cubicBezTo>
                  <a:cubicBezTo>
                    <a:pt x="119554" y="103828"/>
                    <a:pt x="122941" y="108755"/>
                    <a:pt x="122941" y="107112"/>
                  </a:cubicBezTo>
                  <a:cubicBezTo>
                    <a:pt x="122941" y="103828"/>
                    <a:pt x="126327" y="105470"/>
                    <a:pt x="126327" y="105470"/>
                  </a:cubicBezTo>
                  <a:cubicBezTo>
                    <a:pt x="128021" y="105470"/>
                    <a:pt x="128021" y="105470"/>
                    <a:pt x="129714" y="103828"/>
                  </a:cubicBezTo>
                  <a:close/>
                  <a:moveTo>
                    <a:pt x="79760" y="103828"/>
                  </a:moveTo>
                  <a:cubicBezTo>
                    <a:pt x="78173" y="103828"/>
                    <a:pt x="82935" y="103828"/>
                    <a:pt x="84523" y="103828"/>
                  </a:cubicBezTo>
                  <a:cubicBezTo>
                    <a:pt x="86110" y="105482"/>
                    <a:pt x="87698" y="107135"/>
                    <a:pt x="87698" y="110443"/>
                  </a:cubicBezTo>
                  <a:cubicBezTo>
                    <a:pt x="87698" y="110443"/>
                    <a:pt x="86110" y="110443"/>
                    <a:pt x="82935" y="113750"/>
                  </a:cubicBezTo>
                  <a:cubicBezTo>
                    <a:pt x="82935" y="115404"/>
                    <a:pt x="82935" y="117057"/>
                    <a:pt x="81348" y="117057"/>
                  </a:cubicBezTo>
                  <a:cubicBezTo>
                    <a:pt x="79760" y="118711"/>
                    <a:pt x="84523" y="120365"/>
                    <a:pt x="87698" y="120365"/>
                  </a:cubicBezTo>
                  <a:cubicBezTo>
                    <a:pt x="89285" y="120365"/>
                    <a:pt x="89285" y="122018"/>
                    <a:pt x="90873" y="123672"/>
                  </a:cubicBezTo>
                  <a:cubicBezTo>
                    <a:pt x="90873" y="123672"/>
                    <a:pt x="94048" y="123672"/>
                    <a:pt x="94048" y="123672"/>
                  </a:cubicBezTo>
                  <a:cubicBezTo>
                    <a:pt x="95635" y="122018"/>
                    <a:pt x="97223" y="123672"/>
                    <a:pt x="97223" y="123672"/>
                  </a:cubicBezTo>
                  <a:cubicBezTo>
                    <a:pt x="97223" y="123672"/>
                    <a:pt x="97223" y="123672"/>
                    <a:pt x="100398" y="125326"/>
                  </a:cubicBezTo>
                  <a:cubicBezTo>
                    <a:pt x="100398" y="125326"/>
                    <a:pt x="100398" y="125326"/>
                    <a:pt x="100398" y="128633"/>
                  </a:cubicBezTo>
                  <a:cubicBezTo>
                    <a:pt x="100398" y="128633"/>
                    <a:pt x="98810" y="130287"/>
                    <a:pt x="95635" y="133594"/>
                  </a:cubicBezTo>
                  <a:cubicBezTo>
                    <a:pt x="94048" y="133594"/>
                    <a:pt x="94048" y="133594"/>
                    <a:pt x="90873" y="136901"/>
                  </a:cubicBezTo>
                  <a:cubicBezTo>
                    <a:pt x="89285" y="138555"/>
                    <a:pt x="92460" y="138555"/>
                    <a:pt x="89285" y="141862"/>
                  </a:cubicBezTo>
                  <a:cubicBezTo>
                    <a:pt x="89285" y="141862"/>
                    <a:pt x="86110" y="138555"/>
                    <a:pt x="86110" y="138555"/>
                  </a:cubicBezTo>
                  <a:cubicBezTo>
                    <a:pt x="86110" y="140209"/>
                    <a:pt x="86110" y="140209"/>
                    <a:pt x="84523" y="140209"/>
                  </a:cubicBezTo>
                  <a:cubicBezTo>
                    <a:pt x="82935" y="140209"/>
                    <a:pt x="82935" y="140209"/>
                    <a:pt x="81348" y="141862"/>
                  </a:cubicBezTo>
                  <a:cubicBezTo>
                    <a:pt x="79760" y="143516"/>
                    <a:pt x="81348" y="143516"/>
                    <a:pt x="79760" y="143516"/>
                  </a:cubicBezTo>
                  <a:cubicBezTo>
                    <a:pt x="78173" y="143516"/>
                    <a:pt x="79760" y="143516"/>
                    <a:pt x="79760" y="141862"/>
                  </a:cubicBezTo>
                  <a:cubicBezTo>
                    <a:pt x="78173" y="138555"/>
                    <a:pt x="79760" y="140209"/>
                    <a:pt x="81348" y="135248"/>
                  </a:cubicBezTo>
                  <a:cubicBezTo>
                    <a:pt x="82935" y="131940"/>
                    <a:pt x="81348" y="135248"/>
                    <a:pt x="81348" y="133594"/>
                  </a:cubicBezTo>
                  <a:cubicBezTo>
                    <a:pt x="82935" y="130287"/>
                    <a:pt x="82935" y="126979"/>
                    <a:pt x="82935" y="125326"/>
                  </a:cubicBezTo>
                  <a:cubicBezTo>
                    <a:pt x="81348" y="122018"/>
                    <a:pt x="81348" y="122018"/>
                    <a:pt x="81348" y="120365"/>
                  </a:cubicBezTo>
                  <a:cubicBezTo>
                    <a:pt x="79760" y="117057"/>
                    <a:pt x="81348" y="120365"/>
                    <a:pt x="79760" y="118711"/>
                  </a:cubicBezTo>
                  <a:cubicBezTo>
                    <a:pt x="79760" y="115404"/>
                    <a:pt x="79760" y="115404"/>
                    <a:pt x="78173" y="113750"/>
                  </a:cubicBezTo>
                  <a:cubicBezTo>
                    <a:pt x="78173" y="112096"/>
                    <a:pt x="78173" y="113750"/>
                    <a:pt x="79760" y="112096"/>
                  </a:cubicBezTo>
                  <a:cubicBezTo>
                    <a:pt x="79760" y="110443"/>
                    <a:pt x="79760" y="110443"/>
                    <a:pt x="79760" y="107135"/>
                  </a:cubicBezTo>
                  <a:cubicBezTo>
                    <a:pt x="79760" y="105482"/>
                    <a:pt x="81348" y="105482"/>
                    <a:pt x="79760" y="103828"/>
                  </a:cubicBezTo>
                  <a:close/>
                  <a:moveTo>
                    <a:pt x="100398" y="99065"/>
                  </a:moveTo>
                  <a:cubicBezTo>
                    <a:pt x="101986" y="97478"/>
                    <a:pt x="101986" y="102240"/>
                    <a:pt x="103573" y="102240"/>
                  </a:cubicBezTo>
                  <a:cubicBezTo>
                    <a:pt x="105161" y="103828"/>
                    <a:pt x="105161" y="103828"/>
                    <a:pt x="106748" y="105415"/>
                  </a:cubicBezTo>
                  <a:cubicBezTo>
                    <a:pt x="106748" y="105415"/>
                    <a:pt x="108336" y="107003"/>
                    <a:pt x="108336" y="107003"/>
                  </a:cubicBezTo>
                  <a:cubicBezTo>
                    <a:pt x="109923" y="108590"/>
                    <a:pt x="113098" y="110178"/>
                    <a:pt x="113098" y="110178"/>
                  </a:cubicBezTo>
                  <a:cubicBezTo>
                    <a:pt x="114686" y="108590"/>
                    <a:pt x="114686" y="111765"/>
                    <a:pt x="114686" y="111765"/>
                  </a:cubicBezTo>
                  <a:cubicBezTo>
                    <a:pt x="114686" y="113353"/>
                    <a:pt x="114686" y="114940"/>
                    <a:pt x="113098" y="114940"/>
                  </a:cubicBezTo>
                  <a:cubicBezTo>
                    <a:pt x="113098" y="116528"/>
                    <a:pt x="113098" y="118115"/>
                    <a:pt x="111511" y="119703"/>
                  </a:cubicBezTo>
                  <a:cubicBezTo>
                    <a:pt x="109923" y="119703"/>
                    <a:pt x="109923" y="114940"/>
                    <a:pt x="109923" y="113353"/>
                  </a:cubicBezTo>
                  <a:cubicBezTo>
                    <a:pt x="108336" y="111765"/>
                    <a:pt x="106748" y="111765"/>
                    <a:pt x="105161" y="111765"/>
                  </a:cubicBezTo>
                  <a:cubicBezTo>
                    <a:pt x="105161" y="111765"/>
                    <a:pt x="105161" y="113353"/>
                    <a:pt x="105161" y="114940"/>
                  </a:cubicBezTo>
                  <a:cubicBezTo>
                    <a:pt x="105161" y="116528"/>
                    <a:pt x="105161" y="118115"/>
                    <a:pt x="103573" y="118115"/>
                  </a:cubicBezTo>
                  <a:cubicBezTo>
                    <a:pt x="101986" y="119703"/>
                    <a:pt x="100398" y="118115"/>
                    <a:pt x="98811" y="118115"/>
                  </a:cubicBezTo>
                  <a:cubicBezTo>
                    <a:pt x="95636" y="116528"/>
                    <a:pt x="100398" y="114940"/>
                    <a:pt x="101986" y="111765"/>
                  </a:cubicBezTo>
                  <a:cubicBezTo>
                    <a:pt x="103573" y="110178"/>
                    <a:pt x="101986" y="108590"/>
                    <a:pt x="100398" y="105415"/>
                  </a:cubicBezTo>
                  <a:cubicBezTo>
                    <a:pt x="100398" y="103828"/>
                    <a:pt x="97223" y="99065"/>
                    <a:pt x="100398" y="99065"/>
                  </a:cubicBezTo>
                  <a:close/>
                  <a:moveTo>
                    <a:pt x="78173" y="89541"/>
                  </a:moveTo>
                  <a:cubicBezTo>
                    <a:pt x="78173" y="89541"/>
                    <a:pt x="82936" y="89541"/>
                    <a:pt x="82936" y="92716"/>
                  </a:cubicBezTo>
                  <a:cubicBezTo>
                    <a:pt x="81348" y="94303"/>
                    <a:pt x="82936" y="94303"/>
                    <a:pt x="81348" y="94303"/>
                  </a:cubicBezTo>
                  <a:cubicBezTo>
                    <a:pt x="81348" y="95891"/>
                    <a:pt x="79761" y="94303"/>
                    <a:pt x="78173" y="94303"/>
                  </a:cubicBezTo>
                  <a:cubicBezTo>
                    <a:pt x="76586" y="94303"/>
                    <a:pt x="78173" y="91128"/>
                    <a:pt x="78173" y="89541"/>
                  </a:cubicBezTo>
                  <a:close/>
                  <a:moveTo>
                    <a:pt x="48098" y="84778"/>
                  </a:moveTo>
                  <a:cubicBezTo>
                    <a:pt x="49774" y="83191"/>
                    <a:pt x="51450" y="86366"/>
                    <a:pt x="53126" y="87953"/>
                  </a:cubicBezTo>
                  <a:cubicBezTo>
                    <a:pt x="54801" y="91129"/>
                    <a:pt x="54801" y="89541"/>
                    <a:pt x="56477" y="89541"/>
                  </a:cubicBezTo>
                  <a:cubicBezTo>
                    <a:pt x="56477" y="91129"/>
                    <a:pt x="58153" y="91129"/>
                    <a:pt x="59829" y="91129"/>
                  </a:cubicBezTo>
                  <a:cubicBezTo>
                    <a:pt x="61504" y="89541"/>
                    <a:pt x="63180" y="91129"/>
                    <a:pt x="69883" y="94304"/>
                  </a:cubicBezTo>
                  <a:cubicBezTo>
                    <a:pt x="76586" y="95891"/>
                    <a:pt x="71559" y="94304"/>
                    <a:pt x="71559" y="95891"/>
                  </a:cubicBezTo>
                  <a:cubicBezTo>
                    <a:pt x="71559" y="97479"/>
                    <a:pt x="71559" y="99066"/>
                    <a:pt x="71559" y="102241"/>
                  </a:cubicBezTo>
                  <a:cubicBezTo>
                    <a:pt x="71559" y="105416"/>
                    <a:pt x="71559" y="108591"/>
                    <a:pt x="71559" y="108591"/>
                  </a:cubicBezTo>
                  <a:cubicBezTo>
                    <a:pt x="71559" y="110179"/>
                    <a:pt x="69883" y="110179"/>
                    <a:pt x="68207" y="111766"/>
                  </a:cubicBezTo>
                  <a:cubicBezTo>
                    <a:pt x="66531" y="113354"/>
                    <a:pt x="66531" y="113354"/>
                    <a:pt x="64856" y="111766"/>
                  </a:cubicBezTo>
                  <a:cubicBezTo>
                    <a:pt x="63180" y="110179"/>
                    <a:pt x="63180" y="108591"/>
                    <a:pt x="61504" y="107004"/>
                  </a:cubicBezTo>
                  <a:cubicBezTo>
                    <a:pt x="61504" y="105416"/>
                    <a:pt x="61504" y="103829"/>
                    <a:pt x="59829" y="102241"/>
                  </a:cubicBezTo>
                  <a:cubicBezTo>
                    <a:pt x="58153" y="99066"/>
                    <a:pt x="59829" y="99066"/>
                    <a:pt x="58153" y="97479"/>
                  </a:cubicBezTo>
                  <a:cubicBezTo>
                    <a:pt x="56477" y="97479"/>
                    <a:pt x="56477" y="95891"/>
                    <a:pt x="54801" y="94304"/>
                  </a:cubicBezTo>
                  <a:cubicBezTo>
                    <a:pt x="53126" y="92716"/>
                    <a:pt x="54801" y="91129"/>
                    <a:pt x="53126" y="89541"/>
                  </a:cubicBezTo>
                  <a:cubicBezTo>
                    <a:pt x="49774" y="87953"/>
                    <a:pt x="51450" y="87953"/>
                    <a:pt x="49774" y="87953"/>
                  </a:cubicBezTo>
                  <a:cubicBezTo>
                    <a:pt x="48098" y="86366"/>
                    <a:pt x="46423" y="84778"/>
                    <a:pt x="48098" y="84778"/>
                  </a:cubicBezTo>
                  <a:close/>
                  <a:moveTo>
                    <a:pt x="90874" y="83191"/>
                  </a:moveTo>
                  <a:lnTo>
                    <a:pt x="95635" y="86365"/>
                  </a:lnTo>
                  <a:lnTo>
                    <a:pt x="94048" y="83191"/>
                  </a:lnTo>
                  <a:close/>
                  <a:moveTo>
                    <a:pt x="118059" y="80611"/>
                  </a:moveTo>
                  <a:cubicBezTo>
                    <a:pt x="118654" y="81206"/>
                    <a:pt x="119448" y="82397"/>
                    <a:pt x="121035" y="83191"/>
                  </a:cubicBezTo>
                  <a:cubicBezTo>
                    <a:pt x="122623" y="83191"/>
                    <a:pt x="121035" y="83191"/>
                    <a:pt x="121035" y="84778"/>
                  </a:cubicBezTo>
                  <a:cubicBezTo>
                    <a:pt x="121035" y="86366"/>
                    <a:pt x="121035" y="86366"/>
                    <a:pt x="121035" y="87953"/>
                  </a:cubicBezTo>
                  <a:cubicBezTo>
                    <a:pt x="121035" y="89541"/>
                    <a:pt x="121035" y="89541"/>
                    <a:pt x="117860" y="89541"/>
                  </a:cubicBezTo>
                  <a:cubicBezTo>
                    <a:pt x="114685" y="87953"/>
                    <a:pt x="117860" y="89541"/>
                    <a:pt x="114685" y="87953"/>
                  </a:cubicBezTo>
                  <a:cubicBezTo>
                    <a:pt x="113098" y="86366"/>
                    <a:pt x="114685" y="87953"/>
                    <a:pt x="114685" y="86366"/>
                  </a:cubicBezTo>
                  <a:cubicBezTo>
                    <a:pt x="114685" y="84778"/>
                    <a:pt x="116273" y="81603"/>
                    <a:pt x="116273" y="81603"/>
                  </a:cubicBezTo>
                  <a:cubicBezTo>
                    <a:pt x="117066" y="80016"/>
                    <a:pt x="117463" y="80016"/>
                    <a:pt x="118059" y="80611"/>
                  </a:cubicBezTo>
                  <a:close/>
                  <a:moveTo>
                    <a:pt x="92461" y="76841"/>
                  </a:moveTo>
                  <a:cubicBezTo>
                    <a:pt x="92461" y="76841"/>
                    <a:pt x="95636" y="76841"/>
                    <a:pt x="97223" y="78428"/>
                  </a:cubicBezTo>
                  <a:cubicBezTo>
                    <a:pt x="98811" y="81603"/>
                    <a:pt x="98811" y="81603"/>
                    <a:pt x="98811" y="83191"/>
                  </a:cubicBezTo>
                  <a:cubicBezTo>
                    <a:pt x="98811" y="83191"/>
                    <a:pt x="98811" y="84779"/>
                    <a:pt x="98811" y="84779"/>
                  </a:cubicBezTo>
                  <a:cubicBezTo>
                    <a:pt x="100398" y="84779"/>
                    <a:pt x="100398" y="84779"/>
                    <a:pt x="101986" y="84779"/>
                  </a:cubicBezTo>
                  <a:cubicBezTo>
                    <a:pt x="101986" y="83191"/>
                    <a:pt x="101986" y="81603"/>
                    <a:pt x="103573" y="80016"/>
                  </a:cubicBezTo>
                  <a:cubicBezTo>
                    <a:pt x="105161" y="78428"/>
                    <a:pt x="106748" y="80016"/>
                    <a:pt x="108336" y="83191"/>
                  </a:cubicBezTo>
                  <a:cubicBezTo>
                    <a:pt x="109923" y="84779"/>
                    <a:pt x="109923" y="83191"/>
                    <a:pt x="109923" y="83191"/>
                  </a:cubicBezTo>
                  <a:cubicBezTo>
                    <a:pt x="111511" y="83191"/>
                    <a:pt x="111511" y="83191"/>
                    <a:pt x="113098" y="86366"/>
                  </a:cubicBezTo>
                  <a:cubicBezTo>
                    <a:pt x="113098" y="87954"/>
                    <a:pt x="109923" y="89541"/>
                    <a:pt x="109923" y="89541"/>
                  </a:cubicBezTo>
                  <a:cubicBezTo>
                    <a:pt x="109923" y="92716"/>
                    <a:pt x="109923" y="89541"/>
                    <a:pt x="109923" y="92716"/>
                  </a:cubicBezTo>
                  <a:cubicBezTo>
                    <a:pt x="109923" y="94304"/>
                    <a:pt x="111511" y="94304"/>
                    <a:pt x="113098" y="95891"/>
                  </a:cubicBezTo>
                  <a:cubicBezTo>
                    <a:pt x="113098" y="95891"/>
                    <a:pt x="114686" y="95891"/>
                    <a:pt x="116273" y="95891"/>
                  </a:cubicBezTo>
                  <a:cubicBezTo>
                    <a:pt x="117861" y="94304"/>
                    <a:pt x="117861" y="97479"/>
                    <a:pt x="117861" y="97479"/>
                  </a:cubicBezTo>
                  <a:cubicBezTo>
                    <a:pt x="117861" y="99066"/>
                    <a:pt x="117861" y="99066"/>
                    <a:pt x="117861" y="100654"/>
                  </a:cubicBezTo>
                  <a:cubicBezTo>
                    <a:pt x="117861" y="102241"/>
                    <a:pt x="117861" y="103829"/>
                    <a:pt x="117861" y="103829"/>
                  </a:cubicBezTo>
                  <a:cubicBezTo>
                    <a:pt x="117861" y="105416"/>
                    <a:pt x="117861" y="107004"/>
                    <a:pt x="116273" y="107004"/>
                  </a:cubicBezTo>
                  <a:cubicBezTo>
                    <a:pt x="116273" y="107004"/>
                    <a:pt x="114686" y="107004"/>
                    <a:pt x="113098" y="105416"/>
                  </a:cubicBezTo>
                  <a:cubicBezTo>
                    <a:pt x="113098" y="105416"/>
                    <a:pt x="111511" y="103829"/>
                    <a:pt x="108336" y="100654"/>
                  </a:cubicBezTo>
                  <a:cubicBezTo>
                    <a:pt x="105161" y="99066"/>
                    <a:pt x="108336" y="100654"/>
                    <a:pt x="106748" y="100654"/>
                  </a:cubicBezTo>
                  <a:cubicBezTo>
                    <a:pt x="103573" y="99066"/>
                    <a:pt x="103573" y="99066"/>
                    <a:pt x="103573" y="99066"/>
                  </a:cubicBezTo>
                  <a:cubicBezTo>
                    <a:pt x="101986" y="97479"/>
                    <a:pt x="101986" y="95891"/>
                    <a:pt x="100398" y="92716"/>
                  </a:cubicBezTo>
                  <a:cubicBezTo>
                    <a:pt x="100398" y="91129"/>
                    <a:pt x="98811" y="91129"/>
                    <a:pt x="95636" y="89541"/>
                  </a:cubicBezTo>
                  <a:cubicBezTo>
                    <a:pt x="92461" y="87954"/>
                    <a:pt x="95636" y="89541"/>
                    <a:pt x="95636" y="87954"/>
                  </a:cubicBezTo>
                  <a:cubicBezTo>
                    <a:pt x="95636" y="86366"/>
                    <a:pt x="95636" y="86366"/>
                    <a:pt x="95636" y="86366"/>
                  </a:cubicBezTo>
                  <a:lnTo>
                    <a:pt x="95636" y="86366"/>
                  </a:lnTo>
                  <a:lnTo>
                    <a:pt x="89286" y="86366"/>
                  </a:lnTo>
                  <a:cubicBezTo>
                    <a:pt x="87698" y="86366"/>
                    <a:pt x="89286" y="86366"/>
                    <a:pt x="89286" y="87953"/>
                  </a:cubicBezTo>
                  <a:cubicBezTo>
                    <a:pt x="89286" y="89541"/>
                    <a:pt x="90873" y="89541"/>
                    <a:pt x="92461" y="94303"/>
                  </a:cubicBezTo>
                  <a:cubicBezTo>
                    <a:pt x="94048" y="99066"/>
                    <a:pt x="92461" y="95891"/>
                    <a:pt x="90873" y="97478"/>
                  </a:cubicBezTo>
                  <a:cubicBezTo>
                    <a:pt x="89286" y="97478"/>
                    <a:pt x="90873" y="94303"/>
                    <a:pt x="89286" y="92716"/>
                  </a:cubicBezTo>
                  <a:cubicBezTo>
                    <a:pt x="89286" y="89541"/>
                    <a:pt x="89286" y="91128"/>
                    <a:pt x="86110" y="89541"/>
                  </a:cubicBezTo>
                  <a:cubicBezTo>
                    <a:pt x="84523" y="89541"/>
                    <a:pt x="86110" y="89541"/>
                    <a:pt x="82935" y="86366"/>
                  </a:cubicBezTo>
                  <a:cubicBezTo>
                    <a:pt x="82935" y="84778"/>
                    <a:pt x="81348" y="84778"/>
                    <a:pt x="79760" y="84778"/>
                  </a:cubicBezTo>
                  <a:cubicBezTo>
                    <a:pt x="78173" y="83190"/>
                    <a:pt x="79760" y="83190"/>
                    <a:pt x="81348" y="81603"/>
                  </a:cubicBezTo>
                  <a:cubicBezTo>
                    <a:pt x="81348" y="81603"/>
                    <a:pt x="81348" y="80015"/>
                    <a:pt x="82935" y="80015"/>
                  </a:cubicBezTo>
                  <a:cubicBezTo>
                    <a:pt x="84523" y="78428"/>
                    <a:pt x="86110" y="80015"/>
                    <a:pt x="86110" y="80015"/>
                  </a:cubicBezTo>
                  <a:lnTo>
                    <a:pt x="90873" y="83190"/>
                  </a:lnTo>
                  <a:lnTo>
                    <a:pt x="89286" y="80016"/>
                  </a:lnTo>
                  <a:cubicBezTo>
                    <a:pt x="87698" y="80016"/>
                    <a:pt x="86111" y="78428"/>
                    <a:pt x="87698" y="78428"/>
                  </a:cubicBezTo>
                  <a:cubicBezTo>
                    <a:pt x="89286" y="78428"/>
                    <a:pt x="90873" y="76841"/>
                    <a:pt x="92461" y="76841"/>
                  </a:cubicBezTo>
                  <a:close/>
                  <a:moveTo>
                    <a:pt x="64623" y="669"/>
                  </a:moveTo>
                  <a:cubicBezTo>
                    <a:pt x="67911" y="-947"/>
                    <a:pt x="66267" y="669"/>
                    <a:pt x="67911" y="2286"/>
                  </a:cubicBezTo>
                  <a:cubicBezTo>
                    <a:pt x="69555" y="3902"/>
                    <a:pt x="71199" y="2286"/>
                    <a:pt x="72844" y="3902"/>
                  </a:cubicBezTo>
                  <a:cubicBezTo>
                    <a:pt x="76132" y="3902"/>
                    <a:pt x="74488" y="5518"/>
                    <a:pt x="76132" y="7135"/>
                  </a:cubicBezTo>
                  <a:cubicBezTo>
                    <a:pt x="77776" y="10367"/>
                    <a:pt x="76132" y="7135"/>
                    <a:pt x="79420" y="7135"/>
                  </a:cubicBezTo>
                  <a:cubicBezTo>
                    <a:pt x="81065" y="5518"/>
                    <a:pt x="81065" y="5518"/>
                    <a:pt x="82709" y="5518"/>
                  </a:cubicBezTo>
                  <a:cubicBezTo>
                    <a:pt x="84353" y="3902"/>
                    <a:pt x="85997" y="7135"/>
                    <a:pt x="85997" y="8751"/>
                  </a:cubicBezTo>
                  <a:cubicBezTo>
                    <a:pt x="85997" y="8751"/>
                    <a:pt x="85997" y="11984"/>
                    <a:pt x="84353" y="13600"/>
                  </a:cubicBezTo>
                  <a:cubicBezTo>
                    <a:pt x="84353" y="15217"/>
                    <a:pt x="84353" y="16833"/>
                    <a:pt x="84353" y="18449"/>
                  </a:cubicBezTo>
                  <a:cubicBezTo>
                    <a:pt x="82709" y="20066"/>
                    <a:pt x="84353" y="20066"/>
                    <a:pt x="84353" y="21682"/>
                  </a:cubicBezTo>
                  <a:cubicBezTo>
                    <a:pt x="84353" y="24915"/>
                    <a:pt x="85997" y="24915"/>
                    <a:pt x="85997" y="24915"/>
                  </a:cubicBezTo>
                  <a:cubicBezTo>
                    <a:pt x="85997" y="24915"/>
                    <a:pt x="89286" y="28147"/>
                    <a:pt x="89286" y="28147"/>
                  </a:cubicBezTo>
                  <a:cubicBezTo>
                    <a:pt x="89286" y="29764"/>
                    <a:pt x="89286" y="31380"/>
                    <a:pt x="87642" y="34613"/>
                  </a:cubicBezTo>
                  <a:cubicBezTo>
                    <a:pt x="85997" y="36229"/>
                    <a:pt x="87642" y="34613"/>
                    <a:pt x="85997" y="36229"/>
                  </a:cubicBezTo>
                  <a:cubicBezTo>
                    <a:pt x="85997" y="37846"/>
                    <a:pt x="85997" y="39462"/>
                    <a:pt x="85997" y="39462"/>
                  </a:cubicBezTo>
                  <a:cubicBezTo>
                    <a:pt x="84353" y="41078"/>
                    <a:pt x="84353" y="42695"/>
                    <a:pt x="84353" y="42695"/>
                  </a:cubicBezTo>
                  <a:cubicBezTo>
                    <a:pt x="84353" y="42695"/>
                    <a:pt x="82709" y="44311"/>
                    <a:pt x="81065" y="45927"/>
                  </a:cubicBezTo>
                  <a:cubicBezTo>
                    <a:pt x="79420" y="47544"/>
                    <a:pt x="76132" y="49160"/>
                    <a:pt x="76132" y="49160"/>
                  </a:cubicBezTo>
                  <a:cubicBezTo>
                    <a:pt x="74488" y="49160"/>
                    <a:pt x="74488" y="52393"/>
                    <a:pt x="74488" y="54009"/>
                  </a:cubicBezTo>
                  <a:cubicBezTo>
                    <a:pt x="74488" y="54009"/>
                    <a:pt x="71199" y="55626"/>
                    <a:pt x="71199" y="55626"/>
                  </a:cubicBezTo>
                  <a:cubicBezTo>
                    <a:pt x="69555" y="57242"/>
                    <a:pt x="71199" y="57242"/>
                    <a:pt x="71199" y="63707"/>
                  </a:cubicBezTo>
                  <a:cubicBezTo>
                    <a:pt x="71199" y="70173"/>
                    <a:pt x="71199" y="65324"/>
                    <a:pt x="72844" y="66940"/>
                  </a:cubicBezTo>
                  <a:cubicBezTo>
                    <a:pt x="72844" y="68557"/>
                    <a:pt x="72844" y="70173"/>
                    <a:pt x="72844" y="70173"/>
                  </a:cubicBezTo>
                  <a:cubicBezTo>
                    <a:pt x="72844" y="70173"/>
                    <a:pt x="74488" y="73406"/>
                    <a:pt x="74488" y="73406"/>
                  </a:cubicBezTo>
                  <a:cubicBezTo>
                    <a:pt x="74488" y="75022"/>
                    <a:pt x="77776" y="78255"/>
                    <a:pt x="77776" y="78255"/>
                  </a:cubicBezTo>
                  <a:cubicBezTo>
                    <a:pt x="77776" y="78255"/>
                    <a:pt x="77776" y="78255"/>
                    <a:pt x="79420" y="81487"/>
                  </a:cubicBezTo>
                  <a:cubicBezTo>
                    <a:pt x="79420" y="81487"/>
                    <a:pt x="79420" y="81487"/>
                    <a:pt x="74488" y="83104"/>
                  </a:cubicBezTo>
                  <a:cubicBezTo>
                    <a:pt x="72844" y="84720"/>
                    <a:pt x="72844" y="86337"/>
                    <a:pt x="71199" y="86337"/>
                  </a:cubicBezTo>
                  <a:cubicBezTo>
                    <a:pt x="69555" y="87953"/>
                    <a:pt x="71199" y="87953"/>
                    <a:pt x="67911" y="86337"/>
                  </a:cubicBezTo>
                  <a:cubicBezTo>
                    <a:pt x="66267" y="84720"/>
                    <a:pt x="64623" y="86337"/>
                    <a:pt x="62978" y="84720"/>
                  </a:cubicBezTo>
                  <a:cubicBezTo>
                    <a:pt x="59690" y="83104"/>
                    <a:pt x="61334" y="84720"/>
                    <a:pt x="59690" y="83104"/>
                  </a:cubicBezTo>
                  <a:cubicBezTo>
                    <a:pt x="56401" y="81487"/>
                    <a:pt x="58046" y="81487"/>
                    <a:pt x="56401" y="76638"/>
                  </a:cubicBezTo>
                  <a:cubicBezTo>
                    <a:pt x="56401" y="75022"/>
                    <a:pt x="58046" y="75022"/>
                    <a:pt x="59690" y="75022"/>
                  </a:cubicBezTo>
                  <a:cubicBezTo>
                    <a:pt x="62978" y="75022"/>
                    <a:pt x="62978" y="75022"/>
                    <a:pt x="64623" y="75022"/>
                  </a:cubicBezTo>
                  <a:cubicBezTo>
                    <a:pt x="66267" y="73406"/>
                    <a:pt x="67911" y="73406"/>
                    <a:pt x="67911" y="71789"/>
                  </a:cubicBezTo>
                  <a:cubicBezTo>
                    <a:pt x="69555" y="70173"/>
                    <a:pt x="66267" y="70173"/>
                    <a:pt x="62978" y="68557"/>
                  </a:cubicBezTo>
                  <a:cubicBezTo>
                    <a:pt x="61334" y="68557"/>
                    <a:pt x="62978" y="68557"/>
                    <a:pt x="61334" y="68557"/>
                  </a:cubicBezTo>
                  <a:cubicBezTo>
                    <a:pt x="59690" y="68557"/>
                    <a:pt x="59690" y="68557"/>
                    <a:pt x="58046" y="68557"/>
                  </a:cubicBezTo>
                  <a:cubicBezTo>
                    <a:pt x="54757" y="70173"/>
                    <a:pt x="58046" y="68557"/>
                    <a:pt x="54757" y="70173"/>
                  </a:cubicBezTo>
                  <a:cubicBezTo>
                    <a:pt x="53113" y="71789"/>
                    <a:pt x="54757" y="71789"/>
                    <a:pt x="51469" y="71789"/>
                  </a:cubicBezTo>
                  <a:cubicBezTo>
                    <a:pt x="49825" y="71789"/>
                    <a:pt x="49825" y="71789"/>
                    <a:pt x="48180" y="68557"/>
                  </a:cubicBezTo>
                  <a:cubicBezTo>
                    <a:pt x="48180" y="66940"/>
                    <a:pt x="48180" y="68557"/>
                    <a:pt x="46536" y="63707"/>
                  </a:cubicBezTo>
                  <a:cubicBezTo>
                    <a:pt x="46536" y="60475"/>
                    <a:pt x="46536" y="63707"/>
                    <a:pt x="46536" y="62091"/>
                  </a:cubicBezTo>
                  <a:cubicBezTo>
                    <a:pt x="46536" y="58858"/>
                    <a:pt x="46536" y="58858"/>
                    <a:pt x="46536" y="55626"/>
                  </a:cubicBezTo>
                  <a:cubicBezTo>
                    <a:pt x="46536" y="52393"/>
                    <a:pt x="44892" y="54009"/>
                    <a:pt x="44892" y="50777"/>
                  </a:cubicBezTo>
                  <a:cubicBezTo>
                    <a:pt x="43248" y="49160"/>
                    <a:pt x="43248" y="49160"/>
                    <a:pt x="43248" y="45927"/>
                  </a:cubicBezTo>
                  <a:cubicBezTo>
                    <a:pt x="43248" y="44311"/>
                    <a:pt x="43248" y="44311"/>
                    <a:pt x="43248" y="42695"/>
                  </a:cubicBezTo>
                  <a:cubicBezTo>
                    <a:pt x="43248" y="41078"/>
                    <a:pt x="44892" y="42695"/>
                    <a:pt x="46536" y="42695"/>
                  </a:cubicBezTo>
                  <a:cubicBezTo>
                    <a:pt x="46536" y="42695"/>
                    <a:pt x="48180" y="44311"/>
                    <a:pt x="49825" y="44311"/>
                  </a:cubicBezTo>
                  <a:cubicBezTo>
                    <a:pt x="51469" y="44311"/>
                    <a:pt x="51469" y="45927"/>
                    <a:pt x="53113" y="44311"/>
                  </a:cubicBezTo>
                  <a:cubicBezTo>
                    <a:pt x="54757" y="42695"/>
                    <a:pt x="53113" y="44311"/>
                    <a:pt x="53113" y="41078"/>
                  </a:cubicBezTo>
                  <a:cubicBezTo>
                    <a:pt x="53113" y="37846"/>
                    <a:pt x="53113" y="37846"/>
                    <a:pt x="53113" y="34613"/>
                  </a:cubicBezTo>
                  <a:cubicBezTo>
                    <a:pt x="53113" y="31380"/>
                    <a:pt x="53113" y="32997"/>
                    <a:pt x="53113" y="31380"/>
                  </a:cubicBezTo>
                  <a:cubicBezTo>
                    <a:pt x="53113" y="28147"/>
                    <a:pt x="54757" y="28147"/>
                    <a:pt x="54757" y="28147"/>
                  </a:cubicBezTo>
                  <a:cubicBezTo>
                    <a:pt x="54757" y="26531"/>
                    <a:pt x="54757" y="23298"/>
                    <a:pt x="54757" y="23298"/>
                  </a:cubicBezTo>
                  <a:cubicBezTo>
                    <a:pt x="54757" y="21682"/>
                    <a:pt x="54757" y="18449"/>
                    <a:pt x="54757" y="15217"/>
                  </a:cubicBezTo>
                  <a:cubicBezTo>
                    <a:pt x="54757" y="13600"/>
                    <a:pt x="56401" y="11984"/>
                    <a:pt x="56401" y="8751"/>
                  </a:cubicBezTo>
                  <a:cubicBezTo>
                    <a:pt x="56401" y="5518"/>
                    <a:pt x="58046" y="5518"/>
                    <a:pt x="58046" y="3902"/>
                  </a:cubicBezTo>
                  <a:cubicBezTo>
                    <a:pt x="59690" y="2286"/>
                    <a:pt x="61334" y="2286"/>
                    <a:pt x="64623" y="66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59" name="íş1íďê"/>
            <p:cNvSpPr/>
            <p:nvPr/>
          </p:nvSpPr>
          <p:spPr bwMode="auto">
            <a:xfrm>
              <a:off x="7483699" y="2941193"/>
              <a:ext cx="1057826" cy="391607"/>
            </a:xfrm>
            <a:custGeom>
              <a:avLst/>
              <a:gdLst>
                <a:gd name="connsiteX0" fmla="*/ 407763 w 1057826"/>
                <a:gd name="connsiteY0" fmla="*/ 329202 h 391607"/>
                <a:gd name="connsiteX1" fmla="*/ 412526 w 1057826"/>
                <a:gd name="connsiteY1" fmla="*/ 329202 h 391607"/>
                <a:gd name="connsiteX2" fmla="*/ 420464 w 1057826"/>
                <a:gd name="connsiteY2" fmla="*/ 329202 h 391607"/>
                <a:gd name="connsiteX3" fmla="*/ 425226 w 1057826"/>
                <a:gd name="connsiteY3" fmla="*/ 332666 h 391607"/>
                <a:gd name="connsiteX4" fmla="*/ 429989 w 1057826"/>
                <a:gd name="connsiteY4" fmla="*/ 337861 h 391607"/>
                <a:gd name="connsiteX5" fmla="*/ 433164 w 1057826"/>
                <a:gd name="connsiteY5" fmla="*/ 341325 h 391607"/>
                <a:gd name="connsiteX6" fmla="*/ 429989 w 1057826"/>
                <a:gd name="connsiteY6" fmla="*/ 344788 h 391607"/>
                <a:gd name="connsiteX7" fmla="*/ 423639 w 1057826"/>
                <a:gd name="connsiteY7" fmla="*/ 346520 h 391607"/>
                <a:gd name="connsiteX8" fmla="*/ 420464 w 1057826"/>
                <a:gd name="connsiteY8" fmla="*/ 344788 h 391607"/>
                <a:gd name="connsiteX9" fmla="*/ 415701 w 1057826"/>
                <a:gd name="connsiteY9" fmla="*/ 341325 h 391607"/>
                <a:gd name="connsiteX10" fmla="*/ 407763 w 1057826"/>
                <a:gd name="connsiteY10" fmla="*/ 339593 h 391607"/>
                <a:gd name="connsiteX11" fmla="*/ 403001 w 1057826"/>
                <a:gd name="connsiteY11" fmla="*/ 337861 h 391607"/>
                <a:gd name="connsiteX12" fmla="*/ 403001 w 1057826"/>
                <a:gd name="connsiteY12" fmla="*/ 330934 h 391607"/>
                <a:gd name="connsiteX13" fmla="*/ 407763 w 1057826"/>
                <a:gd name="connsiteY13" fmla="*/ 329202 h 391607"/>
                <a:gd name="connsiteX14" fmla="*/ 498251 w 1057826"/>
                <a:gd name="connsiteY14" fmla="*/ 324295 h 391607"/>
                <a:gd name="connsiteX15" fmla="*/ 498252 w 1057826"/>
                <a:gd name="connsiteY15" fmla="*/ 324295 h 391607"/>
                <a:gd name="connsiteX16" fmla="*/ 499839 w 1057826"/>
                <a:gd name="connsiteY16" fmla="*/ 324295 h 391607"/>
                <a:gd name="connsiteX17" fmla="*/ 503014 w 1057826"/>
                <a:gd name="connsiteY17" fmla="*/ 324295 h 391607"/>
                <a:gd name="connsiteX18" fmla="*/ 506189 w 1057826"/>
                <a:gd name="connsiteY18" fmla="*/ 331042 h 391607"/>
                <a:gd name="connsiteX19" fmla="*/ 504602 w 1057826"/>
                <a:gd name="connsiteY19" fmla="*/ 334416 h 391607"/>
                <a:gd name="connsiteX20" fmla="*/ 501427 w 1057826"/>
                <a:gd name="connsiteY20" fmla="*/ 337789 h 391607"/>
                <a:gd name="connsiteX21" fmla="*/ 495077 w 1057826"/>
                <a:gd name="connsiteY21" fmla="*/ 344536 h 391607"/>
                <a:gd name="connsiteX22" fmla="*/ 490314 w 1057826"/>
                <a:gd name="connsiteY22" fmla="*/ 344536 h 391607"/>
                <a:gd name="connsiteX23" fmla="*/ 483964 w 1057826"/>
                <a:gd name="connsiteY23" fmla="*/ 347910 h 391607"/>
                <a:gd name="connsiteX24" fmla="*/ 479201 w 1057826"/>
                <a:gd name="connsiteY24" fmla="*/ 349596 h 391607"/>
                <a:gd name="connsiteX25" fmla="*/ 477614 w 1057826"/>
                <a:gd name="connsiteY25" fmla="*/ 341163 h 391607"/>
                <a:gd name="connsiteX26" fmla="*/ 480789 w 1057826"/>
                <a:gd name="connsiteY26" fmla="*/ 336102 h 391607"/>
                <a:gd name="connsiteX27" fmla="*/ 485551 w 1057826"/>
                <a:gd name="connsiteY27" fmla="*/ 331042 h 391607"/>
                <a:gd name="connsiteX28" fmla="*/ 490314 w 1057826"/>
                <a:gd name="connsiteY28" fmla="*/ 327669 h 391607"/>
                <a:gd name="connsiteX29" fmla="*/ 498251 w 1057826"/>
                <a:gd name="connsiteY29" fmla="*/ 324296 h 391607"/>
                <a:gd name="connsiteX30" fmla="*/ 370152 w 1057826"/>
                <a:gd name="connsiteY30" fmla="*/ 313182 h 391607"/>
                <a:gd name="connsiteX31" fmla="*/ 375281 w 1057826"/>
                <a:gd name="connsiteY31" fmla="*/ 313182 h 391607"/>
                <a:gd name="connsiteX32" fmla="*/ 382120 w 1057826"/>
                <a:gd name="connsiteY32" fmla="*/ 317945 h 391607"/>
                <a:gd name="connsiteX33" fmla="*/ 382120 w 1057826"/>
                <a:gd name="connsiteY33" fmla="*/ 322707 h 391607"/>
                <a:gd name="connsiteX34" fmla="*/ 375281 w 1057826"/>
                <a:gd name="connsiteY34" fmla="*/ 327470 h 391607"/>
                <a:gd name="connsiteX35" fmla="*/ 368443 w 1057826"/>
                <a:gd name="connsiteY35" fmla="*/ 325882 h 391607"/>
                <a:gd name="connsiteX36" fmla="*/ 365023 w 1057826"/>
                <a:gd name="connsiteY36" fmla="*/ 321120 h 391607"/>
                <a:gd name="connsiteX37" fmla="*/ 365023 w 1057826"/>
                <a:gd name="connsiteY37" fmla="*/ 314770 h 391607"/>
                <a:gd name="connsiteX38" fmla="*/ 370152 w 1057826"/>
                <a:gd name="connsiteY38" fmla="*/ 313182 h 391607"/>
                <a:gd name="connsiteX39" fmla="*/ 352201 w 1057826"/>
                <a:gd name="connsiteY39" fmla="*/ 311595 h 391607"/>
                <a:gd name="connsiteX40" fmla="*/ 361726 w 1057826"/>
                <a:gd name="connsiteY40" fmla="*/ 311595 h 391607"/>
                <a:gd name="connsiteX41" fmla="*/ 360139 w 1057826"/>
                <a:gd name="connsiteY41" fmla="*/ 319533 h 391607"/>
                <a:gd name="connsiteX42" fmla="*/ 358551 w 1057826"/>
                <a:gd name="connsiteY42" fmla="*/ 322708 h 391607"/>
                <a:gd name="connsiteX43" fmla="*/ 352201 w 1057826"/>
                <a:gd name="connsiteY43" fmla="*/ 322708 h 391607"/>
                <a:gd name="connsiteX44" fmla="*/ 350613 w 1057826"/>
                <a:gd name="connsiteY44" fmla="*/ 321121 h 391607"/>
                <a:gd name="connsiteX45" fmla="*/ 349026 w 1057826"/>
                <a:gd name="connsiteY45" fmla="*/ 317945 h 391607"/>
                <a:gd name="connsiteX46" fmla="*/ 352201 w 1057826"/>
                <a:gd name="connsiteY46" fmla="*/ 311595 h 391607"/>
                <a:gd name="connsiteX47" fmla="*/ 536057 w 1057826"/>
                <a:gd name="connsiteY47" fmla="*/ 311595 h 391607"/>
                <a:gd name="connsiteX48" fmla="*/ 544289 w 1057826"/>
                <a:gd name="connsiteY48" fmla="*/ 313182 h 391607"/>
                <a:gd name="connsiteX49" fmla="*/ 540996 w 1057826"/>
                <a:gd name="connsiteY49" fmla="*/ 316357 h 391607"/>
                <a:gd name="connsiteX50" fmla="*/ 534411 w 1057826"/>
                <a:gd name="connsiteY50" fmla="*/ 319532 h 391607"/>
                <a:gd name="connsiteX51" fmla="*/ 526179 w 1057826"/>
                <a:gd name="connsiteY51" fmla="*/ 322707 h 391607"/>
                <a:gd name="connsiteX52" fmla="*/ 508070 w 1057826"/>
                <a:gd name="connsiteY52" fmla="*/ 329057 h 391607"/>
                <a:gd name="connsiteX53" fmla="*/ 506424 w 1057826"/>
                <a:gd name="connsiteY53" fmla="*/ 324295 h 391607"/>
                <a:gd name="connsiteX54" fmla="*/ 501485 w 1057826"/>
                <a:gd name="connsiteY54" fmla="*/ 322707 h 391607"/>
                <a:gd name="connsiteX55" fmla="*/ 503131 w 1057826"/>
                <a:gd name="connsiteY55" fmla="*/ 319532 h 391607"/>
                <a:gd name="connsiteX56" fmla="*/ 506424 w 1057826"/>
                <a:gd name="connsiteY56" fmla="*/ 316357 h 391607"/>
                <a:gd name="connsiteX57" fmla="*/ 513009 w 1057826"/>
                <a:gd name="connsiteY57" fmla="*/ 314770 h 391607"/>
                <a:gd name="connsiteX58" fmla="*/ 519594 w 1057826"/>
                <a:gd name="connsiteY58" fmla="*/ 313182 h 391607"/>
                <a:gd name="connsiteX59" fmla="*/ 524533 w 1057826"/>
                <a:gd name="connsiteY59" fmla="*/ 313182 h 391607"/>
                <a:gd name="connsiteX60" fmla="*/ 536057 w 1057826"/>
                <a:gd name="connsiteY60" fmla="*/ 311595 h 391607"/>
                <a:gd name="connsiteX61" fmla="*/ 424092 w 1057826"/>
                <a:gd name="connsiteY61" fmla="*/ 311595 h 391607"/>
                <a:gd name="connsiteX62" fmla="*/ 430669 w 1057826"/>
                <a:gd name="connsiteY62" fmla="*/ 311595 h 391607"/>
                <a:gd name="connsiteX63" fmla="*/ 435602 w 1057826"/>
                <a:gd name="connsiteY63" fmla="*/ 311595 h 391607"/>
                <a:gd name="connsiteX64" fmla="*/ 438890 w 1057826"/>
                <a:gd name="connsiteY64" fmla="*/ 313182 h 391607"/>
                <a:gd name="connsiteX65" fmla="*/ 445467 w 1057826"/>
                <a:gd name="connsiteY65" fmla="*/ 314770 h 391607"/>
                <a:gd name="connsiteX66" fmla="*/ 448756 w 1057826"/>
                <a:gd name="connsiteY66" fmla="*/ 314770 h 391607"/>
                <a:gd name="connsiteX67" fmla="*/ 455333 w 1057826"/>
                <a:gd name="connsiteY67" fmla="*/ 313182 h 391607"/>
                <a:gd name="connsiteX68" fmla="*/ 455333 w 1057826"/>
                <a:gd name="connsiteY68" fmla="*/ 317945 h 391607"/>
                <a:gd name="connsiteX69" fmla="*/ 445467 w 1057826"/>
                <a:gd name="connsiteY69" fmla="*/ 319532 h 391607"/>
                <a:gd name="connsiteX70" fmla="*/ 435602 w 1057826"/>
                <a:gd name="connsiteY70" fmla="*/ 322707 h 391607"/>
                <a:gd name="connsiteX71" fmla="*/ 429025 w 1057826"/>
                <a:gd name="connsiteY71" fmla="*/ 321120 h 391607"/>
                <a:gd name="connsiteX72" fmla="*/ 420804 w 1057826"/>
                <a:gd name="connsiteY72" fmla="*/ 319532 h 391607"/>
                <a:gd name="connsiteX73" fmla="*/ 412583 w 1057826"/>
                <a:gd name="connsiteY73" fmla="*/ 316357 h 391607"/>
                <a:gd name="connsiteX74" fmla="*/ 419160 w 1057826"/>
                <a:gd name="connsiteY74" fmla="*/ 313182 h 391607"/>
                <a:gd name="connsiteX75" fmla="*/ 424092 w 1057826"/>
                <a:gd name="connsiteY75" fmla="*/ 311595 h 391607"/>
                <a:gd name="connsiteX76" fmla="*/ 379188 w 1057826"/>
                <a:gd name="connsiteY76" fmla="*/ 310008 h 391607"/>
                <a:gd name="connsiteX77" fmla="*/ 393476 w 1057826"/>
                <a:gd name="connsiteY77" fmla="*/ 311595 h 391607"/>
                <a:gd name="connsiteX78" fmla="*/ 403001 w 1057826"/>
                <a:gd name="connsiteY78" fmla="*/ 313183 h 391607"/>
                <a:gd name="connsiteX79" fmla="*/ 404589 w 1057826"/>
                <a:gd name="connsiteY79" fmla="*/ 317945 h 391607"/>
                <a:gd name="connsiteX80" fmla="*/ 401414 w 1057826"/>
                <a:gd name="connsiteY80" fmla="*/ 321121 h 391607"/>
                <a:gd name="connsiteX81" fmla="*/ 396651 w 1057826"/>
                <a:gd name="connsiteY81" fmla="*/ 322708 h 391607"/>
                <a:gd name="connsiteX82" fmla="*/ 390301 w 1057826"/>
                <a:gd name="connsiteY82" fmla="*/ 319533 h 391607"/>
                <a:gd name="connsiteX83" fmla="*/ 388713 w 1057826"/>
                <a:gd name="connsiteY83" fmla="*/ 314770 h 391607"/>
                <a:gd name="connsiteX84" fmla="*/ 379188 w 1057826"/>
                <a:gd name="connsiteY84" fmla="*/ 310008 h 391607"/>
                <a:gd name="connsiteX85" fmla="*/ 466501 w 1057826"/>
                <a:gd name="connsiteY85" fmla="*/ 310007 h 391607"/>
                <a:gd name="connsiteX86" fmla="*/ 472851 w 1057826"/>
                <a:gd name="connsiteY86" fmla="*/ 310007 h 391607"/>
                <a:gd name="connsiteX87" fmla="*/ 471264 w 1057826"/>
                <a:gd name="connsiteY87" fmla="*/ 316358 h 391607"/>
                <a:gd name="connsiteX88" fmla="*/ 466501 w 1057826"/>
                <a:gd name="connsiteY88" fmla="*/ 314770 h 391607"/>
                <a:gd name="connsiteX89" fmla="*/ 463326 w 1057826"/>
                <a:gd name="connsiteY89" fmla="*/ 317945 h 391607"/>
                <a:gd name="connsiteX90" fmla="*/ 458563 w 1057826"/>
                <a:gd name="connsiteY90" fmla="*/ 317945 h 391607"/>
                <a:gd name="connsiteX91" fmla="*/ 461738 w 1057826"/>
                <a:gd name="connsiteY91" fmla="*/ 316358 h 391607"/>
                <a:gd name="connsiteX92" fmla="*/ 463326 w 1057826"/>
                <a:gd name="connsiteY92" fmla="*/ 313182 h 391607"/>
                <a:gd name="connsiteX93" fmla="*/ 466501 w 1057826"/>
                <a:gd name="connsiteY93" fmla="*/ 310007 h 391607"/>
                <a:gd name="connsiteX94" fmla="*/ 496664 w 1057826"/>
                <a:gd name="connsiteY94" fmla="*/ 308420 h 391607"/>
                <a:gd name="connsiteX95" fmla="*/ 501426 w 1057826"/>
                <a:gd name="connsiteY95" fmla="*/ 308420 h 391607"/>
                <a:gd name="connsiteX96" fmla="*/ 504601 w 1057826"/>
                <a:gd name="connsiteY96" fmla="*/ 310007 h 391607"/>
                <a:gd name="connsiteX97" fmla="*/ 503014 w 1057826"/>
                <a:gd name="connsiteY97" fmla="*/ 314770 h 391607"/>
                <a:gd name="connsiteX98" fmla="*/ 496664 w 1057826"/>
                <a:gd name="connsiteY98" fmla="*/ 314770 h 391607"/>
                <a:gd name="connsiteX99" fmla="*/ 490314 w 1057826"/>
                <a:gd name="connsiteY99" fmla="*/ 316357 h 391607"/>
                <a:gd name="connsiteX100" fmla="*/ 483964 w 1057826"/>
                <a:gd name="connsiteY100" fmla="*/ 314770 h 391607"/>
                <a:gd name="connsiteX101" fmla="*/ 480789 w 1057826"/>
                <a:gd name="connsiteY101" fmla="*/ 314770 h 391607"/>
                <a:gd name="connsiteX102" fmla="*/ 476026 w 1057826"/>
                <a:gd name="connsiteY102" fmla="*/ 313182 h 391607"/>
                <a:gd name="connsiteX103" fmla="*/ 479201 w 1057826"/>
                <a:gd name="connsiteY103" fmla="*/ 311595 h 391607"/>
                <a:gd name="connsiteX104" fmla="*/ 483964 w 1057826"/>
                <a:gd name="connsiteY104" fmla="*/ 311595 h 391607"/>
                <a:gd name="connsiteX105" fmla="*/ 490314 w 1057826"/>
                <a:gd name="connsiteY105" fmla="*/ 313182 h 391607"/>
                <a:gd name="connsiteX106" fmla="*/ 493489 w 1057826"/>
                <a:gd name="connsiteY106" fmla="*/ 310007 h 391607"/>
                <a:gd name="connsiteX107" fmla="*/ 496664 w 1057826"/>
                <a:gd name="connsiteY107" fmla="*/ 308420 h 391607"/>
                <a:gd name="connsiteX108" fmla="*/ 331563 w 1057826"/>
                <a:gd name="connsiteY108" fmla="*/ 308420 h 391607"/>
                <a:gd name="connsiteX109" fmla="*/ 337913 w 1057826"/>
                <a:gd name="connsiteY109" fmla="*/ 308420 h 391607"/>
                <a:gd name="connsiteX110" fmla="*/ 345851 w 1057826"/>
                <a:gd name="connsiteY110" fmla="*/ 311595 h 391607"/>
                <a:gd name="connsiteX111" fmla="*/ 341089 w 1057826"/>
                <a:gd name="connsiteY111" fmla="*/ 317945 h 391607"/>
                <a:gd name="connsiteX112" fmla="*/ 339501 w 1057826"/>
                <a:gd name="connsiteY112" fmla="*/ 321120 h 391607"/>
                <a:gd name="connsiteX113" fmla="*/ 333151 w 1057826"/>
                <a:gd name="connsiteY113" fmla="*/ 317945 h 391607"/>
                <a:gd name="connsiteX114" fmla="*/ 329976 w 1057826"/>
                <a:gd name="connsiteY114" fmla="*/ 314770 h 391607"/>
                <a:gd name="connsiteX115" fmla="*/ 331563 w 1057826"/>
                <a:gd name="connsiteY115" fmla="*/ 308420 h 391607"/>
                <a:gd name="connsiteX116" fmla="*/ 523651 w 1057826"/>
                <a:gd name="connsiteY116" fmla="*/ 298895 h 391607"/>
                <a:gd name="connsiteX117" fmla="*/ 536351 w 1057826"/>
                <a:gd name="connsiteY117" fmla="*/ 300482 h 391607"/>
                <a:gd name="connsiteX118" fmla="*/ 531589 w 1057826"/>
                <a:gd name="connsiteY118" fmla="*/ 305245 h 391607"/>
                <a:gd name="connsiteX119" fmla="*/ 518888 w 1057826"/>
                <a:gd name="connsiteY119" fmla="*/ 306833 h 391607"/>
                <a:gd name="connsiteX120" fmla="*/ 523651 w 1057826"/>
                <a:gd name="connsiteY120" fmla="*/ 298895 h 391607"/>
                <a:gd name="connsiteX121" fmla="*/ 202023 w 1057826"/>
                <a:gd name="connsiteY121" fmla="*/ 270320 h 391607"/>
                <a:gd name="connsiteX122" fmla="*/ 205265 w 1057826"/>
                <a:gd name="connsiteY122" fmla="*/ 275083 h 391607"/>
                <a:gd name="connsiteX123" fmla="*/ 211749 w 1057826"/>
                <a:gd name="connsiteY123" fmla="*/ 276670 h 391607"/>
                <a:gd name="connsiteX124" fmla="*/ 218233 w 1057826"/>
                <a:gd name="connsiteY124" fmla="*/ 278258 h 391607"/>
                <a:gd name="connsiteX125" fmla="*/ 224716 w 1057826"/>
                <a:gd name="connsiteY125" fmla="*/ 281433 h 391607"/>
                <a:gd name="connsiteX126" fmla="*/ 226337 w 1057826"/>
                <a:gd name="connsiteY126" fmla="*/ 286195 h 391607"/>
                <a:gd name="connsiteX127" fmla="*/ 231200 w 1057826"/>
                <a:gd name="connsiteY127" fmla="*/ 287783 h 391607"/>
                <a:gd name="connsiteX128" fmla="*/ 242547 w 1057826"/>
                <a:gd name="connsiteY128" fmla="*/ 286195 h 391607"/>
                <a:gd name="connsiteX129" fmla="*/ 245788 w 1057826"/>
                <a:gd name="connsiteY129" fmla="*/ 286195 h 391607"/>
                <a:gd name="connsiteX130" fmla="*/ 252272 w 1057826"/>
                <a:gd name="connsiteY130" fmla="*/ 289370 h 391607"/>
                <a:gd name="connsiteX131" fmla="*/ 255514 w 1057826"/>
                <a:gd name="connsiteY131" fmla="*/ 289370 h 391607"/>
                <a:gd name="connsiteX132" fmla="*/ 258756 w 1057826"/>
                <a:gd name="connsiteY132" fmla="*/ 284608 h 391607"/>
                <a:gd name="connsiteX133" fmla="*/ 260377 w 1057826"/>
                <a:gd name="connsiteY133" fmla="*/ 283020 h 391607"/>
                <a:gd name="connsiteX134" fmla="*/ 261998 w 1057826"/>
                <a:gd name="connsiteY134" fmla="*/ 281433 h 391607"/>
                <a:gd name="connsiteX135" fmla="*/ 266860 w 1057826"/>
                <a:gd name="connsiteY135" fmla="*/ 281433 h 391607"/>
                <a:gd name="connsiteX136" fmla="*/ 270102 w 1057826"/>
                <a:gd name="connsiteY136" fmla="*/ 281433 h 391607"/>
                <a:gd name="connsiteX137" fmla="*/ 276586 w 1057826"/>
                <a:gd name="connsiteY137" fmla="*/ 286195 h 391607"/>
                <a:gd name="connsiteX138" fmla="*/ 281449 w 1057826"/>
                <a:gd name="connsiteY138" fmla="*/ 286195 h 391607"/>
                <a:gd name="connsiteX139" fmla="*/ 289553 w 1057826"/>
                <a:gd name="connsiteY139" fmla="*/ 289370 h 391607"/>
                <a:gd name="connsiteX140" fmla="*/ 292795 w 1057826"/>
                <a:gd name="connsiteY140" fmla="*/ 289370 h 391607"/>
                <a:gd name="connsiteX141" fmla="*/ 297658 w 1057826"/>
                <a:gd name="connsiteY141" fmla="*/ 287783 h 391607"/>
                <a:gd name="connsiteX142" fmla="*/ 302521 w 1057826"/>
                <a:gd name="connsiteY142" fmla="*/ 287783 h 391607"/>
                <a:gd name="connsiteX143" fmla="*/ 307384 w 1057826"/>
                <a:gd name="connsiteY143" fmla="*/ 289370 h 391607"/>
                <a:gd name="connsiteX144" fmla="*/ 315488 w 1057826"/>
                <a:gd name="connsiteY144" fmla="*/ 287783 h 391607"/>
                <a:gd name="connsiteX145" fmla="*/ 318730 w 1057826"/>
                <a:gd name="connsiteY145" fmla="*/ 289370 h 391607"/>
                <a:gd name="connsiteX146" fmla="*/ 315488 w 1057826"/>
                <a:gd name="connsiteY146" fmla="*/ 292545 h 391607"/>
                <a:gd name="connsiteX147" fmla="*/ 312246 w 1057826"/>
                <a:gd name="connsiteY147" fmla="*/ 292545 h 391607"/>
                <a:gd name="connsiteX148" fmla="*/ 300900 w 1057826"/>
                <a:gd name="connsiteY148" fmla="*/ 294133 h 391607"/>
                <a:gd name="connsiteX149" fmla="*/ 297658 w 1057826"/>
                <a:gd name="connsiteY149" fmla="*/ 295720 h 391607"/>
                <a:gd name="connsiteX150" fmla="*/ 297658 w 1057826"/>
                <a:gd name="connsiteY150" fmla="*/ 298895 h 391607"/>
                <a:gd name="connsiteX151" fmla="*/ 305763 w 1057826"/>
                <a:gd name="connsiteY151" fmla="*/ 303658 h 391607"/>
                <a:gd name="connsiteX152" fmla="*/ 312246 w 1057826"/>
                <a:gd name="connsiteY152" fmla="*/ 300483 h 391607"/>
                <a:gd name="connsiteX153" fmla="*/ 315488 w 1057826"/>
                <a:gd name="connsiteY153" fmla="*/ 300483 h 391607"/>
                <a:gd name="connsiteX154" fmla="*/ 320351 w 1057826"/>
                <a:gd name="connsiteY154" fmla="*/ 302070 h 391607"/>
                <a:gd name="connsiteX155" fmla="*/ 325214 w 1057826"/>
                <a:gd name="connsiteY155" fmla="*/ 303658 h 391607"/>
                <a:gd name="connsiteX156" fmla="*/ 325214 w 1057826"/>
                <a:gd name="connsiteY156" fmla="*/ 310008 h 391607"/>
                <a:gd name="connsiteX157" fmla="*/ 325214 w 1057826"/>
                <a:gd name="connsiteY157" fmla="*/ 313183 h 391607"/>
                <a:gd name="connsiteX158" fmla="*/ 320351 w 1057826"/>
                <a:gd name="connsiteY158" fmla="*/ 316358 h 391607"/>
                <a:gd name="connsiteX159" fmla="*/ 315488 w 1057826"/>
                <a:gd name="connsiteY159" fmla="*/ 314771 h 391607"/>
                <a:gd name="connsiteX160" fmla="*/ 305763 w 1057826"/>
                <a:gd name="connsiteY160" fmla="*/ 311596 h 391607"/>
                <a:gd name="connsiteX161" fmla="*/ 297658 w 1057826"/>
                <a:gd name="connsiteY161" fmla="*/ 313183 h 391607"/>
                <a:gd name="connsiteX162" fmla="*/ 289553 w 1057826"/>
                <a:gd name="connsiteY162" fmla="*/ 311596 h 391607"/>
                <a:gd name="connsiteX163" fmla="*/ 284691 w 1057826"/>
                <a:gd name="connsiteY163" fmla="*/ 311596 h 391607"/>
                <a:gd name="connsiteX164" fmla="*/ 279828 w 1057826"/>
                <a:gd name="connsiteY164" fmla="*/ 311596 h 391607"/>
                <a:gd name="connsiteX165" fmla="*/ 271723 w 1057826"/>
                <a:gd name="connsiteY165" fmla="*/ 311596 h 391607"/>
                <a:gd name="connsiteX166" fmla="*/ 266860 w 1057826"/>
                <a:gd name="connsiteY166" fmla="*/ 311596 h 391607"/>
                <a:gd name="connsiteX167" fmla="*/ 258756 w 1057826"/>
                <a:gd name="connsiteY167" fmla="*/ 310008 h 391607"/>
                <a:gd name="connsiteX168" fmla="*/ 253893 w 1057826"/>
                <a:gd name="connsiteY168" fmla="*/ 308421 h 391607"/>
                <a:gd name="connsiteX169" fmla="*/ 247409 w 1057826"/>
                <a:gd name="connsiteY169" fmla="*/ 305246 h 391607"/>
                <a:gd name="connsiteX170" fmla="*/ 244167 w 1057826"/>
                <a:gd name="connsiteY170" fmla="*/ 303658 h 391607"/>
                <a:gd name="connsiteX171" fmla="*/ 239305 w 1057826"/>
                <a:gd name="connsiteY171" fmla="*/ 302070 h 391607"/>
                <a:gd name="connsiteX172" fmla="*/ 232821 w 1057826"/>
                <a:gd name="connsiteY172" fmla="*/ 302070 h 391607"/>
                <a:gd name="connsiteX173" fmla="*/ 226337 w 1057826"/>
                <a:gd name="connsiteY173" fmla="*/ 303658 h 391607"/>
                <a:gd name="connsiteX174" fmla="*/ 216612 w 1057826"/>
                <a:gd name="connsiteY174" fmla="*/ 303658 h 391607"/>
                <a:gd name="connsiteX175" fmla="*/ 211749 w 1057826"/>
                <a:gd name="connsiteY175" fmla="*/ 300483 h 391607"/>
                <a:gd name="connsiteX176" fmla="*/ 203644 w 1057826"/>
                <a:gd name="connsiteY176" fmla="*/ 297308 h 391607"/>
                <a:gd name="connsiteX177" fmla="*/ 198781 w 1057826"/>
                <a:gd name="connsiteY177" fmla="*/ 297308 h 391607"/>
                <a:gd name="connsiteX178" fmla="*/ 192298 w 1057826"/>
                <a:gd name="connsiteY178" fmla="*/ 298895 h 391607"/>
                <a:gd name="connsiteX179" fmla="*/ 190677 w 1057826"/>
                <a:gd name="connsiteY179" fmla="*/ 295720 h 391607"/>
                <a:gd name="connsiteX180" fmla="*/ 190677 w 1057826"/>
                <a:gd name="connsiteY180" fmla="*/ 292545 h 391607"/>
                <a:gd name="connsiteX181" fmla="*/ 185814 w 1057826"/>
                <a:gd name="connsiteY181" fmla="*/ 289370 h 391607"/>
                <a:gd name="connsiteX182" fmla="*/ 182572 w 1057826"/>
                <a:gd name="connsiteY182" fmla="*/ 289370 h 391607"/>
                <a:gd name="connsiteX183" fmla="*/ 174468 w 1057826"/>
                <a:gd name="connsiteY183" fmla="*/ 286195 h 391607"/>
                <a:gd name="connsiteX184" fmla="*/ 177709 w 1057826"/>
                <a:gd name="connsiteY184" fmla="*/ 283020 h 391607"/>
                <a:gd name="connsiteX185" fmla="*/ 182572 w 1057826"/>
                <a:gd name="connsiteY185" fmla="*/ 273495 h 391607"/>
                <a:gd name="connsiteX186" fmla="*/ 189056 w 1057826"/>
                <a:gd name="connsiteY186" fmla="*/ 273495 h 391607"/>
                <a:gd name="connsiteX187" fmla="*/ 197161 w 1057826"/>
                <a:gd name="connsiteY187" fmla="*/ 275083 h 391607"/>
                <a:gd name="connsiteX188" fmla="*/ 202023 w 1057826"/>
                <a:gd name="connsiteY188" fmla="*/ 270320 h 391607"/>
                <a:gd name="connsiteX189" fmla="*/ 209326 w 1057826"/>
                <a:gd name="connsiteY189" fmla="*/ 214758 h 391607"/>
                <a:gd name="connsiteX190" fmla="*/ 217264 w 1057826"/>
                <a:gd name="connsiteY190" fmla="*/ 216345 h 391607"/>
                <a:gd name="connsiteX191" fmla="*/ 218852 w 1057826"/>
                <a:gd name="connsiteY191" fmla="*/ 222695 h 391607"/>
                <a:gd name="connsiteX192" fmla="*/ 214089 w 1057826"/>
                <a:gd name="connsiteY192" fmla="*/ 225871 h 391607"/>
                <a:gd name="connsiteX193" fmla="*/ 209326 w 1057826"/>
                <a:gd name="connsiteY193" fmla="*/ 224283 h 391607"/>
                <a:gd name="connsiteX194" fmla="*/ 209326 w 1057826"/>
                <a:gd name="connsiteY194" fmla="*/ 214758 h 391607"/>
                <a:gd name="connsiteX195" fmla="*/ 182339 w 1057826"/>
                <a:gd name="connsiteY195" fmla="*/ 198883 h 391607"/>
                <a:gd name="connsiteX196" fmla="*/ 185514 w 1057826"/>
                <a:gd name="connsiteY196" fmla="*/ 205233 h 391607"/>
                <a:gd name="connsiteX197" fmla="*/ 185514 w 1057826"/>
                <a:gd name="connsiteY197" fmla="*/ 209995 h 391607"/>
                <a:gd name="connsiteX198" fmla="*/ 190276 w 1057826"/>
                <a:gd name="connsiteY198" fmla="*/ 216345 h 391607"/>
                <a:gd name="connsiteX199" fmla="*/ 190276 w 1057826"/>
                <a:gd name="connsiteY199" fmla="*/ 222695 h 391607"/>
                <a:gd name="connsiteX200" fmla="*/ 187101 w 1057826"/>
                <a:gd name="connsiteY200" fmla="*/ 219520 h 391607"/>
                <a:gd name="connsiteX201" fmla="*/ 180751 w 1057826"/>
                <a:gd name="connsiteY201" fmla="*/ 214758 h 391607"/>
                <a:gd name="connsiteX202" fmla="*/ 177576 w 1057826"/>
                <a:gd name="connsiteY202" fmla="*/ 208408 h 391607"/>
                <a:gd name="connsiteX203" fmla="*/ 171226 w 1057826"/>
                <a:gd name="connsiteY203" fmla="*/ 205233 h 391607"/>
                <a:gd name="connsiteX204" fmla="*/ 172814 w 1057826"/>
                <a:gd name="connsiteY204" fmla="*/ 200470 h 391607"/>
                <a:gd name="connsiteX205" fmla="*/ 182339 w 1057826"/>
                <a:gd name="connsiteY205" fmla="*/ 198883 h 391607"/>
                <a:gd name="connsiteX206" fmla="*/ 495511 w 1057826"/>
                <a:gd name="connsiteY206" fmla="*/ 198088 h 391607"/>
                <a:gd name="connsiteX207" fmla="*/ 498629 w 1057826"/>
                <a:gd name="connsiteY207" fmla="*/ 198882 h 391607"/>
                <a:gd name="connsiteX208" fmla="*/ 501955 w 1057826"/>
                <a:gd name="connsiteY208" fmla="*/ 202057 h 391607"/>
                <a:gd name="connsiteX209" fmla="*/ 508608 w 1057826"/>
                <a:gd name="connsiteY209" fmla="*/ 202057 h 391607"/>
                <a:gd name="connsiteX210" fmla="*/ 515260 w 1057826"/>
                <a:gd name="connsiteY210" fmla="*/ 202057 h 391607"/>
                <a:gd name="connsiteX211" fmla="*/ 523576 w 1057826"/>
                <a:gd name="connsiteY211" fmla="*/ 203645 h 391607"/>
                <a:gd name="connsiteX212" fmla="*/ 520249 w 1057826"/>
                <a:gd name="connsiteY212" fmla="*/ 206820 h 391607"/>
                <a:gd name="connsiteX213" fmla="*/ 520249 w 1057826"/>
                <a:gd name="connsiteY213" fmla="*/ 209995 h 391607"/>
                <a:gd name="connsiteX214" fmla="*/ 516923 w 1057826"/>
                <a:gd name="connsiteY214" fmla="*/ 205232 h 391607"/>
                <a:gd name="connsiteX215" fmla="*/ 513597 w 1057826"/>
                <a:gd name="connsiteY215" fmla="*/ 203645 h 391607"/>
                <a:gd name="connsiteX216" fmla="*/ 498629 w 1057826"/>
                <a:gd name="connsiteY216" fmla="*/ 205232 h 391607"/>
                <a:gd name="connsiteX217" fmla="*/ 493640 w 1057826"/>
                <a:gd name="connsiteY217" fmla="*/ 202057 h 391607"/>
                <a:gd name="connsiteX218" fmla="*/ 495511 w 1057826"/>
                <a:gd name="connsiteY218" fmla="*/ 198088 h 391607"/>
                <a:gd name="connsiteX219" fmla="*/ 476026 w 1057826"/>
                <a:gd name="connsiteY219" fmla="*/ 186182 h 391607"/>
                <a:gd name="connsiteX220" fmla="*/ 480789 w 1057826"/>
                <a:gd name="connsiteY220" fmla="*/ 193326 h 391607"/>
                <a:gd name="connsiteX221" fmla="*/ 480789 w 1057826"/>
                <a:gd name="connsiteY221" fmla="*/ 198684 h 391607"/>
                <a:gd name="connsiteX222" fmla="*/ 472851 w 1057826"/>
                <a:gd name="connsiteY222" fmla="*/ 198684 h 391607"/>
                <a:gd name="connsiteX223" fmla="*/ 468089 w 1057826"/>
                <a:gd name="connsiteY223" fmla="*/ 191540 h 391607"/>
                <a:gd name="connsiteX224" fmla="*/ 471264 w 1057826"/>
                <a:gd name="connsiteY224" fmla="*/ 189754 h 391607"/>
                <a:gd name="connsiteX225" fmla="*/ 476026 w 1057826"/>
                <a:gd name="connsiteY225" fmla="*/ 186182 h 391607"/>
                <a:gd name="connsiteX226" fmla="*/ 745902 w 1057826"/>
                <a:gd name="connsiteY226" fmla="*/ 183184 h 391607"/>
                <a:gd name="connsiteX227" fmla="*/ 757014 w 1057826"/>
                <a:gd name="connsiteY227" fmla="*/ 183184 h 391607"/>
                <a:gd name="connsiteX228" fmla="*/ 760189 w 1057826"/>
                <a:gd name="connsiteY228" fmla="*/ 192003 h 391607"/>
                <a:gd name="connsiteX229" fmla="*/ 752252 w 1057826"/>
                <a:gd name="connsiteY229" fmla="*/ 192003 h 391607"/>
                <a:gd name="connsiteX230" fmla="*/ 745902 w 1057826"/>
                <a:gd name="connsiteY230" fmla="*/ 183184 h 391607"/>
                <a:gd name="connsiteX231" fmla="*/ 680182 w 1057826"/>
                <a:gd name="connsiteY231" fmla="*/ 175070 h 391607"/>
                <a:gd name="connsiteX232" fmla="*/ 691552 w 1057826"/>
                <a:gd name="connsiteY232" fmla="*/ 176693 h 391607"/>
                <a:gd name="connsiteX233" fmla="*/ 693176 w 1057826"/>
                <a:gd name="connsiteY233" fmla="*/ 176693 h 391607"/>
                <a:gd name="connsiteX234" fmla="*/ 696425 w 1057826"/>
                <a:gd name="connsiteY234" fmla="*/ 178316 h 391607"/>
                <a:gd name="connsiteX235" fmla="*/ 702922 w 1057826"/>
                <a:gd name="connsiteY235" fmla="*/ 184808 h 391607"/>
                <a:gd name="connsiteX236" fmla="*/ 711043 w 1057826"/>
                <a:gd name="connsiteY236" fmla="*/ 183185 h 391607"/>
                <a:gd name="connsiteX237" fmla="*/ 712668 w 1057826"/>
                <a:gd name="connsiteY237" fmla="*/ 183185 h 391607"/>
                <a:gd name="connsiteX238" fmla="*/ 719165 w 1057826"/>
                <a:gd name="connsiteY238" fmla="*/ 184808 h 391607"/>
                <a:gd name="connsiteX239" fmla="*/ 719165 w 1057826"/>
                <a:gd name="connsiteY239" fmla="*/ 194547 h 391607"/>
                <a:gd name="connsiteX240" fmla="*/ 719165 w 1057826"/>
                <a:gd name="connsiteY240" fmla="*/ 202662 h 391607"/>
                <a:gd name="connsiteX241" fmla="*/ 717540 w 1057826"/>
                <a:gd name="connsiteY241" fmla="*/ 205908 h 391607"/>
                <a:gd name="connsiteX242" fmla="*/ 719165 w 1057826"/>
                <a:gd name="connsiteY242" fmla="*/ 214023 h 391607"/>
                <a:gd name="connsiteX243" fmla="*/ 720789 w 1057826"/>
                <a:gd name="connsiteY243" fmla="*/ 217269 h 391607"/>
                <a:gd name="connsiteX244" fmla="*/ 725662 w 1057826"/>
                <a:gd name="connsiteY244" fmla="*/ 223761 h 391607"/>
                <a:gd name="connsiteX245" fmla="*/ 728910 w 1057826"/>
                <a:gd name="connsiteY245" fmla="*/ 230254 h 391607"/>
                <a:gd name="connsiteX246" fmla="*/ 730535 w 1057826"/>
                <a:gd name="connsiteY246" fmla="*/ 233500 h 391607"/>
                <a:gd name="connsiteX247" fmla="*/ 740280 w 1057826"/>
                <a:gd name="connsiteY247" fmla="*/ 235123 h 391607"/>
                <a:gd name="connsiteX248" fmla="*/ 741905 w 1057826"/>
                <a:gd name="connsiteY248" fmla="*/ 235123 h 391607"/>
                <a:gd name="connsiteX249" fmla="*/ 745154 w 1057826"/>
                <a:gd name="connsiteY249" fmla="*/ 233500 h 391607"/>
                <a:gd name="connsiteX250" fmla="*/ 750026 w 1057826"/>
                <a:gd name="connsiteY250" fmla="*/ 228631 h 391607"/>
                <a:gd name="connsiteX251" fmla="*/ 754899 w 1057826"/>
                <a:gd name="connsiteY251" fmla="*/ 223761 h 391607"/>
                <a:gd name="connsiteX252" fmla="*/ 763021 w 1057826"/>
                <a:gd name="connsiteY252" fmla="*/ 214023 h 391607"/>
                <a:gd name="connsiteX253" fmla="*/ 767893 w 1057826"/>
                <a:gd name="connsiteY253" fmla="*/ 212400 h 391607"/>
                <a:gd name="connsiteX254" fmla="*/ 769518 w 1057826"/>
                <a:gd name="connsiteY254" fmla="*/ 214023 h 391607"/>
                <a:gd name="connsiteX255" fmla="*/ 771142 w 1057826"/>
                <a:gd name="connsiteY255" fmla="*/ 214023 h 391607"/>
                <a:gd name="connsiteX256" fmla="*/ 776015 w 1057826"/>
                <a:gd name="connsiteY256" fmla="*/ 210777 h 391607"/>
                <a:gd name="connsiteX257" fmla="*/ 777639 w 1057826"/>
                <a:gd name="connsiteY257" fmla="*/ 207531 h 391607"/>
                <a:gd name="connsiteX258" fmla="*/ 777639 w 1057826"/>
                <a:gd name="connsiteY258" fmla="*/ 204285 h 391607"/>
                <a:gd name="connsiteX259" fmla="*/ 782512 w 1057826"/>
                <a:gd name="connsiteY259" fmla="*/ 201039 h 391607"/>
                <a:gd name="connsiteX260" fmla="*/ 790633 w 1057826"/>
                <a:gd name="connsiteY260" fmla="*/ 196170 h 391607"/>
                <a:gd name="connsiteX261" fmla="*/ 792258 w 1057826"/>
                <a:gd name="connsiteY261" fmla="*/ 196170 h 391607"/>
                <a:gd name="connsiteX262" fmla="*/ 793882 w 1057826"/>
                <a:gd name="connsiteY262" fmla="*/ 196170 h 391607"/>
                <a:gd name="connsiteX263" fmla="*/ 797130 w 1057826"/>
                <a:gd name="connsiteY263" fmla="*/ 199416 h 391607"/>
                <a:gd name="connsiteX264" fmla="*/ 803628 w 1057826"/>
                <a:gd name="connsiteY264" fmla="*/ 201039 h 391607"/>
                <a:gd name="connsiteX265" fmla="*/ 810125 w 1057826"/>
                <a:gd name="connsiteY265" fmla="*/ 204285 h 391607"/>
                <a:gd name="connsiteX266" fmla="*/ 818246 w 1057826"/>
                <a:gd name="connsiteY266" fmla="*/ 204285 h 391607"/>
                <a:gd name="connsiteX267" fmla="*/ 824743 w 1057826"/>
                <a:gd name="connsiteY267" fmla="*/ 210777 h 391607"/>
                <a:gd name="connsiteX268" fmla="*/ 836113 w 1057826"/>
                <a:gd name="connsiteY268" fmla="*/ 214023 h 391607"/>
                <a:gd name="connsiteX269" fmla="*/ 845859 w 1057826"/>
                <a:gd name="connsiteY269" fmla="*/ 215646 h 391607"/>
                <a:gd name="connsiteX270" fmla="*/ 850732 w 1057826"/>
                <a:gd name="connsiteY270" fmla="*/ 220515 h 391607"/>
                <a:gd name="connsiteX271" fmla="*/ 855604 w 1057826"/>
                <a:gd name="connsiteY271" fmla="*/ 220515 h 391607"/>
                <a:gd name="connsiteX272" fmla="*/ 858853 w 1057826"/>
                <a:gd name="connsiteY272" fmla="*/ 220515 h 391607"/>
                <a:gd name="connsiteX273" fmla="*/ 858853 w 1057826"/>
                <a:gd name="connsiteY273" fmla="*/ 225385 h 391607"/>
                <a:gd name="connsiteX274" fmla="*/ 863726 w 1057826"/>
                <a:gd name="connsiteY274" fmla="*/ 225385 h 391607"/>
                <a:gd name="connsiteX275" fmla="*/ 871847 w 1057826"/>
                <a:gd name="connsiteY275" fmla="*/ 230254 h 391607"/>
                <a:gd name="connsiteX276" fmla="*/ 886466 w 1057826"/>
                <a:gd name="connsiteY276" fmla="*/ 236746 h 391607"/>
                <a:gd name="connsiteX277" fmla="*/ 897836 w 1057826"/>
                <a:gd name="connsiteY277" fmla="*/ 238369 h 391607"/>
                <a:gd name="connsiteX278" fmla="*/ 909205 w 1057826"/>
                <a:gd name="connsiteY278" fmla="*/ 243238 h 391607"/>
                <a:gd name="connsiteX279" fmla="*/ 918951 w 1057826"/>
                <a:gd name="connsiteY279" fmla="*/ 248107 h 391607"/>
                <a:gd name="connsiteX280" fmla="*/ 928697 w 1057826"/>
                <a:gd name="connsiteY280" fmla="*/ 252976 h 391607"/>
                <a:gd name="connsiteX281" fmla="*/ 936818 w 1057826"/>
                <a:gd name="connsiteY281" fmla="*/ 259468 h 391607"/>
                <a:gd name="connsiteX282" fmla="*/ 953061 w 1057826"/>
                <a:gd name="connsiteY282" fmla="*/ 270830 h 391607"/>
                <a:gd name="connsiteX283" fmla="*/ 956310 w 1057826"/>
                <a:gd name="connsiteY283" fmla="*/ 277322 h 391607"/>
                <a:gd name="connsiteX284" fmla="*/ 961182 w 1057826"/>
                <a:gd name="connsiteY284" fmla="*/ 280568 h 391607"/>
                <a:gd name="connsiteX285" fmla="*/ 964431 w 1057826"/>
                <a:gd name="connsiteY285" fmla="*/ 283814 h 391607"/>
                <a:gd name="connsiteX286" fmla="*/ 966055 w 1057826"/>
                <a:gd name="connsiteY286" fmla="*/ 287060 h 391607"/>
                <a:gd name="connsiteX287" fmla="*/ 975801 w 1057826"/>
                <a:gd name="connsiteY287" fmla="*/ 288683 h 391607"/>
                <a:gd name="connsiteX288" fmla="*/ 987171 w 1057826"/>
                <a:gd name="connsiteY288" fmla="*/ 293552 h 391607"/>
                <a:gd name="connsiteX289" fmla="*/ 990419 w 1057826"/>
                <a:gd name="connsiteY289" fmla="*/ 298422 h 391607"/>
                <a:gd name="connsiteX290" fmla="*/ 995292 w 1057826"/>
                <a:gd name="connsiteY290" fmla="*/ 300045 h 391607"/>
                <a:gd name="connsiteX291" fmla="*/ 995292 w 1057826"/>
                <a:gd name="connsiteY291" fmla="*/ 304914 h 391607"/>
                <a:gd name="connsiteX292" fmla="*/ 993668 w 1057826"/>
                <a:gd name="connsiteY292" fmla="*/ 308160 h 391607"/>
                <a:gd name="connsiteX293" fmla="*/ 983922 w 1057826"/>
                <a:gd name="connsiteY293" fmla="*/ 309783 h 391607"/>
                <a:gd name="connsiteX294" fmla="*/ 979049 w 1057826"/>
                <a:gd name="connsiteY294" fmla="*/ 311406 h 391607"/>
                <a:gd name="connsiteX295" fmla="*/ 979049 w 1057826"/>
                <a:gd name="connsiteY295" fmla="*/ 316275 h 391607"/>
                <a:gd name="connsiteX296" fmla="*/ 983922 w 1057826"/>
                <a:gd name="connsiteY296" fmla="*/ 321144 h 391607"/>
                <a:gd name="connsiteX297" fmla="*/ 985546 w 1057826"/>
                <a:gd name="connsiteY297" fmla="*/ 326013 h 391607"/>
                <a:gd name="connsiteX298" fmla="*/ 992044 w 1057826"/>
                <a:gd name="connsiteY298" fmla="*/ 330882 h 391607"/>
                <a:gd name="connsiteX299" fmla="*/ 998541 w 1057826"/>
                <a:gd name="connsiteY299" fmla="*/ 334129 h 391607"/>
                <a:gd name="connsiteX300" fmla="*/ 1001789 w 1057826"/>
                <a:gd name="connsiteY300" fmla="*/ 338998 h 391607"/>
                <a:gd name="connsiteX301" fmla="*/ 1006662 w 1057826"/>
                <a:gd name="connsiteY301" fmla="*/ 342244 h 391607"/>
                <a:gd name="connsiteX302" fmla="*/ 1011535 w 1057826"/>
                <a:gd name="connsiteY302" fmla="*/ 350359 h 391607"/>
                <a:gd name="connsiteX303" fmla="*/ 1013159 w 1057826"/>
                <a:gd name="connsiteY303" fmla="*/ 355228 h 391607"/>
                <a:gd name="connsiteX304" fmla="*/ 1018032 w 1057826"/>
                <a:gd name="connsiteY304" fmla="*/ 356851 h 391607"/>
                <a:gd name="connsiteX305" fmla="*/ 1019656 w 1057826"/>
                <a:gd name="connsiteY305" fmla="*/ 355228 h 391607"/>
                <a:gd name="connsiteX306" fmla="*/ 1024529 w 1057826"/>
                <a:gd name="connsiteY306" fmla="*/ 358474 h 391607"/>
                <a:gd name="connsiteX307" fmla="*/ 1024529 w 1057826"/>
                <a:gd name="connsiteY307" fmla="*/ 363343 h 391607"/>
                <a:gd name="connsiteX308" fmla="*/ 1026153 w 1057826"/>
                <a:gd name="connsiteY308" fmla="*/ 366589 h 391607"/>
                <a:gd name="connsiteX309" fmla="*/ 1032651 w 1057826"/>
                <a:gd name="connsiteY309" fmla="*/ 368212 h 391607"/>
                <a:gd name="connsiteX310" fmla="*/ 1037523 w 1057826"/>
                <a:gd name="connsiteY310" fmla="*/ 371459 h 391607"/>
                <a:gd name="connsiteX311" fmla="*/ 1040772 w 1057826"/>
                <a:gd name="connsiteY311" fmla="*/ 376328 h 391607"/>
                <a:gd name="connsiteX312" fmla="*/ 1045645 w 1057826"/>
                <a:gd name="connsiteY312" fmla="*/ 377951 h 391607"/>
                <a:gd name="connsiteX313" fmla="*/ 1050518 w 1057826"/>
                <a:gd name="connsiteY313" fmla="*/ 379574 h 391607"/>
                <a:gd name="connsiteX314" fmla="*/ 1055390 w 1057826"/>
                <a:gd name="connsiteY314" fmla="*/ 379574 h 391607"/>
                <a:gd name="connsiteX315" fmla="*/ 1055390 w 1057826"/>
                <a:gd name="connsiteY315" fmla="*/ 384443 h 391607"/>
                <a:gd name="connsiteX316" fmla="*/ 1053766 w 1057826"/>
                <a:gd name="connsiteY316" fmla="*/ 386066 h 391607"/>
                <a:gd name="connsiteX317" fmla="*/ 1053766 w 1057826"/>
                <a:gd name="connsiteY317" fmla="*/ 387689 h 391607"/>
                <a:gd name="connsiteX318" fmla="*/ 1050518 w 1057826"/>
                <a:gd name="connsiteY318" fmla="*/ 390935 h 391607"/>
                <a:gd name="connsiteX319" fmla="*/ 1045645 w 1057826"/>
                <a:gd name="connsiteY319" fmla="*/ 389312 h 391607"/>
                <a:gd name="connsiteX320" fmla="*/ 1042396 w 1057826"/>
                <a:gd name="connsiteY320" fmla="*/ 387689 h 391607"/>
                <a:gd name="connsiteX321" fmla="*/ 1037523 w 1057826"/>
                <a:gd name="connsiteY321" fmla="*/ 382820 h 391607"/>
                <a:gd name="connsiteX322" fmla="*/ 1034275 w 1057826"/>
                <a:gd name="connsiteY322" fmla="*/ 382820 h 391607"/>
                <a:gd name="connsiteX323" fmla="*/ 1026153 w 1057826"/>
                <a:gd name="connsiteY323" fmla="*/ 382820 h 391607"/>
                <a:gd name="connsiteX324" fmla="*/ 1016408 w 1057826"/>
                <a:gd name="connsiteY324" fmla="*/ 379574 h 391607"/>
                <a:gd name="connsiteX325" fmla="*/ 1008286 w 1057826"/>
                <a:gd name="connsiteY325" fmla="*/ 377951 h 391607"/>
                <a:gd name="connsiteX326" fmla="*/ 1005038 w 1057826"/>
                <a:gd name="connsiteY326" fmla="*/ 379574 h 391607"/>
                <a:gd name="connsiteX327" fmla="*/ 1000165 w 1057826"/>
                <a:gd name="connsiteY327" fmla="*/ 377951 h 391607"/>
                <a:gd name="connsiteX328" fmla="*/ 998541 w 1057826"/>
                <a:gd name="connsiteY328" fmla="*/ 377951 h 391607"/>
                <a:gd name="connsiteX329" fmla="*/ 993668 w 1057826"/>
                <a:gd name="connsiteY329" fmla="*/ 376328 h 391607"/>
                <a:gd name="connsiteX330" fmla="*/ 990419 w 1057826"/>
                <a:gd name="connsiteY330" fmla="*/ 374705 h 391607"/>
                <a:gd name="connsiteX331" fmla="*/ 987171 w 1057826"/>
                <a:gd name="connsiteY331" fmla="*/ 371459 h 391607"/>
                <a:gd name="connsiteX332" fmla="*/ 982298 w 1057826"/>
                <a:gd name="connsiteY332" fmla="*/ 368212 h 391607"/>
                <a:gd name="connsiteX333" fmla="*/ 982298 w 1057826"/>
                <a:gd name="connsiteY333" fmla="*/ 364966 h 391607"/>
                <a:gd name="connsiteX334" fmla="*/ 977425 w 1057826"/>
                <a:gd name="connsiteY334" fmla="*/ 361720 h 391607"/>
                <a:gd name="connsiteX335" fmla="*/ 975801 w 1057826"/>
                <a:gd name="connsiteY335" fmla="*/ 358474 h 391607"/>
                <a:gd name="connsiteX336" fmla="*/ 972552 w 1057826"/>
                <a:gd name="connsiteY336" fmla="*/ 351982 h 391607"/>
                <a:gd name="connsiteX337" fmla="*/ 966055 w 1057826"/>
                <a:gd name="connsiteY337" fmla="*/ 348736 h 391607"/>
                <a:gd name="connsiteX338" fmla="*/ 964431 w 1057826"/>
                <a:gd name="connsiteY338" fmla="*/ 343867 h 391607"/>
                <a:gd name="connsiteX339" fmla="*/ 954685 w 1057826"/>
                <a:gd name="connsiteY339" fmla="*/ 334129 h 391607"/>
                <a:gd name="connsiteX340" fmla="*/ 951437 w 1057826"/>
                <a:gd name="connsiteY340" fmla="*/ 332505 h 391607"/>
                <a:gd name="connsiteX341" fmla="*/ 948188 w 1057826"/>
                <a:gd name="connsiteY341" fmla="*/ 334129 h 391607"/>
                <a:gd name="connsiteX342" fmla="*/ 946564 w 1057826"/>
                <a:gd name="connsiteY342" fmla="*/ 332505 h 391607"/>
                <a:gd name="connsiteX343" fmla="*/ 944940 w 1057826"/>
                <a:gd name="connsiteY343" fmla="*/ 332505 h 391607"/>
                <a:gd name="connsiteX344" fmla="*/ 943315 w 1057826"/>
                <a:gd name="connsiteY344" fmla="*/ 332505 h 391607"/>
                <a:gd name="connsiteX345" fmla="*/ 938442 w 1057826"/>
                <a:gd name="connsiteY345" fmla="*/ 330882 h 391607"/>
                <a:gd name="connsiteX346" fmla="*/ 933570 w 1057826"/>
                <a:gd name="connsiteY346" fmla="*/ 327636 h 391607"/>
                <a:gd name="connsiteX347" fmla="*/ 930321 w 1057826"/>
                <a:gd name="connsiteY347" fmla="*/ 327636 h 391607"/>
                <a:gd name="connsiteX348" fmla="*/ 925448 w 1057826"/>
                <a:gd name="connsiteY348" fmla="*/ 327636 h 391607"/>
                <a:gd name="connsiteX349" fmla="*/ 925448 w 1057826"/>
                <a:gd name="connsiteY349" fmla="*/ 330882 h 391607"/>
                <a:gd name="connsiteX350" fmla="*/ 920575 w 1057826"/>
                <a:gd name="connsiteY350" fmla="*/ 332505 h 391607"/>
                <a:gd name="connsiteX351" fmla="*/ 918951 w 1057826"/>
                <a:gd name="connsiteY351" fmla="*/ 330882 h 391607"/>
                <a:gd name="connsiteX352" fmla="*/ 915703 w 1057826"/>
                <a:gd name="connsiteY352" fmla="*/ 335752 h 391607"/>
                <a:gd name="connsiteX353" fmla="*/ 909205 w 1057826"/>
                <a:gd name="connsiteY353" fmla="*/ 337375 h 391607"/>
                <a:gd name="connsiteX354" fmla="*/ 909205 w 1057826"/>
                <a:gd name="connsiteY354" fmla="*/ 340621 h 391607"/>
                <a:gd name="connsiteX355" fmla="*/ 905957 w 1057826"/>
                <a:gd name="connsiteY355" fmla="*/ 343867 h 391607"/>
                <a:gd name="connsiteX356" fmla="*/ 899460 w 1057826"/>
                <a:gd name="connsiteY356" fmla="*/ 343867 h 391607"/>
                <a:gd name="connsiteX357" fmla="*/ 891339 w 1057826"/>
                <a:gd name="connsiteY357" fmla="*/ 342244 h 391607"/>
                <a:gd name="connsiteX358" fmla="*/ 881593 w 1057826"/>
                <a:gd name="connsiteY358" fmla="*/ 338998 h 391607"/>
                <a:gd name="connsiteX359" fmla="*/ 888090 w 1057826"/>
                <a:gd name="connsiteY359" fmla="*/ 343867 h 391607"/>
                <a:gd name="connsiteX360" fmla="*/ 897836 w 1057826"/>
                <a:gd name="connsiteY360" fmla="*/ 345490 h 391607"/>
                <a:gd name="connsiteX361" fmla="*/ 902709 w 1057826"/>
                <a:gd name="connsiteY361" fmla="*/ 345490 h 391607"/>
                <a:gd name="connsiteX362" fmla="*/ 907581 w 1057826"/>
                <a:gd name="connsiteY362" fmla="*/ 351982 h 391607"/>
                <a:gd name="connsiteX363" fmla="*/ 905957 w 1057826"/>
                <a:gd name="connsiteY363" fmla="*/ 356851 h 391607"/>
                <a:gd name="connsiteX364" fmla="*/ 902709 w 1057826"/>
                <a:gd name="connsiteY364" fmla="*/ 356851 h 391607"/>
                <a:gd name="connsiteX365" fmla="*/ 896211 w 1057826"/>
                <a:gd name="connsiteY365" fmla="*/ 360097 h 391607"/>
                <a:gd name="connsiteX366" fmla="*/ 891339 w 1057826"/>
                <a:gd name="connsiteY366" fmla="*/ 361720 h 391607"/>
                <a:gd name="connsiteX367" fmla="*/ 881593 w 1057826"/>
                <a:gd name="connsiteY367" fmla="*/ 360097 h 391607"/>
                <a:gd name="connsiteX368" fmla="*/ 876720 w 1057826"/>
                <a:gd name="connsiteY368" fmla="*/ 360097 h 391607"/>
                <a:gd name="connsiteX369" fmla="*/ 871847 w 1057826"/>
                <a:gd name="connsiteY369" fmla="*/ 360097 h 391607"/>
                <a:gd name="connsiteX370" fmla="*/ 863726 w 1057826"/>
                <a:gd name="connsiteY370" fmla="*/ 361720 h 391607"/>
                <a:gd name="connsiteX371" fmla="*/ 857229 w 1057826"/>
                <a:gd name="connsiteY371" fmla="*/ 360097 h 391607"/>
                <a:gd name="connsiteX372" fmla="*/ 857229 w 1057826"/>
                <a:gd name="connsiteY372" fmla="*/ 355228 h 391607"/>
                <a:gd name="connsiteX373" fmla="*/ 853980 w 1057826"/>
                <a:gd name="connsiteY373" fmla="*/ 353605 h 391607"/>
                <a:gd name="connsiteX374" fmla="*/ 852356 w 1057826"/>
                <a:gd name="connsiteY374" fmla="*/ 350359 h 391607"/>
                <a:gd name="connsiteX375" fmla="*/ 845859 w 1057826"/>
                <a:gd name="connsiteY375" fmla="*/ 343867 h 391607"/>
                <a:gd name="connsiteX376" fmla="*/ 840986 w 1057826"/>
                <a:gd name="connsiteY376" fmla="*/ 338998 h 391607"/>
                <a:gd name="connsiteX377" fmla="*/ 837737 w 1057826"/>
                <a:gd name="connsiteY377" fmla="*/ 332505 h 391607"/>
                <a:gd name="connsiteX378" fmla="*/ 832865 w 1057826"/>
                <a:gd name="connsiteY378" fmla="*/ 334129 h 391607"/>
                <a:gd name="connsiteX379" fmla="*/ 827992 w 1057826"/>
                <a:gd name="connsiteY379" fmla="*/ 335752 h 391607"/>
                <a:gd name="connsiteX380" fmla="*/ 823119 w 1057826"/>
                <a:gd name="connsiteY380" fmla="*/ 334129 h 391607"/>
                <a:gd name="connsiteX381" fmla="*/ 821495 w 1057826"/>
                <a:gd name="connsiteY381" fmla="*/ 334129 h 391607"/>
                <a:gd name="connsiteX382" fmla="*/ 816622 w 1057826"/>
                <a:gd name="connsiteY382" fmla="*/ 329259 h 391607"/>
                <a:gd name="connsiteX383" fmla="*/ 818246 w 1057826"/>
                <a:gd name="connsiteY383" fmla="*/ 332505 h 391607"/>
                <a:gd name="connsiteX384" fmla="*/ 816622 w 1057826"/>
                <a:gd name="connsiteY384" fmla="*/ 337375 h 391607"/>
                <a:gd name="connsiteX385" fmla="*/ 811749 w 1057826"/>
                <a:gd name="connsiteY385" fmla="*/ 338998 h 391607"/>
                <a:gd name="connsiteX386" fmla="*/ 810125 w 1057826"/>
                <a:gd name="connsiteY386" fmla="*/ 338998 h 391607"/>
                <a:gd name="connsiteX387" fmla="*/ 800379 w 1057826"/>
                <a:gd name="connsiteY387" fmla="*/ 338998 h 391607"/>
                <a:gd name="connsiteX388" fmla="*/ 790633 w 1057826"/>
                <a:gd name="connsiteY388" fmla="*/ 338998 h 391607"/>
                <a:gd name="connsiteX389" fmla="*/ 789009 w 1057826"/>
                <a:gd name="connsiteY389" fmla="*/ 335752 h 391607"/>
                <a:gd name="connsiteX390" fmla="*/ 792258 w 1057826"/>
                <a:gd name="connsiteY390" fmla="*/ 327636 h 391607"/>
                <a:gd name="connsiteX391" fmla="*/ 795506 w 1057826"/>
                <a:gd name="connsiteY391" fmla="*/ 322767 h 391607"/>
                <a:gd name="connsiteX392" fmla="*/ 802003 w 1057826"/>
                <a:gd name="connsiteY392" fmla="*/ 317898 h 391607"/>
                <a:gd name="connsiteX393" fmla="*/ 808500 w 1057826"/>
                <a:gd name="connsiteY393" fmla="*/ 316275 h 391607"/>
                <a:gd name="connsiteX394" fmla="*/ 808500 w 1057826"/>
                <a:gd name="connsiteY394" fmla="*/ 314652 h 391607"/>
                <a:gd name="connsiteX395" fmla="*/ 810125 w 1057826"/>
                <a:gd name="connsiteY395" fmla="*/ 313029 h 391607"/>
                <a:gd name="connsiteX396" fmla="*/ 816622 w 1057826"/>
                <a:gd name="connsiteY396" fmla="*/ 313029 h 391607"/>
                <a:gd name="connsiteX397" fmla="*/ 811749 w 1057826"/>
                <a:gd name="connsiteY397" fmla="*/ 306537 h 391607"/>
                <a:gd name="connsiteX398" fmla="*/ 808500 w 1057826"/>
                <a:gd name="connsiteY398" fmla="*/ 301668 h 391607"/>
                <a:gd name="connsiteX399" fmla="*/ 805252 w 1057826"/>
                <a:gd name="connsiteY399" fmla="*/ 296798 h 391607"/>
                <a:gd name="connsiteX400" fmla="*/ 798755 w 1057826"/>
                <a:gd name="connsiteY400" fmla="*/ 288683 h 391607"/>
                <a:gd name="connsiteX401" fmla="*/ 797130 w 1057826"/>
                <a:gd name="connsiteY401" fmla="*/ 283814 h 391607"/>
                <a:gd name="connsiteX402" fmla="*/ 793882 w 1057826"/>
                <a:gd name="connsiteY402" fmla="*/ 277322 h 391607"/>
                <a:gd name="connsiteX403" fmla="*/ 787385 w 1057826"/>
                <a:gd name="connsiteY403" fmla="*/ 272453 h 391607"/>
                <a:gd name="connsiteX404" fmla="*/ 780888 w 1057826"/>
                <a:gd name="connsiteY404" fmla="*/ 270830 h 391607"/>
                <a:gd name="connsiteX405" fmla="*/ 774391 w 1057826"/>
                <a:gd name="connsiteY405" fmla="*/ 269207 h 391607"/>
                <a:gd name="connsiteX406" fmla="*/ 767893 w 1057826"/>
                <a:gd name="connsiteY406" fmla="*/ 267584 h 391607"/>
                <a:gd name="connsiteX407" fmla="*/ 759772 w 1057826"/>
                <a:gd name="connsiteY407" fmla="*/ 262715 h 391607"/>
                <a:gd name="connsiteX408" fmla="*/ 753275 w 1057826"/>
                <a:gd name="connsiteY408" fmla="*/ 261092 h 391607"/>
                <a:gd name="connsiteX409" fmla="*/ 743529 w 1057826"/>
                <a:gd name="connsiteY409" fmla="*/ 259468 h 391607"/>
                <a:gd name="connsiteX410" fmla="*/ 740280 w 1057826"/>
                <a:gd name="connsiteY410" fmla="*/ 257845 h 391607"/>
                <a:gd name="connsiteX411" fmla="*/ 735407 w 1057826"/>
                <a:gd name="connsiteY411" fmla="*/ 257845 h 391607"/>
                <a:gd name="connsiteX412" fmla="*/ 732159 w 1057826"/>
                <a:gd name="connsiteY412" fmla="*/ 256222 h 391607"/>
                <a:gd name="connsiteX413" fmla="*/ 730535 w 1057826"/>
                <a:gd name="connsiteY413" fmla="*/ 252976 h 391607"/>
                <a:gd name="connsiteX414" fmla="*/ 728910 w 1057826"/>
                <a:gd name="connsiteY414" fmla="*/ 248107 h 391607"/>
                <a:gd name="connsiteX415" fmla="*/ 725662 w 1057826"/>
                <a:gd name="connsiteY415" fmla="*/ 248107 h 391607"/>
                <a:gd name="connsiteX416" fmla="*/ 722413 w 1057826"/>
                <a:gd name="connsiteY416" fmla="*/ 249730 h 391607"/>
                <a:gd name="connsiteX417" fmla="*/ 720789 w 1057826"/>
                <a:gd name="connsiteY417" fmla="*/ 249730 h 391607"/>
                <a:gd name="connsiteX418" fmla="*/ 719165 w 1057826"/>
                <a:gd name="connsiteY418" fmla="*/ 248107 h 391607"/>
                <a:gd name="connsiteX419" fmla="*/ 714292 w 1057826"/>
                <a:gd name="connsiteY419" fmla="*/ 246484 h 391607"/>
                <a:gd name="connsiteX420" fmla="*/ 711043 w 1057826"/>
                <a:gd name="connsiteY420" fmla="*/ 244861 h 391607"/>
                <a:gd name="connsiteX421" fmla="*/ 709419 w 1057826"/>
                <a:gd name="connsiteY421" fmla="*/ 238369 h 391607"/>
                <a:gd name="connsiteX422" fmla="*/ 711043 w 1057826"/>
                <a:gd name="connsiteY422" fmla="*/ 231877 h 391607"/>
                <a:gd name="connsiteX423" fmla="*/ 707795 w 1057826"/>
                <a:gd name="connsiteY423" fmla="*/ 235123 h 391607"/>
                <a:gd name="connsiteX424" fmla="*/ 706170 w 1057826"/>
                <a:gd name="connsiteY424" fmla="*/ 238369 h 391607"/>
                <a:gd name="connsiteX425" fmla="*/ 704546 w 1057826"/>
                <a:gd name="connsiteY425" fmla="*/ 243238 h 391607"/>
                <a:gd name="connsiteX426" fmla="*/ 702922 w 1057826"/>
                <a:gd name="connsiteY426" fmla="*/ 249730 h 391607"/>
                <a:gd name="connsiteX427" fmla="*/ 699673 w 1057826"/>
                <a:gd name="connsiteY427" fmla="*/ 251353 h 391607"/>
                <a:gd name="connsiteX428" fmla="*/ 694800 w 1057826"/>
                <a:gd name="connsiteY428" fmla="*/ 251353 h 391607"/>
                <a:gd name="connsiteX429" fmla="*/ 689928 w 1057826"/>
                <a:gd name="connsiteY429" fmla="*/ 248107 h 391607"/>
                <a:gd name="connsiteX430" fmla="*/ 689928 w 1057826"/>
                <a:gd name="connsiteY430" fmla="*/ 243238 h 391607"/>
                <a:gd name="connsiteX431" fmla="*/ 688303 w 1057826"/>
                <a:gd name="connsiteY431" fmla="*/ 236746 h 391607"/>
                <a:gd name="connsiteX432" fmla="*/ 685055 w 1057826"/>
                <a:gd name="connsiteY432" fmla="*/ 233500 h 391607"/>
                <a:gd name="connsiteX433" fmla="*/ 680182 w 1057826"/>
                <a:gd name="connsiteY433" fmla="*/ 230254 h 391607"/>
                <a:gd name="connsiteX434" fmla="*/ 675309 w 1057826"/>
                <a:gd name="connsiteY434" fmla="*/ 227008 h 391607"/>
                <a:gd name="connsiteX435" fmla="*/ 678558 w 1057826"/>
                <a:gd name="connsiteY435" fmla="*/ 220515 h 391607"/>
                <a:gd name="connsiteX436" fmla="*/ 681806 w 1057826"/>
                <a:gd name="connsiteY436" fmla="*/ 222138 h 391607"/>
                <a:gd name="connsiteX437" fmla="*/ 686679 w 1057826"/>
                <a:gd name="connsiteY437" fmla="*/ 225385 h 391607"/>
                <a:gd name="connsiteX438" fmla="*/ 689928 w 1057826"/>
                <a:gd name="connsiteY438" fmla="*/ 222138 h 391607"/>
                <a:gd name="connsiteX439" fmla="*/ 694800 w 1057826"/>
                <a:gd name="connsiteY439" fmla="*/ 218892 h 391607"/>
                <a:gd name="connsiteX440" fmla="*/ 699673 w 1057826"/>
                <a:gd name="connsiteY440" fmla="*/ 217269 h 391607"/>
                <a:gd name="connsiteX441" fmla="*/ 706170 w 1057826"/>
                <a:gd name="connsiteY441" fmla="*/ 218892 h 391607"/>
                <a:gd name="connsiteX442" fmla="*/ 709419 w 1057826"/>
                <a:gd name="connsiteY442" fmla="*/ 217269 h 391607"/>
                <a:gd name="connsiteX443" fmla="*/ 714292 w 1057826"/>
                <a:gd name="connsiteY443" fmla="*/ 215646 h 391607"/>
                <a:gd name="connsiteX444" fmla="*/ 709419 w 1057826"/>
                <a:gd name="connsiteY444" fmla="*/ 215646 h 391607"/>
                <a:gd name="connsiteX445" fmla="*/ 704546 w 1057826"/>
                <a:gd name="connsiteY445" fmla="*/ 214023 h 391607"/>
                <a:gd name="connsiteX446" fmla="*/ 696425 w 1057826"/>
                <a:gd name="connsiteY446" fmla="*/ 215646 h 391607"/>
                <a:gd name="connsiteX447" fmla="*/ 691552 w 1057826"/>
                <a:gd name="connsiteY447" fmla="*/ 215646 h 391607"/>
                <a:gd name="connsiteX448" fmla="*/ 688303 w 1057826"/>
                <a:gd name="connsiteY448" fmla="*/ 212400 h 391607"/>
                <a:gd name="connsiteX449" fmla="*/ 680182 w 1057826"/>
                <a:gd name="connsiteY449" fmla="*/ 214023 h 391607"/>
                <a:gd name="connsiteX450" fmla="*/ 675309 w 1057826"/>
                <a:gd name="connsiteY450" fmla="*/ 214023 h 391607"/>
                <a:gd name="connsiteX451" fmla="*/ 672061 w 1057826"/>
                <a:gd name="connsiteY451" fmla="*/ 207531 h 391607"/>
                <a:gd name="connsiteX452" fmla="*/ 672061 w 1057826"/>
                <a:gd name="connsiteY452" fmla="*/ 201039 h 391607"/>
                <a:gd name="connsiteX453" fmla="*/ 665563 w 1057826"/>
                <a:gd name="connsiteY453" fmla="*/ 199416 h 391607"/>
                <a:gd name="connsiteX454" fmla="*/ 660691 w 1057826"/>
                <a:gd name="connsiteY454" fmla="*/ 197793 h 391607"/>
                <a:gd name="connsiteX455" fmla="*/ 655818 w 1057826"/>
                <a:gd name="connsiteY455" fmla="*/ 197793 h 391607"/>
                <a:gd name="connsiteX456" fmla="*/ 650945 w 1057826"/>
                <a:gd name="connsiteY456" fmla="*/ 194547 h 391607"/>
                <a:gd name="connsiteX457" fmla="*/ 644448 w 1057826"/>
                <a:gd name="connsiteY457" fmla="*/ 189678 h 391607"/>
                <a:gd name="connsiteX458" fmla="*/ 642824 w 1057826"/>
                <a:gd name="connsiteY458" fmla="*/ 183185 h 391607"/>
                <a:gd name="connsiteX459" fmla="*/ 652569 w 1057826"/>
                <a:gd name="connsiteY459" fmla="*/ 184808 h 391607"/>
                <a:gd name="connsiteX460" fmla="*/ 655818 w 1057826"/>
                <a:gd name="connsiteY460" fmla="*/ 189678 h 391607"/>
                <a:gd name="connsiteX461" fmla="*/ 660691 w 1057826"/>
                <a:gd name="connsiteY461" fmla="*/ 186431 h 391607"/>
                <a:gd name="connsiteX462" fmla="*/ 667188 w 1057826"/>
                <a:gd name="connsiteY462" fmla="*/ 181562 h 391607"/>
                <a:gd name="connsiteX463" fmla="*/ 672061 w 1057826"/>
                <a:gd name="connsiteY463" fmla="*/ 181562 h 391607"/>
                <a:gd name="connsiteX464" fmla="*/ 680182 w 1057826"/>
                <a:gd name="connsiteY464" fmla="*/ 175070 h 391607"/>
                <a:gd name="connsiteX465" fmla="*/ 643243 w 1057826"/>
                <a:gd name="connsiteY465" fmla="*/ 165545 h 391607"/>
                <a:gd name="connsiteX466" fmla="*/ 658325 w 1057826"/>
                <a:gd name="connsiteY466" fmla="*/ 170308 h 391607"/>
                <a:gd name="connsiteX467" fmla="*/ 654973 w 1057826"/>
                <a:gd name="connsiteY467" fmla="*/ 176658 h 391607"/>
                <a:gd name="connsiteX468" fmla="*/ 636540 w 1057826"/>
                <a:gd name="connsiteY468" fmla="*/ 171895 h 391607"/>
                <a:gd name="connsiteX469" fmla="*/ 643243 w 1057826"/>
                <a:gd name="connsiteY469" fmla="*/ 165545 h 391607"/>
                <a:gd name="connsiteX470" fmla="*/ 504555 w 1057826"/>
                <a:gd name="connsiteY470" fmla="*/ 140183 h 391607"/>
                <a:gd name="connsiteX471" fmla="*/ 507777 w 1057826"/>
                <a:gd name="connsiteY471" fmla="*/ 143436 h 391607"/>
                <a:gd name="connsiteX472" fmla="*/ 506166 w 1057826"/>
                <a:gd name="connsiteY472" fmla="*/ 148314 h 391607"/>
                <a:gd name="connsiteX473" fmla="*/ 506166 w 1057826"/>
                <a:gd name="connsiteY473" fmla="*/ 154819 h 391607"/>
                <a:gd name="connsiteX474" fmla="*/ 499722 w 1057826"/>
                <a:gd name="connsiteY474" fmla="*/ 159698 h 391607"/>
                <a:gd name="connsiteX475" fmla="*/ 493279 w 1057826"/>
                <a:gd name="connsiteY475" fmla="*/ 164576 h 391607"/>
                <a:gd name="connsiteX476" fmla="*/ 483614 w 1057826"/>
                <a:gd name="connsiteY476" fmla="*/ 167829 h 391607"/>
                <a:gd name="connsiteX477" fmla="*/ 478781 w 1057826"/>
                <a:gd name="connsiteY477" fmla="*/ 166203 h 391607"/>
                <a:gd name="connsiteX478" fmla="*/ 470727 w 1057826"/>
                <a:gd name="connsiteY478" fmla="*/ 164576 h 391607"/>
                <a:gd name="connsiteX479" fmla="*/ 464284 w 1057826"/>
                <a:gd name="connsiteY479" fmla="*/ 164576 h 391607"/>
                <a:gd name="connsiteX480" fmla="*/ 459451 w 1057826"/>
                <a:gd name="connsiteY480" fmla="*/ 162950 h 391607"/>
                <a:gd name="connsiteX481" fmla="*/ 454619 w 1057826"/>
                <a:gd name="connsiteY481" fmla="*/ 162950 h 391607"/>
                <a:gd name="connsiteX482" fmla="*/ 449786 w 1057826"/>
                <a:gd name="connsiteY482" fmla="*/ 162950 h 391607"/>
                <a:gd name="connsiteX483" fmla="*/ 446564 w 1057826"/>
                <a:gd name="connsiteY483" fmla="*/ 164576 h 391607"/>
                <a:gd name="connsiteX484" fmla="*/ 438510 w 1057826"/>
                <a:gd name="connsiteY484" fmla="*/ 164576 h 391607"/>
                <a:gd name="connsiteX485" fmla="*/ 428845 w 1057826"/>
                <a:gd name="connsiteY485" fmla="*/ 162950 h 391607"/>
                <a:gd name="connsiteX486" fmla="*/ 425623 w 1057826"/>
                <a:gd name="connsiteY486" fmla="*/ 164576 h 391607"/>
                <a:gd name="connsiteX487" fmla="*/ 422402 w 1057826"/>
                <a:gd name="connsiteY487" fmla="*/ 171081 h 391607"/>
                <a:gd name="connsiteX488" fmla="*/ 419180 w 1057826"/>
                <a:gd name="connsiteY488" fmla="*/ 175960 h 391607"/>
                <a:gd name="connsiteX489" fmla="*/ 422402 w 1057826"/>
                <a:gd name="connsiteY489" fmla="*/ 182465 h 391607"/>
                <a:gd name="connsiteX490" fmla="*/ 427234 w 1057826"/>
                <a:gd name="connsiteY490" fmla="*/ 185717 h 391607"/>
                <a:gd name="connsiteX491" fmla="*/ 428845 w 1057826"/>
                <a:gd name="connsiteY491" fmla="*/ 190596 h 391607"/>
                <a:gd name="connsiteX492" fmla="*/ 430456 w 1057826"/>
                <a:gd name="connsiteY492" fmla="*/ 193849 h 391607"/>
                <a:gd name="connsiteX493" fmla="*/ 443343 w 1057826"/>
                <a:gd name="connsiteY493" fmla="*/ 188970 h 391607"/>
                <a:gd name="connsiteX494" fmla="*/ 446564 w 1057826"/>
                <a:gd name="connsiteY494" fmla="*/ 188970 h 391607"/>
                <a:gd name="connsiteX495" fmla="*/ 449786 w 1057826"/>
                <a:gd name="connsiteY495" fmla="*/ 187344 h 391607"/>
                <a:gd name="connsiteX496" fmla="*/ 453008 w 1057826"/>
                <a:gd name="connsiteY496" fmla="*/ 184091 h 391607"/>
                <a:gd name="connsiteX497" fmla="*/ 457840 w 1057826"/>
                <a:gd name="connsiteY497" fmla="*/ 184091 h 391607"/>
                <a:gd name="connsiteX498" fmla="*/ 465895 w 1057826"/>
                <a:gd name="connsiteY498" fmla="*/ 184091 h 391607"/>
                <a:gd name="connsiteX499" fmla="*/ 470727 w 1057826"/>
                <a:gd name="connsiteY499" fmla="*/ 180839 h 391607"/>
                <a:gd name="connsiteX500" fmla="*/ 475560 w 1057826"/>
                <a:gd name="connsiteY500" fmla="*/ 185717 h 391607"/>
                <a:gd name="connsiteX501" fmla="*/ 469116 w 1057826"/>
                <a:gd name="connsiteY501" fmla="*/ 187344 h 391607"/>
                <a:gd name="connsiteX502" fmla="*/ 467505 w 1057826"/>
                <a:gd name="connsiteY502" fmla="*/ 190596 h 391607"/>
                <a:gd name="connsiteX503" fmla="*/ 464284 w 1057826"/>
                <a:gd name="connsiteY503" fmla="*/ 193849 h 391607"/>
                <a:gd name="connsiteX504" fmla="*/ 456229 w 1057826"/>
                <a:gd name="connsiteY504" fmla="*/ 198727 h 391607"/>
                <a:gd name="connsiteX505" fmla="*/ 453008 w 1057826"/>
                <a:gd name="connsiteY505" fmla="*/ 201980 h 391607"/>
                <a:gd name="connsiteX506" fmla="*/ 446564 w 1057826"/>
                <a:gd name="connsiteY506" fmla="*/ 206858 h 391607"/>
                <a:gd name="connsiteX507" fmla="*/ 449786 w 1057826"/>
                <a:gd name="connsiteY507" fmla="*/ 211737 h 391607"/>
                <a:gd name="connsiteX508" fmla="*/ 453008 w 1057826"/>
                <a:gd name="connsiteY508" fmla="*/ 216616 h 391607"/>
                <a:gd name="connsiteX509" fmla="*/ 459451 w 1057826"/>
                <a:gd name="connsiteY509" fmla="*/ 223121 h 391607"/>
                <a:gd name="connsiteX510" fmla="*/ 459451 w 1057826"/>
                <a:gd name="connsiteY510" fmla="*/ 229625 h 391607"/>
                <a:gd name="connsiteX511" fmla="*/ 467505 w 1057826"/>
                <a:gd name="connsiteY511" fmla="*/ 241009 h 391607"/>
                <a:gd name="connsiteX512" fmla="*/ 465895 w 1057826"/>
                <a:gd name="connsiteY512" fmla="*/ 245888 h 391607"/>
                <a:gd name="connsiteX513" fmla="*/ 461062 w 1057826"/>
                <a:gd name="connsiteY513" fmla="*/ 247514 h 391607"/>
                <a:gd name="connsiteX514" fmla="*/ 457840 w 1057826"/>
                <a:gd name="connsiteY514" fmla="*/ 250766 h 391607"/>
                <a:gd name="connsiteX515" fmla="*/ 446564 w 1057826"/>
                <a:gd name="connsiteY515" fmla="*/ 252392 h 391607"/>
                <a:gd name="connsiteX516" fmla="*/ 444953 w 1057826"/>
                <a:gd name="connsiteY516" fmla="*/ 245888 h 391607"/>
                <a:gd name="connsiteX517" fmla="*/ 443343 w 1057826"/>
                <a:gd name="connsiteY517" fmla="*/ 242635 h 391607"/>
                <a:gd name="connsiteX518" fmla="*/ 438510 w 1057826"/>
                <a:gd name="connsiteY518" fmla="*/ 232878 h 391607"/>
                <a:gd name="connsiteX519" fmla="*/ 433678 w 1057826"/>
                <a:gd name="connsiteY519" fmla="*/ 231252 h 391607"/>
                <a:gd name="connsiteX520" fmla="*/ 433678 w 1057826"/>
                <a:gd name="connsiteY520" fmla="*/ 226373 h 391607"/>
                <a:gd name="connsiteX521" fmla="*/ 438510 w 1057826"/>
                <a:gd name="connsiteY521" fmla="*/ 221494 h 391607"/>
                <a:gd name="connsiteX522" fmla="*/ 432067 w 1057826"/>
                <a:gd name="connsiteY522" fmla="*/ 218242 h 391607"/>
                <a:gd name="connsiteX523" fmla="*/ 425623 w 1057826"/>
                <a:gd name="connsiteY523" fmla="*/ 227999 h 391607"/>
                <a:gd name="connsiteX524" fmla="*/ 425623 w 1057826"/>
                <a:gd name="connsiteY524" fmla="*/ 237757 h 391607"/>
                <a:gd name="connsiteX525" fmla="*/ 425623 w 1057826"/>
                <a:gd name="connsiteY525" fmla="*/ 245888 h 391607"/>
                <a:gd name="connsiteX526" fmla="*/ 425623 w 1057826"/>
                <a:gd name="connsiteY526" fmla="*/ 255645 h 391607"/>
                <a:gd name="connsiteX527" fmla="*/ 424012 w 1057826"/>
                <a:gd name="connsiteY527" fmla="*/ 263776 h 391607"/>
                <a:gd name="connsiteX528" fmla="*/ 417569 w 1057826"/>
                <a:gd name="connsiteY528" fmla="*/ 270281 h 391607"/>
                <a:gd name="connsiteX529" fmla="*/ 409515 w 1057826"/>
                <a:gd name="connsiteY529" fmla="*/ 268655 h 391607"/>
                <a:gd name="connsiteX530" fmla="*/ 407904 w 1057826"/>
                <a:gd name="connsiteY530" fmla="*/ 260524 h 391607"/>
                <a:gd name="connsiteX531" fmla="*/ 411126 w 1057826"/>
                <a:gd name="connsiteY531" fmla="*/ 255645 h 391607"/>
                <a:gd name="connsiteX532" fmla="*/ 414347 w 1057826"/>
                <a:gd name="connsiteY532" fmla="*/ 247514 h 391607"/>
                <a:gd name="connsiteX533" fmla="*/ 411126 w 1057826"/>
                <a:gd name="connsiteY533" fmla="*/ 242635 h 391607"/>
                <a:gd name="connsiteX534" fmla="*/ 412736 w 1057826"/>
                <a:gd name="connsiteY534" fmla="*/ 239383 h 391607"/>
                <a:gd name="connsiteX535" fmla="*/ 412736 w 1057826"/>
                <a:gd name="connsiteY535" fmla="*/ 232878 h 391607"/>
                <a:gd name="connsiteX536" fmla="*/ 407904 w 1057826"/>
                <a:gd name="connsiteY536" fmla="*/ 231252 h 391607"/>
                <a:gd name="connsiteX537" fmla="*/ 401460 w 1057826"/>
                <a:gd name="connsiteY537" fmla="*/ 229625 h 391607"/>
                <a:gd name="connsiteX538" fmla="*/ 399850 w 1057826"/>
                <a:gd name="connsiteY538" fmla="*/ 221494 h 391607"/>
                <a:gd name="connsiteX539" fmla="*/ 403071 w 1057826"/>
                <a:gd name="connsiteY539" fmla="*/ 216616 h 391607"/>
                <a:gd name="connsiteX540" fmla="*/ 403071 w 1057826"/>
                <a:gd name="connsiteY540" fmla="*/ 213363 h 391607"/>
                <a:gd name="connsiteX541" fmla="*/ 404682 w 1057826"/>
                <a:gd name="connsiteY541" fmla="*/ 208485 h 391607"/>
                <a:gd name="connsiteX542" fmla="*/ 406293 w 1057826"/>
                <a:gd name="connsiteY542" fmla="*/ 203606 h 391607"/>
                <a:gd name="connsiteX543" fmla="*/ 407904 w 1057826"/>
                <a:gd name="connsiteY543" fmla="*/ 195475 h 391607"/>
                <a:gd name="connsiteX544" fmla="*/ 409515 w 1057826"/>
                <a:gd name="connsiteY544" fmla="*/ 188970 h 391607"/>
                <a:gd name="connsiteX545" fmla="*/ 412736 w 1057826"/>
                <a:gd name="connsiteY545" fmla="*/ 184091 h 391607"/>
                <a:gd name="connsiteX546" fmla="*/ 415958 w 1057826"/>
                <a:gd name="connsiteY546" fmla="*/ 172707 h 391607"/>
                <a:gd name="connsiteX547" fmla="*/ 415958 w 1057826"/>
                <a:gd name="connsiteY547" fmla="*/ 167829 h 391607"/>
                <a:gd name="connsiteX548" fmla="*/ 420791 w 1057826"/>
                <a:gd name="connsiteY548" fmla="*/ 162950 h 391607"/>
                <a:gd name="connsiteX549" fmla="*/ 424012 w 1057826"/>
                <a:gd name="connsiteY549" fmla="*/ 159698 h 391607"/>
                <a:gd name="connsiteX550" fmla="*/ 427234 w 1057826"/>
                <a:gd name="connsiteY550" fmla="*/ 158072 h 391607"/>
                <a:gd name="connsiteX551" fmla="*/ 430456 w 1057826"/>
                <a:gd name="connsiteY551" fmla="*/ 156445 h 391607"/>
                <a:gd name="connsiteX552" fmla="*/ 433678 w 1057826"/>
                <a:gd name="connsiteY552" fmla="*/ 149940 h 391607"/>
                <a:gd name="connsiteX553" fmla="*/ 438510 w 1057826"/>
                <a:gd name="connsiteY553" fmla="*/ 148314 h 391607"/>
                <a:gd name="connsiteX554" fmla="*/ 444953 w 1057826"/>
                <a:gd name="connsiteY554" fmla="*/ 151567 h 391607"/>
                <a:gd name="connsiteX555" fmla="*/ 451397 w 1057826"/>
                <a:gd name="connsiteY555" fmla="*/ 149940 h 391607"/>
                <a:gd name="connsiteX556" fmla="*/ 457840 w 1057826"/>
                <a:gd name="connsiteY556" fmla="*/ 153193 h 391607"/>
                <a:gd name="connsiteX557" fmla="*/ 465895 w 1057826"/>
                <a:gd name="connsiteY557" fmla="*/ 154819 h 391607"/>
                <a:gd name="connsiteX558" fmla="*/ 470727 w 1057826"/>
                <a:gd name="connsiteY558" fmla="*/ 154819 h 391607"/>
                <a:gd name="connsiteX559" fmla="*/ 475560 w 1057826"/>
                <a:gd name="connsiteY559" fmla="*/ 154819 h 391607"/>
                <a:gd name="connsiteX560" fmla="*/ 482003 w 1057826"/>
                <a:gd name="connsiteY560" fmla="*/ 156445 h 391607"/>
                <a:gd name="connsiteX561" fmla="*/ 486836 w 1057826"/>
                <a:gd name="connsiteY561" fmla="*/ 156445 h 391607"/>
                <a:gd name="connsiteX562" fmla="*/ 493279 w 1057826"/>
                <a:gd name="connsiteY562" fmla="*/ 149940 h 391607"/>
                <a:gd name="connsiteX563" fmla="*/ 498112 w 1057826"/>
                <a:gd name="connsiteY563" fmla="*/ 143436 h 391607"/>
                <a:gd name="connsiteX564" fmla="*/ 504555 w 1057826"/>
                <a:gd name="connsiteY564" fmla="*/ 140183 h 391607"/>
                <a:gd name="connsiteX565" fmla="*/ 533176 w 1057826"/>
                <a:gd name="connsiteY565" fmla="*/ 95695 h 391607"/>
                <a:gd name="connsiteX566" fmla="*/ 536351 w 1057826"/>
                <a:gd name="connsiteY566" fmla="*/ 95695 h 391607"/>
                <a:gd name="connsiteX567" fmla="*/ 537938 w 1057826"/>
                <a:gd name="connsiteY567" fmla="*/ 98870 h 391607"/>
                <a:gd name="connsiteX568" fmla="*/ 536351 w 1057826"/>
                <a:gd name="connsiteY568" fmla="*/ 102045 h 391607"/>
                <a:gd name="connsiteX569" fmla="*/ 533176 w 1057826"/>
                <a:gd name="connsiteY569" fmla="*/ 106807 h 391607"/>
                <a:gd name="connsiteX570" fmla="*/ 531588 w 1057826"/>
                <a:gd name="connsiteY570" fmla="*/ 103632 h 391607"/>
                <a:gd name="connsiteX571" fmla="*/ 533176 w 1057826"/>
                <a:gd name="connsiteY571" fmla="*/ 95695 h 391607"/>
                <a:gd name="connsiteX572" fmla="*/ 4096 w 1057826"/>
                <a:gd name="connsiteY572" fmla="*/ 75503 h 391607"/>
                <a:gd name="connsiteX573" fmla="*/ 7967 w 1057826"/>
                <a:gd name="connsiteY573" fmla="*/ 76722 h 391607"/>
                <a:gd name="connsiteX574" fmla="*/ 12856 w 1057826"/>
                <a:gd name="connsiteY574" fmla="*/ 81601 h 391607"/>
                <a:gd name="connsiteX575" fmla="*/ 21004 w 1057826"/>
                <a:gd name="connsiteY575" fmla="*/ 79975 h 391607"/>
                <a:gd name="connsiteX576" fmla="*/ 29152 w 1057826"/>
                <a:gd name="connsiteY576" fmla="*/ 83227 h 391607"/>
                <a:gd name="connsiteX577" fmla="*/ 37300 w 1057826"/>
                <a:gd name="connsiteY577" fmla="*/ 81601 h 391607"/>
                <a:gd name="connsiteX578" fmla="*/ 42189 w 1057826"/>
                <a:gd name="connsiteY578" fmla="*/ 84853 h 391607"/>
                <a:gd name="connsiteX579" fmla="*/ 42189 w 1057826"/>
                <a:gd name="connsiteY579" fmla="*/ 81601 h 391607"/>
                <a:gd name="connsiteX580" fmla="*/ 43819 w 1057826"/>
                <a:gd name="connsiteY580" fmla="*/ 84853 h 391607"/>
                <a:gd name="connsiteX581" fmla="*/ 45448 w 1057826"/>
                <a:gd name="connsiteY581" fmla="*/ 89732 h 391607"/>
                <a:gd name="connsiteX582" fmla="*/ 50337 w 1057826"/>
                <a:gd name="connsiteY582" fmla="*/ 91358 h 391607"/>
                <a:gd name="connsiteX583" fmla="*/ 51967 w 1057826"/>
                <a:gd name="connsiteY583" fmla="*/ 94611 h 391607"/>
                <a:gd name="connsiteX584" fmla="*/ 53597 w 1057826"/>
                <a:gd name="connsiteY584" fmla="*/ 99489 h 391607"/>
                <a:gd name="connsiteX585" fmla="*/ 55226 w 1057826"/>
                <a:gd name="connsiteY585" fmla="*/ 104368 h 391607"/>
                <a:gd name="connsiteX586" fmla="*/ 58486 w 1057826"/>
                <a:gd name="connsiteY586" fmla="*/ 105994 h 391607"/>
                <a:gd name="connsiteX587" fmla="*/ 61745 w 1057826"/>
                <a:gd name="connsiteY587" fmla="*/ 107620 h 391607"/>
                <a:gd name="connsiteX588" fmla="*/ 66634 w 1057826"/>
                <a:gd name="connsiteY588" fmla="*/ 110873 h 391607"/>
                <a:gd name="connsiteX589" fmla="*/ 73152 w 1057826"/>
                <a:gd name="connsiteY589" fmla="*/ 114125 h 391607"/>
                <a:gd name="connsiteX590" fmla="*/ 81301 w 1057826"/>
                <a:gd name="connsiteY590" fmla="*/ 120630 h 391607"/>
                <a:gd name="connsiteX591" fmla="*/ 81301 w 1057826"/>
                <a:gd name="connsiteY591" fmla="*/ 125509 h 391607"/>
                <a:gd name="connsiteX592" fmla="*/ 82930 w 1057826"/>
                <a:gd name="connsiteY592" fmla="*/ 127135 h 391607"/>
                <a:gd name="connsiteX593" fmla="*/ 87819 w 1057826"/>
                <a:gd name="connsiteY593" fmla="*/ 130388 h 391607"/>
                <a:gd name="connsiteX594" fmla="*/ 91079 w 1057826"/>
                <a:gd name="connsiteY594" fmla="*/ 133640 h 391607"/>
                <a:gd name="connsiteX595" fmla="*/ 94338 w 1057826"/>
                <a:gd name="connsiteY595" fmla="*/ 136892 h 391607"/>
                <a:gd name="connsiteX596" fmla="*/ 95968 w 1057826"/>
                <a:gd name="connsiteY596" fmla="*/ 135266 h 391607"/>
                <a:gd name="connsiteX597" fmla="*/ 100856 w 1057826"/>
                <a:gd name="connsiteY597" fmla="*/ 136892 h 391607"/>
                <a:gd name="connsiteX598" fmla="*/ 102486 w 1057826"/>
                <a:gd name="connsiteY598" fmla="*/ 141771 h 391607"/>
                <a:gd name="connsiteX599" fmla="*/ 104116 w 1057826"/>
                <a:gd name="connsiteY599" fmla="*/ 143397 h 391607"/>
                <a:gd name="connsiteX600" fmla="*/ 109005 w 1057826"/>
                <a:gd name="connsiteY600" fmla="*/ 138519 h 391607"/>
                <a:gd name="connsiteX601" fmla="*/ 112264 w 1057826"/>
                <a:gd name="connsiteY601" fmla="*/ 143397 h 391607"/>
                <a:gd name="connsiteX602" fmla="*/ 117153 w 1057826"/>
                <a:gd name="connsiteY602" fmla="*/ 145024 h 391607"/>
                <a:gd name="connsiteX603" fmla="*/ 118783 w 1057826"/>
                <a:gd name="connsiteY603" fmla="*/ 148276 h 391607"/>
                <a:gd name="connsiteX604" fmla="*/ 118783 w 1057826"/>
                <a:gd name="connsiteY604" fmla="*/ 151528 h 391607"/>
                <a:gd name="connsiteX605" fmla="*/ 120412 w 1057826"/>
                <a:gd name="connsiteY605" fmla="*/ 154781 h 391607"/>
                <a:gd name="connsiteX606" fmla="*/ 125301 w 1057826"/>
                <a:gd name="connsiteY606" fmla="*/ 156407 h 391607"/>
                <a:gd name="connsiteX607" fmla="*/ 128560 w 1057826"/>
                <a:gd name="connsiteY607" fmla="*/ 158033 h 391607"/>
                <a:gd name="connsiteX608" fmla="*/ 131820 w 1057826"/>
                <a:gd name="connsiteY608" fmla="*/ 162912 h 391607"/>
                <a:gd name="connsiteX609" fmla="*/ 133449 w 1057826"/>
                <a:gd name="connsiteY609" fmla="*/ 164538 h 391607"/>
                <a:gd name="connsiteX610" fmla="*/ 138338 w 1057826"/>
                <a:gd name="connsiteY610" fmla="*/ 162912 h 391607"/>
                <a:gd name="connsiteX611" fmla="*/ 143227 w 1057826"/>
                <a:gd name="connsiteY611" fmla="*/ 167791 h 391607"/>
                <a:gd name="connsiteX612" fmla="*/ 143227 w 1057826"/>
                <a:gd name="connsiteY612" fmla="*/ 171043 h 391607"/>
                <a:gd name="connsiteX613" fmla="*/ 143227 w 1057826"/>
                <a:gd name="connsiteY613" fmla="*/ 174295 h 391607"/>
                <a:gd name="connsiteX614" fmla="*/ 139968 w 1057826"/>
                <a:gd name="connsiteY614" fmla="*/ 177548 h 391607"/>
                <a:gd name="connsiteX615" fmla="*/ 141598 w 1057826"/>
                <a:gd name="connsiteY615" fmla="*/ 180800 h 391607"/>
                <a:gd name="connsiteX616" fmla="*/ 144857 w 1057826"/>
                <a:gd name="connsiteY616" fmla="*/ 180800 h 391607"/>
                <a:gd name="connsiteX617" fmla="*/ 143227 w 1057826"/>
                <a:gd name="connsiteY617" fmla="*/ 184053 h 391607"/>
                <a:gd name="connsiteX618" fmla="*/ 144857 w 1057826"/>
                <a:gd name="connsiteY618" fmla="*/ 188932 h 391607"/>
                <a:gd name="connsiteX619" fmla="*/ 151375 w 1057826"/>
                <a:gd name="connsiteY619" fmla="*/ 188932 h 391607"/>
                <a:gd name="connsiteX620" fmla="*/ 154635 w 1057826"/>
                <a:gd name="connsiteY620" fmla="*/ 190558 h 391607"/>
                <a:gd name="connsiteX621" fmla="*/ 157894 w 1057826"/>
                <a:gd name="connsiteY621" fmla="*/ 193810 h 391607"/>
                <a:gd name="connsiteX622" fmla="*/ 157894 w 1057826"/>
                <a:gd name="connsiteY622" fmla="*/ 195437 h 391607"/>
                <a:gd name="connsiteX623" fmla="*/ 157894 w 1057826"/>
                <a:gd name="connsiteY623" fmla="*/ 200315 h 391607"/>
                <a:gd name="connsiteX624" fmla="*/ 157894 w 1057826"/>
                <a:gd name="connsiteY624" fmla="*/ 201941 h 391607"/>
                <a:gd name="connsiteX625" fmla="*/ 164413 w 1057826"/>
                <a:gd name="connsiteY625" fmla="*/ 206820 h 391607"/>
                <a:gd name="connsiteX626" fmla="*/ 162783 w 1057826"/>
                <a:gd name="connsiteY626" fmla="*/ 208446 h 391607"/>
                <a:gd name="connsiteX627" fmla="*/ 164413 w 1057826"/>
                <a:gd name="connsiteY627" fmla="*/ 211699 h 391607"/>
                <a:gd name="connsiteX628" fmla="*/ 167672 w 1057826"/>
                <a:gd name="connsiteY628" fmla="*/ 213325 h 391607"/>
                <a:gd name="connsiteX629" fmla="*/ 172561 w 1057826"/>
                <a:gd name="connsiteY629" fmla="*/ 213325 h 391607"/>
                <a:gd name="connsiteX630" fmla="*/ 175820 w 1057826"/>
                <a:gd name="connsiteY630" fmla="*/ 216577 h 391607"/>
                <a:gd name="connsiteX631" fmla="*/ 182339 w 1057826"/>
                <a:gd name="connsiteY631" fmla="*/ 223082 h 391607"/>
                <a:gd name="connsiteX632" fmla="*/ 182339 w 1057826"/>
                <a:gd name="connsiteY632" fmla="*/ 227961 h 391607"/>
                <a:gd name="connsiteX633" fmla="*/ 180709 w 1057826"/>
                <a:gd name="connsiteY633" fmla="*/ 234466 h 391607"/>
                <a:gd name="connsiteX634" fmla="*/ 180709 w 1057826"/>
                <a:gd name="connsiteY634" fmla="*/ 242597 h 391607"/>
                <a:gd name="connsiteX635" fmla="*/ 180709 w 1057826"/>
                <a:gd name="connsiteY635" fmla="*/ 247476 h 391607"/>
                <a:gd name="connsiteX636" fmla="*/ 180709 w 1057826"/>
                <a:gd name="connsiteY636" fmla="*/ 257233 h 391607"/>
                <a:gd name="connsiteX637" fmla="*/ 180709 w 1057826"/>
                <a:gd name="connsiteY637" fmla="*/ 262112 h 391607"/>
                <a:gd name="connsiteX638" fmla="*/ 177450 w 1057826"/>
                <a:gd name="connsiteY638" fmla="*/ 270243 h 391607"/>
                <a:gd name="connsiteX639" fmla="*/ 172561 w 1057826"/>
                <a:gd name="connsiteY639" fmla="*/ 271869 h 391607"/>
                <a:gd name="connsiteX640" fmla="*/ 166042 w 1057826"/>
                <a:gd name="connsiteY640" fmla="*/ 268616 h 391607"/>
                <a:gd name="connsiteX641" fmla="*/ 161153 w 1057826"/>
                <a:gd name="connsiteY641" fmla="*/ 265364 h 391607"/>
                <a:gd name="connsiteX642" fmla="*/ 156264 w 1057826"/>
                <a:gd name="connsiteY642" fmla="*/ 270243 h 391607"/>
                <a:gd name="connsiteX643" fmla="*/ 151375 w 1057826"/>
                <a:gd name="connsiteY643" fmla="*/ 265364 h 391607"/>
                <a:gd name="connsiteX644" fmla="*/ 143227 w 1057826"/>
                <a:gd name="connsiteY644" fmla="*/ 260485 h 391607"/>
                <a:gd name="connsiteX645" fmla="*/ 130190 w 1057826"/>
                <a:gd name="connsiteY645" fmla="*/ 249102 h 391607"/>
                <a:gd name="connsiteX646" fmla="*/ 123671 w 1057826"/>
                <a:gd name="connsiteY646" fmla="*/ 236092 h 391607"/>
                <a:gd name="connsiteX647" fmla="*/ 117153 w 1057826"/>
                <a:gd name="connsiteY647" fmla="*/ 232840 h 391607"/>
                <a:gd name="connsiteX648" fmla="*/ 112264 w 1057826"/>
                <a:gd name="connsiteY648" fmla="*/ 229587 h 391607"/>
                <a:gd name="connsiteX649" fmla="*/ 107375 w 1057826"/>
                <a:gd name="connsiteY649" fmla="*/ 224709 h 391607"/>
                <a:gd name="connsiteX650" fmla="*/ 102486 w 1057826"/>
                <a:gd name="connsiteY650" fmla="*/ 219830 h 391607"/>
                <a:gd name="connsiteX651" fmla="*/ 94338 w 1057826"/>
                <a:gd name="connsiteY651" fmla="*/ 205194 h 391607"/>
                <a:gd name="connsiteX652" fmla="*/ 87819 w 1057826"/>
                <a:gd name="connsiteY652" fmla="*/ 192184 h 391607"/>
                <a:gd name="connsiteX653" fmla="*/ 84560 w 1057826"/>
                <a:gd name="connsiteY653" fmla="*/ 187305 h 391607"/>
                <a:gd name="connsiteX654" fmla="*/ 79671 w 1057826"/>
                <a:gd name="connsiteY654" fmla="*/ 179174 h 391607"/>
                <a:gd name="connsiteX655" fmla="*/ 76412 w 1057826"/>
                <a:gd name="connsiteY655" fmla="*/ 172669 h 391607"/>
                <a:gd name="connsiteX656" fmla="*/ 68264 w 1057826"/>
                <a:gd name="connsiteY656" fmla="*/ 167791 h 391607"/>
                <a:gd name="connsiteX657" fmla="*/ 63375 w 1057826"/>
                <a:gd name="connsiteY657" fmla="*/ 156407 h 391607"/>
                <a:gd name="connsiteX658" fmla="*/ 63375 w 1057826"/>
                <a:gd name="connsiteY658" fmla="*/ 149902 h 391607"/>
                <a:gd name="connsiteX659" fmla="*/ 60115 w 1057826"/>
                <a:gd name="connsiteY659" fmla="*/ 141771 h 391607"/>
                <a:gd name="connsiteX660" fmla="*/ 53597 w 1057826"/>
                <a:gd name="connsiteY660" fmla="*/ 136892 h 391607"/>
                <a:gd name="connsiteX661" fmla="*/ 42189 w 1057826"/>
                <a:gd name="connsiteY661" fmla="*/ 132014 h 391607"/>
                <a:gd name="connsiteX662" fmla="*/ 40560 w 1057826"/>
                <a:gd name="connsiteY662" fmla="*/ 125509 h 391607"/>
                <a:gd name="connsiteX663" fmla="*/ 37300 w 1057826"/>
                <a:gd name="connsiteY663" fmla="*/ 117378 h 391607"/>
                <a:gd name="connsiteX664" fmla="*/ 24263 w 1057826"/>
                <a:gd name="connsiteY664" fmla="*/ 114125 h 391607"/>
                <a:gd name="connsiteX665" fmla="*/ 21004 w 1057826"/>
                <a:gd name="connsiteY665" fmla="*/ 110873 h 391607"/>
                <a:gd name="connsiteX666" fmla="*/ 19374 w 1057826"/>
                <a:gd name="connsiteY666" fmla="*/ 105994 h 391607"/>
                <a:gd name="connsiteX667" fmla="*/ 11226 w 1057826"/>
                <a:gd name="connsiteY667" fmla="*/ 99489 h 391607"/>
                <a:gd name="connsiteX668" fmla="*/ 6337 w 1057826"/>
                <a:gd name="connsiteY668" fmla="*/ 94611 h 391607"/>
                <a:gd name="connsiteX669" fmla="*/ 1448 w 1057826"/>
                <a:gd name="connsiteY669" fmla="*/ 86480 h 391607"/>
                <a:gd name="connsiteX670" fmla="*/ 1448 w 1057826"/>
                <a:gd name="connsiteY670" fmla="*/ 76722 h 391607"/>
                <a:gd name="connsiteX671" fmla="*/ 4096 w 1057826"/>
                <a:gd name="connsiteY671" fmla="*/ 75503 h 391607"/>
                <a:gd name="connsiteX672" fmla="*/ 452213 w 1057826"/>
                <a:gd name="connsiteY672" fmla="*/ 67120 h 391607"/>
                <a:gd name="connsiteX673" fmla="*/ 452213 w 1057826"/>
                <a:gd name="connsiteY673" fmla="*/ 73470 h 391607"/>
                <a:gd name="connsiteX674" fmla="*/ 450626 w 1057826"/>
                <a:gd name="connsiteY674" fmla="*/ 71882 h 391607"/>
                <a:gd name="connsiteX675" fmla="*/ 452213 w 1057826"/>
                <a:gd name="connsiteY675" fmla="*/ 67120 h 391607"/>
                <a:gd name="connsiteX676" fmla="*/ 442235 w 1057826"/>
                <a:gd name="connsiteY676" fmla="*/ 67120 h 391607"/>
                <a:gd name="connsiteX677" fmla="*/ 440421 w 1057826"/>
                <a:gd name="connsiteY677" fmla="*/ 75058 h 391607"/>
                <a:gd name="connsiteX678" fmla="*/ 436792 w 1057826"/>
                <a:gd name="connsiteY678" fmla="*/ 71883 h 391607"/>
                <a:gd name="connsiteX679" fmla="*/ 433164 w 1057826"/>
                <a:gd name="connsiteY679" fmla="*/ 70295 h 391607"/>
                <a:gd name="connsiteX680" fmla="*/ 436792 w 1057826"/>
                <a:gd name="connsiteY680" fmla="*/ 68707 h 391607"/>
                <a:gd name="connsiteX681" fmla="*/ 442235 w 1057826"/>
                <a:gd name="connsiteY681" fmla="*/ 67120 h 391607"/>
                <a:gd name="connsiteX682" fmla="*/ 362090 w 1057826"/>
                <a:gd name="connsiteY682" fmla="*/ 54447 h 391607"/>
                <a:gd name="connsiteX683" fmla="*/ 365353 w 1057826"/>
                <a:gd name="connsiteY683" fmla="*/ 54447 h 391607"/>
                <a:gd name="connsiteX684" fmla="*/ 370246 w 1057826"/>
                <a:gd name="connsiteY684" fmla="*/ 56061 h 391607"/>
                <a:gd name="connsiteX685" fmla="*/ 371878 w 1057826"/>
                <a:gd name="connsiteY685" fmla="*/ 59290 h 391607"/>
                <a:gd name="connsiteX686" fmla="*/ 375140 w 1057826"/>
                <a:gd name="connsiteY686" fmla="*/ 59290 h 391607"/>
                <a:gd name="connsiteX687" fmla="*/ 376771 w 1057826"/>
                <a:gd name="connsiteY687" fmla="*/ 62520 h 391607"/>
                <a:gd name="connsiteX688" fmla="*/ 378402 w 1057826"/>
                <a:gd name="connsiteY688" fmla="*/ 65749 h 391607"/>
                <a:gd name="connsiteX689" fmla="*/ 381665 w 1057826"/>
                <a:gd name="connsiteY689" fmla="*/ 68978 h 391607"/>
                <a:gd name="connsiteX690" fmla="*/ 386558 w 1057826"/>
                <a:gd name="connsiteY690" fmla="*/ 72208 h 391607"/>
                <a:gd name="connsiteX691" fmla="*/ 389821 w 1057826"/>
                <a:gd name="connsiteY691" fmla="*/ 73822 h 391607"/>
                <a:gd name="connsiteX692" fmla="*/ 393083 w 1057826"/>
                <a:gd name="connsiteY692" fmla="*/ 75437 h 391607"/>
                <a:gd name="connsiteX693" fmla="*/ 399608 w 1057826"/>
                <a:gd name="connsiteY693" fmla="*/ 78666 h 391607"/>
                <a:gd name="connsiteX694" fmla="*/ 404501 w 1057826"/>
                <a:gd name="connsiteY694" fmla="*/ 80281 h 391607"/>
                <a:gd name="connsiteX695" fmla="*/ 401239 w 1057826"/>
                <a:gd name="connsiteY695" fmla="*/ 86739 h 391607"/>
                <a:gd name="connsiteX696" fmla="*/ 399608 w 1057826"/>
                <a:gd name="connsiteY696" fmla="*/ 88354 h 391607"/>
                <a:gd name="connsiteX697" fmla="*/ 394714 w 1057826"/>
                <a:gd name="connsiteY697" fmla="*/ 88354 h 391607"/>
                <a:gd name="connsiteX698" fmla="*/ 388189 w 1057826"/>
                <a:gd name="connsiteY698" fmla="*/ 86739 h 391607"/>
                <a:gd name="connsiteX699" fmla="*/ 388189 w 1057826"/>
                <a:gd name="connsiteY699" fmla="*/ 91583 h 391607"/>
                <a:gd name="connsiteX700" fmla="*/ 391452 w 1057826"/>
                <a:gd name="connsiteY700" fmla="*/ 94813 h 391607"/>
                <a:gd name="connsiteX701" fmla="*/ 389821 w 1057826"/>
                <a:gd name="connsiteY701" fmla="*/ 98042 h 391607"/>
                <a:gd name="connsiteX702" fmla="*/ 386558 w 1057826"/>
                <a:gd name="connsiteY702" fmla="*/ 99656 h 391607"/>
                <a:gd name="connsiteX703" fmla="*/ 384927 w 1057826"/>
                <a:gd name="connsiteY703" fmla="*/ 101271 h 391607"/>
                <a:gd name="connsiteX704" fmla="*/ 381665 w 1057826"/>
                <a:gd name="connsiteY704" fmla="*/ 101271 h 391607"/>
                <a:gd name="connsiteX705" fmla="*/ 378402 w 1057826"/>
                <a:gd name="connsiteY705" fmla="*/ 104500 h 391607"/>
                <a:gd name="connsiteX706" fmla="*/ 380033 w 1057826"/>
                <a:gd name="connsiteY706" fmla="*/ 106115 h 391607"/>
                <a:gd name="connsiteX707" fmla="*/ 380033 w 1057826"/>
                <a:gd name="connsiteY707" fmla="*/ 110959 h 391607"/>
                <a:gd name="connsiteX708" fmla="*/ 373509 w 1057826"/>
                <a:gd name="connsiteY708" fmla="*/ 109344 h 391607"/>
                <a:gd name="connsiteX709" fmla="*/ 371878 w 1057826"/>
                <a:gd name="connsiteY709" fmla="*/ 114188 h 391607"/>
                <a:gd name="connsiteX710" fmla="*/ 371878 w 1057826"/>
                <a:gd name="connsiteY710" fmla="*/ 115803 h 391607"/>
                <a:gd name="connsiteX711" fmla="*/ 375140 w 1057826"/>
                <a:gd name="connsiteY711" fmla="*/ 120647 h 391607"/>
                <a:gd name="connsiteX712" fmla="*/ 376771 w 1057826"/>
                <a:gd name="connsiteY712" fmla="*/ 122261 h 391607"/>
                <a:gd name="connsiteX713" fmla="*/ 380033 w 1057826"/>
                <a:gd name="connsiteY713" fmla="*/ 127105 h 391607"/>
                <a:gd name="connsiteX714" fmla="*/ 383296 w 1057826"/>
                <a:gd name="connsiteY714" fmla="*/ 130335 h 391607"/>
                <a:gd name="connsiteX715" fmla="*/ 383296 w 1057826"/>
                <a:gd name="connsiteY715" fmla="*/ 135179 h 391607"/>
                <a:gd name="connsiteX716" fmla="*/ 383296 w 1057826"/>
                <a:gd name="connsiteY716" fmla="*/ 138408 h 391607"/>
                <a:gd name="connsiteX717" fmla="*/ 386558 w 1057826"/>
                <a:gd name="connsiteY717" fmla="*/ 144866 h 391607"/>
                <a:gd name="connsiteX718" fmla="*/ 389821 w 1057826"/>
                <a:gd name="connsiteY718" fmla="*/ 148096 h 391607"/>
                <a:gd name="connsiteX719" fmla="*/ 396345 w 1057826"/>
                <a:gd name="connsiteY719" fmla="*/ 151325 h 391607"/>
                <a:gd name="connsiteX720" fmla="*/ 399608 w 1057826"/>
                <a:gd name="connsiteY720" fmla="*/ 154554 h 391607"/>
                <a:gd name="connsiteX721" fmla="*/ 396345 w 1057826"/>
                <a:gd name="connsiteY721" fmla="*/ 156169 h 391607"/>
                <a:gd name="connsiteX722" fmla="*/ 389821 w 1057826"/>
                <a:gd name="connsiteY722" fmla="*/ 157784 h 391607"/>
                <a:gd name="connsiteX723" fmla="*/ 386558 w 1057826"/>
                <a:gd name="connsiteY723" fmla="*/ 154554 h 391607"/>
                <a:gd name="connsiteX724" fmla="*/ 381665 w 1057826"/>
                <a:gd name="connsiteY724" fmla="*/ 157784 h 391607"/>
                <a:gd name="connsiteX725" fmla="*/ 378402 w 1057826"/>
                <a:gd name="connsiteY725" fmla="*/ 161013 h 391607"/>
                <a:gd name="connsiteX726" fmla="*/ 375140 w 1057826"/>
                <a:gd name="connsiteY726" fmla="*/ 165857 h 391607"/>
                <a:gd name="connsiteX727" fmla="*/ 375140 w 1057826"/>
                <a:gd name="connsiteY727" fmla="*/ 170701 h 391607"/>
                <a:gd name="connsiteX728" fmla="*/ 375140 w 1057826"/>
                <a:gd name="connsiteY728" fmla="*/ 177159 h 391607"/>
                <a:gd name="connsiteX729" fmla="*/ 373509 w 1057826"/>
                <a:gd name="connsiteY729" fmla="*/ 183618 h 391607"/>
                <a:gd name="connsiteX730" fmla="*/ 362090 w 1057826"/>
                <a:gd name="connsiteY730" fmla="*/ 196535 h 391607"/>
                <a:gd name="connsiteX731" fmla="*/ 357197 w 1057826"/>
                <a:gd name="connsiteY731" fmla="*/ 198150 h 391607"/>
                <a:gd name="connsiteX732" fmla="*/ 357197 w 1057826"/>
                <a:gd name="connsiteY732" fmla="*/ 202994 h 391607"/>
                <a:gd name="connsiteX733" fmla="*/ 358828 w 1057826"/>
                <a:gd name="connsiteY733" fmla="*/ 209452 h 391607"/>
                <a:gd name="connsiteX734" fmla="*/ 358828 w 1057826"/>
                <a:gd name="connsiteY734" fmla="*/ 212682 h 391607"/>
                <a:gd name="connsiteX735" fmla="*/ 355566 w 1057826"/>
                <a:gd name="connsiteY735" fmla="*/ 219140 h 391607"/>
                <a:gd name="connsiteX736" fmla="*/ 353934 w 1057826"/>
                <a:gd name="connsiteY736" fmla="*/ 222369 h 391607"/>
                <a:gd name="connsiteX737" fmla="*/ 350672 w 1057826"/>
                <a:gd name="connsiteY737" fmla="*/ 227213 h 391607"/>
                <a:gd name="connsiteX738" fmla="*/ 347410 w 1057826"/>
                <a:gd name="connsiteY738" fmla="*/ 232057 h 391607"/>
                <a:gd name="connsiteX739" fmla="*/ 345778 w 1057826"/>
                <a:gd name="connsiteY739" fmla="*/ 233672 h 391607"/>
                <a:gd name="connsiteX740" fmla="*/ 342516 w 1057826"/>
                <a:gd name="connsiteY740" fmla="*/ 236901 h 391607"/>
                <a:gd name="connsiteX741" fmla="*/ 337622 w 1057826"/>
                <a:gd name="connsiteY741" fmla="*/ 238516 h 391607"/>
                <a:gd name="connsiteX742" fmla="*/ 331098 w 1057826"/>
                <a:gd name="connsiteY742" fmla="*/ 240130 h 391607"/>
                <a:gd name="connsiteX743" fmla="*/ 327835 w 1057826"/>
                <a:gd name="connsiteY743" fmla="*/ 240130 h 391607"/>
                <a:gd name="connsiteX744" fmla="*/ 326204 w 1057826"/>
                <a:gd name="connsiteY744" fmla="*/ 235287 h 391607"/>
                <a:gd name="connsiteX745" fmla="*/ 324573 w 1057826"/>
                <a:gd name="connsiteY745" fmla="*/ 227213 h 391607"/>
                <a:gd name="connsiteX746" fmla="*/ 319679 w 1057826"/>
                <a:gd name="connsiteY746" fmla="*/ 227213 h 391607"/>
                <a:gd name="connsiteX747" fmla="*/ 313155 w 1057826"/>
                <a:gd name="connsiteY747" fmla="*/ 228828 h 391607"/>
                <a:gd name="connsiteX748" fmla="*/ 311523 w 1057826"/>
                <a:gd name="connsiteY748" fmla="*/ 225599 h 391607"/>
                <a:gd name="connsiteX749" fmla="*/ 303367 w 1057826"/>
                <a:gd name="connsiteY749" fmla="*/ 222369 h 391607"/>
                <a:gd name="connsiteX750" fmla="*/ 298474 w 1057826"/>
                <a:gd name="connsiteY750" fmla="*/ 225599 h 391607"/>
                <a:gd name="connsiteX751" fmla="*/ 293580 w 1057826"/>
                <a:gd name="connsiteY751" fmla="*/ 227213 h 391607"/>
                <a:gd name="connsiteX752" fmla="*/ 290318 w 1057826"/>
                <a:gd name="connsiteY752" fmla="*/ 225599 h 391607"/>
                <a:gd name="connsiteX753" fmla="*/ 280531 w 1057826"/>
                <a:gd name="connsiteY753" fmla="*/ 227213 h 391607"/>
                <a:gd name="connsiteX754" fmla="*/ 280531 w 1057826"/>
                <a:gd name="connsiteY754" fmla="*/ 223984 h 391607"/>
                <a:gd name="connsiteX755" fmla="*/ 280531 w 1057826"/>
                <a:gd name="connsiteY755" fmla="*/ 220755 h 391607"/>
                <a:gd name="connsiteX756" fmla="*/ 275637 w 1057826"/>
                <a:gd name="connsiteY756" fmla="*/ 217526 h 391607"/>
                <a:gd name="connsiteX757" fmla="*/ 270744 w 1057826"/>
                <a:gd name="connsiteY757" fmla="*/ 220755 h 391607"/>
                <a:gd name="connsiteX758" fmla="*/ 269112 w 1057826"/>
                <a:gd name="connsiteY758" fmla="*/ 220755 h 391607"/>
                <a:gd name="connsiteX759" fmla="*/ 264219 w 1057826"/>
                <a:gd name="connsiteY759" fmla="*/ 219140 h 391607"/>
                <a:gd name="connsiteX760" fmla="*/ 260956 w 1057826"/>
                <a:gd name="connsiteY760" fmla="*/ 220755 h 391607"/>
                <a:gd name="connsiteX761" fmla="*/ 257694 w 1057826"/>
                <a:gd name="connsiteY761" fmla="*/ 219140 h 391607"/>
                <a:gd name="connsiteX762" fmla="*/ 254432 w 1057826"/>
                <a:gd name="connsiteY762" fmla="*/ 217526 h 391607"/>
                <a:gd name="connsiteX763" fmla="*/ 252800 w 1057826"/>
                <a:gd name="connsiteY763" fmla="*/ 215911 h 391607"/>
                <a:gd name="connsiteX764" fmla="*/ 251169 w 1057826"/>
                <a:gd name="connsiteY764" fmla="*/ 211067 h 391607"/>
                <a:gd name="connsiteX765" fmla="*/ 247907 w 1057826"/>
                <a:gd name="connsiteY765" fmla="*/ 204608 h 391607"/>
                <a:gd name="connsiteX766" fmla="*/ 246276 w 1057826"/>
                <a:gd name="connsiteY766" fmla="*/ 198150 h 391607"/>
                <a:gd name="connsiteX767" fmla="*/ 246276 w 1057826"/>
                <a:gd name="connsiteY767" fmla="*/ 194921 h 391607"/>
                <a:gd name="connsiteX768" fmla="*/ 243013 w 1057826"/>
                <a:gd name="connsiteY768" fmla="*/ 190077 h 391607"/>
                <a:gd name="connsiteX769" fmla="*/ 238120 w 1057826"/>
                <a:gd name="connsiteY769" fmla="*/ 173930 h 391607"/>
                <a:gd name="connsiteX770" fmla="*/ 234857 w 1057826"/>
                <a:gd name="connsiteY770" fmla="*/ 170701 h 391607"/>
                <a:gd name="connsiteX771" fmla="*/ 233226 w 1057826"/>
                <a:gd name="connsiteY771" fmla="*/ 167471 h 391607"/>
                <a:gd name="connsiteX772" fmla="*/ 233226 w 1057826"/>
                <a:gd name="connsiteY772" fmla="*/ 161013 h 391607"/>
                <a:gd name="connsiteX773" fmla="*/ 234857 w 1057826"/>
                <a:gd name="connsiteY773" fmla="*/ 149710 h 391607"/>
                <a:gd name="connsiteX774" fmla="*/ 238120 w 1057826"/>
                <a:gd name="connsiteY774" fmla="*/ 143252 h 391607"/>
                <a:gd name="connsiteX775" fmla="*/ 243013 w 1057826"/>
                <a:gd name="connsiteY775" fmla="*/ 140022 h 391607"/>
                <a:gd name="connsiteX776" fmla="*/ 244644 w 1057826"/>
                <a:gd name="connsiteY776" fmla="*/ 144866 h 391607"/>
                <a:gd name="connsiteX777" fmla="*/ 251169 w 1057826"/>
                <a:gd name="connsiteY777" fmla="*/ 143252 h 391607"/>
                <a:gd name="connsiteX778" fmla="*/ 254432 w 1057826"/>
                <a:gd name="connsiteY778" fmla="*/ 143252 h 391607"/>
                <a:gd name="connsiteX779" fmla="*/ 260956 w 1057826"/>
                <a:gd name="connsiteY779" fmla="*/ 144866 h 391607"/>
                <a:gd name="connsiteX780" fmla="*/ 267481 w 1057826"/>
                <a:gd name="connsiteY780" fmla="*/ 144866 h 391607"/>
                <a:gd name="connsiteX781" fmla="*/ 267481 w 1057826"/>
                <a:gd name="connsiteY781" fmla="*/ 138408 h 391607"/>
                <a:gd name="connsiteX782" fmla="*/ 267481 w 1057826"/>
                <a:gd name="connsiteY782" fmla="*/ 133564 h 391607"/>
                <a:gd name="connsiteX783" fmla="*/ 269112 w 1057826"/>
                <a:gd name="connsiteY783" fmla="*/ 127105 h 391607"/>
                <a:gd name="connsiteX784" fmla="*/ 274006 w 1057826"/>
                <a:gd name="connsiteY784" fmla="*/ 127105 h 391607"/>
                <a:gd name="connsiteX785" fmla="*/ 277268 w 1057826"/>
                <a:gd name="connsiteY785" fmla="*/ 125491 h 391607"/>
                <a:gd name="connsiteX786" fmla="*/ 283793 w 1057826"/>
                <a:gd name="connsiteY786" fmla="*/ 123876 h 391607"/>
                <a:gd name="connsiteX787" fmla="*/ 290318 w 1057826"/>
                <a:gd name="connsiteY787" fmla="*/ 122261 h 391607"/>
                <a:gd name="connsiteX788" fmla="*/ 295211 w 1057826"/>
                <a:gd name="connsiteY788" fmla="*/ 117418 h 391607"/>
                <a:gd name="connsiteX789" fmla="*/ 300105 w 1057826"/>
                <a:gd name="connsiteY789" fmla="*/ 115803 h 391607"/>
                <a:gd name="connsiteX790" fmla="*/ 303367 w 1057826"/>
                <a:gd name="connsiteY790" fmla="*/ 110959 h 391607"/>
                <a:gd name="connsiteX791" fmla="*/ 308261 w 1057826"/>
                <a:gd name="connsiteY791" fmla="*/ 104500 h 391607"/>
                <a:gd name="connsiteX792" fmla="*/ 314786 w 1057826"/>
                <a:gd name="connsiteY792" fmla="*/ 101271 h 391607"/>
                <a:gd name="connsiteX793" fmla="*/ 314786 w 1057826"/>
                <a:gd name="connsiteY793" fmla="*/ 98042 h 391607"/>
                <a:gd name="connsiteX794" fmla="*/ 318048 w 1057826"/>
                <a:gd name="connsiteY794" fmla="*/ 94813 h 391607"/>
                <a:gd name="connsiteX795" fmla="*/ 319679 w 1057826"/>
                <a:gd name="connsiteY795" fmla="*/ 96427 h 391607"/>
                <a:gd name="connsiteX796" fmla="*/ 321311 w 1057826"/>
                <a:gd name="connsiteY796" fmla="*/ 99656 h 391607"/>
                <a:gd name="connsiteX797" fmla="*/ 326204 w 1057826"/>
                <a:gd name="connsiteY797" fmla="*/ 104500 h 391607"/>
                <a:gd name="connsiteX798" fmla="*/ 332729 w 1057826"/>
                <a:gd name="connsiteY798" fmla="*/ 99656 h 391607"/>
                <a:gd name="connsiteX799" fmla="*/ 335991 w 1057826"/>
                <a:gd name="connsiteY799" fmla="*/ 98042 h 391607"/>
                <a:gd name="connsiteX800" fmla="*/ 339254 w 1057826"/>
                <a:gd name="connsiteY800" fmla="*/ 96427 h 391607"/>
                <a:gd name="connsiteX801" fmla="*/ 339254 w 1057826"/>
                <a:gd name="connsiteY801" fmla="*/ 91583 h 391607"/>
                <a:gd name="connsiteX802" fmla="*/ 339254 w 1057826"/>
                <a:gd name="connsiteY802" fmla="*/ 88354 h 391607"/>
                <a:gd name="connsiteX803" fmla="*/ 340885 w 1057826"/>
                <a:gd name="connsiteY803" fmla="*/ 83510 h 391607"/>
                <a:gd name="connsiteX804" fmla="*/ 342516 w 1057826"/>
                <a:gd name="connsiteY804" fmla="*/ 78666 h 391607"/>
                <a:gd name="connsiteX805" fmla="*/ 344147 w 1057826"/>
                <a:gd name="connsiteY805" fmla="*/ 75437 h 391607"/>
                <a:gd name="connsiteX806" fmla="*/ 350672 w 1057826"/>
                <a:gd name="connsiteY806" fmla="*/ 70593 h 391607"/>
                <a:gd name="connsiteX807" fmla="*/ 352303 w 1057826"/>
                <a:gd name="connsiteY807" fmla="*/ 67364 h 391607"/>
                <a:gd name="connsiteX808" fmla="*/ 355566 w 1057826"/>
                <a:gd name="connsiteY808" fmla="*/ 64134 h 391607"/>
                <a:gd name="connsiteX809" fmla="*/ 358828 w 1057826"/>
                <a:gd name="connsiteY809" fmla="*/ 57676 h 391607"/>
                <a:gd name="connsiteX810" fmla="*/ 362090 w 1057826"/>
                <a:gd name="connsiteY810" fmla="*/ 54447 h 391607"/>
                <a:gd name="connsiteX811" fmla="*/ 517015 w 1057826"/>
                <a:gd name="connsiteY811" fmla="*/ 5207 h 391607"/>
                <a:gd name="connsiteX812" fmla="*/ 520254 w 1057826"/>
                <a:gd name="connsiteY812" fmla="*/ 6830 h 391607"/>
                <a:gd name="connsiteX813" fmla="*/ 521873 w 1057826"/>
                <a:gd name="connsiteY813" fmla="*/ 11698 h 391607"/>
                <a:gd name="connsiteX814" fmla="*/ 523492 w 1057826"/>
                <a:gd name="connsiteY814" fmla="*/ 16566 h 391607"/>
                <a:gd name="connsiteX815" fmla="*/ 526731 w 1057826"/>
                <a:gd name="connsiteY815" fmla="*/ 19812 h 391607"/>
                <a:gd name="connsiteX816" fmla="*/ 526731 w 1057826"/>
                <a:gd name="connsiteY816" fmla="*/ 21435 h 391607"/>
                <a:gd name="connsiteX817" fmla="*/ 526731 w 1057826"/>
                <a:gd name="connsiteY817" fmla="*/ 24680 h 391607"/>
                <a:gd name="connsiteX818" fmla="*/ 526731 w 1057826"/>
                <a:gd name="connsiteY818" fmla="*/ 27926 h 391607"/>
                <a:gd name="connsiteX819" fmla="*/ 526731 w 1057826"/>
                <a:gd name="connsiteY819" fmla="*/ 31171 h 391607"/>
                <a:gd name="connsiteX820" fmla="*/ 528350 w 1057826"/>
                <a:gd name="connsiteY820" fmla="*/ 36040 h 391607"/>
                <a:gd name="connsiteX821" fmla="*/ 528350 w 1057826"/>
                <a:gd name="connsiteY821" fmla="*/ 37662 h 391607"/>
                <a:gd name="connsiteX822" fmla="*/ 529969 w 1057826"/>
                <a:gd name="connsiteY822" fmla="*/ 40908 h 391607"/>
                <a:gd name="connsiteX823" fmla="*/ 531589 w 1057826"/>
                <a:gd name="connsiteY823" fmla="*/ 45776 h 391607"/>
                <a:gd name="connsiteX824" fmla="*/ 531589 w 1057826"/>
                <a:gd name="connsiteY824" fmla="*/ 49022 h 391607"/>
                <a:gd name="connsiteX825" fmla="*/ 528350 w 1057826"/>
                <a:gd name="connsiteY825" fmla="*/ 52267 h 391607"/>
                <a:gd name="connsiteX826" fmla="*/ 523492 w 1057826"/>
                <a:gd name="connsiteY826" fmla="*/ 63627 h 391607"/>
                <a:gd name="connsiteX827" fmla="*/ 521873 w 1057826"/>
                <a:gd name="connsiteY827" fmla="*/ 58759 h 391607"/>
                <a:gd name="connsiteX828" fmla="*/ 520254 w 1057826"/>
                <a:gd name="connsiteY828" fmla="*/ 53890 h 391607"/>
                <a:gd name="connsiteX829" fmla="*/ 520254 w 1057826"/>
                <a:gd name="connsiteY829" fmla="*/ 49022 h 391607"/>
                <a:gd name="connsiteX830" fmla="*/ 517015 w 1057826"/>
                <a:gd name="connsiteY830" fmla="*/ 50645 h 391607"/>
                <a:gd name="connsiteX831" fmla="*/ 517015 w 1057826"/>
                <a:gd name="connsiteY831" fmla="*/ 53890 h 391607"/>
                <a:gd name="connsiteX832" fmla="*/ 513777 w 1057826"/>
                <a:gd name="connsiteY832" fmla="*/ 52267 h 391607"/>
                <a:gd name="connsiteX833" fmla="*/ 512158 w 1057826"/>
                <a:gd name="connsiteY833" fmla="*/ 57136 h 391607"/>
                <a:gd name="connsiteX834" fmla="*/ 513777 w 1057826"/>
                <a:gd name="connsiteY834" fmla="*/ 60381 h 391607"/>
                <a:gd name="connsiteX835" fmla="*/ 515396 w 1057826"/>
                <a:gd name="connsiteY835" fmla="*/ 62004 h 391607"/>
                <a:gd name="connsiteX836" fmla="*/ 517015 w 1057826"/>
                <a:gd name="connsiteY836" fmla="*/ 66872 h 391607"/>
                <a:gd name="connsiteX837" fmla="*/ 513777 w 1057826"/>
                <a:gd name="connsiteY837" fmla="*/ 71741 h 391607"/>
                <a:gd name="connsiteX838" fmla="*/ 512158 w 1057826"/>
                <a:gd name="connsiteY838" fmla="*/ 76609 h 391607"/>
                <a:gd name="connsiteX839" fmla="*/ 507300 w 1057826"/>
                <a:gd name="connsiteY839" fmla="*/ 78232 h 391607"/>
                <a:gd name="connsiteX840" fmla="*/ 507300 w 1057826"/>
                <a:gd name="connsiteY840" fmla="*/ 76609 h 391607"/>
                <a:gd name="connsiteX841" fmla="*/ 507300 w 1057826"/>
                <a:gd name="connsiteY841" fmla="*/ 74986 h 391607"/>
                <a:gd name="connsiteX842" fmla="*/ 504061 w 1057826"/>
                <a:gd name="connsiteY842" fmla="*/ 70118 h 391607"/>
                <a:gd name="connsiteX843" fmla="*/ 502442 w 1057826"/>
                <a:gd name="connsiteY843" fmla="*/ 70118 h 391607"/>
                <a:gd name="connsiteX844" fmla="*/ 499204 w 1057826"/>
                <a:gd name="connsiteY844" fmla="*/ 70118 h 391607"/>
                <a:gd name="connsiteX845" fmla="*/ 497584 w 1057826"/>
                <a:gd name="connsiteY845" fmla="*/ 70118 h 391607"/>
                <a:gd name="connsiteX846" fmla="*/ 492727 w 1057826"/>
                <a:gd name="connsiteY846" fmla="*/ 66872 h 391607"/>
                <a:gd name="connsiteX847" fmla="*/ 487869 w 1057826"/>
                <a:gd name="connsiteY847" fmla="*/ 63627 h 391607"/>
                <a:gd name="connsiteX848" fmla="*/ 487869 w 1057826"/>
                <a:gd name="connsiteY848" fmla="*/ 60381 h 391607"/>
                <a:gd name="connsiteX849" fmla="*/ 486249 w 1057826"/>
                <a:gd name="connsiteY849" fmla="*/ 55513 h 391607"/>
                <a:gd name="connsiteX850" fmla="*/ 487869 w 1057826"/>
                <a:gd name="connsiteY850" fmla="*/ 49022 h 391607"/>
                <a:gd name="connsiteX851" fmla="*/ 489488 w 1057826"/>
                <a:gd name="connsiteY851" fmla="*/ 45776 h 391607"/>
                <a:gd name="connsiteX852" fmla="*/ 489488 w 1057826"/>
                <a:gd name="connsiteY852" fmla="*/ 44154 h 391607"/>
                <a:gd name="connsiteX853" fmla="*/ 487869 w 1057826"/>
                <a:gd name="connsiteY853" fmla="*/ 39285 h 391607"/>
                <a:gd name="connsiteX854" fmla="*/ 483011 w 1057826"/>
                <a:gd name="connsiteY854" fmla="*/ 37662 h 391607"/>
                <a:gd name="connsiteX855" fmla="*/ 479772 w 1057826"/>
                <a:gd name="connsiteY855" fmla="*/ 37662 h 391607"/>
                <a:gd name="connsiteX856" fmla="*/ 479772 w 1057826"/>
                <a:gd name="connsiteY856" fmla="*/ 40908 h 391607"/>
                <a:gd name="connsiteX857" fmla="*/ 478153 w 1057826"/>
                <a:gd name="connsiteY857" fmla="*/ 44154 h 391607"/>
                <a:gd name="connsiteX858" fmla="*/ 476534 w 1057826"/>
                <a:gd name="connsiteY858" fmla="*/ 44154 h 391607"/>
                <a:gd name="connsiteX859" fmla="*/ 474915 w 1057826"/>
                <a:gd name="connsiteY859" fmla="*/ 40908 h 391607"/>
                <a:gd name="connsiteX860" fmla="*/ 471676 w 1057826"/>
                <a:gd name="connsiteY860" fmla="*/ 42531 h 391607"/>
                <a:gd name="connsiteX861" fmla="*/ 466818 w 1057826"/>
                <a:gd name="connsiteY861" fmla="*/ 42531 h 391607"/>
                <a:gd name="connsiteX862" fmla="*/ 466818 w 1057826"/>
                <a:gd name="connsiteY862" fmla="*/ 40908 h 391607"/>
                <a:gd name="connsiteX863" fmla="*/ 461961 w 1057826"/>
                <a:gd name="connsiteY863" fmla="*/ 40908 h 391607"/>
                <a:gd name="connsiteX864" fmla="*/ 458722 w 1057826"/>
                <a:gd name="connsiteY864" fmla="*/ 44154 h 391607"/>
                <a:gd name="connsiteX865" fmla="*/ 458722 w 1057826"/>
                <a:gd name="connsiteY865" fmla="*/ 47399 h 391607"/>
                <a:gd name="connsiteX866" fmla="*/ 458722 w 1057826"/>
                <a:gd name="connsiteY866" fmla="*/ 50645 h 391607"/>
                <a:gd name="connsiteX867" fmla="*/ 457103 w 1057826"/>
                <a:gd name="connsiteY867" fmla="*/ 52267 h 391607"/>
                <a:gd name="connsiteX868" fmla="*/ 455484 w 1057826"/>
                <a:gd name="connsiteY868" fmla="*/ 57136 h 391607"/>
                <a:gd name="connsiteX869" fmla="*/ 457103 w 1057826"/>
                <a:gd name="connsiteY869" fmla="*/ 58759 h 391607"/>
                <a:gd name="connsiteX870" fmla="*/ 457103 w 1057826"/>
                <a:gd name="connsiteY870" fmla="*/ 62004 h 391607"/>
                <a:gd name="connsiteX871" fmla="*/ 452245 w 1057826"/>
                <a:gd name="connsiteY871" fmla="*/ 62004 h 391607"/>
                <a:gd name="connsiteX872" fmla="*/ 453864 w 1057826"/>
                <a:gd name="connsiteY872" fmla="*/ 57136 h 391607"/>
                <a:gd name="connsiteX873" fmla="*/ 453864 w 1057826"/>
                <a:gd name="connsiteY873" fmla="*/ 52267 h 391607"/>
                <a:gd name="connsiteX874" fmla="*/ 455484 w 1057826"/>
                <a:gd name="connsiteY874" fmla="*/ 47399 h 391607"/>
                <a:gd name="connsiteX875" fmla="*/ 453864 w 1057826"/>
                <a:gd name="connsiteY875" fmla="*/ 45776 h 391607"/>
                <a:gd name="connsiteX876" fmla="*/ 455484 w 1057826"/>
                <a:gd name="connsiteY876" fmla="*/ 40908 h 391607"/>
                <a:gd name="connsiteX877" fmla="*/ 460341 w 1057826"/>
                <a:gd name="connsiteY877" fmla="*/ 34417 h 391607"/>
                <a:gd name="connsiteX878" fmla="*/ 466818 w 1057826"/>
                <a:gd name="connsiteY878" fmla="*/ 32794 h 391607"/>
                <a:gd name="connsiteX879" fmla="*/ 470057 w 1057826"/>
                <a:gd name="connsiteY879" fmla="*/ 31171 h 391607"/>
                <a:gd name="connsiteX880" fmla="*/ 471676 w 1057826"/>
                <a:gd name="connsiteY880" fmla="*/ 29549 h 391607"/>
                <a:gd name="connsiteX881" fmla="*/ 473295 w 1057826"/>
                <a:gd name="connsiteY881" fmla="*/ 26303 h 391607"/>
                <a:gd name="connsiteX882" fmla="*/ 476534 w 1057826"/>
                <a:gd name="connsiteY882" fmla="*/ 24680 h 391607"/>
                <a:gd name="connsiteX883" fmla="*/ 479772 w 1057826"/>
                <a:gd name="connsiteY883" fmla="*/ 24680 h 391607"/>
                <a:gd name="connsiteX884" fmla="*/ 484630 w 1057826"/>
                <a:gd name="connsiteY884" fmla="*/ 26303 h 391607"/>
                <a:gd name="connsiteX885" fmla="*/ 484630 w 1057826"/>
                <a:gd name="connsiteY885" fmla="*/ 27926 h 391607"/>
                <a:gd name="connsiteX886" fmla="*/ 486249 w 1057826"/>
                <a:gd name="connsiteY886" fmla="*/ 32794 h 391607"/>
                <a:gd name="connsiteX887" fmla="*/ 491107 w 1057826"/>
                <a:gd name="connsiteY887" fmla="*/ 31171 h 391607"/>
                <a:gd name="connsiteX888" fmla="*/ 491107 w 1057826"/>
                <a:gd name="connsiteY888" fmla="*/ 27926 h 391607"/>
                <a:gd name="connsiteX889" fmla="*/ 492727 w 1057826"/>
                <a:gd name="connsiteY889" fmla="*/ 26303 h 391607"/>
                <a:gd name="connsiteX890" fmla="*/ 497584 w 1057826"/>
                <a:gd name="connsiteY890" fmla="*/ 26303 h 391607"/>
                <a:gd name="connsiteX891" fmla="*/ 499204 w 1057826"/>
                <a:gd name="connsiteY891" fmla="*/ 24680 h 391607"/>
                <a:gd name="connsiteX892" fmla="*/ 502442 w 1057826"/>
                <a:gd name="connsiteY892" fmla="*/ 21435 h 391607"/>
                <a:gd name="connsiteX893" fmla="*/ 507300 w 1057826"/>
                <a:gd name="connsiteY893" fmla="*/ 18189 h 391607"/>
                <a:gd name="connsiteX894" fmla="*/ 510538 w 1057826"/>
                <a:gd name="connsiteY894" fmla="*/ 14944 h 391607"/>
                <a:gd name="connsiteX895" fmla="*/ 512158 w 1057826"/>
                <a:gd name="connsiteY895" fmla="*/ 10075 h 391607"/>
                <a:gd name="connsiteX896" fmla="*/ 517015 w 1057826"/>
                <a:gd name="connsiteY896" fmla="*/ 5207 h 391607"/>
                <a:gd name="connsiteX897" fmla="*/ 522064 w 1057826"/>
                <a:gd name="connsiteY897" fmla="*/ 444 h 391607"/>
                <a:gd name="connsiteX898" fmla="*/ 525239 w 1057826"/>
                <a:gd name="connsiteY898" fmla="*/ 2032 h 391607"/>
                <a:gd name="connsiteX899" fmla="*/ 525239 w 1057826"/>
                <a:gd name="connsiteY899" fmla="*/ 5207 h 391607"/>
                <a:gd name="connsiteX900" fmla="*/ 523652 w 1057826"/>
                <a:gd name="connsiteY900" fmla="*/ 6795 h 391607"/>
                <a:gd name="connsiteX901" fmla="*/ 522064 w 1057826"/>
                <a:gd name="connsiteY901" fmla="*/ 5207 h 391607"/>
                <a:gd name="connsiteX902" fmla="*/ 522064 w 1057826"/>
                <a:gd name="connsiteY902" fmla="*/ 444 h 39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Lst>
              <a:rect l="l" t="t" r="r" b="b"/>
              <a:pathLst>
                <a:path w="1057826" h="391607">
                  <a:moveTo>
                    <a:pt x="407763" y="329202"/>
                  </a:moveTo>
                  <a:cubicBezTo>
                    <a:pt x="407763" y="329202"/>
                    <a:pt x="407763" y="329202"/>
                    <a:pt x="412526" y="329202"/>
                  </a:cubicBezTo>
                  <a:cubicBezTo>
                    <a:pt x="417289" y="330934"/>
                    <a:pt x="417289" y="327470"/>
                    <a:pt x="420464" y="329202"/>
                  </a:cubicBezTo>
                  <a:cubicBezTo>
                    <a:pt x="422051" y="330934"/>
                    <a:pt x="425226" y="329202"/>
                    <a:pt x="425226" y="332666"/>
                  </a:cubicBezTo>
                  <a:cubicBezTo>
                    <a:pt x="426814" y="334397"/>
                    <a:pt x="426814" y="336129"/>
                    <a:pt x="429989" y="337861"/>
                  </a:cubicBezTo>
                  <a:cubicBezTo>
                    <a:pt x="431576" y="337861"/>
                    <a:pt x="431576" y="337861"/>
                    <a:pt x="433164" y="341325"/>
                  </a:cubicBezTo>
                  <a:cubicBezTo>
                    <a:pt x="433164" y="343056"/>
                    <a:pt x="431576" y="343056"/>
                    <a:pt x="429989" y="344788"/>
                  </a:cubicBezTo>
                  <a:cubicBezTo>
                    <a:pt x="429989" y="344788"/>
                    <a:pt x="426814" y="346520"/>
                    <a:pt x="423639" y="346520"/>
                  </a:cubicBezTo>
                  <a:cubicBezTo>
                    <a:pt x="422051" y="344788"/>
                    <a:pt x="422051" y="344788"/>
                    <a:pt x="420464" y="344788"/>
                  </a:cubicBezTo>
                  <a:cubicBezTo>
                    <a:pt x="417289" y="343056"/>
                    <a:pt x="417289" y="341325"/>
                    <a:pt x="415701" y="341325"/>
                  </a:cubicBezTo>
                  <a:cubicBezTo>
                    <a:pt x="410938" y="339593"/>
                    <a:pt x="409351" y="339593"/>
                    <a:pt x="407763" y="339593"/>
                  </a:cubicBezTo>
                  <a:cubicBezTo>
                    <a:pt x="406176" y="341325"/>
                    <a:pt x="404588" y="343056"/>
                    <a:pt x="403001" y="337861"/>
                  </a:cubicBezTo>
                  <a:cubicBezTo>
                    <a:pt x="401413" y="332666"/>
                    <a:pt x="399826" y="330934"/>
                    <a:pt x="403001" y="330934"/>
                  </a:cubicBezTo>
                  <a:cubicBezTo>
                    <a:pt x="404588" y="329202"/>
                    <a:pt x="406176" y="329202"/>
                    <a:pt x="407763" y="329202"/>
                  </a:cubicBezTo>
                  <a:close/>
                  <a:moveTo>
                    <a:pt x="498251" y="324295"/>
                  </a:moveTo>
                  <a:lnTo>
                    <a:pt x="498252" y="324295"/>
                  </a:lnTo>
                  <a:lnTo>
                    <a:pt x="499839" y="324295"/>
                  </a:lnTo>
                  <a:lnTo>
                    <a:pt x="503014" y="324295"/>
                  </a:lnTo>
                  <a:cubicBezTo>
                    <a:pt x="507777" y="324295"/>
                    <a:pt x="504602" y="325982"/>
                    <a:pt x="506189" y="331042"/>
                  </a:cubicBezTo>
                  <a:cubicBezTo>
                    <a:pt x="506189" y="331042"/>
                    <a:pt x="506189" y="332729"/>
                    <a:pt x="504602" y="334416"/>
                  </a:cubicBezTo>
                  <a:cubicBezTo>
                    <a:pt x="504602" y="336102"/>
                    <a:pt x="501427" y="337789"/>
                    <a:pt x="501427" y="337789"/>
                  </a:cubicBezTo>
                  <a:cubicBezTo>
                    <a:pt x="499839" y="339476"/>
                    <a:pt x="498252" y="341163"/>
                    <a:pt x="495077" y="344536"/>
                  </a:cubicBezTo>
                  <a:cubicBezTo>
                    <a:pt x="493489" y="346223"/>
                    <a:pt x="493489" y="344536"/>
                    <a:pt x="490314" y="344536"/>
                  </a:cubicBezTo>
                  <a:cubicBezTo>
                    <a:pt x="487139" y="342849"/>
                    <a:pt x="485551" y="346223"/>
                    <a:pt x="483964" y="347910"/>
                  </a:cubicBezTo>
                  <a:cubicBezTo>
                    <a:pt x="480789" y="349596"/>
                    <a:pt x="480789" y="351283"/>
                    <a:pt x="479201" y="349596"/>
                  </a:cubicBezTo>
                  <a:cubicBezTo>
                    <a:pt x="479201" y="347910"/>
                    <a:pt x="479201" y="346223"/>
                    <a:pt x="477614" y="341163"/>
                  </a:cubicBezTo>
                  <a:cubicBezTo>
                    <a:pt x="477614" y="336102"/>
                    <a:pt x="479201" y="339476"/>
                    <a:pt x="480789" y="336102"/>
                  </a:cubicBezTo>
                  <a:cubicBezTo>
                    <a:pt x="482376" y="334416"/>
                    <a:pt x="483964" y="332729"/>
                    <a:pt x="485551" y="331042"/>
                  </a:cubicBezTo>
                  <a:cubicBezTo>
                    <a:pt x="488726" y="327669"/>
                    <a:pt x="488726" y="329355"/>
                    <a:pt x="490314" y="327669"/>
                  </a:cubicBezTo>
                  <a:lnTo>
                    <a:pt x="498251" y="324296"/>
                  </a:lnTo>
                  <a:close/>
                  <a:moveTo>
                    <a:pt x="370152" y="313182"/>
                  </a:moveTo>
                  <a:cubicBezTo>
                    <a:pt x="370152" y="313182"/>
                    <a:pt x="373571" y="313182"/>
                    <a:pt x="375281" y="313182"/>
                  </a:cubicBezTo>
                  <a:cubicBezTo>
                    <a:pt x="376991" y="313182"/>
                    <a:pt x="376991" y="314770"/>
                    <a:pt x="382120" y="317945"/>
                  </a:cubicBezTo>
                  <a:cubicBezTo>
                    <a:pt x="382120" y="317945"/>
                    <a:pt x="385539" y="319532"/>
                    <a:pt x="382120" y="322707"/>
                  </a:cubicBezTo>
                  <a:cubicBezTo>
                    <a:pt x="380410" y="324295"/>
                    <a:pt x="376991" y="325882"/>
                    <a:pt x="375281" y="327470"/>
                  </a:cubicBezTo>
                  <a:cubicBezTo>
                    <a:pt x="371862" y="329057"/>
                    <a:pt x="371862" y="327470"/>
                    <a:pt x="368443" y="325882"/>
                  </a:cubicBezTo>
                  <a:cubicBezTo>
                    <a:pt x="366733" y="325882"/>
                    <a:pt x="365023" y="324295"/>
                    <a:pt x="365023" y="321120"/>
                  </a:cubicBezTo>
                  <a:cubicBezTo>
                    <a:pt x="363314" y="319532"/>
                    <a:pt x="365023" y="316357"/>
                    <a:pt x="365023" y="314770"/>
                  </a:cubicBezTo>
                  <a:cubicBezTo>
                    <a:pt x="366733" y="313182"/>
                    <a:pt x="370152" y="313182"/>
                    <a:pt x="370152" y="313182"/>
                  </a:cubicBezTo>
                  <a:close/>
                  <a:moveTo>
                    <a:pt x="352201" y="311595"/>
                  </a:moveTo>
                  <a:cubicBezTo>
                    <a:pt x="356964" y="311595"/>
                    <a:pt x="360139" y="311595"/>
                    <a:pt x="361726" y="311595"/>
                  </a:cubicBezTo>
                  <a:cubicBezTo>
                    <a:pt x="363314" y="316358"/>
                    <a:pt x="360139" y="317945"/>
                    <a:pt x="360139" y="319533"/>
                  </a:cubicBezTo>
                  <a:cubicBezTo>
                    <a:pt x="358551" y="322708"/>
                    <a:pt x="360139" y="321121"/>
                    <a:pt x="358551" y="322708"/>
                  </a:cubicBezTo>
                  <a:cubicBezTo>
                    <a:pt x="356964" y="322708"/>
                    <a:pt x="352201" y="322708"/>
                    <a:pt x="352201" y="322708"/>
                  </a:cubicBezTo>
                  <a:cubicBezTo>
                    <a:pt x="352201" y="322708"/>
                    <a:pt x="352201" y="322708"/>
                    <a:pt x="350613" y="321121"/>
                  </a:cubicBezTo>
                  <a:cubicBezTo>
                    <a:pt x="349026" y="319533"/>
                    <a:pt x="349026" y="319533"/>
                    <a:pt x="349026" y="317945"/>
                  </a:cubicBezTo>
                  <a:cubicBezTo>
                    <a:pt x="350613" y="314770"/>
                    <a:pt x="350613" y="311595"/>
                    <a:pt x="352201" y="311595"/>
                  </a:cubicBezTo>
                  <a:close/>
                  <a:moveTo>
                    <a:pt x="536057" y="311595"/>
                  </a:moveTo>
                  <a:cubicBezTo>
                    <a:pt x="540996" y="311595"/>
                    <a:pt x="544289" y="310007"/>
                    <a:pt x="544289" y="313182"/>
                  </a:cubicBezTo>
                  <a:cubicBezTo>
                    <a:pt x="542642" y="314770"/>
                    <a:pt x="542642" y="314770"/>
                    <a:pt x="540996" y="316357"/>
                  </a:cubicBezTo>
                  <a:cubicBezTo>
                    <a:pt x="539350" y="317945"/>
                    <a:pt x="537704" y="317945"/>
                    <a:pt x="534411" y="319532"/>
                  </a:cubicBezTo>
                  <a:cubicBezTo>
                    <a:pt x="531118" y="321120"/>
                    <a:pt x="532765" y="317945"/>
                    <a:pt x="526179" y="322707"/>
                  </a:cubicBezTo>
                  <a:cubicBezTo>
                    <a:pt x="521241" y="327470"/>
                    <a:pt x="511363" y="327470"/>
                    <a:pt x="508070" y="329057"/>
                  </a:cubicBezTo>
                  <a:cubicBezTo>
                    <a:pt x="506424" y="329057"/>
                    <a:pt x="508070" y="324295"/>
                    <a:pt x="506424" y="324295"/>
                  </a:cubicBezTo>
                  <a:cubicBezTo>
                    <a:pt x="504778" y="322707"/>
                    <a:pt x="503131" y="321120"/>
                    <a:pt x="501485" y="322707"/>
                  </a:cubicBezTo>
                  <a:cubicBezTo>
                    <a:pt x="499839" y="322707"/>
                    <a:pt x="499839" y="319532"/>
                    <a:pt x="503131" y="319532"/>
                  </a:cubicBezTo>
                  <a:cubicBezTo>
                    <a:pt x="504778" y="317945"/>
                    <a:pt x="504778" y="314770"/>
                    <a:pt x="506424" y="316357"/>
                  </a:cubicBezTo>
                  <a:cubicBezTo>
                    <a:pt x="509717" y="316357"/>
                    <a:pt x="511363" y="314770"/>
                    <a:pt x="513009" y="314770"/>
                  </a:cubicBezTo>
                  <a:cubicBezTo>
                    <a:pt x="514655" y="314770"/>
                    <a:pt x="519594" y="313182"/>
                    <a:pt x="519594" y="313182"/>
                  </a:cubicBezTo>
                  <a:cubicBezTo>
                    <a:pt x="519594" y="313182"/>
                    <a:pt x="522887" y="313182"/>
                    <a:pt x="524533" y="313182"/>
                  </a:cubicBezTo>
                  <a:cubicBezTo>
                    <a:pt x="526179" y="313182"/>
                    <a:pt x="536057" y="311595"/>
                    <a:pt x="536057" y="311595"/>
                  </a:cubicBezTo>
                  <a:close/>
                  <a:moveTo>
                    <a:pt x="424092" y="311595"/>
                  </a:moveTo>
                  <a:cubicBezTo>
                    <a:pt x="425737" y="310007"/>
                    <a:pt x="427381" y="311595"/>
                    <a:pt x="430669" y="311595"/>
                  </a:cubicBezTo>
                  <a:cubicBezTo>
                    <a:pt x="432314" y="310007"/>
                    <a:pt x="432314" y="311595"/>
                    <a:pt x="435602" y="311595"/>
                  </a:cubicBezTo>
                  <a:cubicBezTo>
                    <a:pt x="440535" y="310007"/>
                    <a:pt x="438890" y="311595"/>
                    <a:pt x="438890" y="313182"/>
                  </a:cubicBezTo>
                  <a:cubicBezTo>
                    <a:pt x="440535" y="314770"/>
                    <a:pt x="442179" y="316357"/>
                    <a:pt x="445467" y="314770"/>
                  </a:cubicBezTo>
                  <a:cubicBezTo>
                    <a:pt x="448756" y="314770"/>
                    <a:pt x="447111" y="316357"/>
                    <a:pt x="448756" y="314770"/>
                  </a:cubicBezTo>
                  <a:cubicBezTo>
                    <a:pt x="452044" y="313182"/>
                    <a:pt x="452044" y="313182"/>
                    <a:pt x="455333" y="313182"/>
                  </a:cubicBezTo>
                  <a:cubicBezTo>
                    <a:pt x="456977" y="313182"/>
                    <a:pt x="456977" y="313182"/>
                    <a:pt x="455333" y="317945"/>
                  </a:cubicBezTo>
                  <a:cubicBezTo>
                    <a:pt x="453688" y="319532"/>
                    <a:pt x="450400" y="319532"/>
                    <a:pt x="445467" y="319532"/>
                  </a:cubicBezTo>
                  <a:cubicBezTo>
                    <a:pt x="445467" y="319532"/>
                    <a:pt x="437246" y="321120"/>
                    <a:pt x="435602" y="322707"/>
                  </a:cubicBezTo>
                  <a:cubicBezTo>
                    <a:pt x="432314" y="322707"/>
                    <a:pt x="429025" y="321120"/>
                    <a:pt x="429025" y="321120"/>
                  </a:cubicBezTo>
                  <a:cubicBezTo>
                    <a:pt x="427381" y="321120"/>
                    <a:pt x="422448" y="321120"/>
                    <a:pt x="420804" y="319532"/>
                  </a:cubicBezTo>
                  <a:cubicBezTo>
                    <a:pt x="417516" y="317945"/>
                    <a:pt x="410939" y="314770"/>
                    <a:pt x="412583" y="316357"/>
                  </a:cubicBezTo>
                  <a:cubicBezTo>
                    <a:pt x="415871" y="317945"/>
                    <a:pt x="419160" y="313182"/>
                    <a:pt x="419160" y="313182"/>
                  </a:cubicBezTo>
                  <a:cubicBezTo>
                    <a:pt x="419160" y="313182"/>
                    <a:pt x="422448" y="313182"/>
                    <a:pt x="424092" y="311595"/>
                  </a:cubicBezTo>
                  <a:close/>
                  <a:moveTo>
                    <a:pt x="379188" y="310008"/>
                  </a:moveTo>
                  <a:cubicBezTo>
                    <a:pt x="382363" y="308420"/>
                    <a:pt x="388713" y="308420"/>
                    <a:pt x="393476" y="311595"/>
                  </a:cubicBezTo>
                  <a:cubicBezTo>
                    <a:pt x="393476" y="313183"/>
                    <a:pt x="398239" y="311595"/>
                    <a:pt x="403001" y="313183"/>
                  </a:cubicBezTo>
                  <a:cubicBezTo>
                    <a:pt x="403001" y="313183"/>
                    <a:pt x="404589" y="316358"/>
                    <a:pt x="404589" y="317945"/>
                  </a:cubicBezTo>
                  <a:cubicBezTo>
                    <a:pt x="404589" y="319533"/>
                    <a:pt x="403001" y="321121"/>
                    <a:pt x="401414" y="321121"/>
                  </a:cubicBezTo>
                  <a:cubicBezTo>
                    <a:pt x="399826" y="321121"/>
                    <a:pt x="398239" y="322708"/>
                    <a:pt x="396651" y="322708"/>
                  </a:cubicBezTo>
                  <a:cubicBezTo>
                    <a:pt x="395064" y="322708"/>
                    <a:pt x="391889" y="321121"/>
                    <a:pt x="390301" y="319533"/>
                  </a:cubicBezTo>
                  <a:cubicBezTo>
                    <a:pt x="388713" y="317945"/>
                    <a:pt x="388713" y="319533"/>
                    <a:pt x="388713" y="314770"/>
                  </a:cubicBezTo>
                  <a:cubicBezTo>
                    <a:pt x="387126" y="311595"/>
                    <a:pt x="377601" y="311595"/>
                    <a:pt x="379188" y="310008"/>
                  </a:cubicBezTo>
                  <a:close/>
                  <a:moveTo>
                    <a:pt x="466501" y="310007"/>
                  </a:moveTo>
                  <a:cubicBezTo>
                    <a:pt x="469676" y="306832"/>
                    <a:pt x="471264" y="308420"/>
                    <a:pt x="472851" y="310007"/>
                  </a:cubicBezTo>
                  <a:cubicBezTo>
                    <a:pt x="474439" y="313182"/>
                    <a:pt x="471264" y="316358"/>
                    <a:pt x="471264" y="316358"/>
                  </a:cubicBezTo>
                  <a:cubicBezTo>
                    <a:pt x="469676" y="316358"/>
                    <a:pt x="466501" y="314770"/>
                    <a:pt x="466501" y="314770"/>
                  </a:cubicBezTo>
                  <a:cubicBezTo>
                    <a:pt x="466501" y="314770"/>
                    <a:pt x="466501" y="314770"/>
                    <a:pt x="463326" y="317945"/>
                  </a:cubicBezTo>
                  <a:cubicBezTo>
                    <a:pt x="463326" y="317945"/>
                    <a:pt x="461738" y="317945"/>
                    <a:pt x="458563" y="317945"/>
                  </a:cubicBezTo>
                  <a:cubicBezTo>
                    <a:pt x="456976" y="317945"/>
                    <a:pt x="461738" y="316358"/>
                    <a:pt x="461738" y="316358"/>
                  </a:cubicBezTo>
                  <a:cubicBezTo>
                    <a:pt x="461738" y="316358"/>
                    <a:pt x="463326" y="314770"/>
                    <a:pt x="463326" y="313182"/>
                  </a:cubicBezTo>
                  <a:cubicBezTo>
                    <a:pt x="463326" y="311595"/>
                    <a:pt x="464913" y="311595"/>
                    <a:pt x="466501" y="310007"/>
                  </a:cubicBezTo>
                  <a:close/>
                  <a:moveTo>
                    <a:pt x="496664" y="308420"/>
                  </a:moveTo>
                  <a:cubicBezTo>
                    <a:pt x="498251" y="306832"/>
                    <a:pt x="501426" y="308420"/>
                    <a:pt x="501426" y="308420"/>
                  </a:cubicBezTo>
                  <a:cubicBezTo>
                    <a:pt x="501426" y="308420"/>
                    <a:pt x="504601" y="310007"/>
                    <a:pt x="504601" y="310007"/>
                  </a:cubicBezTo>
                  <a:cubicBezTo>
                    <a:pt x="506189" y="311595"/>
                    <a:pt x="504601" y="310007"/>
                    <a:pt x="503014" y="314770"/>
                  </a:cubicBezTo>
                  <a:cubicBezTo>
                    <a:pt x="499839" y="316357"/>
                    <a:pt x="501426" y="314770"/>
                    <a:pt x="496664" y="314770"/>
                  </a:cubicBezTo>
                  <a:cubicBezTo>
                    <a:pt x="496664" y="314770"/>
                    <a:pt x="496664" y="316357"/>
                    <a:pt x="490314" y="316357"/>
                  </a:cubicBezTo>
                  <a:cubicBezTo>
                    <a:pt x="488726" y="316357"/>
                    <a:pt x="488726" y="314770"/>
                    <a:pt x="483964" y="314770"/>
                  </a:cubicBezTo>
                  <a:cubicBezTo>
                    <a:pt x="482376" y="313182"/>
                    <a:pt x="483964" y="314770"/>
                    <a:pt x="480789" y="314770"/>
                  </a:cubicBezTo>
                  <a:cubicBezTo>
                    <a:pt x="477614" y="316357"/>
                    <a:pt x="477614" y="314770"/>
                    <a:pt x="476026" y="313182"/>
                  </a:cubicBezTo>
                  <a:cubicBezTo>
                    <a:pt x="474439" y="313182"/>
                    <a:pt x="476026" y="313182"/>
                    <a:pt x="479201" y="311595"/>
                  </a:cubicBezTo>
                  <a:cubicBezTo>
                    <a:pt x="480789" y="310007"/>
                    <a:pt x="482376" y="311595"/>
                    <a:pt x="483964" y="311595"/>
                  </a:cubicBezTo>
                  <a:cubicBezTo>
                    <a:pt x="485551" y="311595"/>
                    <a:pt x="490314" y="313182"/>
                    <a:pt x="490314" y="313182"/>
                  </a:cubicBezTo>
                  <a:cubicBezTo>
                    <a:pt x="490314" y="313182"/>
                    <a:pt x="490314" y="313182"/>
                    <a:pt x="493489" y="310007"/>
                  </a:cubicBezTo>
                  <a:cubicBezTo>
                    <a:pt x="493489" y="310007"/>
                    <a:pt x="495076" y="310007"/>
                    <a:pt x="496664" y="308420"/>
                  </a:cubicBezTo>
                  <a:close/>
                  <a:moveTo>
                    <a:pt x="331563" y="308420"/>
                  </a:moveTo>
                  <a:cubicBezTo>
                    <a:pt x="333151" y="306832"/>
                    <a:pt x="333151" y="310007"/>
                    <a:pt x="337913" y="308420"/>
                  </a:cubicBezTo>
                  <a:cubicBezTo>
                    <a:pt x="337913" y="308420"/>
                    <a:pt x="341089" y="310007"/>
                    <a:pt x="345851" y="311595"/>
                  </a:cubicBezTo>
                  <a:cubicBezTo>
                    <a:pt x="347439" y="313182"/>
                    <a:pt x="345851" y="313182"/>
                    <a:pt x="341089" y="317945"/>
                  </a:cubicBezTo>
                  <a:cubicBezTo>
                    <a:pt x="339501" y="319532"/>
                    <a:pt x="341089" y="319532"/>
                    <a:pt x="339501" y="321120"/>
                  </a:cubicBezTo>
                  <a:cubicBezTo>
                    <a:pt x="337913" y="322707"/>
                    <a:pt x="336326" y="322707"/>
                    <a:pt x="333151" y="317945"/>
                  </a:cubicBezTo>
                  <a:cubicBezTo>
                    <a:pt x="331563" y="316357"/>
                    <a:pt x="329976" y="317945"/>
                    <a:pt x="329976" y="314770"/>
                  </a:cubicBezTo>
                  <a:cubicBezTo>
                    <a:pt x="329976" y="313182"/>
                    <a:pt x="329976" y="313182"/>
                    <a:pt x="331563" y="308420"/>
                  </a:cubicBezTo>
                  <a:close/>
                  <a:moveTo>
                    <a:pt x="523651" y="298895"/>
                  </a:moveTo>
                  <a:cubicBezTo>
                    <a:pt x="526826" y="298895"/>
                    <a:pt x="534764" y="297307"/>
                    <a:pt x="536351" y="300482"/>
                  </a:cubicBezTo>
                  <a:cubicBezTo>
                    <a:pt x="537939" y="303657"/>
                    <a:pt x="537939" y="303657"/>
                    <a:pt x="531589" y="305245"/>
                  </a:cubicBezTo>
                  <a:cubicBezTo>
                    <a:pt x="525238" y="306833"/>
                    <a:pt x="520476" y="303657"/>
                    <a:pt x="518888" y="306833"/>
                  </a:cubicBezTo>
                  <a:cubicBezTo>
                    <a:pt x="517301" y="308420"/>
                    <a:pt x="520476" y="298895"/>
                    <a:pt x="523651" y="298895"/>
                  </a:cubicBezTo>
                  <a:close/>
                  <a:moveTo>
                    <a:pt x="202023" y="270320"/>
                  </a:moveTo>
                  <a:cubicBezTo>
                    <a:pt x="202023" y="270320"/>
                    <a:pt x="205265" y="275083"/>
                    <a:pt x="205265" y="275083"/>
                  </a:cubicBezTo>
                  <a:cubicBezTo>
                    <a:pt x="205265" y="275083"/>
                    <a:pt x="208507" y="275083"/>
                    <a:pt x="211749" y="276670"/>
                  </a:cubicBezTo>
                  <a:cubicBezTo>
                    <a:pt x="211749" y="276670"/>
                    <a:pt x="211749" y="276670"/>
                    <a:pt x="218233" y="278258"/>
                  </a:cubicBezTo>
                  <a:cubicBezTo>
                    <a:pt x="219854" y="276670"/>
                    <a:pt x="221474" y="278258"/>
                    <a:pt x="224716" y="281433"/>
                  </a:cubicBezTo>
                  <a:cubicBezTo>
                    <a:pt x="224716" y="283020"/>
                    <a:pt x="226337" y="284608"/>
                    <a:pt x="226337" y="286195"/>
                  </a:cubicBezTo>
                  <a:cubicBezTo>
                    <a:pt x="226337" y="287783"/>
                    <a:pt x="229579" y="287783"/>
                    <a:pt x="231200" y="287783"/>
                  </a:cubicBezTo>
                  <a:cubicBezTo>
                    <a:pt x="232821" y="286195"/>
                    <a:pt x="239305" y="287783"/>
                    <a:pt x="242547" y="286195"/>
                  </a:cubicBezTo>
                  <a:cubicBezTo>
                    <a:pt x="247409" y="283020"/>
                    <a:pt x="242547" y="286195"/>
                    <a:pt x="245788" y="286195"/>
                  </a:cubicBezTo>
                  <a:cubicBezTo>
                    <a:pt x="247409" y="287783"/>
                    <a:pt x="247409" y="286195"/>
                    <a:pt x="252272" y="289370"/>
                  </a:cubicBezTo>
                  <a:cubicBezTo>
                    <a:pt x="252272" y="289370"/>
                    <a:pt x="255514" y="289370"/>
                    <a:pt x="255514" y="289370"/>
                  </a:cubicBezTo>
                  <a:cubicBezTo>
                    <a:pt x="255514" y="289370"/>
                    <a:pt x="258756" y="289370"/>
                    <a:pt x="258756" y="284608"/>
                  </a:cubicBezTo>
                  <a:cubicBezTo>
                    <a:pt x="258756" y="281433"/>
                    <a:pt x="260377" y="283020"/>
                    <a:pt x="260377" y="283020"/>
                  </a:cubicBezTo>
                  <a:cubicBezTo>
                    <a:pt x="260377" y="283020"/>
                    <a:pt x="260377" y="283020"/>
                    <a:pt x="261998" y="281433"/>
                  </a:cubicBezTo>
                  <a:cubicBezTo>
                    <a:pt x="263619" y="278258"/>
                    <a:pt x="265239" y="283020"/>
                    <a:pt x="266860" y="281433"/>
                  </a:cubicBezTo>
                  <a:cubicBezTo>
                    <a:pt x="268481" y="281433"/>
                    <a:pt x="268481" y="281433"/>
                    <a:pt x="270102" y="281433"/>
                  </a:cubicBezTo>
                  <a:cubicBezTo>
                    <a:pt x="271723" y="281433"/>
                    <a:pt x="276586" y="286195"/>
                    <a:pt x="276586" y="286195"/>
                  </a:cubicBezTo>
                  <a:cubicBezTo>
                    <a:pt x="276586" y="286195"/>
                    <a:pt x="279828" y="286195"/>
                    <a:pt x="281449" y="286195"/>
                  </a:cubicBezTo>
                  <a:cubicBezTo>
                    <a:pt x="283070" y="286195"/>
                    <a:pt x="284691" y="286195"/>
                    <a:pt x="289553" y="289370"/>
                  </a:cubicBezTo>
                  <a:cubicBezTo>
                    <a:pt x="289553" y="289370"/>
                    <a:pt x="291174" y="289370"/>
                    <a:pt x="292795" y="289370"/>
                  </a:cubicBezTo>
                  <a:cubicBezTo>
                    <a:pt x="294416" y="289370"/>
                    <a:pt x="296037" y="289370"/>
                    <a:pt x="297658" y="287783"/>
                  </a:cubicBezTo>
                  <a:cubicBezTo>
                    <a:pt x="299279" y="286195"/>
                    <a:pt x="299279" y="287783"/>
                    <a:pt x="302521" y="287783"/>
                  </a:cubicBezTo>
                  <a:cubicBezTo>
                    <a:pt x="305763" y="287783"/>
                    <a:pt x="305763" y="289370"/>
                    <a:pt x="307384" y="289370"/>
                  </a:cubicBezTo>
                  <a:cubicBezTo>
                    <a:pt x="307384" y="289370"/>
                    <a:pt x="313867" y="289370"/>
                    <a:pt x="315488" y="287783"/>
                  </a:cubicBezTo>
                  <a:cubicBezTo>
                    <a:pt x="317109" y="287783"/>
                    <a:pt x="318730" y="289370"/>
                    <a:pt x="318730" y="289370"/>
                  </a:cubicBezTo>
                  <a:cubicBezTo>
                    <a:pt x="318730" y="289370"/>
                    <a:pt x="317109" y="290958"/>
                    <a:pt x="315488" y="292545"/>
                  </a:cubicBezTo>
                  <a:cubicBezTo>
                    <a:pt x="315488" y="292545"/>
                    <a:pt x="313867" y="292545"/>
                    <a:pt x="312246" y="292545"/>
                  </a:cubicBezTo>
                  <a:cubicBezTo>
                    <a:pt x="310625" y="294133"/>
                    <a:pt x="310625" y="294133"/>
                    <a:pt x="300900" y="294133"/>
                  </a:cubicBezTo>
                  <a:cubicBezTo>
                    <a:pt x="291174" y="292545"/>
                    <a:pt x="299279" y="294133"/>
                    <a:pt x="297658" y="295720"/>
                  </a:cubicBezTo>
                  <a:cubicBezTo>
                    <a:pt x="296037" y="297308"/>
                    <a:pt x="297658" y="298895"/>
                    <a:pt x="297658" y="298895"/>
                  </a:cubicBezTo>
                  <a:cubicBezTo>
                    <a:pt x="297658" y="298895"/>
                    <a:pt x="300900" y="300483"/>
                    <a:pt x="305763" y="303658"/>
                  </a:cubicBezTo>
                  <a:cubicBezTo>
                    <a:pt x="305763" y="303658"/>
                    <a:pt x="310625" y="300483"/>
                    <a:pt x="312246" y="300483"/>
                  </a:cubicBezTo>
                  <a:cubicBezTo>
                    <a:pt x="313867" y="298895"/>
                    <a:pt x="315488" y="300483"/>
                    <a:pt x="315488" y="300483"/>
                  </a:cubicBezTo>
                  <a:cubicBezTo>
                    <a:pt x="315488" y="300483"/>
                    <a:pt x="318730" y="302070"/>
                    <a:pt x="320351" y="302070"/>
                  </a:cubicBezTo>
                  <a:cubicBezTo>
                    <a:pt x="320351" y="300483"/>
                    <a:pt x="325214" y="303658"/>
                    <a:pt x="325214" y="303658"/>
                  </a:cubicBezTo>
                  <a:cubicBezTo>
                    <a:pt x="325214" y="303658"/>
                    <a:pt x="325214" y="308421"/>
                    <a:pt x="325214" y="310008"/>
                  </a:cubicBezTo>
                  <a:cubicBezTo>
                    <a:pt x="325214" y="311596"/>
                    <a:pt x="325214" y="313183"/>
                    <a:pt x="325214" y="313183"/>
                  </a:cubicBezTo>
                  <a:cubicBezTo>
                    <a:pt x="325214" y="313183"/>
                    <a:pt x="325214" y="316358"/>
                    <a:pt x="320351" y="316358"/>
                  </a:cubicBezTo>
                  <a:cubicBezTo>
                    <a:pt x="320351" y="316358"/>
                    <a:pt x="318730" y="316358"/>
                    <a:pt x="315488" y="314771"/>
                  </a:cubicBezTo>
                  <a:cubicBezTo>
                    <a:pt x="312246" y="314771"/>
                    <a:pt x="310625" y="314771"/>
                    <a:pt x="305763" y="311596"/>
                  </a:cubicBezTo>
                  <a:cubicBezTo>
                    <a:pt x="305763" y="311596"/>
                    <a:pt x="305763" y="311596"/>
                    <a:pt x="297658" y="313183"/>
                  </a:cubicBezTo>
                  <a:cubicBezTo>
                    <a:pt x="297658" y="310008"/>
                    <a:pt x="291174" y="313183"/>
                    <a:pt x="289553" y="311596"/>
                  </a:cubicBezTo>
                  <a:cubicBezTo>
                    <a:pt x="286312" y="311596"/>
                    <a:pt x="289553" y="311596"/>
                    <a:pt x="284691" y="311596"/>
                  </a:cubicBezTo>
                  <a:cubicBezTo>
                    <a:pt x="281449" y="311596"/>
                    <a:pt x="281449" y="313183"/>
                    <a:pt x="279828" y="311596"/>
                  </a:cubicBezTo>
                  <a:cubicBezTo>
                    <a:pt x="278207" y="311596"/>
                    <a:pt x="273344" y="313183"/>
                    <a:pt x="271723" y="311596"/>
                  </a:cubicBezTo>
                  <a:cubicBezTo>
                    <a:pt x="271723" y="310008"/>
                    <a:pt x="268481" y="311596"/>
                    <a:pt x="266860" y="311596"/>
                  </a:cubicBezTo>
                  <a:cubicBezTo>
                    <a:pt x="265239" y="310008"/>
                    <a:pt x="260377" y="310008"/>
                    <a:pt x="258756" y="310008"/>
                  </a:cubicBezTo>
                  <a:cubicBezTo>
                    <a:pt x="258756" y="308421"/>
                    <a:pt x="253893" y="308421"/>
                    <a:pt x="253893" y="308421"/>
                  </a:cubicBezTo>
                  <a:cubicBezTo>
                    <a:pt x="252272" y="306833"/>
                    <a:pt x="247409" y="306833"/>
                    <a:pt x="247409" y="305246"/>
                  </a:cubicBezTo>
                  <a:cubicBezTo>
                    <a:pt x="247409" y="305246"/>
                    <a:pt x="245788" y="305246"/>
                    <a:pt x="244167" y="303658"/>
                  </a:cubicBezTo>
                  <a:cubicBezTo>
                    <a:pt x="244167" y="302070"/>
                    <a:pt x="240926" y="303658"/>
                    <a:pt x="239305" y="302070"/>
                  </a:cubicBezTo>
                  <a:cubicBezTo>
                    <a:pt x="239305" y="300483"/>
                    <a:pt x="237684" y="302070"/>
                    <a:pt x="232821" y="302070"/>
                  </a:cubicBezTo>
                  <a:cubicBezTo>
                    <a:pt x="227958" y="302070"/>
                    <a:pt x="231200" y="303658"/>
                    <a:pt x="226337" y="303658"/>
                  </a:cubicBezTo>
                  <a:cubicBezTo>
                    <a:pt x="224716" y="303658"/>
                    <a:pt x="216612" y="303658"/>
                    <a:pt x="216612" y="303658"/>
                  </a:cubicBezTo>
                  <a:cubicBezTo>
                    <a:pt x="216612" y="303658"/>
                    <a:pt x="216612" y="303658"/>
                    <a:pt x="211749" y="300483"/>
                  </a:cubicBezTo>
                  <a:cubicBezTo>
                    <a:pt x="211749" y="300483"/>
                    <a:pt x="211749" y="300483"/>
                    <a:pt x="203644" y="297308"/>
                  </a:cubicBezTo>
                  <a:cubicBezTo>
                    <a:pt x="203644" y="297308"/>
                    <a:pt x="203644" y="297308"/>
                    <a:pt x="198781" y="297308"/>
                  </a:cubicBezTo>
                  <a:cubicBezTo>
                    <a:pt x="198781" y="297308"/>
                    <a:pt x="193919" y="298895"/>
                    <a:pt x="192298" y="298895"/>
                  </a:cubicBezTo>
                  <a:cubicBezTo>
                    <a:pt x="192298" y="298895"/>
                    <a:pt x="190677" y="297308"/>
                    <a:pt x="190677" y="295720"/>
                  </a:cubicBezTo>
                  <a:cubicBezTo>
                    <a:pt x="189056" y="294133"/>
                    <a:pt x="190677" y="294133"/>
                    <a:pt x="190677" y="292545"/>
                  </a:cubicBezTo>
                  <a:cubicBezTo>
                    <a:pt x="189056" y="290958"/>
                    <a:pt x="187435" y="289370"/>
                    <a:pt x="185814" y="289370"/>
                  </a:cubicBezTo>
                  <a:cubicBezTo>
                    <a:pt x="184193" y="289370"/>
                    <a:pt x="184193" y="289370"/>
                    <a:pt x="182572" y="289370"/>
                  </a:cubicBezTo>
                  <a:cubicBezTo>
                    <a:pt x="179330" y="289370"/>
                    <a:pt x="177709" y="289370"/>
                    <a:pt x="174468" y="286195"/>
                  </a:cubicBezTo>
                  <a:cubicBezTo>
                    <a:pt x="171226" y="284608"/>
                    <a:pt x="174468" y="286195"/>
                    <a:pt x="177709" y="283020"/>
                  </a:cubicBezTo>
                  <a:cubicBezTo>
                    <a:pt x="179330" y="279845"/>
                    <a:pt x="179330" y="279845"/>
                    <a:pt x="182572" y="273495"/>
                  </a:cubicBezTo>
                  <a:cubicBezTo>
                    <a:pt x="184193" y="271908"/>
                    <a:pt x="185814" y="275083"/>
                    <a:pt x="189056" y="273495"/>
                  </a:cubicBezTo>
                  <a:cubicBezTo>
                    <a:pt x="192298" y="273495"/>
                    <a:pt x="197161" y="276670"/>
                    <a:pt x="197161" y="275083"/>
                  </a:cubicBezTo>
                  <a:cubicBezTo>
                    <a:pt x="195540" y="270320"/>
                    <a:pt x="200402" y="271908"/>
                    <a:pt x="202023" y="270320"/>
                  </a:cubicBezTo>
                  <a:close/>
                  <a:moveTo>
                    <a:pt x="209326" y="214758"/>
                  </a:moveTo>
                  <a:cubicBezTo>
                    <a:pt x="210914" y="213170"/>
                    <a:pt x="217264" y="214758"/>
                    <a:pt x="217264" y="216345"/>
                  </a:cubicBezTo>
                  <a:cubicBezTo>
                    <a:pt x="218852" y="217933"/>
                    <a:pt x="218852" y="219520"/>
                    <a:pt x="218852" y="222695"/>
                  </a:cubicBezTo>
                  <a:cubicBezTo>
                    <a:pt x="218852" y="225871"/>
                    <a:pt x="218852" y="227458"/>
                    <a:pt x="214089" y="225871"/>
                  </a:cubicBezTo>
                  <a:cubicBezTo>
                    <a:pt x="210914" y="224283"/>
                    <a:pt x="210914" y="225871"/>
                    <a:pt x="209326" y="224283"/>
                  </a:cubicBezTo>
                  <a:cubicBezTo>
                    <a:pt x="207739" y="222695"/>
                    <a:pt x="207739" y="217933"/>
                    <a:pt x="209326" y="214758"/>
                  </a:cubicBezTo>
                  <a:close/>
                  <a:moveTo>
                    <a:pt x="182339" y="198883"/>
                  </a:moveTo>
                  <a:cubicBezTo>
                    <a:pt x="183926" y="198883"/>
                    <a:pt x="183926" y="200470"/>
                    <a:pt x="185514" y="205233"/>
                  </a:cubicBezTo>
                  <a:cubicBezTo>
                    <a:pt x="185514" y="208408"/>
                    <a:pt x="185514" y="206820"/>
                    <a:pt x="185514" y="209995"/>
                  </a:cubicBezTo>
                  <a:cubicBezTo>
                    <a:pt x="185514" y="213170"/>
                    <a:pt x="187101" y="213170"/>
                    <a:pt x="190276" y="216345"/>
                  </a:cubicBezTo>
                  <a:cubicBezTo>
                    <a:pt x="191864" y="217933"/>
                    <a:pt x="191864" y="219520"/>
                    <a:pt x="190276" y="222695"/>
                  </a:cubicBezTo>
                  <a:cubicBezTo>
                    <a:pt x="190276" y="225870"/>
                    <a:pt x="190276" y="222695"/>
                    <a:pt x="187101" y="219520"/>
                  </a:cubicBezTo>
                  <a:cubicBezTo>
                    <a:pt x="183926" y="217933"/>
                    <a:pt x="183926" y="217933"/>
                    <a:pt x="180751" y="214758"/>
                  </a:cubicBezTo>
                  <a:cubicBezTo>
                    <a:pt x="179164" y="211583"/>
                    <a:pt x="179164" y="209995"/>
                    <a:pt x="177576" y="208408"/>
                  </a:cubicBezTo>
                  <a:cubicBezTo>
                    <a:pt x="174401" y="205233"/>
                    <a:pt x="174401" y="208408"/>
                    <a:pt x="171226" y="205233"/>
                  </a:cubicBezTo>
                  <a:cubicBezTo>
                    <a:pt x="169639" y="202058"/>
                    <a:pt x="171226" y="202058"/>
                    <a:pt x="172814" y="200470"/>
                  </a:cubicBezTo>
                  <a:cubicBezTo>
                    <a:pt x="172814" y="200470"/>
                    <a:pt x="179164" y="197295"/>
                    <a:pt x="182339" y="198883"/>
                  </a:cubicBezTo>
                  <a:close/>
                  <a:moveTo>
                    <a:pt x="495511" y="198088"/>
                  </a:moveTo>
                  <a:cubicBezTo>
                    <a:pt x="496135" y="197295"/>
                    <a:pt x="496966" y="197295"/>
                    <a:pt x="498629" y="198882"/>
                  </a:cubicBezTo>
                  <a:cubicBezTo>
                    <a:pt x="501955" y="202057"/>
                    <a:pt x="498629" y="200470"/>
                    <a:pt x="501955" y="202057"/>
                  </a:cubicBezTo>
                  <a:cubicBezTo>
                    <a:pt x="503619" y="203645"/>
                    <a:pt x="506945" y="203645"/>
                    <a:pt x="508608" y="202057"/>
                  </a:cubicBezTo>
                  <a:cubicBezTo>
                    <a:pt x="510271" y="202057"/>
                    <a:pt x="511934" y="200470"/>
                    <a:pt x="515260" y="202057"/>
                  </a:cubicBezTo>
                  <a:cubicBezTo>
                    <a:pt x="516923" y="202057"/>
                    <a:pt x="525239" y="202057"/>
                    <a:pt x="523576" y="203645"/>
                  </a:cubicBezTo>
                  <a:cubicBezTo>
                    <a:pt x="521913" y="205232"/>
                    <a:pt x="518586" y="200470"/>
                    <a:pt x="520249" y="206820"/>
                  </a:cubicBezTo>
                  <a:cubicBezTo>
                    <a:pt x="521913" y="211583"/>
                    <a:pt x="521913" y="213170"/>
                    <a:pt x="520249" y="209995"/>
                  </a:cubicBezTo>
                  <a:cubicBezTo>
                    <a:pt x="516923" y="205232"/>
                    <a:pt x="520249" y="206820"/>
                    <a:pt x="516923" y="205232"/>
                  </a:cubicBezTo>
                  <a:cubicBezTo>
                    <a:pt x="515260" y="203645"/>
                    <a:pt x="515260" y="202057"/>
                    <a:pt x="513597" y="203645"/>
                  </a:cubicBezTo>
                  <a:cubicBezTo>
                    <a:pt x="506945" y="205232"/>
                    <a:pt x="498629" y="206820"/>
                    <a:pt x="498629" y="205232"/>
                  </a:cubicBezTo>
                  <a:cubicBezTo>
                    <a:pt x="495303" y="203645"/>
                    <a:pt x="490314" y="205232"/>
                    <a:pt x="493640" y="202057"/>
                  </a:cubicBezTo>
                  <a:cubicBezTo>
                    <a:pt x="494472" y="200470"/>
                    <a:pt x="494887" y="198882"/>
                    <a:pt x="495511" y="198088"/>
                  </a:cubicBezTo>
                  <a:close/>
                  <a:moveTo>
                    <a:pt x="476026" y="186182"/>
                  </a:moveTo>
                  <a:cubicBezTo>
                    <a:pt x="480789" y="189754"/>
                    <a:pt x="480789" y="191540"/>
                    <a:pt x="480789" y="193326"/>
                  </a:cubicBezTo>
                  <a:cubicBezTo>
                    <a:pt x="480789" y="196898"/>
                    <a:pt x="483964" y="196898"/>
                    <a:pt x="480789" y="198684"/>
                  </a:cubicBezTo>
                  <a:cubicBezTo>
                    <a:pt x="477614" y="200470"/>
                    <a:pt x="474439" y="198684"/>
                    <a:pt x="472851" y="198684"/>
                  </a:cubicBezTo>
                  <a:cubicBezTo>
                    <a:pt x="469676" y="200470"/>
                    <a:pt x="466501" y="193326"/>
                    <a:pt x="468089" y="191540"/>
                  </a:cubicBezTo>
                  <a:cubicBezTo>
                    <a:pt x="471264" y="189754"/>
                    <a:pt x="464914" y="189754"/>
                    <a:pt x="471264" y="189754"/>
                  </a:cubicBezTo>
                  <a:cubicBezTo>
                    <a:pt x="476026" y="187968"/>
                    <a:pt x="474439" y="186182"/>
                    <a:pt x="476026" y="186182"/>
                  </a:cubicBezTo>
                  <a:close/>
                  <a:moveTo>
                    <a:pt x="745902" y="183184"/>
                  </a:moveTo>
                  <a:cubicBezTo>
                    <a:pt x="749077" y="181420"/>
                    <a:pt x="752252" y="181420"/>
                    <a:pt x="757014" y="183184"/>
                  </a:cubicBezTo>
                  <a:cubicBezTo>
                    <a:pt x="761777" y="186712"/>
                    <a:pt x="763364" y="186712"/>
                    <a:pt x="760189" y="192003"/>
                  </a:cubicBezTo>
                  <a:cubicBezTo>
                    <a:pt x="757014" y="197295"/>
                    <a:pt x="758602" y="193767"/>
                    <a:pt x="752252" y="192003"/>
                  </a:cubicBezTo>
                  <a:cubicBezTo>
                    <a:pt x="747489" y="190240"/>
                    <a:pt x="741139" y="183184"/>
                    <a:pt x="745902" y="183184"/>
                  </a:cubicBezTo>
                  <a:close/>
                  <a:moveTo>
                    <a:pt x="680182" y="175070"/>
                  </a:moveTo>
                  <a:cubicBezTo>
                    <a:pt x="683431" y="176693"/>
                    <a:pt x="689928" y="176693"/>
                    <a:pt x="691552" y="176693"/>
                  </a:cubicBezTo>
                  <a:cubicBezTo>
                    <a:pt x="691552" y="176693"/>
                    <a:pt x="693176" y="176693"/>
                    <a:pt x="693176" y="176693"/>
                  </a:cubicBezTo>
                  <a:cubicBezTo>
                    <a:pt x="693176" y="176693"/>
                    <a:pt x="694800" y="175070"/>
                    <a:pt x="696425" y="178316"/>
                  </a:cubicBezTo>
                  <a:cubicBezTo>
                    <a:pt x="698049" y="181562"/>
                    <a:pt x="702922" y="184808"/>
                    <a:pt x="702922" y="184808"/>
                  </a:cubicBezTo>
                  <a:cubicBezTo>
                    <a:pt x="702922" y="184808"/>
                    <a:pt x="709419" y="183185"/>
                    <a:pt x="711043" y="183185"/>
                  </a:cubicBezTo>
                  <a:cubicBezTo>
                    <a:pt x="711043" y="184808"/>
                    <a:pt x="711043" y="183185"/>
                    <a:pt x="712668" y="183185"/>
                  </a:cubicBezTo>
                  <a:cubicBezTo>
                    <a:pt x="715916" y="183185"/>
                    <a:pt x="719165" y="181562"/>
                    <a:pt x="719165" y="184808"/>
                  </a:cubicBezTo>
                  <a:cubicBezTo>
                    <a:pt x="719165" y="189678"/>
                    <a:pt x="719165" y="188054"/>
                    <a:pt x="719165" y="194547"/>
                  </a:cubicBezTo>
                  <a:cubicBezTo>
                    <a:pt x="719165" y="202662"/>
                    <a:pt x="724037" y="196170"/>
                    <a:pt x="719165" y="202662"/>
                  </a:cubicBezTo>
                  <a:cubicBezTo>
                    <a:pt x="717540" y="204285"/>
                    <a:pt x="717540" y="204285"/>
                    <a:pt x="717540" y="205908"/>
                  </a:cubicBezTo>
                  <a:cubicBezTo>
                    <a:pt x="719165" y="210777"/>
                    <a:pt x="719165" y="212400"/>
                    <a:pt x="719165" y="214023"/>
                  </a:cubicBezTo>
                  <a:cubicBezTo>
                    <a:pt x="722413" y="210777"/>
                    <a:pt x="720789" y="217269"/>
                    <a:pt x="720789" y="217269"/>
                  </a:cubicBezTo>
                  <a:cubicBezTo>
                    <a:pt x="722413" y="218892"/>
                    <a:pt x="724037" y="220515"/>
                    <a:pt x="725662" y="223761"/>
                  </a:cubicBezTo>
                  <a:cubicBezTo>
                    <a:pt x="725662" y="225385"/>
                    <a:pt x="728910" y="227008"/>
                    <a:pt x="728910" y="230254"/>
                  </a:cubicBezTo>
                  <a:cubicBezTo>
                    <a:pt x="730535" y="231877"/>
                    <a:pt x="730535" y="231877"/>
                    <a:pt x="730535" y="233500"/>
                  </a:cubicBezTo>
                  <a:cubicBezTo>
                    <a:pt x="732159" y="235123"/>
                    <a:pt x="737032" y="235123"/>
                    <a:pt x="740280" y="235123"/>
                  </a:cubicBezTo>
                  <a:cubicBezTo>
                    <a:pt x="741905" y="235123"/>
                    <a:pt x="741905" y="235123"/>
                    <a:pt x="741905" y="235123"/>
                  </a:cubicBezTo>
                  <a:cubicBezTo>
                    <a:pt x="743529" y="235123"/>
                    <a:pt x="743529" y="235123"/>
                    <a:pt x="745154" y="233500"/>
                  </a:cubicBezTo>
                  <a:cubicBezTo>
                    <a:pt x="746778" y="231877"/>
                    <a:pt x="748402" y="231877"/>
                    <a:pt x="750026" y="228631"/>
                  </a:cubicBezTo>
                  <a:cubicBezTo>
                    <a:pt x="751651" y="225385"/>
                    <a:pt x="751651" y="225385"/>
                    <a:pt x="754899" y="223761"/>
                  </a:cubicBezTo>
                  <a:cubicBezTo>
                    <a:pt x="756524" y="220515"/>
                    <a:pt x="759772" y="220515"/>
                    <a:pt x="763021" y="214023"/>
                  </a:cubicBezTo>
                  <a:cubicBezTo>
                    <a:pt x="763021" y="214023"/>
                    <a:pt x="766269" y="214023"/>
                    <a:pt x="767893" y="212400"/>
                  </a:cubicBezTo>
                  <a:cubicBezTo>
                    <a:pt x="767893" y="212400"/>
                    <a:pt x="767893" y="212400"/>
                    <a:pt x="769518" y="214023"/>
                  </a:cubicBezTo>
                  <a:cubicBezTo>
                    <a:pt x="769518" y="214023"/>
                    <a:pt x="769518" y="214023"/>
                    <a:pt x="771142" y="214023"/>
                  </a:cubicBezTo>
                  <a:cubicBezTo>
                    <a:pt x="772766" y="214023"/>
                    <a:pt x="772766" y="214023"/>
                    <a:pt x="776015" y="210777"/>
                  </a:cubicBezTo>
                  <a:cubicBezTo>
                    <a:pt x="777639" y="209154"/>
                    <a:pt x="777639" y="207531"/>
                    <a:pt x="777639" y="207531"/>
                  </a:cubicBezTo>
                  <a:cubicBezTo>
                    <a:pt x="777639" y="205908"/>
                    <a:pt x="777639" y="205908"/>
                    <a:pt x="777639" y="204285"/>
                  </a:cubicBezTo>
                  <a:cubicBezTo>
                    <a:pt x="779263" y="202662"/>
                    <a:pt x="780888" y="202662"/>
                    <a:pt x="782512" y="201039"/>
                  </a:cubicBezTo>
                  <a:cubicBezTo>
                    <a:pt x="784136" y="197793"/>
                    <a:pt x="787385" y="197793"/>
                    <a:pt x="790633" y="196170"/>
                  </a:cubicBezTo>
                  <a:cubicBezTo>
                    <a:pt x="790633" y="196170"/>
                    <a:pt x="792258" y="196170"/>
                    <a:pt x="792258" y="196170"/>
                  </a:cubicBezTo>
                  <a:cubicBezTo>
                    <a:pt x="792258" y="196170"/>
                    <a:pt x="792258" y="196170"/>
                    <a:pt x="793882" y="196170"/>
                  </a:cubicBezTo>
                  <a:cubicBezTo>
                    <a:pt x="795506" y="196170"/>
                    <a:pt x="795506" y="199416"/>
                    <a:pt x="797130" y="199416"/>
                  </a:cubicBezTo>
                  <a:cubicBezTo>
                    <a:pt x="798755" y="199416"/>
                    <a:pt x="800379" y="199416"/>
                    <a:pt x="803628" y="201039"/>
                  </a:cubicBezTo>
                  <a:cubicBezTo>
                    <a:pt x="805252" y="201039"/>
                    <a:pt x="806876" y="204285"/>
                    <a:pt x="810125" y="204285"/>
                  </a:cubicBezTo>
                  <a:cubicBezTo>
                    <a:pt x="811749" y="204285"/>
                    <a:pt x="814998" y="205908"/>
                    <a:pt x="818246" y="204285"/>
                  </a:cubicBezTo>
                  <a:cubicBezTo>
                    <a:pt x="821495" y="204285"/>
                    <a:pt x="821495" y="209154"/>
                    <a:pt x="824743" y="210777"/>
                  </a:cubicBezTo>
                  <a:cubicBezTo>
                    <a:pt x="827992" y="212400"/>
                    <a:pt x="831240" y="214023"/>
                    <a:pt x="836113" y="214023"/>
                  </a:cubicBezTo>
                  <a:cubicBezTo>
                    <a:pt x="840986" y="214023"/>
                    <a:pt x="842610" y="215646"/>
                    <a:pt x="845859" y="215646"/>
                  </a:cubicBezTo>
                  <a:cubicBezTo>
                    <a:pt x="849107" y="215646"/>
                    <a:pt x="847483" y="218892"/>
                    <a:pt x="850732" y="220515"/>
                  </a:cubicBezTo>
                  <a:cubicBezTo>
                    <a:pt x="852356" y="222138"/>
                    <a:pt x="855604" y="220515"/>
                    <a:pt x="855604" y="220515"/>
                  </a:cubicBezTo>
                  <a:cubicBezTo>
                    <a:pt x="855604" y="220515"/>
                    <a:pt x="857229" y="220515"/>
                    <a:pt x="858853" y="220515"/>
                  </a:cubicBezTo>
                  <a:cubicBezTo>
                    <a:pt x="858853" y="220515"/>
                    <a:pt x="858853" y="220515"/>
                    <a:pt x="858853" y="225385"/>
                  </a:cubicBezTo>
                  <a:cubicBezTo>
                    <a:pt x="860477" y="225385"/>
                    <a:pt x="862102" y="225385"/>
                    <a:pt x="863726" y="225385"/>
                  </a:cubicBezTo>
                  <a:cubicBezTo>
                    <a:pt x="866974" y="227008"/>
                    <a:pt x="870223" y="228631"/>
                    <a:pt x="871847" y="230254"/>
                  </a:cubicBezTo>
                  <a:cubicBezTo>
                    <a:pt x="875096" y="231877"/>
                    <a:pt x="884841" y="236746"/>
                    <a:pt x="886466" y="236746"/>
                  </a:cubicBezTo>
                  <a:cubicBezTo>
                    <a:pt x="889714" y="236746"/>
                    <a:pt x="891339" y="236746"/>
                    <a:pt x="897836" y="238369"/>
                  </a:cubicBezTo>
                  <a:cubicBezTo>
                    <a:pt x="904333" y="241615"/>
                    <a:pt x="907581" y="241615"/>
                    <a:pt x="909205" y="243238"/>
                  </a:cubicBezTo>
                  <a:cubicBezTo>
                    <a:pt x="912454" y="244861"/>
                    <a:pt x="917327" y="246484"/>
                    <a:pt x="918951" y="248107"/>
                  </a:cubicBezTo>
                  <a:cubicBezTo>
                    <a:pt x="918951" y="248107"/>
                    <a:pt x="927072" y="251353"/>
                    <a:pt x="928697" y="252976"/>
                  </a:cubicBezTo>
                  <a:cubicBezTo>
                    <a:pt x="930321" y="252976"/>
                    <a:pt x="935194" y="256222"/>
                    <a:pt x="936818" y="259468"/>
                  </a:cubicBezTo>
                  <a:cubicBezTo>
                    <a:pt x="936818" y="259468"/>
                    <a:pt x="946564" y="262715"/>
                    <a:pt x="953061" y="270830"/>
                  </a:cubicBezTo>
                  <a:cubicBezTo>
                    <a:pt x="959558" y="278945"/>
                    <a:pt x="954685" y="275699"/>
                    <a:pt x="956310" y="277322"/>
                  </a:cubicBezTo>
                  <a:cubicBezTo>
                    <a:pt x="956310" y="278945"/>
                    <a:pt x="957934" y="278945"/>
                    <a:pt x="961182" y="280568"/>
                  </a:cubicBezTo>
                  <a:cubicBezTo>
                    <a:pt x="962807" y="280568"/>
                    <a:pt x="962807" y="282191"/>
                    <a:pt x="964431" y="283814"/>
                  </a:cubicBezTo>
                  <a:cubicBezTo>
                    <a:pt x="966055" y="285437"/>
                    <a:pt x="964431" y="287060"/>
                    <a:pt x="966055" y="287060"/>
                  </a:cubicBezTo>
                  <a:cubicBezTo>
                    <a:pt x="966055" y="288683"/>
                    <a:pt x="972552" y="288683"/>
                    <a:pt x="975801" y="288683"/>
                  </a:cubicBezTo>
                  <a:cubicBezTo>
                    <a:pt x="980674" y="290306"/>
                    <a:pt x="983922" y="293552"/>
                    <a:pt x="987171" y="293552"/>
                  </a:cubicBezTo>
                  <a:cubicBezTo>
                    <a:pt x="990419" y="295175"/>
                    <a:pt x="988795" y="296798"/>
                    <a:pt x="990419" y="298422"/>
                  </a:cubicBezTo>
                  <a:cubicBezTo>
                    <a:pt x="993668" y="298422"/>
                    <a:pt x="993668" y="300045"/>
                    <a:pt x="995292" y="300045"/>
                  </a:cubicBezTo>
                  <a:cubicBezTo>
                    <a:pt x="996916" y="301668"/>
                    <a:pt x="995292" y="303291"/>
                    <a:pt x="995292" y="304914"/>
                  </a:cubicBezTo>
                  <a:cubicBezTo>
                    <a:pt x="995292" y="306537"/>
                    <a:pt x="995292" y="306537"/>
                    <a:pt x="993668" y="308160"/>
                  </a:cubicBezTo>
                  <a:cubicBezTo>
                    <a:pt x="990419" y="309783"/>
                    <a:pt x="992044" y="309783"/>
                    <a:pt x="983922" y="309783"/>
                  </a:cubicBezTo>
                  <a:cubicBezTo>
                    <a:pt x="974177" y="308160"/>
                    <a:pt x="980674" y="309783"/>
                    <a:pt x="979049" y="311406"/>
                  </a:cubicBezTo>
                  <a:cubicBezTo>
                    <a:pt x="977425" y="313029"/>
                    <a:pt x="979049" y="313029"/>
                    <a:pt x="979049" y="316275"/>
                  </a:cubicBezTo>
                  <a:cubicBezTo>
                    <a:pt x="980674" y="319521"/>
                    <a:pt x="982298" y="319521"/>
                    <a:pt x="983922" y="321144"/>
                  </a:cubicBezTo>
                  <a:cubicBezTo>
                    <a:pt x="985546" y="321144"/>
                    <a:pt x="985546" y="324390"/>
                    <a:pt x="985546" y="326013"/>
                  </a:cubicBezTo>
                  <a:cubicBezTo>
                    <a:pt x="987171" y="327636"/>
                    <a:pt x="990419" y="329259"/>
                    <a:pt x="992044" y="330882"/>
                  </a:cubicBezTo>
                  <a:cubicBezTo>
                    <a:pt x="993668" y="332505"/>
                    <a:pt x="996916" y="334129"/>
                    <a:pt x="998541" y="334129"/>
                  </a:cubicBezTo>
                  <a:cubicBezTo>
                    <a:pt x="1000165" y="334129"/>
                    <a:pt x="1001789" y="335752"/>
                    <a:pt x="1001789" y="338998"/>
                  </a:cubicBezTo>
                  <a:cubicBezTo>
                    <a:pt x="1001789" y="340621"/>
                    <a:pt x="1003414" y="342244"/>
                    <a:pt x="1006662" y="342244"/>
                  </a:cubicBezTo>
                  <a:cubicBezTo>
                    <a:pt x="1009911" y="342244"/>
                    <a:pt x="1008286" y="347113"/>
                    <a:pt x="1011535" y="350359"/>
                  </a:cubicBezTo>
                  <a:cubicBezTo>
                    <a:pt x="1013159" y="351982"/>
                    <a:pt x="1013159" y="353605"/>
                    <a:pt x="1013159" y="355228"/>
                  </a:cubicBezTo>
                  <a:cubicBezTo>
                    <a:pt x="1013159" y="356851"/>
                    <a:pt x="1013159" y="356851"/>
                    <a:pt x="1018032" y="356851"/>
                  </a:cubicBezTo>
                  <a:cubicBezTo>
                    <a:pt x="1021281" y="355228"/>
                    <a:pt x="1018032" y="356851"/>
                    <a:pt x="1019656" y="355228"/>
                  </a:cubicBezTo>
                  <a:cubicBezTo>
                    <a:pt x="1021281" y="351982"/>
                    <a:pt x="1022905" y="356851"/>
                    <a:pt x="1024529" y="358474"/>
                  </a:cubicBezTo>
                  <a:cubicBezTo>
                    <a:pt x="1024529" y="358474"/>
                    <a:pt x="1024529" y="361720"/>
                    <a:pt x="1024529" y="363343"/>
                  </a:cubicBezTo>
                  <a:cubicBezTo>
                    <a:pt x="1024529" y="363343"/>
                    <a:pt x="1024529" y="364966"/>
                    <a:pt x="1026153" y="366589"/>
                  </a:cubicBezTo>
                  <a:cubicBezTo>
                    <a:pt x="1027778" y="368212"/>
                    <a:pt x="1031026" y="368212"/>
                    <a:pt x="1032651" y="368212"/>
                  </a:cubicBezTo>
                  <a:cubicBezTo>
                    <a:pt x="1034275" y="366589"/>
                    <a:pt x="1037523" y="371459"/>
                    <a:pt x="1037523" y="371459"/>
                  </a:cubicBezTo>
                  <a:cubicBezTo>
                    <a:pt x="1037523" y="373082"/>
                    <a:pt x="1039148" y="374705"/>
                    <a:pt x="1040772" y="376328"/>
                  </a:cubicBezTo>
                  <a:cubicBezTo>
                    <a:pt x="1042396" y="377951"/>
                    <a:pt x="1045645" y="377951"/>
                    <a:pt x="1045645" y="377951"/>
                  </a:cubicBezTo>
                  <a:cubicBezTo>
                    <a:pt x="1045645" y="377951"/>
                    <a:pt x="1045645" y="377951"/>
                    <a:pt x="1050518" y="379574"/>
                  </a:cubicBezTo>
                  <a:cubicBezTo>
                    <a:pt x="1050518" y="379574"/>
                    <a:pt x="1053766" y="379574"/>
                    <a:pt x="1055390" y="379574"/>
                  </a:cubicBezTo>
                  <a:cubicBezTo>
                    <a:pt x="1058639" y="377951"/>
                    <a:pt x="1058639" y="379574"/>
                    <a:pt x="1055390" y="384443"/>
                  </a:cubicBezTo>
                  <a:cubicBezTo>
                    <a:pt x="1052142" y="386066"/>
                    <a:pt x="1053766" y="386066"/>
                    <a:pt x="1053766" y="386066"/>
                  </a:cubicBezTo>
                  <a:cubicBezTo>
                    <a:pt x="1052142" y="387689"/>
                    <a:pt x="1053766" y="386066"/>
                    <a:pt x="1053766" y="387689"/>
                  </a:cubicBezTo>
                  <a:cubicBezTo>
                    <a:pt x="1053766" y="390935"/>
                    <a:pt x="1052142" y="390935"/>
                    <a:pt x="1050518" y="390935"/>
                  </a:cubicBezTo>
                  <a:cubicBezTo>
                    <a:pt x="1048893" y="392558"/>
                    <a:pt x="1047269" y="390935"/>
                    <a:pt x="1045645" y="389312"/>
                  </a:cubicBezTo>
                  <a:cubicBezTo>
                    <a:pt x="1044020" y="387689"/>
                    <a:pt x="1042396" y="389312"/>
                    <a:pt x="1042396" y="387689"/>
                  </a:cubicBezTo>
                  <a:cubicBezTo>
                    <a:pt x="1040772" y="384443"/>
                    <a:pt x="1039148" y="384443"/>
                    <a:pt x="1037523" y="382820"/>
                  </a:cubicBezTo>
                  <a:cubicBezTo>
                    <a:pt x="1034275" y="381197"/>
                    <a:pt x="1037523" y="382820"/>
                    <a:pt x="1034275" y="382820"/>
                  </a:cubicBezTo>
                  <a:cubicBezTo>
                    <a:pt x="1029402" y="382820"/>
                    <a:pt x="1029402" y="382820"/>
                    <a:pt x="1026153" y="382820"/>
                  </a:cubicBezTo>
                  <a:cubicBezTo>
                    <a:pt x="1024529" y="382820"/>
                    <a:pt x="1018032" y="381197"/>
                    <a:pt x="1016408" y="379574"/>
                  </a:cubicBezTo>
                  <a:cubicBezTo>
                    <a:pt x="1014784" y="379574"/>
                    <a:pt x="1009911" y="379574"/>
                    <a:pt x="1008286" y="377951"/>
                  </a:cubicBezTo>
                  <a:cubicBezTo>
                    <a:pt x="1008286" y="376328"/>
                    <a:pt x="1006662" y="379574"/>
                    <a:pt x="1005038" y="379574"/>
                  </a:cubicBezTo>
                  <a:cubicBezTo>
                    <a:pt x="1003414" y="379574"/>
                    <a:pt x="1001789" y="377951"/>
                    <a:pt x="1000165" y="377951"/>
                  </a:cubicBezTo>
                  <a:cubicBezTo>
                    <a:pt x="1000165" y="377951"/>
                    <a:pt x="998541" y="377951"/>
                    <a:pt x="998541" y="377951"/>
                  </a:cubicBezTo>
                  <a:cubicBezTo>
                    <a:pt x="996916" y="377951"/>
                    <a:pt x="995292" y="377951"/>
                    <a:pt x="993668" y="376328"/>
                  </a:cubicBezTo>
                  <a:cubicBezTo>
                    <a:pt x="993668" y="374705"/>
                    <a:pt x="992044" y="374705"/>
                    <a:pt x="990419" y="374705"/>
                  </a:cubicBezTo>
                  <a:cubicBezTo>
                    <a:pt x="988795" y="373082"/>
                    <a:pt x="988795" y="371459"/>
                    <a:pt x="987171" y="371459"/>
                  </a:cubicBezTo>
                  <a:cubicBezTo>
                    <a:pt x="987171" y="369836"/>
                    <a:pt x="982298" y="369836"/>
                    <a:pt x="982298" y="368212"/>
                  </a:cubicBezTo>
                  <a:cubicBezTo>
                    <a:pt x="982298" y="366589"/>
                    <a:pt x="982298" y="366589"/>
                    <a:pt x="982298" y="364966"/>
                  </a:cubicBezTo>
                  <a:cubicBezTo>
                    <a:pt x="980674" y="363343"/>
                    <a:pt x="977425" y="363343"/>
                    <a:pt x="977425" y="361720"/>
                  </a:cubicBezTo>
                  <a:cubicBezTo>
                    <a:pt x="975801" y="361720"/>
                    <a:pt x="975801" y="360097"/>
                    <a:pt x="975801" y="358474"/>
                  </a:cubicBezTo>
                  <a:cubicBezTo>
                    <a:pt x="974177" y="358474"/>
                    <a:pt x="972552" y="356851"/>
                    <a:pt x="972552" y="351982"/>
                  </a:cubicBezTo>
                  <a:cubicBezTo>
                    <a:pt x="972552" y="351982"/>
                    <a:pt x="969304" y="350359"/>
                    <a:pt x="966055" y="348736"/>
                  </a:cubicBezTo>
                  <a:cubicBezTo>
                    <a:pt x="964431" y="347113"/>
                    <a:pt x="964431" y="347113"/>
                    <a:pt x="964431" y="343867"/>
                  </a:cubicBezTo>
                  <a:cubicBezTo>
                    <a:pt x="964431" y="342244"/>
                    <a:pt x="959558" y="337375"/>
                    <a:pt x="954685" y="334129"/>
                  </a:cubicBezTo>
                  <a:cubicBezTo>
                    <a:pt x="953061" y="332505"/>
                    <a:pt x="951437" y="332505"/>
                    <a:pt x="951437" y="332505"/>
                  </a:cubicBezTo>
                  <a:cubicBezTo>
                    <a:pt x="949812" y="334129"/>
                    <a:pt x="949812" y="334129"/>
                    <a:pt x="948188" y="334129"/>
                  </a:cubicBezTo>
                  <a:cubicBezTo>
                    <a:pt x="948188" y="332505"/>
                    <a:pt x="948188" y="332505"/>
                    <a:pt x="946564" y="332505"/>
                  </a:cubicBezTo>
                  <a:cubicBezTo>
                    <a:pt x="946564" y="332505"/>
                    <a:pt x="944940" y="332505"/>
                    <a:pt x="944940" y="332505"/>
                  </a:cubicBezTo>
                  <a:cubicBezTo>
                    <a:pt x="944940" y="332505"/>
                    <a:pt x="943315" y="332505"/>
                    <a:pt x="943315" y="332505"/>
                  </a:cubicBezTo>
                  <a:cubicBezTo>
                    <a:pt x="941691" y="332505"/>
                    <a:pt x="940067" y="332505"/>
                    <a:pt x="938442" y="330882"/>
                  </a:cubicBezTo>
                  <a:cubicBezTo>
                    <a:pt x="936818" y="329259"/>
                    <a:pt x="935194" y="330882"/>
                    <a:pt x="933570" y="327636"/>
                  </a:cubicBezTo>
                  <a:cubicBezTo>
                    <a:pt x="933570" y="327636"/>
                    <a:pt x="931945" y="327636"/>
                    <a:pt x="930321" y="327636"/>
                  </a:cubicBezTo>
                  <a:cubicBezTo>
                    <a:pt x="928697" y="327636"/>
                    <a:pt x="927072" y="327636"/>
                    <a:pt x="925448" y="327636"/>
                  </a:cubicBezTo>
                  <a:cubicBezTo>
                    <a:pt x="923824" y="326013"/>
                    <a:pt x="925448" y="327636"/>
                    <a:pt x="925448" y="330882"/>
                  </a:cubicBezTo>
                  <a:cubicBezTo>
                    <a:pt x="925448" y="330882"/>
                    <a:pt x="925448" y="330882"/>
                    <a:pt x="920575" y="332505"/>
                  </a:cubicBezTo>
                  <a:cubicBezTo>
                    <a:pt x="920575" y="332505"/>
                    <a:pt x="920575" y="332505"/>
                    <a:pt x="918951" y="330882"/>
                  </a:cubicBezTo>
                  <a:cubicBezTo>
                    <a:pt x="918951" y="330882"/>
                    <a:pt x="918951" y="330882"/>
                    <a:pt x="915703" y="335752"/>
                  </a:cubicBezTo>
                  <a:cubicBezTo>
                    <a:pt x="915703" y="335752"/>
                    <a:pt x="912454" y="337375"/>
                    <a:pt x="909205" y="337375"/>
                  </a:cubicBezTo>
                  <a:cubicBezTo>
                    <a:pt x="904333" y="335752"/>
                    <a:pt x="909205" y="337375"/>
                    <a:pt x="909205" y="340621"/>
                  </a:cubicBezTo>
                  <a:cubicBezTo>
                    <a:pt x="909205" y="343867"/>
                    <a:pt x="905957" y="343867"/>
                    <a:pt x="905957" y="343867"/>
                  </a:cubicBezTo>
                  <a:cubicBezTo>
                    <a:pt x="904333" y="343867"/>
                    <a:pt x="901084" y="345490"/>
                    <a:pt x="899460" y="343867"/>
                  </a:cubicBezTo>
                  <a:cubicBezTo>
                    <a:pt x="897836" y="343867"/>
                    <a:pt x="896211" y="343867"/>
                    <a:pt x="891339" y="342244"/>
                  </a:cubicBezTo>
                  <a:cubicBezTo>
                    <a:pt x="888090" y="340621"/>
                    <a:pt x="881593" y="338998"/>
                    <a:pt x="881593" y="338998"/>
                  </a:cubicBezTo>
                  <a:cubicBezTo>
                    <a:pt x="881593" y="338998"/>
                    <a:pt x="881593" y="338998"/>
                    <a:pt x="888090" y="343867"/>
                  </a:cubicBezTo>
                  <a:cubicBezTo>
                    <a:pt x="889714" y="343867"/>
                    <a:pt x="897836" y="345490"/>
                    <a:pt x="897836" y="345490"/>
                  </a:cubicBezTo>
                  <a:cubicBezTo>
                    <a:pt x="897836" y="345490"/>
                    <a:pt x="901084" y="347113"/>
                    <a:pt x="902709" y="345490"/>
                  </a:cubicBezTo>
                  <a:cubicBezTo>
                    <a:pt x="905957" y="345490"/>
                    <a:pt x="904333" y="347113"/>
                    <a:pt x="907581" y="351982"/>
                  </a:cubicBezTo>
                  <a:cubicBezTo>
                    <a:pt x="907581" y="353605"/>
                    <a:pt x="905957" y="355228"/>
                    <a:pt x="905957" y="356851"/>
                  </a:cubicBezTo>
                  <a:cubicBezTo>
                    <a:pt x="904333" y="356851"/>
                    <a:pt x="902709" y="356851"/>
                    <a:pt x="902709" y="356851"/>
                  </a:cubicBezTo>
                  <a:cubicBezTo>
                    <a:pt x="901084" y="356851"/>
                    <a:pt x="897836" y="358474"/>
                    <a:pt x="896211" y="360097"/>
                  </a:cubicBezTo>
                  <a:cubicBezTo>
                    <a:pt x="894587" y="360097"/>
                    <a:pt x="892963" y="361720"/>
                    <a:pt x="891339" y="361720"/>
                  </a:cubicBezTo>
                  <a:cubicBezTo>
                    <a:pt x="889714" y="363343"/>
                    <a:pt x="886466" y="361720"/>
                    <a:pt x="881593" y="360097"/>
                  </a:cubicBezTo>
                  <a:cubicBezTo>
                    <a:pt x="881593" y="360097"/>
                    <a:pt x="876720" y="360097"/>
                    <a:pt x="876720" y="360097"/>
                  </a:cubicBezTo>
                  <a:cubicBezTo>
                    <a:pt x="876720" y="360097"/>
                    <a:pt x="876720" y="360097"/>
                    <a:pt x="871847" y="360097"/>
                  </a:cubicBezTo>
                  <a:cubicBezTo>
                    <a:pt x="871847" y="360097"/>
                    <a:pt x="865350" y="361720"/>
                    <a:pt x="863726" y="361720"/>
                  </a:cubicBezTo>
                  <a:cubicBezTo>
                    <a:pt x="862102" y="361720"/>
                    <a:pt x="860477" y="361720"/>
                    <a:pt x="857229" y="360097"/>
                  </a:cubicBezTo>
                  <a:cubicBezTo>
                    <a:pt x="857229" y="360097"/>
                    <a:pt x="857229" y="360097"/>
                    <a:pt x="857229" y="355228"/>
                  </a:cubicBezTo>
                  <a:cubicBezTo>
                    <a:pt x="857229" y="355228"/>
                    <a:pt x="855604" y="353605"/>
                    <a:pt x="853980" y="353605"/>
                  </a:cubicBezTo>
                  <a:cubicBezTo>
                    <a:pt x="852356" y="350359"/>
                    <a:pt x="852356" y="351982"/>
                    <a:pt x="852356" y="350359"/>
                  </a:cubicBezTo>
                  <a:cubicBezTo>
                    <a:pt x="850732" y="348736"/>
                    <a:pt x="847483" y="345490"/>
                    <a:pt x="845859" y="343867"/>
                  </a:cubicBezTo>
                  <a:cubicBezTo>
                    <a:pt x="844235" y="342244"/>
                    <a:pt x="842610" y="342244"/>
                    <a:pt x="840986" y="338998"/>
                  </a:cubicBezTo>
                  <a:cubicBezTo>
                    <a:pt x="839362" y="337375"/>
                    <a:pt x="837737" y="335752"/>
                    <a:pt x="837737" y="332505"/>
                  </a:cubicBezTo>
                  <a:cubicBezTo>
                    <a:pt x="837737" y="329259"/>
                    <a:pt x="837737" y="332505"/>
                    <a:pt x="832865" y="334129"/>
                  </a:cubicBezTo>
                  <a:cubicBezTo>
                    <a:pt x="827992" y="335752"/>
                    <a:pt x="829616" y="335752"/>
                    <a:pt x="827992" y="335752"/>
                  </a:cubicBezTo>
                  <a:cubicBezTo>
                    <a:pt x="826367" y="337375"/>
                    <a:pt x="824743" y="337375"/>
                    <a:pt x="823119" y="334129"/>
                  </a:cubicBezTo>
                  <a:cubicBezTo>
                    <a:pt x="821495" y="332505"/>
                    <a:pt x="821495" y="332505"/>
                    <a:pt x="821495" y="334129"/>
                  </a:cubicBezTo>
                  <a:cubicBezTo>
                    <a:pt x="818246" y="334129"/>
                    <a:pt x="816622" y="329259"/>
                    <a:pt x="816622" y="329259"/>
                  </a:cubicBezTo>
                  <a:cubicBezTo>
                    <a:pt x="816622" y="329259"/>
                    <a:pt x="816622" y="330882"/>
                    <a:pt x="818246" y="332505"/>
                  </a:cubicBezTo>
                  <a:cubicBezTo>
                    <a:pt x="819870" y="334129"/>
                    <a:pt x="816622" y="335752"/>
                    <a:pt x="816622" y="337375"/>
                  </a:cubicBezTo>
                  <a:cubicBezTo>
                    <a:pt x="814998" y="338998"/>
                    <a:pt x="813373" y="338998"/>
                    <a:pt x="811749" y="338998"/>
                  </a:cubicBezTo>
                  <a:cubicBezTo>
                    <a:pt x="811749" y="338998"/>
                    <a:pt x="811749" y="338998"/>
                    <a:pt x="810125" y="338998"/>
                  </a:cubicBezTo>
                  <a:cubicBezTo>
                    <a:pt x="808500" y="338998"/>
                    <a:pt x="803628" y="338998"/>
                    <a:pt x="800379" y="338998"/>
                  </a:cubicBezTo>
                  <a:cubicBezTo>
                    <a:pt x="797130" y="338998"/>
                    <a:pt x="793882" y="338998"/>
                    <a:pt x="790633" y="338998"/>
                  </a:cubicBezTo>
                  <a:cubicBezTo>
                    <a:pt x="789009" y="338998"/>
                    <a:pt x="789009" y="340621"/>
                    <a:pt x="789009" y="335752"/>
                  </a:cubicBezTo>
                  <a:cubicBezTo>
                    <a:pt x="789009" y="330882"/>
                    <a:pt x="790633" y="334129"/>
                    <a:pt x="792258" y="327636"/>
                  </a:cubicBezTo>
                  <a:cubicBezTo>
                    <a:pt x="793882" y="322767"/>
                    <a:pt x="793882" y="324390"/>
                    <a:pt x="795506" y="322767"/>
                  </a:cubicBezTo>
                  <a:cubicBezTo>
                    <a:pt x="797130" y="319521"/>
                    <a:pt x="800379" y="321144"/>
                    <a:pt x="802003" y="317898"/>
                  </a:cubicBezTo>
                  <a:cubicBezTo>
                    <a:pt x="803628" y="316275"/>
                    <a:pt x="806876" y="316275"/>
                    <a:pt x="808500" y="316275"/>
                  </a:cubicBezTo>
                  <a:cubicBezTo>
                    <a:pt x="808500" y="316275"/>
                    <a:pt x="808500" y="316275"/>
                    <a:pt x="808500" y="314652"/>
                  </a:cubicBezTo>
                  <a:cubicBezTo>
                    <a:pt x="810125" y="311406"/>
                    <a:pt x="810125" y="313029"/>
                    <a:pt x="810125" y="313029"/>
                  </a:cubicBezTo>
                  <a:cubicBezTo>
                    <a:pt x="810125" y="313029"/>
                    <a:pt x="813373" y="314652"/>
                    <a:pt x="816622" y="313029"/>
                  </a:cubicBezTo>
                  <a:cubicBezTo>
                    <a:pt x="818246" y="311406"/>
                    <a:pt x="816622" y="309783"/>
                    <a:pt x="811749" y="306537"/>
                  </a:cubicBezTo>
                  <a:cubicBezTo>
                    <a:pt x="806876" y="301668"/>
                    <a:pt x="808500" y="303291"/>
                    <a:pt x="808500" y="301668"/>
                  </a:cubicBezTo>
                  <a:cubicBezTo>
                    <a:pt x="808500" y="300045"/>
                    <a:pt x="805252" y="298422"/>
                    <a:pt x="805252" y="296798"/>
                  </a:cubicBezTo>
                  <a:cubicBezTo>
                    <a:pt x="805252" y="295175"/>
                    <a:pt x="803628" y="293552"/>
                    <a:pt x="798755" y="288683"/>
                  </a:cubicBezTo>
                  <a:cubicBezTo>
                    <a:pt x="797130" y="287060"/>
                    <a:pt x="797130" y="285437"/>
                    <a:pt x="797130" y="283814"/>
                  </a:cubicBezTo>
                  <a:cubicBezTo>
                    <a:pt x="797130" y="282191"/>
                    <a:pt x="793882" y="278945"/>
                    <a:pt x="793882" y="277322"/>
                  </a:cubicBezTo>
                  <a:cubicBezTo>
                    <a:pt x="793882" y="274076"/>
                    <a:pt x="787385" y="274076"/>
                    <a:pt x="787385" y="272453"/>
                  </a:cubicBezTo>
                  <a:cubicBezTo>
                    <a:pt x="785761" y="270830"/>
                    <a:pt x="782512" y="270830"/>
                    <a:pt x="780888" y="270830"/>
                  </a:cubicBezTo>
                  <a:cubicBezTo>
                    <a:pt x="779263" y="269207"/>
                    <a:pt x="776015" y="269207"/>
                    <a:pt x="774391" y="269207"/>
                  </a:cubicBezTo>
                  <a:cubicBezTo>
                    <a:pt x="774391" y="269207"/>
                    <a:pt x="769518" y="269207"/>
                    <a:pt x="767893" y="267584"/>
                  </a:cubicBezTo>
                  <a:cubicBezTo>
                    <a:pt x="764645" y="265961"/>
                    <a:pt x="763021" y="265961"/>
                    <a:pt x="759772" y="262715"/>
                  </a:cubicBezTo>
                  <a:cubicBezTo>
                    <a:pt x="756524" y="261092"/>
                    <a:pt x="756524" y="261092"/>
                    <a:pt x="753275" y="261092"/>
                  </a:cubicBezTo>
                  <a:cubicBezTo>
                    <a:pt x="750026" y="261092"/>
                    <a:pt x="745154" y="259468"/>
                    <a:pt x="743529" y="259468"/>
                  </a:cubicBezTo>
                  <a:cubicBezTo>
                    <a:pt x="741905" y="259468"/>
                    <a:pt x="740280" y="257845"/>
                    <a:pt x="740280" y="257845"/>
                  </a:cubicBezTo>
                  <a:cubicBezTo>
                    <a:pt x="740280" y="257845"/>
                    <a:pt x="740280" y="257845"/>
                    <a:pt x="735407" y="257845"/>
                  </a:cubicBezTo>
                  <a:cubicBezTo>
                    <a:pt x="735407" y="257845"/>
                    <a:pt x="732159" y="256222"/>
                    <a:pt x="732159" y="256222"/>
                  </a:cubicBezTo>
                  <a:cubicBezTo>
                    <a:pt x="730535" y="254599"/>
                    <a:pt x="730535" y="254599"/>
                    <a:pt x="730535" y="252976"/>
                  </a:cubicBezTo>
                  <a:cubicBezTo>
                    <a:pt x="730535" y="251353"/>
                    <a:pt x="728910" y="249730"/>
                    <a:pt x="728910" y="248107"/>
                  </a:cubicBezTo>
                  <a:cubicBezTo>
                    <a:pt x="728910" y="248107"/>
                    <a:pt x="727286" y="248107"/>
                    <a:pt x="725662" y="248107"/>
                  </a:cubicBezTo>
                  <a:cubicBezTo>
                    <a:pt x="725662" y="248107"/>
                    <a:pt x="724037" y="249730"/>
                    <a:pt x="722413" y="249730"/>
                  </a:cubicBezTo>
                  <a:cubicBezTo>
                    <a:pt x="722413" y="249730"/>
                    <a:pt x="722413" y="249730"/>
                    <a:pt x="720789" y="249730"/>
                  </a:cubicBezTo>
                  <a:cubicBezTo>
                    <a:pt x="720789" y="249730"/>
                    <a:pt x="720789" y="249730"/>
                    <a:pt x="719165" y="248107"/>
                  </a:cubicBezTo>
                  <a:cubicBezTo>
                    <a:pt x="717540" y="244861"/>
                    <a:pt x="717540" y="246484"/>
                    <a:pt x="714292" y="246484"/>
                  </a:cubicBezTo>
                  <a:cubicBezTo>
                    <a:pt x="712668" y="246484"/>
                    <a:pt x="711043" y="244861"/>
                    <a:pt x="711043" y="244861"/>
                  </a:cubicBezTo>
                  <a:cubicBezTo>
                    <a:pt x="709419" y="243238"/>
                    <a:pt x="709419" y="243238"/>
                    <a:pt x="709419" y="238369"/>
                  </a:cubicBezTo>
                  <a:cubicBezTo>
                    <a:pt x="709419" y="236746"/>
                    <a:pt x="711043" y="236746"/>
                    <a:pt x="711043" y="231877"/>
                  </a:cubicBezTo>
                  <a:cubicBezTo>
                    <a:pt x="712668" y="227008"/>
                    <a:pt x="711043" y="231877"/>
                    <a:pt x="707795" y="235123"/>
                  </a:cubicBezTo>
                  <a:cubicBezTo>
                    <a:pt x="706170" y="235123"/>
                    <a:pt x="706170" y="236746"/>
                    <a:pt x="706170" y="238369"/>
                  </a:cubicBezTo>
                  <a:cubicBezTo>
                    <a:pt x="706170" y="241615"/>
                    <a:pt x="704546" y="243238"/>
                    <a:pt x="704546" y="243238"/>
                  </a:cubicBezTo>
                  <a:cubicBezTo>
                    <a:pt x="704546" y="244861"/>
                    <a:pt x="704546" y="246484"/>
                    <a:pt x="702922" y="249730"/>
                  </a:cubicBezTo>
                  <a:cubicBezTo>
                    <a:pt x="701298" y="251353"/>
                    <a:pt x="701298" y="251353"/>
                    <a:pt x="699673" y="251353"/>
                  </a:cubicBezTo>
                  <a:cubicBezTo>
                    <a:pt x="698049" y="251353"/>
                    <a:pt x="698049" y="251353"/>
                    <a:pt x="694800" y="251353"/>
                  </a:cubicBezTo>
                  <a:cubicBezTo>
                    <a:pt x="689928" y="249730"/>
                    <a:pt x="689928" y="249730"/>
                    <a:pt x="689928" y="248107"/>
                  </a:cubicBezTo>
                  <a:cubicBezTo>
                    <a:pt x="689928" y="246484"/>
                    <a:pt x="689928" y="246484"/>
                    <a:pt x="689928" y="243238"/>
                  </a:cubicBezTo>
                  <a:cubicBezTo>
                    <a:pt x="688303" y="241615"/>
                    <a:pt x="689928" y="239992"/>
                    <a:pt x="688303" y="236746"/>
                  </a:cubicBezTo>
                  <a:cubicBezTo>
                    <a:pt x="686679" y="235123"/>
                    <a:pt x="686679" y="235123"/>
                    <a:pt x="685055" y="233500"/>
                  </a:cubicBezTo>
                  <a:cubicBezTo>
                    <a:pt x="683431" y="231877"/>
                    <a:pt x="683431" y="231877"/>
                    <a:pt x="680182" y="230254"/>
                  </a:cubicBezTo>
                  <a:cubicBezTo>
                    <a:pt x="678558" y="230254"/>
                    <a:pt x="678558" y="228631"/>
                    <a:pt x="675309" y="227008"/>
                  </a:cubicBezTo>
                  <a:cubicBezTo>
                    <a:pt x="673685" y="225385"/>
                    <a:pt x="675309" y="225385"/>
                    <a:pt x="678558" y="220515"/>
                  </a:cubicBezTo>
                  <a:cubicBezTo>
                    <a:pt x="678558" y="218892"/>
                    <a:pt x="678558" y="222138"/>
                    <a:pt x="681806" y="222138"/>
                  </a:cubicBezTo>
                  <a:cubicBezTo>
                    <a:pt x="685055" y="222138"/>
                    <a:pt x="681806" y="225385"/>
                    <a:pt x="686679" y="225385"/>
                  </a:cubicBezTo>
                  <a:cubicBezTo>
                    <a:pt x="689928" y="225385"/>
                    <a:pt x="689928" y="225385"/>
                    <a:pt x="689928" y="222138"/>
                  </a:cubicBezTo>
                  <a:cubicBezTo>
                    <a:pt x="691552" y="220515"/>
                    <a:pt x="694800" y="218892"/>
                    <a:pt x="694800" y="218892"/>
                  </a:cubicBezTo>
                  <a:cubicBezTo>
                    <a:pt x="694800" y="218892"/>
                    <a:pt x="698049" y="218892"/>
                    <a:pt x="699673" y="217269"/>
                  </a:cubicBezTo>
                  <a:cubicBezTo>
                    <a:pt x="702922" y="217269"/>
                    <a:pt x="701298" y="218892"/>
                    <a:pt x="706170" y="218892"/>
                  </a:cubicBezTo>
                  <a:cubicBezTo>
                    <a:pt x="709419" y="218892"/>
                    <a:pt x="707795" y="218892"/>
                    <a:pt x="709419" y="217269"/>
                  </a:cubicBezTo>
                  <a:cubicBezTo>
                    <a:pt x="711043" y="215646"/>
                    <a:pt x="712668" y="215646"/>
                    <a:pt x="714292" y="215646"/>
                  </a:cubicBezTo>
                  <a:cubicBezTo>
                    <a:pt x="711043" y="215646"/>
                    <a:pt x="711043" y="215646"/>
                    <a:pt x="709419" y="215646"/>
                  </a:cubicBezTo>
                  <a:cubicBezTo>
                    <a:pt x="707795" y="214023"/>
                    <a:pt x="707795" y="210777"/>
                    <a:pt x="704546" y="214023"/>
                  </a:cubicBezTo>
                  <a:cubicBezTo>
                    <a:pt x="701298" y="215646"/>
                    <a:pt x="699673" y="214023"/>
                    <a:pt x="696425" y="215646"/>
                  </a:cubicBezTo>
                  <a:cubicBezTo>
                    <a:pt x="693176" y="215646"/>
                    <a:pt x="694800" y="217269"/>
                    <a:pt x="691552" y="215646"/>
                  </a:cubicBezTo>
                  <a:cubicBezTo>
                    <a:pt x="688303" y="212400"/>
                    <a:pt x="691552" y="212400"/>
                    <a:pt x="688303" y="212400"/>
                  </a:cubicBezTo>
                  <a:cubicBezTo>
                    <a:pt x="685055" y="214023"/>
                    <a:pt x="680182" y="214023"/>
                    <a:pt x="680182" y="214023"/>
                  </a:cubicBezTo>
                  <a:cubicBezTo>
                    <a:pt x="678558" y="215646"/>
                    <a:pt x="676933" y="215646"/>
                    <a:pt x="675309" y="214023"/>
                  </a:cubicBezTo>
                  <a:cubicBezTo>
                    <a:pt x="675309" y="210777"/>
                    <a:pt x="672061" y="210777"/>
                    <a:pt x="672061" y="207531"/>
                  </a:cubicBezTo>
                  <a:cubicBezTo>
                    <a:pt x="673685" y="205908"/>
                    <a:pt x="673685" y="201039"/>
                    <a:pt x="672061" y="201039"/>
                  </a:cubicBezTo>
                  <a:cubicBezTo>
                    <a:pt x="668812" y="201039"/>
                    <a:pt x="665563" y="199416"/>
                    <a:pt x="665563" y="199416"/>
                  </a:cubicBezTo>
                  <a:cubicBezTo>
                    <a:pt x="663939" y="199416"/>
                    <a:pt x="663939" y="197793"/>
                    <a:pt x="660691" y="197793"/>
                  </a:cubicBezTo>
                  <a:cubicBezTo>
                    <a:pt x="655818" y="197793"/>
                    <a:pt x="657442" y="199416"/>
                    <a:pt x="655818" y="197793"/>
                  </a:cubicBezTo>
                  <a:cubicBezTo>
                    <a:pt x="652569" y="197793"/>
                    <a:pt x="650945" y="194547"/>
                    <a:pt x="650945" y="194547"/>
                  </a:cubicBezTo>
                  <a:cubicBezTo>
                    <a:pt x="650945" y="194547"/>
                    <a:pt x="646072" y="191301"/>
                    <a:pt x="644448" y="189678"/>
                  </a:cubicBezTo>
                  <a:cubicBezTo>
                    <a:pt x="641199" y="184808"/>
                    <a:pt x="637951" y="184808"/>
                    <a:pt x="642824" y="183185"/>
                  </a:cubicBezTo>
                  <a:cubicBezTo>
                    <a:pt x="647696" y="183185"/>
                    <a:pt x="649321" y="179939"/>
                    <a:pt x="652569" y="184808"/>
                  </a:cubicBezTo>
                  <a:cubicBezTo>
                    <a:pt x="655818" y="189678"/>
                    <a:pt x="652569" y="186431"/>
                    <a:pt x="655818" y="189678"/>
                  </a:cubicBezTo>
                  <a:cubicBezTo>
                    <a:pt x="659066" y="191301"/>
                    <a:pt x="660691" y="186431"/>
                    <a:pt x="660691" y="186431"/>
                  </a:cubicBezTo>
                  <a:cubicBezTo>
                    <a:pt x="660691" y="186431"/>
                    <a:pt x="663939" y="181562"/>
                    <a:pt x="667188" y="181562"/>
                  </a:cubicBezTo>
                  <a:cubicBezTo>
                    <a:pt x="668812" y="181562"/>
                    <a:pt x="670436" y="183185"/>
                    <a:pt x="672061" y="181562"/>
                  </a:cubicBezTo>
                  <a:cubicBezTo>
                    <a:pt x="673685" y="179939"/>
                    <a:pt x="676933" y="175070"/>
                    <a:pt x="680182" y="175070"/>
                  </a:cubicBezTo>
                  <a:close/>
                  <a:moveTo>
                    <a:pt x="643243" y="165545"/>
                  </a:moveTo>
                  <a:cubicBezTo>
                    <a:pt x="651622" y="165545"/>
                    <a:pt x="653297" y="167132"/>
                    <a:pt x="658325" y="170308"/>
                  </a:cubicBezTo>
                  <a:cubicBezTo>
                    <a:pt x="663352" y="173483"/>
                    <a:pt x="661676" y="175070"/>
                    <a:pt x="654973" y="176658"/>
                  </a:cubicBezTo>
                  <a:cubicBezTo>
                    <a:pt x="648270" y="176658"/>
                    <a:pt x="641567" y="171895"/>
                    <a:pt x="636540" y="171895"/>
                  </a:cubicBezTo>
                  <a:cubicBezTo>
                    <a:pt x="633189" y="171895"/>
                    <a:pt x="634864" y="165545"/>
                    <a:pt x="643243" y="165545"/>
                  </a:cubicBezTo>
                  <a:close/>
                  <a:moveTo>
                    <a:pt x="504555" y="140183"/>
                  </a:moveTo>
                  <a:cubicBezTo>
                    <a:pt x="506166" y="138557"/>
                    <a:pt x="506166" y="141809"/>
                    <a:pt x="507777" y="143436"/>
                  </a:cubicBezTo>
                  <a:cubicBezTo>
                    <a:pt x="507777" y="145062"/>
                    <a:pt x="507777" y="146688"/>
                    <a:pt x="506166" y="148314"/>
                  </a:cubicBezTo>
                  <a:cubicBezTo>
                    <a:pt x="504555" y="149940"/>
                    <a:pt x="506166" y="153193"/>
                    <a:pt x="506166" y="154819"/>
                  </a:cubicBezTo>
                  <a:cubicBezTo>
                    <a:pt x="504555" y="156445"/>
                    <a:pt x="502944" y="156445"/>
                    <a:pt x="499722" y="159698"/>
                  </a:cubicBezTo>
                  <a:cubicBezTo>
                    <a:pt x="494890" y="162950"/>
                    <a:pt x="494890" y="164576"/>
                    <a:pt x="493279" y="164576"/>
                  </a:cubicBezTo>
                  <a:cubicBezTo>
                    <a:pt x="490057" y="164576"/>
                    <a:pt x="486836" y="166203"/>
                    <a:pt x="483614" y="167829"/>
                  </a:cubicBezTo>
                  <a:cubicBezTo>
                    <a:pt x="482003" y="167829"/>
                    <a:pt x="480392" y="167829"/>
                    <a:pt x="478781" y="166203"/>
                  </a:cubicBezTo>
                  <a:cubicBezTo>
                    <a:pt x="477171" y="166203"/>
                    <a:pt x="470727" y="164576"/>
                    <a:pt x="470727" y="164576"/>
                  </a:cubicBezTo>
                  <a:cubicBezTo>
                    <a:pt x="470727" y="162950"/>
                    <a:pt x="464284" y="164576"/>
                    <a:pt x="464284" y="164576"/>
                  </a:cubicBezTo>
                  <a:cubicBezTo>
                    <a:pt x="464284" y="164576"/>
                    <a:pt x="459451" y="162950"/>
                    <a:pt x="459451" y="162950"/>
                  </a:cubicBezTo>
                  <a:cubicBezTo>
                    <a:pt x="457840" y="162950"/>
                    <a:pt x="456229" y="164576"/>
                    <a:pt x="454619" y="162950"/>
                  </a:cubicBezTo>
                  <a:cubicBezTo>
                    <a:pt x="451397" y="162950"/>
                    <a:pt x="454619" y="162950"/>
                    <a:pt x="449786" y="162950"/>
                  </a:cubicBezTo>
                  <a:cubicBezTo>
                    <a:pt x="444953" y="162950"/>
                    <a:pt x="446564" y="164576"/>
                    <a:pt x="446564" y="164576"/>
                  </a:cubicBezTo>
                  <a:cubicBezTo>
                    <a:pt x="446564" y="164576"/>
                    <a:pt x="443343" y="164576"/>
                    <a:pt x="438510" y="164576"/>
                  </a:cubicBezTo>
                  <a:cubicBezTo>
                    <a:pt x="432067" y="164576"/>
                    <a:pt x="438510" y="164576"/>
                    <a:pt x="428845" y="162950"/>
                  </a:cubicBezTo>
                  <a:cubicBezTo>
                    <a:pt x="427234" y="162950"/>
                    <a:pt x="427234" y="164576"/>
                    <a:pt x="425623" y="164576"/>
                  </a:cubicBezTo>
                  <a:cubicBezTo>
                    <a:pt x="424012" y="164576"/>
                    <a:pt x="424012" y="166203"/>
                    <a:pt x="422402" y="171081"/>
                  </a:cubicBezTo>
                  <a:cubicBezTo>
                    <a:pt x="420791" y="174334"/>
                    <a:pt x="422402" y="172707"/>
                    <a:pt x="419180" y="175960"/>
                  </a:cubicBezTo>
                  <a:cubicBezTo>
                    <a:pt x="417569" y="180839"/>
                    <a:pt x="419180" y="177586"/>
                    <a:pt x="422402" y="182465"/>
                  </a:cubicBezTo>
                  <a:cubicBezTo>
                    <a:pt x="424012" y="184091"/>
                    <a:pt x="425623" y="185717"/>
                    <a:pt x="427234" y="185717"/>
                  </a:cubicBezTo>
                  <a:cubicBezTo>
                    <a:pt x="427234" y="187344"/>
                    <a:pt x="427234" y="188970"/>
                    <a:pt x="428845" y="190596"/>
                  </a:cubicBezTo>
                  <a:cubicBezTo>
                    <a:pt x="428845" y="192222"/>
                    <a:pt x="430456" y="193849"/>
                    <a:pt x="430456" y="193849"/>
                  </a:cubicBezTo>
                  <a:cubicBezTo>
                    <a:pt x="430456" y="193849"/>
                    <a:pt x="435288" y="195475"/>
                    <a:pt x="443343" y="188970"/>
                  </a:cubicBezTo>
                  <a:cubicBezTo>
                    <a:pt x="449786" y="182465"/>
                    <a:pt x="443343" y="188970"/>
                    <a:pt x="446564" y="188970"/>
                  </a:cubicBezTo>
                  <a:cubicBezTo>
                    <a:pt x="449786" y="188970"/>
                    <a:pt x="446564" y="188970"/>
                    <a:pt x="449786" y="187344"/>
                  </a:cubicBezTo>
                  <a:cubicBezTo>
                    <a:pt x="454619" y="184091"/>
                    <a:pt x="449786" y="187344"/>
                    <a:pt x="453008" y="184091"/>
                  </a:cubicBezTo>
                  <a:cubicBezTo>
                    <a:pt x="456229" y="182465"/>
                    <a:pt x="456229" y="184091"/>
                    <a:pt x="457840" y="184091"/>
                  </a:cubicBezTo>
                  <a:cubicBezTo>
                    <a:pt x="461062" y="184091"/>
                    <a:pt x="464284" y="184091"/>
                    <a:pt x="465895" y="184091"/>
                  </a:cubicBezTo>
                  <a:cubicBezTo>
                    <a:pt x="467505" y="182465"/>
                    <a:pt x="467505" y="182465"/>
                    <a:pt x="470727" y="180839"/>
                  </a:cubicBezTo>
                  <a:cubicBezTo>
                    <a:pt x="475560" y="177586"/>
                    <a:pt x="475560" y="182465"/>
                    <a:pt x="475560" y="185717"/>
                  </a:cubicBezTo>
                  <a:cubicBezTo>
                    <a:pt x="475560" y="187344"/>
                    <a:pt x="469116" y="187344"/>
                    <a:pt x="469116" y="187344"/>
                  </a:cubicBezTo>
                  <a:cubicBezTo>
                    <a:pt x="469116" y="187344"/>
                    <a:pt x="467505" y="188970"/>
                    <a:pt x="467505" y="190596"/>
                  </a:cubicBezTo>
                  <a:cubicBezTo>
                    <a:pt x="465895" y="192222"/>
                    <a:pt x="465895" y="193849"/>
                    <a:pt x="464284" y="193849"/>
                  </a:cubicBezTo>
                  <a:cubicBezTo>
                    <a:pt x="462673" y="195475"/>
                    <a:pt x="461062" y="197101"/>
                    <a:pt x="456229" y="198727"/>
                  </a:cubicBezTo>
                  <a:cubicBezTo>
                    <a:pt x="453008" y="201980"/>
                    <a:pt x="454619" y="201980"/>
                    <a:pt x="453008" y="201980"/>
                  </a:cubicBezTo>
                  <a:cubicBezTo>
                    <a:pt x="449786" y="201980"/>
                    <a:pt x="448175" y="203606"/>
                    <a:pt x="446564" y="206858"/>
                  </a:cubicBezTo>
                  <a:cubicBezTo>
                    <a:pt x="446564" y="206858"/>
                    <a:pt x="446564" y="206858"/>
                    <a:pt x="449786" y="211737"/>
                  </a:cubicBezTo>
                  <a:cubicBezTo>
                    <a:pt x="449786" y="211737"/>
                    <a:pt x="449786" y="211737"/>
                    <a:pt x="453008" y="216616"/>
                  </a:cubicBezTo>
                  <a:cubicBezTo>
                    <a:pt x="453008" y="216616"/>
                    <a:pt x="459451" y="223121"/>
                    <a:pt x="459451" y="223121"/>
                  </a:cubicBezTo>
                  <a:cubicBezTo>
                    <a:pt x="459451" y="224747"/>
                    <a:pt x="459451" y="226373"/>
                    <a:pt x="459451" y="229625"/>
                  </a:cubicBezTo>
                  <a:cubicBezTo>
                    <a:pt x="457840" y="232878"/>
                    <a:pt x="464284" y="236130"/>
                    <a:pt x="467505" y="241009"/>
                  </a:cubicBezTo>
                  <a:cubicBezTo>
                    <a:pt x="470727" y="244261"/>
                    <a:pt x="467505" y="245888"/>
                    <a:pt x="465895" y="245888"/>
                  </a:cubicBezTo>
                  <a:cubicBezTo>
                    <a:pt x="464284" y="247514"/>
                    <a:pt x="462673" y="247514"/>
                    <a:pt x="461062" y="247514"/>
                  </a:cubicBezTo>
                  <a:cubicBezTo>
                    <a:pt x="459451" y="245888"/>
                    <a:pt x="457840" y="249140"/>
                    <a:pt x="457840" y="250766"/>
                  </a:cubicBezTo>
                  <a:cubicBezTo>
                    <a:pt x="457840" y="252392"/>
                    <a:pt x="453008" y="252392"/>
                    <a:pt x="446564" y="252392"/>
                  </a:cubicBezTo>
                  <a:cubicBezTo>
                    <a:pt x="444953" y="250766"/>
                    <a:pt x="444953" y="250766"/>
                    <a:pt x="444953" y="245888"/>
                  </a:cubicBezTo>
                  <a:cubicBezTo>
                    <a:pt x="446564" y="242635"/>
                    <a:pt x="444953" y="244261"/>
                    <a:pt x="443343" y="242635"/>
                  </a:cubicBezTo>
                  <a:cubicBezTo>
                    <a:pt x="441732" y="239383"/>
                    <a:pt x="443343" y="239383"/>
                    <a:pt x="438510" y="232878"/>
                  </a:cubicBezTo>
                  <a:cubicBezTo>
                    <a:pt x="435288" y="227999"/>
                    <a:pt x="438510" y="232878"/>
                    <a:pt x="433678" y="231252"/>
                  </a:cubicBezTo>
                  <a:cubicBezTo>
                    <a:pt x="428845" y="227999"/>
                    <a:pt x="433678" y="229625"/>
                    <a:pt x="433678" y="226373"/>
                  </a:cubicBezTo>
                  <a:cubicBezTo>
                    <a:pt x="433678" y="224747"/>
                    <a:pt x="436899" y="226373"/>
                    <a:pt x="438510" y="221494"/>
                  </a:cubicBezTo>
                  <a:cubicBezTo>
                    <a:pt x="438510" y="218242"/>
                    <a:pt x="435288" y="219868"/>
                    <a:pt x="432067" y="218242"/>
                  </a:cubicBezTo>
                  <a:cubicBezTo>
                    <a:pt x="428845" y="216616"/>
                    <a:pt x="425623" y="219868"/>
                    <a:pt x="425623" y="227999"/>
                  </a:cubicBezTo>
                  <a:cubicBezTo>
                    <a:pt x="424012" y="237757"/>
                    <a:pt x="425623" y="232878"/>
                    <a:pt x="425623" y="237757"/>
                  </a:cubicBezTo>
                  <a:cubicBezTo>
                    <a:pt x="425623" y="242635"/>
                    <a:pt x="425623" y="244261"/>
                    <a:pt x="425623" y="245888"/>
                  </a:cubicBezTo>
                  <a:cubicBezTo>
                    <a:pt x="427234" y="247514"/>
                    <a:pt x="425623" y="254019"/>
                    <a:pt x="425623" y="255645"/>
                  </a:cubicBezTo>
                  <a:cubicBezTo>
                    <a:pt x="424012" y="258897"/>
                    <a:pt x="424012" y="260524"/>
                    <a:pt x="424012" y="263776"/>
                  </a:cubicBezTo>
                  <a:cubicBezTo>
                    <a:pt x="422402" y="267028"/>
                    <a:pt x="420791" y="268655"/>
                    <a:pt x="417569" y="270281"/>
                  </a:cubicBezTo>
                  <a:cubicBezTo>
                    <a:pt x="414347" y="271907"/>
                    <a:pt x="412736" y="270281"/>
                    <a:pt x="409515" y="268655"/>
                  </a:cubicBezTo>
                  <a:cubicBezTo>
                    <a:pt x="407904" y="265402"/>
                    <a:pt x="407904" y="263776"/>
                    <a:pt x="407904" y="260524"/>
                  </a:cubicBezTo>
                  <a:cubicBezTo>
                    <a:pt x="406293" y="258897"/>
                    <a:pt x="409515" y="258897"/>
                    <a:pt x="411126" y="255645"/>
                  </a:cubicBezTo>
                  <a:cubicBezTo>
                    <a:pt x="414347" y="252392"/>
                    <a:pt x="412736" y="252392"/>
                    <a:pt x="414347" y="247514"/>
                  </a:cubicBezTo>
                  <a:cubicBezTo>
                    <a:pt x="414347" y="242635"/>
                    <a:pt x="412736" y="245888"/>
                    <a:pt x="411126" y="242635"/>
                  </a:cubicBezTo>
                  <a:cubicBezTo>
                    <a:pt x="411126" y="239383"/>
                    <a:pt x="411126" y="242635"/>
                    <a:pt x="412736" y="239383"/>
                  </a:cubicBezTo>
                  <a:cubicBezTo>
                    <a:pt x="414347" y="237757"/>
                    <a:pt x="412736" y="236130"/>
                    <a:pt x="412736" y="232878"/>
                  </a:cubicBezTo>
                  <a:cubicBezTo>
                    <a:pt x="412736" y="227999"/>
                    <a:pt x="411126" y="231252"/>
                    <a:pt x="407904" y="231252"/>
                  </a:cubicBezTo>
                  <a:cubicBezTo>
                    <a:pt x="404682" y="229625"/>
                    <a:pt x="403071" y="231252"/>
                    <a:pt x="401460" y="229625"/>
                  </a:cubicBezTo>
                  <a:cubicBezTo>
                    <a:pt x="399850" y="227999"/>
                    <a:pt x="401460" y="226373"/>
                    <a:pt x="399850" y="221494"/>
                  </a:cubicBezTo>
                  <a:cubicBezTo>
                    <a:pt x="398239" y="216616"/>
                    <a:pt x="399850" y="219868"/>
                    <a:pt x="403071" y="216616"/>
                  </a:cubicBezTo>
                  <a:cubicBezTo>
                    <a:pt x="404682" y="213363"/>
                    <a:pt x="404682" y="216616"/>
                    <a:pt x="403071" y="213363"/>
                  </a:cubicBezTo>
                  <a:cubicBezTo>
                    <a:pt x="401460" y="208485"/>
                    <a:pt x="403071" y="211737"/>
                    <a:pt x="404682" y="208485"/>
                  </a:cubicBezTo>
                  <a:cubicBezTo>
                    <a:pt x="406293" y="205232"/>
                    <a:pt x="406293" y="206858"/>
                    <a:pt x="406293" y="203606"/>
                  </a:cubicBezTo>
                  <a:cubicBezTo>
                    <a:pt x="407904" y="198727"/>
                    <a:pt x="406293" y="200353"/>
                    <a:pt x="407904" y="195475"/>
                  </a:cubicBezTo>
                  <a:cubicBezTo>
                    <a:pt x="407904" y="188970"/>
                    <a:pt x="407904" y="195475"/>
                    <a:pt x="409515" y="188970"/>
                  </a:cubicBezTo>
                  <a:cubicBezTo>
                    <a:pt x="412736" y="184091"/>
                    <a:pt x="414347" y="185717"/>
                    <a:pt x="412736" y="184091"/>
                  </a:cubicBezTo>
                  <a:cubicBezTo>
                    <a:pt x="411126" y="180839"/>
                    <a:pt x="415958" y="179212"/>
                    <a:pt x="415958" y="172707"/>
                  </a:cubicBezTo>
                  <a:cubicBezTo>
                    <a:pt x="414347" y="166203"/>
                    <a:pt x="417569" y="169455"/>
                    <a:pt x="415958" y="167829"/>
                  </a:cubicBezTo>
                  <a:cubicBezTo>
                    <a:pt x="415958" y="164576"/>
                    <a:pt x="419180" y="164576"/>
                    <a:pt x="420791" y="162950"/>
                  </a:cubicBezTo>
                  <a:cubicBezTo>
                    <a:pt x="422402" y="159698"/>
                    <a:pt x="420791" y="162950"/>
                    <a:pt x="424012" y="159698"/>
                  </a:cubicBezTo>
                  <a:cubicBezTo>
                    <a:pt x="425623" y="156445"/>
                    <a:pt x="425623" y="159698"/>
                    <a:pt x="427234" y="158072"/>
                  </a:cubicBezTo>
                  <a:cubicBezTo>
                    <a:pt x="427234" y="158072"/>
                    <a:pt x="430456" y="156445"/>
                    <a:pt x="430456" y="156445"/>
                  </a:cubicBezTo>
                  <a:cubicBezTo>
                    <a:pt x="432067" y="154819"/>
                    <a:pt x="433678" y="151567"/>
                    <a:pt x="433678" y="149940"/>
                  </a:cubicBezTo>
                  <a:cubicBezTo>
                    <a:pt x="435288" y="149940"/>
                    <a:pt x="435288" y="149940"/>
                    <a:pt x="438510" y="148314"/>
                  </a:cubicBezTo>
                  <a:cubicBezTo>
                    <a:pt x="440121" y="146688"/>
                    <a:pt x="440121" y="149940"/>
                    <a:pt x="444953" y="151567"/>
                  </a:cubicBezTo>
                  <a:cubicBezTo>
                    <a:pt x="444953" y="153193"/>
                    <a:pt x="449786" y="151567"/>
                    <a:pt x="451397" y="149940"/>
                  </a:cubicBezTo>
                  <a:cubicBezTo>
                    <a:pt x="453008" y="149940"/>
                    <a:pt x="454619" y="151567"/>
                    <a:pt x="457840" y="153193"/>
                  </a:cubicBezTo>
                  <a:cubicBezTo>
                    <a:pt x="461062" y="154819"/>
                    <a:pt x="464284" y="154819"/>
                    <a:pt x="465895" y="154819"/>
                  </a:cubicBezTo>
                  <a:cubicBezTo>
                    <a:pt x="467505" y="156445"/>
                    <a:pt x="467505" y="154819"/>
                    <a:pt x="470727" y="154819"/>
                  </a:cubicBezTo>
                  <a:cubicBezTo>
                    <a:pt x="473949" y="153193"/>
                    <a:pt x="473949" y="154819"/>
                    <a:pt x="475560" y="154819"/>
                  </a:cubicBezTo>
                  <a:cubicBezTo>
                    <a:pt x="477171" y="156445"/>
                    <a:pt x="480392" y="156445"/>
                    <a:pt x="482003" y="156445"/>
                  </a:cubicBezTo>
                  <a:cubicBezTo>
                    <a:pt x="483614" y="158072"/>
                    <a:pt x="485225" y="158072"/>
                    <a:pt x="486836" y="156445"/>
                  </a:cubicBezTo>
                  <a:cubicBezTo>
                    <a:pt x="488447" y="156445"/>
                    <a:pt x="491668" y="153193"/>
                    <a:pt x="493279" y="149940"/>
                  </a:cubicBezTo>
                  <a:cubicBezTo>
                    <a:pt x="494890" y="146688"/>
                    <a:pt x="496501" y="148314"/>
                    <a:pt x="498112" y="143436"/>
                  </a:cubicBezTo>
                  <a:cubicBezTo>
                    <a:pt x="501333" y="140183"/>
                    <a:pt x="501333" y="141809"/>
                    <a:pt x="504555" y="140183"/>
                  </a:cubicBezTo>
                  <a:close/>
                  <a:moveTo>
                    <a:pt x="533176" y="95695"/>
                  </a:moveTo>
                  <a:cubicBezTo>
                    <a:pt x="533176" y="95695"/>
                    <a:pt x="534763" y="95695"/>
                    <a:pt x="536351" y="95695"/>
                  </a:cubicBezTo>
                  <a:cubicBezTo>
                    <a:pt x="539526" y="95695"/>
                    <a:pt x="537938" y="97282"/>
                    <a:pt x="537938" y="98870"/>
                  </a:cubicBezTo>
                  <a:cubicBezTo>
                    <a:pt x="537938" y="100457"/>
                    <a:pt x="537938" y="100457"/>
                    <a:pt x="536351" y="102045"/>
                  </a:cubicBezTo>
                  <a:cubicBezTo>
                    <a:pt x="534763" y="103632"/>
                    <a:pt x="536351" y="106807"/>
                    <a:pt x="533176" y="106807"/>
                  </a:cubicBezTo>
                  <a:cubicBezTo>
                    <a:pt x="530001" y="108395"/>
                    <a:pt x="533176" y="106807"/>
                    <a:pt x="531588" y="103632"/>
                  </a:cubicBezTo>
                  <a:cubicBezTo>
                    <a:pt x="531588" y="100457"/>
                    <a:pt x="530001" y="97282"/>
                    <a:pt x="533176" y="95695"/>
                  </a:cubicBezTo>
                  <a:close/>
                  <a:moveTo>
                    <a:pt x="4096" y="75503"/>
                  </a:moveTo>
                  <a:cubicBezTo>
                    <a:pt x="5522" y="75909"/>
                    <a:pt x="7152" y="76722"/>
                    <a:pt x="7967" y="76722"/>
                  </a:cubicBezTo>
                  <a:cubicBezTo>
                    <a:pt x="9596" y="76722"/>
                    <a:pt x="12856" y="81601"/>
                    <a:pt x="12856" y="81601"/>
                  </a:cubicBezTo>
                  <a:cubicBezTo>
                    <a:pt x="12856" y="81601"/>
                    <a:pt x="17745" y="79975"/>
                    <a:pt x="21004" y="79975"/>
                  </a:cubicBezTo>
                  <a:cubicBezTo>
                    <a:pt x="25893" y="79975"/>
                    <a:pt x="27522" y="83227"/>
                    <a:pt x="29152" y="83227"/>
                  </a:cubicBezTo>
                  <a:cubicBezTo>
                    <a:pt x="30782" y="83227"/>
                    <a:pt x="37300" y="81601"/>
                    <a:pt x="37300" y="81601"/>
                  </a:cubicBezTo>
                  <a:cubicBezTo>
                    <a:pt x="37300" y="81601"/>
                    <a:pt x="37300" y="81601"/>
                    <a:pt x="42189" y="84853"/>
                  </a:cubicBezTo>
                  <a:cubicBezTo>
                    <a:pt x="42189" y="84853"/>
                    <a:pt x="40560" y="83227"/>
                    <a:pt x="42189" y="81601"/>
                  </a:cubicBezTo>
                  <a:cubicBezTo>
                    <a:pt x="43819" y="81601"/>
                    <a:pt x="43819" y="83227"/>
                    <a:pt x="43819" y="84853"/>
                  </a:cubicBezTo>
                  <a:cubicBezTo>
                    <a:pt x="45448" y="88106"/>
                    <a:pt x="45448" y="89732"/>
                    <a:pt x="45448" y="89732"/>
                  </a:cubicBezTo>
                  <a:cubicBezTo>
                    <a:pt x="45448" y="89732"/>
                    <a:pt x="47078" y="89732"/>
                    <a:pt x="50337" y="91358"/>
                  </a:cubicBezTo>
                  <a:cubicBezTo>
                    <a:pt x="51967" y="92985"/>
                    <a:pt x="51967" y="92985"/>
                    <a:pt x="51967" y="94611"/>
                  </a:cubicBezTo>
                  <a:cubicBezTo>
                    <a:pt x="53597" y="97863"/>
                    <a:pt x="53597" y="99489"/>
                    <a:pt x="53597" y="99489"/>
                  </a:cubicBezTo>
                  <a:cubicBezTo>
                    <a:pt x="53597" y="99489"/>
                    <a:pt x="55226" y="102742"/>
                    <a:pt x="55226" y="104368"/>
                  </a:cubicBezTo>
                  <a:cubicBezTo>
                    <a:pt x="56856" y="105994"/>
                    <a:pt x="56856" y="105994"/>
                    <a:pt x="58486" y="105994"/>
                  </a:cubicBezTo>
                  <a:cubicBezTo>
                    <a:pt x="60115" y="105994"/>
                    <a:pt x="60115" y="107620"/>
                    <a:pt x="61745" y="107620"/>
                  </a:cubicBezTo>
                  <a:cubicBezTo>
                    <a:pt x="63375" y="107620"/>
                    <a:pt x="66634" y="110873"/>
                    <a:pt x="66634" y="110873"/>
                  </a:cubicBezTo>
                  <a:cubicBezTo>
                    <a:pt x="66634" y="112499"/>
                    <a:pt x="71523" y="114125"/>
                    <a:pt x="73152" y="114125"/>
                  </a:cubicBezTo>
                  <a:cubicBezTo>
                    <a:pt x="73152" y="114125"/>
                    <a:pt x="78041" y="117378"/>
                    <a:pt x="81301" y="120630"/>
                  </a:cubicBezTo>
                  <a:cubicBezTo>
                    <a:pt x="82930" y="125509"/>
                    <a:pt x="81301" y="123883"/>
                    <a:pt x="81301" y="125509"/>
                  </a:cubicBezTo>
                  <a:cubicBezTo>
                    <a:pt x="81301" y="127135"/>
                    <a:pt x="81301" y="127135"/>
                    <a:pt x="82930" y="127135"/>
                  </a:cubicBezTo>
                  <a:cubicBezTo>
                    <a:pt x="84560" y="128761"/>
                    <a:pt x="86190" y="130388"/>
                    <a:pt x="87819" y="130388"/>
                  </a:cubicBezTo>
                  <a:cubicBezTo>
                    <a:pt x="87819" y="132014"/>
                    <a:pt x="91079" y="132014"/>
                    <a:pt x="91079" y="133640"/>
                  </a:cubicBezTo>
                  <a:cubicBezTo>
                    <a:pt x="92708" y="135266"/>
                    <a:pt x="94338" y="136892"/>
                    <a:pt x="94338" y="136892"/>
                  </a:cubicBezTo>
                  <a:cubicBezTo>
                    <a:pt x="94338" y="136892"/>
                    <a:pt x="95968" y="135266"/>
                    <a:pt x="95968" y="135266"/>
                  </a:cubicBezTo>
                  <a:cubicBezTo>
                    <a:pt x="97597" y="133640"/>
                    <a:pt x="97597" y="133640"/>
                    <a:pt x="100856" y="136892"/>
                  </a:cubicBezTo>
                  <a:cubicBezTo>
                    <a:pt x="102486" y="138519"/>
                    <a:pt x="102486" y="140145"/>
                    <a:pt x="102486" y="141771"/>
                  </a:cubicBezTo>
                  <a:cubicBezTo>
                    <a:pt x="102486" y="141771"/>
                    <a:pt x="104116" y="143397"/>
                    <a:pt x="104116" y="143397"/>
                  </a:cubicBezTo>
                  <a:cubicBezTo>
                    <a:pt x="105745" y="143397"/>
                    <a:pt x="107375" y="140145"/>
                    <a:pt x="109005" y="138519"/>
                  </a:cubicBezTo>
                  <a:cubicBezTo>
                    <a:pt x="112264" y="136892"/>
                    <a:pt x="110634" y="141771"/>
                    <a:pt x="112264" y="143397"/>
                  </a:cubicBezTo>
                  <a:cubicBezTo>
                    <a:pt x="112264" y="143397"/>
                    <a:pt x="115523" y="145024"/>
                    <a:pt x="117153" y="145024"/>
                  </a:cubicBezTo>
                  <a:cubicBezTo>
                    <a:pt x="117153" y="145024"/>
                    <a:pt x="118783" y="148276"/>
                    <a:pt x="118783" y="148276"/>
                  </a:cubicBezTo>
                  <a:cubicBezTo>
                    <a:pt x="118783" y="148276"/>
                    <a:pt x="118783" y="149902"/>
                    <a:pt x="118783" y="151528"/>
                  </a:cubicBezTo>
                  <a:cubicBezTo>
                    <a:pt x="118783" y="153155"/>
                    <a:pt x="118783" y="154781"/>
                    <a:pt x="120412" y="154781"/>
                  </a:cubicBezTo>
                  <a:cubicBezTo>
                    <a:pt x="120412" y="156407"/>
                    <a:pt x="123671" y="156407"/>
                    <a:pt x="125301" y="156407"/>
                  </a:cubicBezTo>
                  <a:cubicBezTo>
                    <a:pt x="125301" y="156407"/>
                    <a:pt x="126931" y="158033"/>
                    <a:pt x="128560" y="158033"/>
                  </a:cubicBezTo>
                  <a:cubicBezTo>
                    <a:pt x="130190" y="159660"/>
                    <a:pt x="130190" y="161286"/>
                    <a:pt x="131820" y="162912"/>
                  </a:cubicBezTo>
                  <a:cubicBezTo>
                    <a:pt x="133449" y="164538"/>
                    <a:pt x="133449" y="164538"/>
                    <a:pt x="133449" y="164538"/>
                  </a:cubicBezTo>
                  <a:cubicBezTo>
                    <a:pt x="135079" y="166164"/>
                    <a:pt x="135079" y="161286"/>
                    <a:pt x="138338" y="162912"/>
                  </a:cubicBezTo>
                  <a:cubicBezTo>
                    <a:pt x="143227" y="164538"/>
                    <a:pt x="139968" y="166164"/>
                    <a:pt x="143227" y="167791"/>
                  </a:cubicBezTo>
                  <a:cubicBezTo>
                    <a:pt x="144857" y="169417"/>
                    <a:pt x="143227" y="169417"/>
                    <a:pt x="143227" y="171043"/>
                  </a:cubicBezTo>
                  <a:cubicBezTo>
                    <a:pt x="144857" y="174295"/>
                    <a:pt x="143227" y="171043"/>
                    <a:pt x="143227" y="174295"/>
                  </a:cubicBezTo>
                  <a:cubicBezTo>
                    <a:pt x="141598" y="175922"/>
                    <a:pt x="141598" y="175922"/>
                    <a:pt x="139968" y="177548"/>
                  </a:cubicBezTo>
                  <a:cubicBezTo>
                    <a:pt x="138338" y="180800"/>
                    <a:pt x="139968" y="179174"/>
                    <a:pt x="141598" y="180800"/>
                  </a:cubicBezTo>
                  <a:cubicBezTo>
                    <a:pt x="141598" y="180800"/>
                    <a:pt x="141598" y="180800"/>
                    <a:pt x="144857" y="180800"/>
                  </a:cubicBezTo>
                  <a:cubicBezTo>
                    <a:pt x="146487" y="180800"/>
                    <a:pt x="144857" y="182427"/>
                    <a:pt x="143227" y="184053"/>
                  </a:cubicBezTo>
                  <a:cubicBezTo>
                    <a:pt x="141598" y="187305"/>
                    <a:pt x="143227" y="185679"/>
                    <a:pt x="144857" y="188932"/>
                  </a:cubicBezTo>
                  <a:cubicBezTo>
                    <a:pt x="144857" y="190558"/>
                    <a:pt x="149746" y="188932"/>
                    <a:pt x="151375" y="188932"/>
                  </a:cubicBezTo>
                  <a:cubicBezTo>
                    <a:pt x="151375" y="188932"/>
                    <a:pt x="154635" y="190558"/>
                    <a:pt x="154635" y="190558"/>
                  </a:cubicBezTo>
                  <a:cubicBezTo>
                    <a:pt x="154635" y="190558"/>
                    <a:pt x="156264" y="190558"/>
                    <a:pt x="157894" y="193810"/>
                  </a:cubicBezTo>
                  <a:cubicBezTo>
                    <a:pt x="159524" y="197063"/>
                    <a:pt x="157894" y="193810"/>
                    <a:pt x="157894" y="195437"/>
                  </a:cubicBezTo>
                  <a:cubicBezTo>
                    <a:pt x="157894" y="198689"/>
                    <a:pt x="157894" y="198689"/>
                    <a:pt x="157894" y="200315"/>
                  </a:cubicBezTo>
                  <a:cubicBezTo>
                    <a:pt x="157894" y="200315"/>
                    <a:pt x="157894" y="201941"/>
                    <a:pt x="157894" y="201941"/>
                  </a:cubicBezTo>
                  <a:cubicBezTo>
                    <a:pt x="157894" y="201941"/>
                    <a:pt x="161153" y="203568"/>
                    <a:pt x="164413" y="206820"/>
                  </a:cubicBezTo>
                  <a:cubicBezTo>
                    <a:pt x="164413" y="206820"/>
                    <a:pt x="162783" y="206820"/>
                    <a:pt x="162783" y="208446"/>
                  </a:cubicBezTo>
                  <a:cubicBezTo>
                    <a:pt x="162783" y="208446"/>
                    <a:pt x="164413" y="211699"/>
                    <a:pt x="164413" y="211699"/>
                  </a:cubicBezTo>
                  <a:cubicBezTo>
                    <a:pt x="164413" y="211699"/>
                    <a:pt x="166042" y="213325"/>
                    <a:pt x="167672" y="213325"/>
                  </a:cubicBezTo>
                  <a:cubicBezTo>
                    <a:pt x="167672" y="213325"/>
                    <a:pt x="170931" y="213325"/>
                    <a:pt x="172561" y="213325"/>
                  </a:cubicBezTo>
                  <a:cubicBezTo>
                    <a:pt x="174191" y="213325"/>
                    <a:pt x="175820" y="216577"/>
                    <a:pt x="175820" y="216577"/>
                  </a:cubicBezTo>
                  <a:cubicBezTo>
                    <a:pt x="175820" y="216577"/>
                    <a:pt x="175820" y="216577"/>
                    <a:pt x="182339" y="223082"/>
                  </a:cubicBezTo>
                  <a:cubicBezTo>
                    <a:pt x="182339" y="223082"/>
                    <a:pt x="182339" y="223082"/>
                    <a:pt x="182339" y="227961"/>
                  </a:cubicBezTo>
                  <a:cubicBezTo>
                    <a:pt x="182339" y="231213"/>
                    <a:pt x="180709" y="234466"/>
                    <a:pt x="180709" y="234466"/>
                  </a:cubicBezTo>
                  <a:cubicBezTo>
                    <a:pt x="180709" y="234466"/>
                    <a:pt x="180709" y="236092"/>
                    <a:pt x="180709" y="242597"/>
                  </a:cubicBezTo>
                  <a:cubicBezTo>
                    <a:pt x="180709" y="242597"/>
                    <a:pt x="180709" y="242597"/>
                    <a:pt x="180709" y="247476"/>
                  </a:cubicBezTo>
                  <a:cubicBezTo>
                    <a:pt x="180709" y="247476"/>
                    <a:pt x="180709" y="250728"/>
                    <a:pt x="180709" y="257233"/>
                  </a:cubicBezTo>
                  <a:cubicBezTo>
                    <a:pt x="180709" y="257233"/>
                    <a:pt x="180709" y="257233"/>
                    <a:pt x="180709" y="262112"/>
                  </a:cubicBezTo>
                  <a:lnTo>
                    <a:pt x="177450" y="270243"/>
                  </a:lnTo>
                  <a:cubicBezTo>
                    <a:pt x="177450" y="270243"/>
                    <a:pt x="177450" y="270243"/>
                    <a:pt x="172561" y="271869"/>
                  </a:cubicBezTo>
                  <a:cubicBezTo>
                    <a:pt x="172561" y="271869"/>
                    <a:pt x="172561" y="271869"/>
                    <a:pt x="166042" y="268616"/>
                  </a:cubicBezTo>
                  <a:cubicBezTo>
                    <a:pt x="166042" y="268616"/>
                    <a:pt x="162783" y="265364"/>
                    <a:pt x="161153" y="265364"/>
                  </a:cubicBezTo>
                  <a:cubicBezTo>
                    <a:pt x="157894" y="265364"/>
                    <a:pt x="157894" y="273495"/>
                    <a:pt x="156264" y="270243"/>
                  </a:cubicBezTo>
                  <a:cubicBezTo>
                    <a:pt x="154635" y="266990"/>
                    <a:pt x="151375" y="266990"/>
                    <a:pt x="151375" y="265364"/>
                  </a:cubicBezTo>
                  <a:cubicBezTo>
                    <a:pt x="151375" y="262112"/>
                    <a:pt x="144857" y="262112"/>
                    <a:pt x="143227" y="260485"/>
                  </a:cubicBezTo>
                  <a:cubicBezTo>
                    <a:pt x="143227" y="258859"/>
                    <a:pt x="135079" y="255607"/>
                    <a:pt x="130190" y="249102"/>
                  </a:cubicBezTo>
                  <a:cubicBezTo>
                    <a:pt x="130190" y="249102"/>
                    <a:pt x="125301" y="244223"/>
                    <a:pt x="123671" y="236092"/>
                  </a:cubicBezTo>
                  <a:cubicBezTo>
                    <a:pt x="120412" y="226335"/>
                    <a:pt x="123671" y="236092"/>
                    <a:pt x="117153" y="232840"/>
                  </a:cubicBezTo>
                  <a:cubicBezTo>
                    <a:pt x="112264" y="231213"/>
                    <a:pt x="113894" y="232840"/>
                    <a:pt x="112264" y="229587"/>
                  </a:cubicBezTo>
                  <a:cubicBezTo>
                    <a:pt x="110634" y="226335"/>
                    <a:pt x="109005" y="227961"/>
                    <a:pt x="107375" y="224709"/>
                  </a:cubicBezTo>
                  <a:cubicBezTo>
                    <a:pt x="105745" y="221456"/>
                    <a:pt x="102486" y="219830"/>
                    <a:pt x="102486" y="219830"/>
                  </a:cubicBezTo>
                  <a:cubicBezTo>
                    <a:pt x="102486" y="219830"/>
                    <a:pt x="95968" y="208446"/>
                    <a:pt x="94338" y="205194"/>
                  </a:cubicBezTo>
                  <a:cubicBezTo>
                    <a:pt x="92708" y="201941"/>
                    <a:pt x="89449" y="197063"/>
                    <a:pt x="87819" y="192184"/>
                  </a:cubicBezTo>
                  <a:cubicBezTo>
                    <a:pt x="86190" y="188932"/>
                    <a:pt x="86190" y="188932"/>
                    <a:pt x="84560" y="187305"/>
                  </a:cubicBezTo>
                  <a:cubicBezTo>
                    <a:pt x="84560" y="184053"/>
                    <a:pt x="81301" y="182427"/>
                    <a:pt x="79671" y="179174"/>
                  </a:cubicBezTo>
                  <a:cubicBezTo>
                    <a:pt x="79671" y="174295"/>
                    <a:pt x="78041" y="175922"/>
                    <a:pt x="76412" y="172669"/>
                  </a:cubicBezTo>
                  <a:cubicBezTo>
                    <a:pt x="76412" y="169417"/>
                    <a:pt x="69893" y="169417"/>
                    <a:pt x="68264" y="167791"/>
                  </a:cubicBezTo>
                  <a:cubicBezTo>
                    <a:pt x="66634" y="164538"/>
                    <a:pt x="66634" y="162912"/>
                    <a:pt x="63375" y="156407"/>
                  </a:cubicBezTo>
                  <a:cubicBezTo>
                    <a:pt x="61745" y="153155"/>
                    <a:pt x="63375" y="151528"/>
                    <a:pt x="63375" y="149902"/>
                  </a:cubicBezTo>
                  <a:cubicBezTo>
                    <a:pt x="63375" y="146650"/>
                    <a:pt x="60115" y="145024"/>
                    <a:pt x="60115" y="141771"/>
                  </a:cubicBezTo>
                  <a:cubicBezTo>
                    <a:pt x="58486" y="138519"/>
                    <a:pt x="56856" y="140145"/>
                    <a:pt x="53597" y="136892"/>
                  </a:cubicBezTo>
                  <a:cubicBezTo>
                    <a:pt x="51967" y="133640"/>
                    <a:pt x="47078" y="138519"/>
                    <a:pt x="42189" y="132014"/>
                  </a:cubicBezTo>
                  <a:cubicBezTo>
                    <a:pt x="42189" y="132014"/>
                    <a:pt x="42189" y="132014"/>
                    <a:pt x="40560" y="125509"/>
                  </a:cubicBezTo>
                  <a:cubicBezTo>
                    <a:pt x="40560" y="125509"/>
                    <a:pt x="37300" y="119004"/>
                    <a:pt x="37300" y="117378"/>
                  </a:cubicBezTo>
                  <a:cubicBezTo>
                    <a:pt x="37300" y="115752"/>
                    <a:pt x="30782" y="110873"/>
                    <a:pt x="24263" y="114125"/>
                  </a:cubicBezTo>
                  <a:cubicBezTo>
                    <a:pt x="17745" y="115752"/>
                    <a:pt x="24263" y="114125"/>
                    <a:pt x="21004" y="110873"/>
                  </a:cubicBezTo>
                  <a:cubicBezTo>
                    <a:pt x="19374" y="109247"/>
                    <a:pt x="21004" y="110873"/>
                    <a:pt x="19374" y="105994"/>
                  </a:cubicBezTo>
                  <a:cubicBezTo>
                    <a:pt x="17745" y="102742"/>
                    <a:pt x="14485" y="101116"/>
                    <a:pt x="11226" y="99489"/>
                  </a:cubicBezTo>
                  <a:cubicBezTo>
                    <a:pt x="7967" y="96237"/>
                    <a:pt x="7967" y="96237"/>
                    <a:pt x="6337" y="94611"/>
                  </a:cubicBezTo>
                  <a:cubicBezTo>
                    <a:pt x="6337" y="92985"/>
                    <a:pt x="3078" y="88106"/>
                    <a:pt x="1448" y="86480"/>
                  </a:cubicBezTo>
                  <a:cubicBezTo>
                    <a:pt x="-1811" y="84853"/>
                    <a:pt x="1448" y="79975"/>
                    <a:pt x="1448" y="76722"/>
                  </a:cubicBezTo>
                  <a:cubicBezTo>
                    <a:pt x="1448" y="75096"/>
                    <a:pt x="2670" y="75096"/>
                    <a:pt x="4096" y="75503"/>
                  </a:cubicBezTo>
                  <a:close/>
                  <a:moveTo>
                    <a:pt x="452213" y="67120"/>
                  </a:moveTo>
                  <a:cubicBezTo>
                    <a:pt x="452213" y="67120"/>
                    <a:pt x="453801" y="68707"/>
                    <a:pt x="452213" y="73470"/>
                  </a:cubicBezTo>
                  <a:cubicBezTo>
                    <a:pt x="450626" y="76645"/>
                    <a:pt x="452213" y="73470"/>
                    <a:pt x="450626" y="71882"/>
                  </a:cubicBezTo>
                  <a:cubicBezTo>
                    <a:pt x="447451" y="71882"/>
                    <a:pt x="450626" y="68707"/>
                    <a:pt x="452213" y="67120"/>
                  </a:cubicBezTo>
                  <a:close/>
                  <a:moveTo>
                    <a:pt x="442235" y="67120"/>
                  </a:moveTo>
                  <a:cubicBezTo>
                    <a:pt x="442235" y="68707"/>
                    <a:pt x="445864" y="73470"/>
                    <a:pt x="440421" y="75058"/>
                  </a:cubicBezTo>
                  <a:cubicBezTo>
                    <a:pt x="438607" y="75058"/>
                    <a:pt x="440421" y="73470"/>
                    <a:pt x="436792" y="71883"/>
                  </a:cubicBezTo>
                  <a:cubicBezTo>
                    <a:pt x="433164" y="71883"/>
                    <a:pt x="433164" y="71883"/>
                    <a:pt x="433164" y="70295"/>
                  </a:cubicBezTo>
                  <a:cubicBezTo>
                    <a:pt x="433164" y="67120"/>
                    <a:pt x="434978" y="70295"/>
                    <a:pt x="436792" y="68707"/>
                  </a:cubicBezTo>
                  <a:cubicBezTo>
                    <a:pt x="438607" y="67120"/>
                    <a:pt x="440421" y="67120"/>
                    <a:pt x="442235" y="67120"/>
                  </a:cubicBezTo>
                  <a:close/>
                  <a:moveTo>
                    <a:pt x="362090" y="54447"/>
                  </a:moveTo>
                  <a:cubicBezTo>
                    <a:pt x="362090" y="54447"/>
                    <a:pt x="363722" y="54447"/>
                    <a:pt x="365353" y="54447"/>
                  </a:cubicBezTo>
                  <a:cubicBezTo>
                    <a:pt x="366984" y="52832"/>
                    <a:pt x="366984" y="54447"/>
                    <a:pt x="370246" y="56061"/>
                  </a:cubicBezTo>
                  <a:cubicBezTo>
                    <a:pt x="370246" y="56061"/>
                    <a:pt x="371878" y="57676"/>
                    <a:pt x="371878" y="59290"/>
                  </a:cubicBezTo>
                  <a:cubicBezTo>
                    <a:pt x="373509" y="59290"/>
                    <a:pt x="375140" y="59290"/>
                    <a:pt x="375140" y="59290"/>
                  </a:cubicBezTo>
                  <a:cubicBezTo>
                    <a:pt x="375140" y="59290"/>
                    <a:pt x="376771" y="60905"/>
                    <a:pt x="376771" y="62520"/>
                  </a:cubicBezTo>
                  <a:cubicBezTo>
                    <a:pt x="376771" y="64134"/>
                    <a:pt x="378402" y="64134"/>
                    <a:pt x="378402" y="65749"/>
                  </a:cubicBezTo>
                  <a:cubicBezTo>
                    <a:pt x="378402" y="67364"/>
                    <a:pt x="380033" y="68978"/>
                    <a:pt x="381665" y="68978"/>
                  </a:cubicBezTo>
                  <a:cubicBezTo>
                    <a:pt x="383296" y="68978"/>
                    <a:pt x="383296" y="70593"/>
                    <a:pt x="386558" y="72208"/>
                  </a:cubicBezTo>
                  <a:cubicBezTo>
                    <a:pt x="388189" y="72208"/>
                    <a:pt x="388189" y="75437"/>
                    <a:pt x="389821" y="73822"/>
                  </a:cubicBezTo>
                  <a:cubicBezTo>
                    <a:pt x="389821" y="73822"/>
                    <a:pt x="393083" y="75437"/>
                    <a:pt x="393083" y="75437"/>
                  </a:cubicBezTo>
                  <a:cubicBezTo>
                    <a:pt x="393083" y="75437"/>
                    <a:pt x="396345" y="77051"/>
                    <a:pt x="399608" y="78666"/>
                  </a:cubicBezTo>
                  <a:cubicBezTo>
                    <a:pt x="399608" y="80281"/>
                    <a:pt x="401239" y="80281"/>
                    <a:pt x="404501" y="80281"/>
                  </a:cubicBezTo>
                  <a:cubicBezTo>
                    <a:pt x="407764" y="80281"/>
                    <a:pt x="401239" y="86739"/>
                    <a:pt x="401239" y="86739"/>
                  </a:cubicBezTo>
                  <a:cubicBezTo>
                    <a:pt x="401239" y="86739"/>
                    <a:pt x="401239" y="86739"/>
                    <a:pt x="399608" y="88354"/>
                  </a:cubicBezTo>
                  <a:cubicBezTo>
                    <a:pt x="399608" y="88354"/>
                    <a:pt x="399608" y="88354"/>
                    <a:pt x="394714" y="88354"/>
                  </a:cubicBezTo>
                  <a:cubicBezTo>
                    <a:pt x="394714" y="88354"/>
                    <a:pt x="389821" y="86739"/>
                    <a:pt x="388189" y="86739"/>
                  </a:cubicBezTo>
                  <a:cubicBezTo>
                    <a:pt x="388189" y="85125"/>
                    <a:pt x="386558" y="88354"/>
                    <a:pt x="388189" y="91583"/>
                  </a:cubicBezTo>
                  <a:cubicBezTo>
                    <a:pt x="389821" y="91583"/>
                    <a:pt x="389821" y="93198"/>
                    <a:pt x="391452" y="94813"/>
                  </a:cubicBezTo>
                  <a:cubicBezTo>
                    <a:pt x="391452" y="94813"/>
                    <a:pt x="389821" y="98042"/>
                    <a:pt x="389821" y="98042"/>
                  </a:cubicBezTo>
                  <a:cubicBezTo>
                    <a:pt x="389821" y="98042"/>
                    <a:pt x="389821" y="98042"/>
                    <a:pt x="386558" y="99656"/>
                  </a:cubicBezTo>
                  <a:cubicBezTo>
                    <a:pt x="386558" y="99656"/>
                    <a:pt x="386558" y="99656"/>
                    <a:pt x="384927" y="101271"/>
                  </a:cubicBezTo>
                  <a:cubicBezTo>
                    <a:pt x="384927" y="101271"/>
                    <a:pt x="383296" y="102886"/>
                    <a:pt x="381665" y="101271"/>
                  </a:cubicBezTo>
                  <a:cubicBezTo>
                    <a:pt x="380033" y="101271"/>
                    <a:pt x="380033" y="102886"/>
                    <a:pt x="378402" y="104500"/>
                  </a:cubicBezTo>
                  <a:cubicBezTo>
                    <a:pt x="376771" y="104500"/>
                    <a:pt x="378402" y="106115"/>
                    <a:pt x="380033" y="106115"/>
                  </a:cubicBezTo>
                  <a:cubicBezTo>
                    <a:pt x="380033" y="107730"/>
                    <a:pt x="381665" y="109344"/>
                    <a:pt x="380033" y="110959"/>
                  </a:cubicBezTo>
                  <a:cubicBezTo>
                    <a:pt x="380033" y="112574"/>
                    <a:pt x="378402" y="110959"/>
                    <a:pt x="373509" y="109344"/>
                  </a:cubicBezTo>
                  <a:cubicBezTo>
                    <a:pt x="370246" y="109344"/>
                    <a:pt x="373509" y="110959"/>
                    <a:pt x="371878" y="114188"/>
                  </a:cubicBezTo>
                  <a:cubicBezTo>
                    <a:pt x="371878" y="115803"/>
                    <a:pt x="371878" y="115803"/>
                    <a:pt x="371878" y="115803"/>
                  </a:cubicBezTo>
                  <a:cubicBezTo>
                    <a:pt x="371878" y="115803"/>
                    <a:pt x="373509" y="119032"/>
                    <a:pt x="375140" y="120647"/>
                  </a:cubicBezTo>
                  <a:cubicBezTo>
                    <a:pt x="375140" y="120647"/>
                    <a:pt x="375140" y="122261"/>
                    <a:pt x="376771" y="122261"/>
                  </a:cubicBezTo>
                  <a:cubicBezTo>
                    <a:pt x="376771" y="123876"/>
                    <a:pt x="378402" y="125491"/>
                    <a:pt x="380033" y="127105"/>
                  </a:cubicBezTo>
                  <a:cubicBezTo>
                    <a:pt x="380033" y="127105"/>
                    <a:pt x="381665" y="128720"/>
                    <a:pt x="383296" y="130335"/>
                  </a:cubicBezTo>
                  <a:cubicBezTo>
                    <a:pt x="383296" y="131949"/>
                    <a:pt x="383296" y="131949"/>
                    <a:pt x="383296" y="135179"/>
                  </a:cubicBezTo>
                  <a:cubicBezTo>
                    <a:pt x="383296" y="138408"/>
                    <a:pt x="383296" y="138408"/>
                    <a:pt x="383296" y="138408"/>
                  </a:cubicBezTo>
                  <a:cubicBezTo>
                    <a:pt x="383296" y="140022"/>
                    <a:pt x="384927" y="144866"/>
                    <a:pt x="386558" y="144866"/>
                  </a:cubicBezTo>
                  <a:cubicBezTo>
                    <a:pt x="388189" y="144866"/>
                    <a:pt x="389821" y="148096"/>
                    <a:pt x="389821" y="148096"/>
                  </a:cubicBezTo>
                  <a:cubicBezTo>
                    <a:pt x="389821" y="148096"/>
                    <a:pt x="394714" y="151325"/>
                    <a:pt x="396345" y="151325"/>
                  </a:cubicBezTo>
                  <a:cubicBezTo>
                    <a:pt x="397977" y="152940"/>
                    <a:pt x="397977" y="154554"/>
                    <a:pt x="399608" y="154554"/>
                  </a:cubicBezTo>
                  <a:cubicBezTo>
                    <a:pt x="401239" y="154554"/>
                    <a:pt x="397977" y="156169"/>
                    <a:pt x="396345" y="156169"/>
                  </a:cubicBezTo>
                  <a:cubicBezTo>
                    <a:pt x="394714" y="156169"/>
                    <a:pt x="393083" y="157784"/>
                    <a:pt x="389821" y="157784"/>
                  </a:cubicBezTo>
                  <a:cubicBezTo>
                    <a:pt x="388189" y="156169"/>
                    <a:pt x="389821" y="156169"/>
                    <a:pt x="386558" y="154554"/>
                  </a:cubicBezTo>
                  <a:cubicBezTo>
                    <a:pt x="384927" y="151325"/>
                    <a:pt x="386558" y="154554"/>
                    <a:pt x="381665" y="157784"/>
                  </a:cubicBezTo>
                  <a:cubicBezTo>
                    <a:pt x="376771" y="162627"/>
                    <a:pt x="381665" y="157784"/>
                    <a:pt x="378402" y="161013"/>
                  </a:cubicBezTo>
                  <a:cubicBezTo>
                    <a:pt x="376771" y="162627"/>
                    <a:pt x="375140" y="164242"/>
                    <a:pt x="375140" y="165857"/>
                  </a:cubicBezTo>
                  <a:cubicBezTo>
                    <a:pt x="375140" y="167471"/>
                    <a:pt x="375140" y="167471"/>
                    <a:pt x="375140" y="170701"/>
                  </a:cubicBezTo>
                  <a:cubicBezTo>
                    <a:pt x="375140" y="172315"/>
                    <a:pt x="375140" y="175545"/>
                    <a:pt x="375140" y="177159"/>
                  </a:cubicBezTo>
                  <a:cubicBezTo>
                    <a:pt x="375140" y="178774"/>
                    <a:pt x="373509" y="183618"/>
                    <a:pt x="373509" y="183618"/>
                  </a:cubicBezTo>
                  <a:cubicBezTo>
                    <a:pt x="373509" y="183618"/>
                    <a:pt x="363722" y="194921"/>
                    <a:pt x="362090" y="196535"/>
                  </a:cubicBezTo>
                  <a:cubicBezTo>
                    <a:pt x="362090" y="196535"/>
                    <a:pt x="358828" y="198150"/>
                    <a:pt x="357197" y="198150"/>
                  </a:cubicBezTo>
                  <a:cubicBezTo>
                    <a:pt x="355566" y="199764"/>
                    <a:pt x="357197" y="201379"/>
                    <a:pt x="357197" y="202994"/>
                  </a:cubicBezTo>
                  <a:cubicBezTo>
                    <a:pt x="358828" y="204608"/>
                    <a:pt x="358828" y="206223"/>
                    <a:pt x="358828" y="209452"/>
                  </a:cubicBezTo>
                  <a:cubicBezTo>
                    <a:pt x="358828" y="211067"/>
                    <a:pt x="358828" y="212682"/>
                    <a:pt x="358828" y="212682"/>
                  </a:cubicBezTo>
                  <a:cubicBezTo>
                    <a:pt x="358828" y="212682"/>
                    <a:pt x="357197" y="217526"/>
                    <a:pt x="355566" y="219140"/>
                  </a:cubicBezTo>
                  <a:cubicBezTo>
                    <a:pt x="355566" y="220755"/>
                    <a:pt x="355566" y="220755"/>
                    <a:pt x="353934" y="222369"/>
                  </a:cubicBezTo>
                  <a:cubicBezTo>
                    <a:pt x="352303" y="223984"/>
                    <a:pt x="352303" y="225599"/>
                    <a:pt x="350672" y="227213"/>
                  </a:cubicBezTo>
                  <a:cubicBezTo>
                    <a:pt x="349041" y="228828"/>
                    <a:pt x="347410" y="232057"/>
                    <a:pt x="347410" y="232057"/>
                  </a:cubicBezTo>
                  <a:cubicBezTo>
                    <a:pt x="347410" y="232057"/>
                    <a:pt x="347410" y="232057"/>
                    <a:pt x="345778" y="233672"/>
                  </a:cubicBezTo>
                  <a:cubicBezTo>
                    <a:pt x="345778" y="233672"/>
                    <a:pt x="345778" y="233672"/>
                    <a:pt x="342516" y="236901"/>
                  </a:cubicBezTo>
                  <a:cubicBezTo>
                    <a:pt x="342516" y="236901"/>
                    <a:pt x="342516" y="236901"/>
                    <a:pt x="337622" y="238516"/>
                  </a:cubicBezTo>
                  <a:cubicBezTo>
                    <a:pt x="337622" y="238516"/>
                    <a:pt x="332729" y="240130"/>
                    <a:pt x="331098" y="240130"/>
                  </a:cubicBezTo>
                  <a:cubicBezTo>
                    <a:pt x="329467" y="240130"/>
                    <a:pt x="327835" y="241745"/>
                    <a:pt x="327835" y="240130"/>
                  </a:cubicBezTo>
                  <a:cubicBezTo>
                    <a:pt x="326204" y="238516"/>
                    <a:pt x="326204" y="236901"/>
                    <a:pt x="326204" y="235287"/>
                  </a:cubicBezTo>
                  <a:cubicBezTo>
                    <a:pt x="326204" y="233672"/>
                    <a:pt x="327835" y="230443"/>
                    <a:pt x="324573" y="227213"/>
                  </a:cubicBezTo>
                  <a:cubicBezTo>
                    <a:pt x="322942" y="222369"/>
                    <a:pt x="322942" y="225599"/>
                    <a:pt x="319679" y="227213"/>
                  </a:cubicBezTo>
                  <a:cubicBezTo>
                    <a:pt x="319679" y="227213"/>
                    <a:pt x="316417" y="228828"/>
                    <a:pt x="313155" y="228828"/>
                  </a:cubicBezTo>
                  <a:cubicBezTo>
                    <a:pt x="309892" y="230443"/>
                    <a:pt x="311523" y="228828"/>
                    <a:pt x="311523" y="225599"/>
                  </a:cubicBezTo>
                  <a:cubicBezTo>
                    <a:pt x="311523" y="225599"/>
                    <a:pt x="308261" y="223984"/>
                    <a:pt x="303367" y="222369"/>
                  </a:cubicBezTo>
                  <a:cubicBezTo>
                    <a:pt x="303367" y="222369"/>
                    <a:pt x="298474" y="225599"/>
                    <a:pt x="298474" y="225599"/>
                  </a:cubicBezTo>
                  <a:cubicBezTo>
                    <a:pt x="296843" y="227213"/>
                    <a:pt x="295211" y="227213"/>
                    <a:pt x="293580" y="227213"/>
                  </a:cubicBezTo>
                  <a:cubicBezTo>
                    <a:pt x="293580" y="225599"/>
                    <a:pt x="290318" y="225599"/>
                    <a:pt x="290318" y="225599"/>
                  </a:cubicBezTo>
                  <a:cubicBezTo>
                    <a:pt x="290318" y="225599"/>
                    <a:pt x="287055" y="227213"/>
                    <a:pt x="280531" y="227213"/>
                  </a:cubicBezTo>
                  <a:cubicBezTo>
                    <a:pt x="280531" y="227213"/>
                    <a:pt x="280531" y="225599"/>
                    <a:pt x="280531" y="223984"/>
                  </a:cubicBezTo>
                  <a:cubicBezTo>
                    <a:pt x="278900" y="222369"/>
                    <a:pt x="280531" y="220755"/>
                    <a:pt x="280531" y="220755"/>
                  </a:cubicBezTo>
                  <a:cubicBezTo>
                    <a:pt x="280531" y="219140"/>
                    <a:pt x="275637" y="217526"/>
                    <a:pt x="275637" y="217526"/>
                  </a:cubicBezTo>
                  <a:cubicBezTo>
                    <a:pt x="274006" y="217526"/>
                    <a:pt x="272375" y="220755"/>
                    <a:pt x="270744" y="220755"/>
                  </a:cubicBezTo>
                  <a:cubicBezTo>
                    <a:pt x="270744" y="222369"/>
                    <a:pt x="269112" y="220755"/>
                    <a:pt x="269112" y="220755"/>
                  </a:cubicBezTo>
                  <a:cubicBezTo>
                    <a:pt x="267481" y="219140"/>
                    <a:pt x="264219" y="219140"/>
                    <a:pt x="264219" y="219140"/>
                  </a:cubicBezTo>
                  <a:cubicBezTo>
                    <a:pt x="264219" y="217526"/>
                    <a:pt x="260956" y="220755"/>
                    <a:pt x="260956" y="220755"/>
                  </a:cubicBezTo>
                  <a:cubicBezTo>
                    <a:pt x="260956" y="220755"/>
                    <a:pt x="260956" y="220755"/>
                    <a:pt x="257694" y="219140"/>
                  </a:cubicBezTo>
                  <a:cubicBezTo>
                    <a:pt x="257694" y="219140"/>
                    <a:pt x="254432" y="219140"/>
                    <a:pt x="254432" y="217526"/>
                  </a:cubicBezTo>
                  <a:cubicBezTo>
                    <a:pt x="254432" y="217526"/>
                    <a:pt x="252800" y="217526"/>
                    <a:pt x="252800" y="215911"/>
                  </a:cubicBezTo>
                  <a:cubicBezTo>
                    <a:pt x="252800" y="214296"/>
                    <a:pt x="251169" y="211067"/>
                    <a:pt x="251169" y="211067"/>
                  </a:cubicBezTo>
                  <a:cubicBezTo>
                    <a:pt x="251169" y="211067"/>
                    <a:pt x="247907" y="207838"/>
                    <a:pt x="247907" y="204608"/>
                  </a:cubicBezTo>
                  <a:cubicBezTo>
                    <a:pt x="246276" y="204608"/>
                    <a:pt x="247907" y="201379"/>
                    <a:pt x="246276" y="198150"/>
                  </a:cubicBezTo>
                  <a:cubicBezTo>
                    <a:pt x="246276" y="196535"/>
                    <a:pt x="246276" y="196535"/>
                    <a:pt x="246276" y="194921"/>
                  </a:cubicBezTo>
                  <a:cubicBezTo>
                    <a:pt x="244644" y="194921"/>
                    <a:pt x="244644" y="193306"/>
                    <a:pt x="243013" y="190077"/>
                  </a:cubicBezTo>
                  <a:cubicBezTo>
                    <a:pt x="243013" y="190077"/>
                    <a:pt x="238120" y="177159"/>
                    <a:pt x="238120" y="173930"/>
                  </a:cubicBezTo>
                  <a:cubicBezTo>
                    <a:pt x="236489" y="172315"/>
                    <a:pt x="236489" y="172315"/>
                    <a:pt x="234857" y="170701"/>
                  </a:cubicBezTo>
                  <a:cubicBezTo>
                    <a:pt x="234857" y="170701"/>
                    <a:pt x="234857" y="169086"/>
                    <a:pt x="233226" y="167471"/>
                  </a:cubicBezTo>
                  <a:cubicBezTo>
                    <a:pt x="229964" y="164242"/>
                    <a:pt x="233226" y="161013"/>
                    <a:pt x="233226" y="161013"/>
                  </a:cubicBezTo>
                  <a:cubicBezTo>
                    <a:pt x="233226" y="159398"/>
                    <a:pt x="234857" y="151325"/>
                    <a:pt x="234857" y="149710"/>
                  </a:cubicBezTo>
                  <a:cubicBezTo>
                    <a:pt x="234857" y="146481"/>
                    <a:pt x="236489" y="146481"/>
                    <a:pt x="238120" y="143252"/>
                  </a:cubicBezTo>
                  <a:cubicBezTo>
                    <a:pt x="238120" y="141637"/>
                    <a:pt x="241382" y="141637"/>
                    <a:pt x="243013" y="140022"/>
                  </a:cubicBezTo>
                  <a:cubicBezTo>
                    <a:pt x="244644" y="140022"/>
                    <a:pt x="243013" y="141637"/>
                    <a:pt x="244644" y="144866"/>
                  </a:cubicBezTo>
                  <a:cubicBezTo>
                    <a:pt x="244644" y="146481"/>
                    <a:pt x="249538" y="146481"/>
                    <a:pt x="251169" y="143252"/>
                  </a:cubicBezTo>
                  <a:cubicBezTo>
                    <a:pt x="252800" y="141637"/>
                    <a:pt x="254432" y="143252"/>
                    <a:pt x="254432" y="143252"/>
                  </a:cubicBezTo>
                  <a:cubicBezTo>
                    <a:pt x="256063" y="144866"/>
                    <a:pt x="257694" y="144866"/>
                    <a:pt x="260956" y="144866"/>
                  </a:cubicBezTo>
                  <a:cubicBezTo>
                    <a:pt x="262588" y="143252"/>
                    <a:pt x="267481" y="144866"/>
                    <a:pt x="267481" y="144866"/>
                  </a:cubicBezTo>
                  <a:cubicBezTo>
                    <a:pt x="267481" y="143252"/>
                    <a:pt x="267481" y="141637"/>
                    <a:pt x="267481" y="138408"/>
                  </a:cubicBezTo>
                  <a:cubicBezTo>
                    <a:pt x="267481" y="135179"/>
                    <a:pt x="267481" y="135179"/>
                    <a:pt x="267481" y="133564"/>
                  </a:cubicBezTo>
                  <a:cubicBezTo>
                    <a:pt x="267481" y="131949"/>
                    <a:pt x="269112" y="130335"/>
                    <a:pt x="269112" y="127105"/>
                  </a:cubicBezTo>
                  <a:cubicBezTo>
                    <a:pt x="270744" y="125491"/>
                    <a:pt x="272375" y="125491"/>
                    <a:pt x="274006" y="127105"/>
                  </a:cubicBezTo>
                  <a:cubicBezTo>
                    <a:pt x="274006" y="127105"/>
                    <a:pt x="277268" y="125491"/>
                    <a:pt x="277268" y="125491"/>
                  </a:cubicBezTo>
                  <a:cubicBezTo>
                    <a:pt x="277268" y="125491"/>
                    <a:pt x="282162" y="123876"/>
                    <a:pt x="283793" y="123876"/>
                  </a:cubicBezTo>
                  <a:cubicBezTo>
                    <a:pt x="285424" y="122261"/>
                    <a:pt x="290318" y="122261"/>
                    <a:pt x="290318" y="122261"/>
                  </a:cubicBezTo>
                  <a:cubicBezTo>
                    <a:pt x="290318" y="122261"/>
                    <a:pt x="290318" y="122261"/>
                    <a:pt x="295211" y="117418"/>
                  </a:cubicBezTo>
                  <a:cubicBezTo>
                    <a:pt x="300105" y="112574"/>
                    <a:pt x="296843" y="117418"/>
                    <a:pt x="300105" y="115803"/>
                  </a:cubicBezTo>
                  <a:cubicBezTo>
                    <a:pt x="301736" y="112574"/>
                    <a:pt x="300105" y="114188"/>
                    <a:pt x="303367" y="110959"/>
                  </a:cubicBezTo>
                  <a:cubicBezTo>
                    <a:pt x="304999" y="109344"/>
                    <a:pt x="304999" y="109344"/>
                    <a:pt x="308261" y="104500"/>
                  </a:cubicBezTo>
                  <a:cubicBezTo>
                    <a:pt x="313155" y="101271"/>
                    <a:pt x="311523" y="102886"/>
                    <a:pt x="314786" y="101271"/>
                  </a:cubicBezTo>
                  <a:cubicBezTo>
                    <a:pt x="316417" y="98042"/>
                    <a:pt x="314786" y="101271"/>
                    <a:pt x="314786" y="98042"/>
                  </a:cubicBezTo>
                  <a:cubicBezTo>
                    <a:pt x="316417" y="94813"/>
                    <a:pt x="316417" y="96427"/>
                    <a:pt x="318048" y="94813"/>
                  </a:cubicBezTo>
                  <a:cubicBezTo>
                    <a:pt x="318048" y="91583"/>
                    <a:pt x="318048" y="96427"/>
                    <a:pt x="319679" y="96427"/>
                  </a:cubicBezTo>
                  <a:cubicBezTo>
                    <a:pt x="321311" y="96427"/>
                    <a:pt x="321311" y="99656"/>
                    <a:pt x="321311" y="99656"/>
                  </a:cubicBezTo>
                  <a:cubicBezTo>
                    <a:pt x="321311" y="101271"/>
                    <a:pt x="324573" y="104500"/>
                    <a:pt x="326204" y="104500"/>
                  </a:cubicBezTo>
                  <a:cubicBezTo>
                    <a:pt x="327835" y="102886"/>
                    <a:pt x="327835" y="102886"/>
                    <a:pt x="332729" y="99656"/>
                  </a:cubicBezTo>
                  <a:cubicBezTo>
                    <a:pt x="334360" y="98042"/>
                    <a:pt x="332729" y="98042"/>
                    <a:pt x="335991" y="98042"/>
                  </a:cubicBezTo>
                  <a:cubicBezTo>
                    <a:pt x="337622" y="98042"/>
                    <a:pt x="337622" y="98042"/>
                    <a:pt x="339254" y="96427"/>
                  </a:cubicBezTo>
                  <a:cubicBezTo>
                    <a:pt x="340885" y="94813"/>
                    <a:pt x="339254" y="93198"/>
                    <a:pt x="339254" y="91583"/>
                  </a:cubicBezTo>
                  <a:cubicBezTo>
                    <a:pt x="339254" y="89969"/>
                    <a:pt x="339254" y="91583"/>
                    <a:pt x="339254" y="88354"/>
                  </a:cubicBezTo>
                  <a:cubicBezTo>
                    <a:pt x="340885" y="83510"/>
                    <a:pt x="340885" y="85125"/>
                    <a:pt x="340885" y="83510"/>
                  </a:cubicBezTo>
                  <a:cubicBezTo>
                    <a:pt x="340885" y="81895"/>
                    <a:pt x="340885" y="81895"/>
                    <a:pt x="342516" y="78666"/>
                  </a:cubicBezTo>
                  <a:cubicBezTo>
                    <a:pt x="345778" y="73822"/>
                    <a:pt x="342516" y="77051"/>
                    <a:pt x="344147" y="75437"/>
                  </a:cubicBezTo>
                  <a:cubicBezTo>
                    <a:pt x="344147" y="73822"/>
                    <a:pt x="349041" y="72208"/>
                    <a:pt x="350672" y="70593"/>
                  </a:cubicBezTo>
                  <a:cubicBezTo>
                    <a:pt x="352303" y="68978"/>
                    <a:pt x="352303" y="67364"/>
                    <a:pt x="352303" y="67364"/>
                  </a:cubicBezTo>
                  <a:cubicBezTo>
                    <a:pt x="352303" y="65749"/>
                    <a:pt x="355566" y="64134"/>
                    <a:pt x="355566" y="64134"/>
                  </a:cubicBezTo>
                  <a:cubicBezTo>
                    <a:pt x="355566" y="64134"/>
                    <a:pt x="357197" y="59290"/>
                    <a:pt x="358828" y="57676"/>
                  </a:cubicBezTo>
                  <a:cubicBezTo>
                    <a:pt x="358828" y="56061"/>
                    <a:pt x="362090" y="54447"/>
                    <a:pt x="362090" y="54447"/>
                  </a:cubicBezTo>
                  <a:close/>
                  <a:moveTo>
                    <a:pt x="517015" y="5207"/>
                  </a:moveTo>
                  <a:cubicBezTo>
                    <a:pt x="518635" y="5207"/>
                    <a:pt x="520254" y="6830"/>
                    <a:pt x="520254" y="6830"/>
                  </a:cubicBezTo>
                  <a:cubicBezTo>
                    <a:pt x="520254" y="6830"/>
                    <a:pt x="521873" y="10075"/>
                    <a:pt x="521873" y="11698"/>
                  </a:cubicBezTo>
                  <a:cubicBezTo>
                    <a:pt x="521873" y="13321"/>
                    <a:pt x="523492" y="14944"/>
                    <a:pt x="523492" y="16566"/>
                  </a:cubicBezTo>
                  <a:cubicBezTo>
                    <a:pt x="525112" y="18189"/>
                    <a:pt x="525112" y="18189"/>
                    <a:pt x="526731" y="19812"/>
                  </a:cubicBezTo>
                  <a:cubicBezTo>
                    <a:pt x="528350" y="21435"/>
                    <a:pt x="526731" y="19812"/>
                    <a:pt x="526731" y="21435"/>
                  </a:cubicBezTo>
                  <a:cubicBezTo>
                    <a:pt x="526731" y="23057"/>
                    <a:pt x="526731" y="24680"/>
                    <a:pt x="526731" y="24680"/>
                  </a:cubicBezTo>
                  <a:cubicBezTo>
                    <a:pt x="526731" y="24680"/>
                    <a:pt x="526731" y="26303"/>
                    <a:pt x="526731" y="27926"/>
                  </a:cubicBezTo>
                  <a:cubicBezTo>
                    <a:pt x="526731" y="27926"/>
                    <a:pt x="526731" y="31171"/>
                    <a:pt x="526731" y="31171"/>
                  </a:cubicBezTo>
                  <a:cubicBezTo>
                    <a:pt x="526731" y="31171"/>
                    <a:pt x="528350" y="34417"/>
                    <a:pt x="528350" y="36040"/>
                  </a:cubicBezTo>
                  <a:cubicBezTo>
                    <a:pt x="528350" y="36040"/>
                    <a:pt x="528350" y="37662"/>
                    <a:pt x="528350" y="37662"/>
                  </a:cubicBezTo>
                  <a:cubicBezTo>
                    <a:pt x="528350" y="37662"/>
                    <a:pt x="528350" y="40908"/>
                    <a:pt x="529969" y="40908"/>
                  </a:cubicBezTo>
                  <a:cubicBezTo>
                    <a:pt x="529969" y="42531"/>
                    <a:pt x="531589" y="45776"/>
                    <a:pt x="531589" y="45776"/>
                  </a:cubicBezTo>
                  <a:cubicBezTo>
                    <a:pt x="531589" y="45776"/>
                    <a:pt x="531589" y="47399"/>
                    <a:pt x="531589" y="49022"/>
                  </a:cubicBezTo>
                  <a:cubicBezTo>
                    <a:pt x="529969" y="50645"/>
                    <a:pt x="528350" y="50645"/>
                    <a:pt x="528350" y="52267"/>
                  </a:cubicBezTo>
                  <a:cubicBezTo>
                    <a:pt x="526731" y="53890"/>
                    <a:pt x="526731" y="53890"/>
                    <a:pt x="523492" y="63627"/>
                  </a:cubicBezTo>
                  <a:cubicBezTo>
                    <a:pt x="521873" y="65250"/>
                    <a:pt x="521873" y="60381"/>
                    <a:pt x="521873" y="58759"/>
                  </a:cubicBezTo>
                  <a:cubicBezTo>
                    <a:pt x="521873" y="55513"/>
                    <a:pt x="521873" y="55513"/>
                    <a:pt x="520254" y="53890"/>
                  </a:cubicBezTo>
                  <a:cubicBezTo>
                    <a:pt x="520254" y="50645"/>
                    <a:pt x="520254" y="50645"/>
                    <a:pt x="520254" y="49022"/>
                  </a:cubicBezTo>
                  <a:cubicBezTo>
                    <a:pt x="520254" y="47399"/>
                    <a:pt x="517015" y="49022"/>
                    <a:pt x="517015" y="50645"/>
                  </a:cubicBezTo>
                  <a:cubicBezTo>
                    <a:pt x="517015" y="52267"/>
                    <a:pt x="517015" y="53890"/>
                    <a:pt x="517015" y="53890"/>
                  </a:cubicBezTo>
                  <a:cubicBezTo>
                    <a:pt x="517015" y="53890"/>
                    <a:pt x="517015" y="55513"/>
                    <a:pt x="513777" y="52267"/>
                  </a:cubicBezTo>
                  <a:cubicBezTo>
                    <a:pt x="513777" y="52267"/>
                    <a:pt x="513777" y="55513"/>
                    <a:pt x="512158" y="57136"/>
                  </a:cubicBezTo>
                  <a:cubicBezTo>
                    <a:pt x="512158" y="57136"/>
                    <a:pt x="513777" y="58759"/>
                    <a:pt x="513777" y="60381"/>
                  </a:cubicBezTo>
                  <a:cubicBezTo>
                    <a:pt x="513777" y="62004"/>
                    <a:pt x="515396" y="62004"/>
                    <a:pt x="515396" y="62004"/>
                  </a:cubicBezTo>
                  <a:cubicBezTo>
                    <a:pt x="515396" y="62004"/>
                    <a:pt x="515396" y="65250"/>
                    <a:pt x="517015" y="66872"/>
                  </a:cubicBezTo>
                  <a:cubicBezTo>
                    <a:pt x="518635" y="70118"/>
                    <a:pt x="517015" y="66872"/>
                    <a:pt x="513777" y="71741"/>
                  </a:cubicBezTo>
                  <a:cubicBezTo>
                    <a:pt x="513777" y="73364"/>
                    <a:pt x="513777" y="74986"/>
                    <a:pt x="512158" y="76609"/>
                  </a:cubicBezTo>
                  <a:cubicBezTo>
                    <a:pt x="512158" y="76609"/>
                    <a:pt x="512158" y="78232"/>
                    <a:pt x="507300" y="78232"/>
                  </a:cubicBezTo>
                  <a:cubicBezTo>
                    <a:pt x="507300" y="78232"/>
                    <a:pt x="507300" y="78232"/>
                    <a:pt x="507300" y="76609"/>
                  </a:cubicBezTo>
                  <a:cubicBezTo>
                    <a:pt x="507300" y="74986"/>
                    <a:pt x="507300" y="76609"/>
                    <a:pt x="507300" y="74986"/>
                  </a:cubicBezTo>
                  <a:cubicBezTo>
                    <a:pt x="507300" y="71741"/>
                    <a:pt x="505681" y="73364"/>
                    <a:pt x="504061" y="70118"/>
                  </a:cubicBezTo>
                  <a:cubicBezTo>
                    <a:pt x="504061" y="70118"/>
                    <a:pt x="504061" y="70118"/>
                    <a:pt x="502442" y="70118"/>
                  </a:cubicBezTo>
                  <a:cubicBezTo>
                    <a:pt x="500823" y="71741"/>
                    <a:pt x="502442" y="70118"/>
                    <a:pt x="499204" y="70118"/>
                  </a:cubicBezTo>
                  <a:cubicBezTo>
                    <a:pt x="495965" y="70118"/>
                    <a:pt x="499204" y="70118"/>
                    <a:pt x="497584" y="70118"/>
                  </a:cubicBezTo>
                  <a:cubicBezTo>
                    <a:pt x="495965" y="71741"/>
                    <a:pt x="494346" y="68495"/>
                    <a:pt x="492727" y="66872"/>
                  </a:cubicBezTo>
                  <a:cubicBezTo>
                    <a:pt x="492727" y="66872"/>
                    <a:pt x="489488" y="66872"/>
                    <a:pt x="487869" y="63627"/>
                  </a:cubicBezTo>
                  <a:cubicBezTo>
                    <a:pt x="486249" y="60381"/>
                    <a:pt x="487869" y="63627"/>
                    <a:pt x="487869" y="60381"/>
                  </a:cubicBezTo>
                  <a:cubicBezTo>
                    <a:pt x="487869" y="57136"/>
                    <a:pt x="486249" y="57136"/>
                    <a:pt x="486249" y="55513"/>
                  </a:cubicBezTo>
                  <a:cubicBezTo>
                    <a:pt x="486249" y="52267"/>
                    <a:pt x="486249" y="52267"/>
                    <a:pt x="487869" y="49022"/>
                  </a:cubicBezTo>
                  <a:cubicBezTo>
                    <a:pt x="487869" y="45776"/>
                    <a:pt x="487869" y="49022"/>
                    <a:pt x="489488" y="45776"/>
                  </a:cubicBezTo>
                  <a:cubicBezTo>
                    <a:pt x="491107" y="44154"/>
                    <a:pt x="489488" y="45776"/>
                    <a:pt x="489488" y="44154"/>
                  </a:cubicBezTo>
                  <a:cubicBezTo>
                    <a:pt x="489488" y="42531"/>
                    <a:pt x="489488" y="40908"/>
                    <a:pt x="487869" y="39285"/>
                  </a:cubicBezTo>
                  <a:cubicBezTo>
                    <a:pt x="487869" y="39285"/>
                    <a:pt x="483011" y="37662"/>
                    <a:pt x="483011" y="37662"/>
                  </a:cubicBezTo>
                  <a:cubicBezTo>
                    <a:pt x="481392" y="37662"/>
                    <a:pt x="479772" y="37662"/>
                    <a:pt x="479772" y="37662"/>
                  </a:cubicBezTo>
                  <a:cubicBezTo>
                    <a:pt x="479772" y="37662"/>
                    <a:pt x="479772" y="37662"/>
                    <a:pt x="479772" y="40908"/>
                  </a:cubicBezTo>
                  <a:cubicBezTo>
                    <a:pt x="479772" y="40908"/>
                    <a:pt x="479772" y="42531"/>
                    <a:pt x="478153" y="44154"/>
                  </a:cubicBezTo>
                  <a:cubicBezTo>
                    <a:pt x="478153" y="45776"/>
                    <a:pt x="476534" y="44154"/>
                    <a:pt x="476534" y="44154"/>
                  </a:cubicBezTo>
                  <a:cubicBezTo>
                    <a:pt x="474915" y="42531"/>
                    <a:pt x="474915" y="42531"/>
                    <a:pt x="474915" y="40908"/>
                  </a:cubicBezTo>
                  <a:cubicBezTo>
                    <a:pt x="473295" y="39285"/>
                    <a:pt x="473295" y="40908"/>
                    <a:pt x="471676" y="42531"/>
                  </a:cubicBezTo>
                  <a:cubicBezTo>
                    <a:pt x="471676" y="42531"/>
                    <a:pt x="471676" y="42531"/>
                    <a:pt x="466818" y="42531"/>
                  </a:cubicBezTo>
                  <a:cubicBezTo>
                    <a:pt x="466818" y="42531"/>
                    <a:pt x="466818" y="40908"/>
                    <a:pt x="466818" y="40908"/>
                  </a:cubicBezTo>
                  <a:cubicBezTo>
                    <a:pt x="465199" y="39285"/>
                    <a:pt x="465199" y="40908"/>
                    <a:pt x="461961" y="40908"/>
                  </a:cubicBezTo>
                  <a:cubicBezTo>
                    <a:pt x="460341" y="40908"/>
                    <a:pt x="461961" y="42531"/>
                    <a:pt x="458722" y="44154"/>
                  </a:cubicBezTo>
                  <a:cubicBezTo>
                    <a:pt x="457103" y="45776"/>
                    <a:pt x="458722" y="44154"/>
                    <a:pt x="458722" y="47399"/>
                  </a:cubicBezTo>
                  <a:cubicBezTo>
                    <a:pt x="458722" y="50645"/>
                    <a:pt x="458722" y="49022"/>
                    <a:pt x="458722" y="50645"/>
                  </a:cubicBezTo>
                  <a:cubicBezTo>
                    <a:pt x="458722" y="52267"/>
                    <a:pt x="458722" y="50645"/>
                    <a:pt x="457103" y="52267"/>
                  </a:cubicBezTo>
                  <a:cubicBezTo>
                    <a:pt x="457103" y="52267"/>
                    <a:pt x="455484" y="53890"/>
                    <a:pt x="455484" y="57136"/>
                  </a:cubicBezTo>
                  <a:cubicBezTo>
                    <a:pt x="455484" y="57136"/>
                    <a:pt x="455484" y="57136"/>
                    <a:pt x="457103" y="58759"/>
                  </a:cubicBezTo>
                  <a:cubicBezTo>
                    <a:pt x="457103" y="60381"/>
                    <a:pt x="457103" y="60381"/>
                    <a:pt x="457103" y="62004"/>
                  </a:cubicBezTo>
                  <a:cubicBezTo>
                    <a:pt x="455484" y="63627"/>
                    <a:pt x="455484" y="62004"/>
                    <a:pt x="452245" y="62004"/>
                  </a:cubicBezTo>
                  <a:cubicBezTo>
                    <a:pt x="450626" y="60381"/>
                    <a:pt x="453864" y="58759"/>
                    <a:pt x="453864" y="57136"/>
                  </a:cubicBezTo>
                  <a:cubicBezTo>
                    <a:pt x="453864" y="55513"/>
                    <a:pt x="453864" y="58759"/>
                    <a:pt x="453864" y="52267"/>
                  </a:cubicBezTo>
                  <a:cubicBezTo>
                    <a:pt x="453864" y="47399"/>
                    <a:pt x="455484" y="49022"/>
                    <a:pt x="455484" y="47399"/>
                  </a:cubicBezTo>
                  <a:cubicBezTo>
                    <a:pt x="455484" y="47399"/>
                    <a:pt x="453864" y="45776"/>
                    <a:pt x="453864" y="45776"/>
                  </a:cubicBezTo>
                  <a:cubicBezTo>
                    <a:pt x="453864" y="44154"/>
                    <a:pt x="455484" y="42531"/>
                    <a:pt x="455484" y="40908"/>
                  </a:cubicBezTo>
                  <a:cubicBezTo>
                    <a:pt x="455484" y="37662"/>
                    <a:pt x="457103" y="37662"/>
                    <a:pt x="460341" y="34417"/>
                  </a:cubicBezTo>
                  <a:cubicBezTo>
                    <a:pt x="460341" y="34417"/>
                    <a:pt x="465199" y="34417"/>
                    <a:pt x="466818" y="32794"/>
                  </a:cubicBezTo>
                  <a:cubicBezTo>
                    <a:pt x="466818" y="32794"/>
                    <a:pt x="468438" y="32794"/>
                    <a:pt x="470057" y="31171"/>
                  </a:cubicBezTo>
                  <a:cubicBezTo>
                    <a:pt x="471676" y="31171"/>
                    <a:pt x="471676" y="31171"/>
                    <a:pt x="471676" y="29549"/>
                  </a:cubicBezTo>
                  <a:cubicBezTo>
                    <a:pt x="471676" y="27926"/>
                    <a:pt x="471676" y="27926"/>
                    <a:pt x="473295" y="26303"/>
                  </a:cubicBezTo>
                  <a:cubicBezTo>
                    <a:pt x="476534" y="23057"/>
                    <a:pt x="474915" y="26303"/>
                    <a:pt x="476534" y="24680"/>
                  </a:cubicBezTo>
                  <a:cubicBezTo>
                    <a:pt x="478153" y="24680"/>
                    <a:pt x="478153" y="24680"/>
                    <a:pt x="479772" y="24680"/>
                  </a:cubicBezTo>
                  <a:cubicBezTo>
                    <a:pt x="481392" y="24680"/>
                    <a:pt x="481392" y="24680"/>
                    <a:pt x="484630" y="26303"/>
                  </a:cubicBezTo>
                  <a:cubicBezTo>
                    <a:pt x="486249" y="26303"/>
                    <a:pt x="484630" y="26303"/>
                    <a:pt x="484630" y="27926"/>
                  </a:cubicBezTo>
                  <a:cubicBezTo>
                    <a:pt x="486249" y="29549"/>
                    <a:pt x="483011" y="31171"/>
                    <a:pt x="486249" y="32794"/>
                  </a:cubicBezTo>
                  <a:cubicBezTo>
                    <a:pt x="486249" y="32794"/>
                    <a:pt x="491107" y="32794"/>
                    <a:pt x="491107" y="31171"/>
                  </a:cubicBezTo>
                  <a:cubicBezTo>
                    <a:pt x="491107" y="29549"/>
                    <a:pt x="492727" y="31171"/>
                    <a:pt x="491107" y="27926"/>
                  </a:cubicBezTo>
                  <a:cubicBezTo>
                    <a:pt x="491107" y="26303"/>
                    <a:pt x="491107" y="27926"/>
                    <a:pt x="492727" y="26303"/>
                  </a:cubicBezTo>
                  <a:cubicBezTo>
                    <a:pt x="495965" y="23057"/>
                    <a:pt x="495965" y="26303"/>
                    <a:pt x="497584" y="26303"/>
                  </a:cubicBezTo>
                  <a:cubicBezTo>
                    <a:pt x="497584" y="26303"/>
                    <a:pt x="499204" y="26303"/>
                    <a:pt x="499204" y="24680"/>
                  </a:cubicBezTo>
                  <a:cubicBezTo>
                    <a:pt x="500823" y="21435"/>
                    <a:pt x="499204" y="23057"/>
                    <a:pt x="502442" y="21435"/>
                  </a:cubicBezTo>
                  <a:cubicBezTo>
                    <a:pt x="502442" y="19812"/>
                    <a:pt x="505681" y="21435"/>
                    <a:pt x="507300" y="18189"/>
                  </a:cubicBezTo>
                  <a:cubicBezTo>
                    <a:pt x="507300" y="18189"/>
                    <a:pt x="510538" y="18189"/>
                    <a:pt x="510538" y="14944"/>
                  </a:cubicBezTo>
                  <a:cubicBezTo>
                    <a:pt x="512158" y="13321"/>
                    <a:pt x="512158" y="13321"/>
                    <a:pt x="512158" y="10075"/>
                  </a:cubicBezTo>
                  <a:cubicBezTo>
                    <a:pt x="513777" y="6830"/>
                    <a:pt x="513777" y="5207"/>
                    <a:pt x="517015" y="5207"/>
                  </a:cubicBezTo>
                  <a:close/>
                  <a:moveTo>
                    <a:pt x="522064" y="444"/>
                  </a:moveTo>
                  <a:cubicBezTo>
                    <a:pt x="523652" y="-1143"/>
                    <a:pt x="525239" y="2032"/>
                    <a:pt x="525239" y="2032"/>
                  </a:cubicBezTo>
                  <a:cubicBezTo>
                    <a:pt x="526827" y="3620"/>
                    <a:pt x="525239" y="2032"/>
                    <a:pt x="525239" y="5207"/>
                  </a:cubicBezTo>
                  <a:cubicBezTo>
                    <a:pt x="525239" y="6795"/>
                    <a:pt x="525239" y="6795"/>
                    <a:pt x="523652" y="6795"/>
                  </a:cubicBezTo>
                  <a:cubicBezTo>
                    <a:pt x="522064" y="6795"/>
                    <a:pt x="523652" y="6795"/>
                    <a:pt x="522064" y="5207"/>
                  </a:cubicBezTo>
                  <a:cubicBezTo>
                    <a:pt x="518889" y="3620"/>
                    <a:pt x="520476" y="2032"/>
                    <a:pt x="522064" y="444"/>
                  </a:cubicBezTo>
                  <a:close/>
                </a:path>
              </a:pathLst>
            </a:custGeom>
            <a:solidFill>
              <a:schemeClr val="bg1">
                <a:lumMod val="85000"/>
              </a:schemeClr>
            </a:solidFill>
            <a:ln>
              <a:noFill/>
            </a:ln>
          </p:spPr>
          <p:txBody>
            <a:bodyPr anchor="ctr"/>
            <a:lstStyle/>
            <a:p>
              <a:pPr algn="ctr"/>
              <a:endParaRPr/>
            </a:p>
          </p:txBody>
        </p:sp>
        <p:sp>
          <p:nvSpPr>
            <p:cNvPr id="64" name="iSlïḋé"/>
            <p:cNvSpPr/>
            <p:nvPr/>
          </p:nvSpPr>
          <p:spPr bwMode="auto">
            <a:xfrm>
              <a:off x="7767639" y="3331477"/>
              <a:ext cx="1166041" cy="809516"/>
            </a:xfrm>
            <a:custGeom>
              <a:avLst/>
              <a:gdLst>
                <a:gd name="connsiteX0" fmla="*/ 946150 w 1166041"/>
                <a:gd name="connsiteY0" fmla="*/ 799197 h 809516"/>
                <a:gd name="connsiteX1" fmla="*/ 949325 w 1166041"/>
                <a:gd name="connsiteY1" fmla="*/ 807135 h 809516"/>
                <a:gd name="connsiteX2" fmla="*/ 939800 w 1166041"/>
                <a:gd name="connsiteY2" fmla="*/ 807135 h 809516"/>
                <a:gd name="connsiteX3" fmla="*/ 946150 w 1166041"/>
                <a:gd name="connsiteY3" fmla="*/ 799197 h 809516"/>
                <a:gd name="connsiteX4" fmla="*/ 655828 w 1166041"/>
                <a:gd name="connsiteY4" fmla="*/ 657944 h 809516"/>
                <a:gd name="connsiteX5" fmla="*/ 663924 w 1166041"/>
                <a:gd name="connsiteY5" fmla="*/ 659566 h 809516"/>
                <a:gd name="connsiteX6" fmla="*/ 675259 w 1166041"/>
                <a:gd name="connsiteY6" fmla="*/ 666054 h 809516"/>
                <a:gd name="connsiteX7" fmla="*/ 684974 w 1166041"/>
                <a:gd name="connsiteY7" fmla="*/ 667676 h 809516"/>
                <a:gd name="connsiteX8" fmla="*/ 689832 w 1166041"/>
                <a:gd name="connsiteY8" fmla="*/ 669298 h 809516"/>
                <a:gd name="connsiteX9" fmla="*/ 699548 w 1166041"/>
                <a:gd name="connsiteY9" fmla="*/ 666054 h 809516"/>
                <a:gd name="connsiteX10" fmla="*/ 714121 w 1166041"/>
                <a:gd name="connsiteY10" fmla="*/ 661188 h 809516"/>
                <a:gd name="connsiteX11" fmla="*/ 722217 w 1166041"/>
                <a:gd name="connsiteY11" fmla="*/ 662810 h 809516"/>
                <a:gd name="connsiteX12" fmla="*/ 723836 w 1166041"/>
                <a:gd name="connsiteY12" fmla="*/ 667676 h 809516"/>
                <a:gd name="connsiteX13" fmla="*/ 723836 w 1166041"/>
                <a:gd name="connsiteY13" fmla="*/ 680652 h 809516"/>
                <a:gd name="connsiteX14" fmla="*/ 722217 w 1166041"/>
                <a:gd name="connsiteY14" fmla="*/ 693628 h 809516"/>
                <a:gd name="connsiteX15" fmla="*/ 718979 w 1166041"/>
                <a:gd name="connsiteY15" fmla="*/ 698494 h 809516"/>
                <a:gd name="connsiteX16" fmla="*/ 717359 w 1166041"/>
                <a:gd name="connsiteY16" fmla="*/ 706605 h 809516"/>
                <a:gd name="connsiteX17" fmla="*/ 717359 w 1166041"/>
                <a:gd name="connsiteY17" fmla="*/ 717959 h 809516"/>
                <a:gd name="connsiteX18" fmla="*/ 710882 w 1166041"/>
                <a:gd name="connsiteY18" fmla="*/ 713093 h 809516"/>
                <a:gd name="connsiteX19" fmla="*/ 706025 w 1166041"/>
                <a:gd name="connsiteY19" fmla="*/ 713093 h 809516"/>
                <a:gd name="connsiteX20" fmla="*/ 704405 w 1166041"/>
                <a:gd name="connsiteY20" fmla="*/ 722825 h 809516"/>
                <a:gd name="connsiteX21" fmla="*/ 699548 w 1166041"/>
                <a:gd name="connsiteY21" fmla="*/ 721203 h 809516"/>
                <a:gd name="connsiteX22" fmla="*/ 694690 w 1166041"/>
                <a:gd name="connsiteY22" fmla="*/ 729313 h 809516"/>
                <a:gd name="connsiteX23" fmla="*/ 686593 w 1166041"/>
                <a:gd name="connsiteY23" fmla="*/ 727691 h 809516"/>
                <a:gd name="connsiteX24" fmla="*/ 680116 w 1166041"/>
                <a:gd name="connsiteY24" fmla="*/ 724447 h 809516"/>
                <a:gd name="connsiteX25" fmla="*/ 672020 w 1166041"/>
                <a:gd name="connsiteY25" fmla="*/ 719581 h 809516"/>
                <a:gd name="connsiteX26" fmla="*/ 662305 w 1166041"/>
                <a:gd name="connsiteY26" fmla="*/ 708227 h 809516"/>
                <a:gd name="connsiteX27" fmla="*/ 662305 w 1166041"/>
                <a:gd name="connsiteY27" fmla="*/ 698494 h 809516"/>
                <a:gd name="connsiteX28" fmla="*/ 660685 w 1166041"/>
                <a:gd name="connsiteY28" fmla="*/ 690384 h 809516"/>
                <a:gd name="connsiteX29" fmla="*/ 655828 w 1166041"/>
                <a:gd name="connsiteY29" fmla="*/ 679030 h 809516"/>
                <a:gd name="connsiteX30" fmla="*/ 649351 w 1166041"/>
                <a:gd name="connsiteY30" fmla="*/ 669298 h 809516"/>
                <a:gd name="connsiteX31" fmla="*/ 652589 w 1166041"/>
                <a:gd name="connsiteY31" fmla="*/ 661188 h 809516"/>
                <a:gd name="connsiteX32" fmla="*/ 655828 w 1166041"/>
                <a:gd name="connsiteY32" fmla="*/ 657944 h 809516"/>
                <a:gd name="connsiteX33" fmla="*/ 1040424 w 1166041"/>
                <a:gd name="connsiteY33" fmla="*/ 645512 h 809516"/>
                <a:gd name="connsiteX34" fmla="*/ 1045113 w 1166041"/>
                <a:gd name="connsiteY34" fmla="*/ 650172 h 809516"/>
                <a:gd name="connsiteX35" fmla="*/ 1051638 w 1166041"/>
                <a:gd name="connsiteY35" fmla="*/ 659898 h 809516"/>
                <a:gd name="connsiteX36" fmla="*/ 1058163 w 1166041"/>
                <a:gd name="connsiteY36" fmla="*/ 661519 h 809516"/>
                <a:gd name="connsiteX37" fmla="*/ 1077737 w 1166041"/>
                <a:gd name="connsiteY37" fmla="*/ 659898 h 809516"/>
                <a:gd name="connsiteX38" fmla="*/ 1069581 w 1166041"/>
                <a:gd name="connsiteY38" fmla="*/ 676107 h 809516"/>
                <a:gd name="connsiteX39" fmla="*/ 1064688 w 1166041"/>
                <a:gd name="connsiteY39" fmla="*/ 692317 h 809516"/>
                <a:gd name="connsiteX40" fmla="*/ 1045113 w 1166041"/>
                <a:gd name="connsiteY40" fmla="*/ 713389 h 809516"/>
                <a:gd name="connsiteX41" fmla="*/ 1053269 w 1166041"/>
                <a:gd name="connsiteY41" fmla="*/ 723114 h 809516"/>
                <a:gd name="connsiteX42" fmla="*/ 1040220 w 1166041"/>
                <a:gd name="connsiteY42" fmla="*/ 724735 h 809516"/>
                <a:gd name="connsiteX43" fmla="*/ 1025539 w 1166041"/>
                <a:gd name="connsiteY43" fmla="*/ 731219 h 809516"/>
                <a:gd name="connsiteX44" fmla="*/ 1015752 w 1166041"/>
                <a:gd name="connsiteY44" fmla="*/ 737702 h 809516"/>
                <a:gd name="connsiteX45" fmla="*/ 1010858 w 1166041"/>
                <a:gd name="connsiteY45" fmla="*/ 755533 h 809516"/>
                <a:gd name="connsiteX46" fmla="*/ 994546 w 1166041"/>
                <a:gd name="connsiteY46" fmla="*/ 778226 h 809516"/>
                <a:gd name="connsiteX47" fmla="*/ 984759 w 1166041"/>
                <a:gd name="connsiteY47" fmla="*/ 789572 h 809516"/>
                <a:gd name="connsiteX48" fmla="*/ 970079 w 1166041"/>
                <a:gd name="connsiteY48" fmla="*/ 792814 h 809516"/>
                <a:gd name="connsiteX49" fmla="*/ 952135 w 1166041"/>
                <a:gd name="connsiteY49" fmla="*/ 792814 h 809516"/>
                <a:gd name="connsiteX50" fmla="*/ 947242 w 1166041"/>
                <a:gd name="connsiteY50" fmla="*/ 792814 h 809516"/>
                <a:gd name="connsiteX51" fmla="*/ 937455 w 1166041"/>
                <a:gd name="connsiteY51" fmla="*/ 786330 h 809516"/>
                <a:gd name="connsiteX52" fmla="*/ 917880 w 1166041"/>
                <a:gd name="connsiteY52" fmla="*/ 779847 h 809516"/>
                <a:gd name="connsiteX53" fmla="*/ 929299 w 1166041"/>
                <a:gd name="connsiteY53" fmla="*/ 765258 h 809516"/>
                <a:gd name="connsiteX54" fmla="*/ 939086 w 1166041"/>
                <a:gd name="connsiteY54" fmla="*/ 750670 h 809516"/>
                <a:gd name="connsiteX55" fmla="*/ 957029 w 1166041"/>
                <a:gd name="connsiteY55" fmla="*/ 732840 h 809516"/>
                <a:gd name="connsiteX56" fmla="*/ 978234 w 1166041"/>
                <a:gd name="connsiteY56" fmla="*/ 719872 h 809516"/>
                <a:gd name="connsiteX57" fmla="*/ 1001071 w 1166041"/>
                <a:gd name="connsiteY57" fmla="*/ 705284 h 809516"/>
                <a:gd name="connsiteX58" fmla="*/ 1009227 w 1166041"/>
                <a:gd name="connsiteY58" fmla="*/ 692317 h 809516"/>
                <a:gd name="connsiteX59" fmla="*/ 1023908 w 1166041"/>
                <a:gd name="connsiteY59" fmla="*/ 671244 h 809516"/>
                <a:gd name="connsiteX60" fmla="*/ 1030433 w 1166041"/>
                <a:gd name="connsiteY60" fmla="*/ 658277 h 809516"/>
                <a:gd name="connsiteX61" fmla="*/ 1036957 w 1166041"/>
                <a:gd name="connsiteY61" fmla="*/ 646931 h 809516"/>
                <a:gd name="connsiteX62" fmla="*/ 1040424 w 1166041"/>
                <a:gd name="connsiteY62" fmla="*/ 645512 h 809516"/>
                <a:gd name="connsiteX63" fmla="*/ 714375 w 1166041"/>
                <a:gd name="connsiteY63" fmla="*/ 637272 h 809516"/>
                <a:gd name="connsiteX64" fmla="*/ 720725 w 1166041"/>
                <a:gd name="connsiteY64" fmla="*/ 638860 h 809516"/>
                <a:gd name="connsiteX65" fmla="*/ 725488 w 1166041"/>
                <a:gd name="connsiteY65" fmla="*/ 645210 h 809516"/>
                <a:gd name="connsiteX66" fmla="*/ 722313 w 1166041"/>
                <a:gd name="connsiteY66" fmla="*/ 649972 h 809516"/>
                <a:gd name="connsiteX67" fmla="*/ 717550 w 1166041"/>
                <a:gd name="connsiteY67" fmla="*/ 642035 h 809516"/>
                <a:gd name="connsiteX68" fmla="*/ 714375 w 1166041"/>
                <a:gd name="connsiteY68" fmla="*/ 637272 h 809516"/>
                <a:gd name="connsiteX69" fmla="*/ 635907 w 1166041"/>
                <a:gd name="connsiteY69" fmla="*/ 634097 h 809516"/>
                <a:gd name="connsiteX70" fmla="*/ 639536 w 1166041"/>
                <a:gd name="connsiteY70" fmla="*/ 638860 h 809516"/>
                <a:gd name="connsiteX71" fmla="*/ 635907 w 1166041"/>
                <a:gd name="connsiteY71" fmla="*/ 646797 h 809516"/>
                <a:gd name="connsiteX72" fmla="*/ 630464 w 1166041"/>
                <a:gd name="connsiteY72" fmla="*/ 640447 h 809516"/>
                <a:gd name="connsiteX73" fmla="*/ 635907 w 1166041"/>
                <a:gd name="connsiteY73" fmla="*/ 634097 h 809516"/>
                <a:gd name="connsiteX74" fmla="*/ 1103885 w 1166041"/>
                <a:gd name="connsiteY74" fmla="*/ 553177 h 809516"/>
                <a:gd name="connsiteX75" fmla="*/ 1111952 w 1166041"/>
                <a:gd name="connsiteY75" fmla="*/ 564438 h 809516"/>
                <a:gd name="connsiteX76" fmla="*/ 1121633 w 1166041"/>
                <a:gd name="connsiteY76" fmla="*/ 578916 h 809516"/>
                <a:gd name="connsiteX77" fmla="*/ 1144223 w 1166041"/>
                <a:gd name="connsiteY77" fmla="*/ 585351 h 809516"/>
                <a:gd name="connsiteX78" fmla="*/ 1158744 w 1166041"/>
                <a:gd name="connsiteY78" fmla="*/ 574090 h 809516"/>
                <a:gd name="connsiteX79" fmla="*/ 1165198 w 1166041"/>
                <a:gd name="connsiteY79" fmla="*/ 586959 h 809516"/>
                <a:gd name="connsiteX80" fmla="*/ 1157131 w 1166041"/>
                <a:gd name="connsiteY80" fmla="*/ 598220 h 809516"/>
                <a:gd name="connsiteX81" fmla="*/ 1150677 w 1166041"/>
                <a:gd name="connsiteY81" fmla="*/ 607872 h 809516"/>
                <a:gd name="connsiteX82" fmla="*/ 1145836 w 1166041"/>
                <a:gd name="connsiteY82" fmla="*/ 612698 h 809516"/>
                <a:gd name="connsiteX83" fmla="*/ 1134542 w 1166041"/>
                <a:gd name="connsiteY83" fmla="*/ 614307 h 809516"/>
                <a:gd name="connsiteX84" fmla="*/ 1134542 w 1166041"/>
                <a:gd name="connsiteY84" fmla="*/ 632002 h 809516"/>
                <a:gd name="connsiteX85" fmla="*/ 1124860 w 1166041"/>
                <a:gd name="connsiteY85" fmla="*/ 644871 h 809516"/>
                <a:gd name="connsiteX86" fmla="*/ 1110339 w 1166041"/>
                <a:gd name="connsiteY86" fmla="*/ 660958 h 809516"/>
                <a:gd name="connsiteX87" fmla="*/ 1097430 w 1166041"/>
                <a:gd name="connsiteY87" fmla="*/ 665784 h 809516"/>
                <a:gd name="connsiteX88" fmla="*/ 1090976 w 1166041"/>
                <a:gd name="connsiteY88" fmla="*/ 656132 h 809516"/>
                <a:gd name="connsiteX89" fmla="*/ 1094203 w 1166041"/>
                <a:gd name="connsiteY89" fmla="*/ 638437 h 809516"/>
                <a:gd name="connsiteX90" fmla="*/ 1084522 w 1166041"/>
                <a:gd name="connsiteY90" fmla="*/ 625567 h 809516"/>
                <a:gd name="connsiteX91" fmla="*/ 1070001 w 1166041"/>
                <a:gd name="connsiteY91" fmla="*/ 619133 h 809516"/>
                <a:gd name="connsiteX92" fmla="*/ 1078068 w 1166041"/>
                <a:gd name="connsiteY92" fmla="*/ 607872 h 809516"/>
                <a:gd name="connsiteX93" fmla="*/ 1086136 w 1166041"/>
                <a:gd name="connsiteY93" fmla="*/ 593394 h 809516"/>
                <a:gd name="connsiteX94" fmla="*/ 1087749 w 1166041"/>
                <a:gd name="connsiteY94" fmla="*/ 575699 h 809516"/>
                <a:gd name="connsiteX95" fmla="*/ 1094203 w 1166041"/>
                <a:gd name="connsiteY95" fmla="*/ 559612 h 809516"/>
                <a:gd name="connsiteX96" fmla="*/ 1102271 w 1166041"/>
                <a:gd name="connsiteY96" fmla="*/ 561221 h 809516"/>
                <a:gd name="connsiteX97" fmla="*/ 1103885 w 1166041"/>
                <a:gd name="connsiteY97" fmla="*/ 553177 h 809516"/>
                <a:gd name="connsiteX98" fmla="*/ 1085850 w 1166041"/>
                <a:gd name="connsiteY98" fmla="*/ 546784 h 809516"/>
                <a:gd name="connsiteX99" fmla="*/ 1084263 w 1166041"/>
                <a:gd name="connsiteY99" fmla="*/ 561072 h 809516"/>
                <a:gd name="connsiteX100" fmla="*/ 1076325 w 1166041"/>
                <a:gd name="connsiteY100" fmla="*/ 553135 h 809516"/>
                <a:gd name="connsiteX101" fmla="*/ 1085850 w 1166041"/>
                <a:gd name="connsiteY101" fmla="*/ 546784 h 809516"/>
                <a:gd name="connsiteX102" fmla="*/ 499393 w 1166041"/>
                <a:gd name="connsiteY102" fmla="*/ 538847 h 809516"/>
                <a:gd name="connsiteX103" fmla="*/ 509420 w 1166041"/>
                <a:gd name="connsiteY103" fmla="*/ 540434 h 809516"/>
                <a:gd name="connsiteX104" fmla="*/ 509420 w 1166041"/>
                <a:gd name="connsiteY104" fmla="*/ 545197 h 809516"/>
                <a:gd name="connsiteX105" fmla="*/ 501064 w 1166041"/>
                <a:gd name="connsiteY105" fmla="*/ 546784 h 809516"/>
                <a:gd name="connsiteX106" fmla="*/ 492709 w 1166041"/>
                <a:gd name="connsiteY106" fmla="*/ 548372 h 809516"/>
                <a:gd name="connsiteX107" fmla="*/ 484354 w 1166041"/>
                <a:gd name="connsiteY107" fmla="*/ 546784 h 809516"/>
                <a:gd name="connsiteX108" fmla="*/ 487696 w 1166041"/>
                <a:gd name="connsiteY108" fmla="*/ 543609 h 809516"/>
                <a:gd name="connsiteX109" fmla="*/ 499393 w 1166041"/>
                <a:gd name="connsiteY109" fmla="*/ 538847 h 809516"/>
                <a:gd name="connsiteX110" fmla="*/ 1043046 w 1166041"/>
                <a:gd name="connsiteY110" fmla="*/ 504035 h 809516"/>
                <a:gd name="connsiteX111" fmla="*/ 1069387 w 1166041"/>
                <a:gd name="connsiteY111" fmla="*/ 515545 h 809516"/>
                <a:gd name="connsiteX112" fmla="*/ 1082557 w 1166041"/>
                <a:gd name="connsiteY112" fmla="*/ 527054 h 809516"/>
                <a:gd name="connsiteX113" fmla="*/ 1082557 w 1166041"/>
                <a:gd name="connsiteY113" fmla="*/ 540208 h 809516"/>
                <a:gd name="connsiteX114" fmla="*/ 1072680 w 1166041"/>
                <a:gd name="connsiteY114" fmla="*/ 545141 h 809516"/>
                <a:gd name="connsiteX115" fmla="*/ 1059509 w 1166041"/>
                <a:gd name="connsiteY115" fmla="*/ 528699 h 809516"/>
                <a:gd name="connsiteX116" fmla="*/ 1051278 w 1166041"/>
                <a:gd name="connsiteY116" fmla="*/ 517189 h 809516"/>
                <a:gd name="connsiteX117" fmla="*/ 1043046 w 1166041"/>
                <a:gd name="connsiteY117" fmla="*/ 504035 h 809516"/>
                <a:gd name="connsiteX118" fmla="*/ 602740 w 1166041"/>
                <a:gd name="connsiteY118" fmla="*/ 722 h 809516"/>
                <a:gd name="connsiteX119" fmla="*/ 605989 w 1166041"/>
                <a:gd name="connsiteY119" fmla="*/ 722 h 809516"/>
                <a:gd name="connsiteX120" fmla="*/ 605989 w 1166041"/>
                <a:gd name="connsiteY120" fmla="*/ 2346 h 809516"/>
                <a:gd name="connsiteX121" fmla="*/ 609238 w 1166041"/>
                <a:gd name="connsiteY121" fmla="*/ 7221 h 809516"/>
                <a:gd name="connsiteX122" fmla="*/ 609238 w 1166041"/>
                <a:gd name="connsiteY122" fmla="*/ 13720 h 809516"/>
                <a:gd name="connsiteX123" fmla="*/ 612487 w 1166041"/>
                <a:gd name="connsiteY123" fmla="*/ 16970 h 809516"/>
                <a:gd name="connsiteX124" fmla="*/ 615737 w 1166041"/>
                <a:gd name="connsiteY124" fmla="*/ 21844 h 809516"/>
                <a:gd name="connsiteX125" fmla="*/ 615737 w 1166041"/>
                <a:gd name="connsiteY125" fmla="*/ 28343 h 809516"/>
                <a:gd name="connsiteX126" fmla="*/ 618986 w 1166041"/>
                <a:gd name="connsiteY126" fmla="*/ 31593 h 809516"/>
                <a:gd name="connsiteX127" fmla="*/ 622235 w 1166041"/>
                <a:gd name="connsiteY127" fmla="*/ 36467 h 809516"/>
                <a:gd name="connsiteX128" fmla="*/ 622235 w 1166041"/>
                <a:gd name="connsiteY128" fmla="*/ 42967 h 809516"/>
                <a:gd name="connsiteX129" fmla="*/ 623860 w 1166041"/>
                <a:gd name="connsiteY129" fmla="*/ 47841 h 809516"/>
                <a:gd name="connsiteX130" fmla="*/ 625485 w 1166041"/>
                <a:gd name="connsiteY130" fmla="*/ 55965 h 809516"/>
                <a:gd name="connsiteX131" fmla="*/ 625485 w 1166041"/>
                <a:gd name="connsiteY131" fmla="*/ 62464 h 809516"/>
                <a:gd name="connsiteX132" fmla="*/ 627109 w 1166041"/>
                <a:gd name="connsiteY132" fmla="*/ 67339 h 809516"/>
                <a:gd name="connsiteX133" fmla="*/ 628734 w 1166041"/>
                <a:gd name="connsiteY133" fmla="*/ 70588 h 809516"/>
                <a:gd name="connsiteX134" fmla="*/ 633608 w 1166041"/>
                <a:gd name="connsiteY134" fmla="*/ 75463 h 809516"/>
                <a:gd name="connsiteX135" fmla="*/ 640106 w 1166041"/>
                <a:gd name="connsiteY135" fmla="*/ 75463 h 809516"/>
                <a:gd name="connsiteX136" fmla="*/ 646605 w 1166041"/>
                <a:gd name="connsiteY136" fmla="*/ 72213 h 809516"/>
                <a:gd name="connsiteX137" fmla="*/ 648230 w 1166041"/>
                <a:gd name="connsiteY137" fmla="*/ 73838 h 809516"/>
                <a:gd name="connsiteX138" fmla="*/ 653103 w 1166041"/>
                <a:gd name="connsiteY138" fmla="*/ 78712 h 809516"/>
                <a:gd name="connsiteX139" fmla="*/ 656353 w 1166041"/>
                <a:gd name="connsiteY139" fmla="*/ 81962 h 809516"/>
                <a:gd name="connsiteX140" fmla="*/ 661227 w 1166041"/>
                <a:gd name="connsiteY140" fmla="*/ 85211 h 809516"/>
                <a:gd name="connsiteX141" fmla="*/ 661227 w 1166041"/>
                <a:gd name="connsiteY141" fmla="*/ 91711 h 809516"/>
                <a:gd name="connsiteX142" fmla="*/ 661227 w 1166041"/>
                <a:gd name="connsiteY142" fmla="*/ 99835 h 809516"/>
                <a:gd name="connsiteX143" fmla="*/ 662851 w 1166041"/>
                <a:gd name="connsiteY143" fmla="*/ 106334 h 809516"/>
                <a:gd name="connsiteX144" fmla="*/ 662851 w 1166041"/>
                <a:gd name="connsiteY144" fmla="*/ 116083 h 809516"/>
                <a:gd name="connsiteX145" fmla="*/ 664476 w 1166041"/>
                <a:gd name="connsiteY145" fmla="*/ 120957 h 809516"/>
                <a:gd name="connsiteX146" fmla="*/ 667725 w 1166041"/>
                <a:gd name="connsiteY146" fmla="*/ 122582 h 809516"/>
                <a:gd name="connsiteX147" fmla="*/ 669350 w 1166041"/>
                <a:gd name="connsiteY147" fmla="*/ 127456 h 809516"/>
                <a:gd name="connsiteX148" fmla="*/ 674224 w 1166041"/>
                <a:gd name="connsiteY148" fmla="*/ 133956 h 809516"/>
                <a:gd name="connsiteX149" fmla="*/ 675848 w 1166041"/>
                <a:gd name="connsiteY149" fmla="*/ 138830 h 809516"/>
                <a:gd name="connsiteX150" fmla="*/ 677473 w 1166041"/>
                <a:gd name="connsiteY150" fmla="*/ 143704 h 809516"/>
                <a:gd name="connsiteX151" fmla="*/ 677473 w 1166041"/>
                <a:gd name="connsiteY151" fmla="*/ 153453 h 809516"/>
                <a:gd name="connsiteX152" fmla="*/ 682347 w 1166041"/>
                <a:gd name="connsiteY152" fmla="*/ 158328 h 809516"/>
                <a:gd name="connsiteX153" fmla="*/ 682347 w 1166041"/>
                <a:gd name="connsiteY153" fmla="*/ 161577 h 809516"/>
                <a:gd name="connsiteX154" fmla="*/ 687221 w 1166041"/>
                <a:gd name="connsiteY154" fmla="*/ 171326 h 809516"/>
                <a:gd name="connsiteX155" fmla="*/ 690470 w 1166041"/>
                <a:gd name="connsiteY155" fmla="*/ 176201 h 809516"/>
                <a:gd name="connsiteX156" fmla="*/ 696969 w 1166041"/>
                <a:gd name="connsiteY156" fmla="*/ 177825 h 809516"/>
                <a:gd name="connsiteX157" fmla="*/ 701843 w 1166041"/>
                <a:gd name="connsiteY157" fmla="*/ 179450 h 809516"/>
                <a:gd name="connsiteX158" fmla="*/ 706716 w 1166041"/>
                <a:gd name="connsiteY158" fmla="*/ 181075 h 809516"/>
                <a:gd name="connsiteX159" fmla="*/ 709966 w 1166041"/>
                <a:gd name="connsiteY159" fmla="*/ 185949 h 809516"/>
                <a:gd name="connsiteX160" fmla="*/ 713215 w 1166041"/>
                <a:gd name="connsiteY160" fmla="*/ 189199 h 809516"/>
                <a:gd name="connsiteX161" fmla="*/ 722963 w 1166041"/>
                <a:gd name="connsiteY161" fmla="*/ 192449 h 809516"/>
                <a:gd name="connsiteX162" fmla="*/ 719713 w 1166041"/>
                <a:gd name="connsiteY162" fmla="*/ 195698 h 809516"/>
                <a:gd name="connsiteX163" fmla="*/ 727837 w 1166041"/>
                <a:gd name="connsiteY163" fmla="*/ 197323 h 809516"/>
                <a:gd name="connsiteX164" fmla="*/ 732711 w 1166041"/>
                <a:gd name="connsiteY164" fmla="*/ 198948 h 809516"/>
                <a:gd name="connsiteX165" fmla="*/ 734335 w 1166041"/>
                <a:gd name="connsiteY165" fmla="*/ 198948 h 809516"/>
                <a:gd name="connsiteX166" fmla="*/ 732711 w 1166041"/>
                <a:gd name="connsiteY166" fmla="*/ 203822 h 809516"/>
                <a:gd name="connsiteX167" fmla="*/ 732711 w 1166041"/>
                <a:gd name="connsiteY167" fmla="*/ 208697 h 809516"/>
                <a:gd name="connsiteX168" fmla="*/ 735960 w 1166041"/>
                <a:gd name="connsiteY168" fmla="*/ 210321 h 809516"/>
                <a:gd name="connsiteX169" fmla="*/ 737585 w 1166041"/>
                <a:gd name="connsiteY169" fmla="*/ 213571 h 809516"/>
                <a:gd name="connsiteX170" fmla="*/ 742458 w 1166041"/>
                <a:gd name="connsiteY170" fmla="*/ 218445 h 809516"/>
                <a:gd name="connsiteX171" fmla="*/ 745708 w 1166041"/>
                <a:gd name="connsiteY171" fmla="*/ 224945 h 809516"/>
                <a:gd name="connsiteX172" fmla="*/ 745708 w 1166041"/>
                <a:gd name="connsiteY172" fmla="*/ 233069 h 809516"/>
                <a:gd name="connsiteX173" fmla="*/ 748957 w 1166041"/>
                <a:gd name="connsiteY173" fmla="*/ 237943 h 809516"/>
                <a:gd name="connsiteX174" fmla="*/ 752206 w 1166041"/>
                <a:gd name="connsiteY174" fmla="*/ 247692 h 809516"/>
                <a:gd name="connsiteX175" fmla="*/ 757080 w 1166041"/>
                <a:gd name="connsiteY175" fmla="*/ 239568 h 809516"/>
                <a:gd name="connsiteX176" fmla="*/ 758705 w 1166041"/>
                <a:gd name="connsiteY176" fmla="*/ 241193 h 809516"/>
                <a:gd name="connsiteX177" fmla="*/ 760329 w 1166041"/>
                <a:gd name="connsiteY177" fmla="*/ 241193 h 809516"/>
                <a:gd name="connsiteX178" fmla="*/ 763579 w 1166041"/>
                <a:gd name="connsiteY178" fmla="*/ 244442 h 809516"/>
                <a:gd name="connsiteX179" fmla="*/ 763579 w 1166041"/>
                <a:gd name="connsiteY179" fmla="*/ 246067 h 809516"/>
                <a:gd name="connsiteX180" fmla="*/ 768453 w 1166041"/>
                <a:gd name="connsiteY180" fmla="*/ 247692 h 809516"/>
                <a:gd name="connsiteX181" fmla="*/ 771702 w 1166041"/>
                <a:gd name="connsiteY181" fmla="*/ 246067 h 809516"/>
                <a:gd name="connsiteX182" fmla="*/ 774951 w 1166041"/>
                <a:gd name="connsiteY182" fmla="*/ 250942 h 809516"/>
                <a:gd name="connsiteX183" fmla="*/ 774951 w 1166041"/>
                <a:gd name="connsiteY183" fmla="*/ 255816 h 809516"/>
                <a:gd name="connsiteX184" fmla="*/ 774951 w 1166041"/>
                <a:gd name="connsiteY184" fmla="*/ 265565 h 809516"/>
                <a:gd name="connsiteX185" fmla="*/ 779825 w 1166041"/>
                <a:gd name="connsiteY185" fmla="*/ 267190 h 809516"/>
                <a:gd name="connsiteX186" fmla="*/ 781450 w 1166041"/>
                <a:gd name="connsiteY186" fmla="*/ 273689 h 809516"/>
                <a:gd name="connsiteX187" fmla="*/ 786324 w 1166041"/>
                <a:gd name="connsiteY187" fmla="*/ 275314 h 809516"/>
                <a:gd name="connsiteX188" fmla="*/ 792822 w 1166041"/>
                <a:gd name="connsiteY188" fmla="*/ 278563 h 809516"/>
                <a:gd name="connsiteX189" fmla="*/ 794447 w 1166041"/>
                <a:gd name="connsiteY189" fmla="*/ 281813 h 809516"/>
                <a:gd name="connsiteX190" fmla="*/ 802570 w 1166041"/>
                <a:gd name="connsiteY190" fmla="*/ 288312 h 809516"/>
                <a:gd name="connsiteX191" fmla="*/ 807444 w 1166041"/>
                <a:gd name="connsiteY191" fmla="*/ 298061 h 809516"/>
                <a:gd name="connsiteX192" fmla="*/ 813942 w 1166041"/>
                <a:gd name="connsiteY192" fmla="*/ 302935 h 809516"/>
                <a:gd name="connsiteX193" fmla="*/ 815567 w 1166041"/>
                <a:gd name="connsiteY193" fmla="*/ 306185 h 809516"/>
                <a:gd name="connsiteX194" fmla="*/ 820441 w 1166041"/>
                <a:gd name="connsiteY194" fmla="*/ 304560 h 809516"/>
                <a:gd name="connsiteX195" fmla="*/ 825315 w 1166041"/>
                <a:gd name="connsiteY195" fmla="*/ 296436 h 809516"/>
                <a:gd name="connsiteX196" fmla="*/ 826939 w 1166041"/>
                <a:gd name="connsiteY196" fmla="*/ 306185 h 809516"/>
                <a:gd name="connsiteX197" fmla="*/ 823690 w 1166041"/>
                <a:gd name="connsiteY197" fmla="*/ 311059 h 809516"/>
                <a:gd name="connsiteX198" fmla="*/ 822066 w 1166041"/>
                <a:gd name="connsiteY198" fmla="*/ 315934 h 809516"/>
                <a:gd name="connsiteX199" fmla="*/ 823690 w 1166041"/>
                <a:gd name="connsiteY199" fmla="*/ 322433 h 809516"/>
                <a:gd name="connsiteX200" fmla="*/ 823690 w 1166041"/>
                <a:gd name="connsiteY200" fmla="*/ 327307 h 809516"/>
                <a:gd name="connsiteX201" fmla="*/ 822066 w 1166041"/>
                <a:gd name="connsiteY201" fmla="*/ 335431 h 809516"/>
                <a:gd name="connsiteX202" fmla="*/ 822066 w 1166041"/>
                <a:gd name="connsiteY202" fmla="*/ 341931 h 809516"/>
                <a:gd name="connsiteX203" fmla="*/ 820441 w 1166041"/>
                <a:gd name="connsiteY203" fmla="*/ 348430 h 809516"/>
                <a:gd name="connsiteX204" fmla="*/ 822066 w 1166041"/>
                <a:gd name="connsiteY204" fmla="*/ 351679 h 809516"/>
                <a:gd name="connsiteX205" fmla="*/ 823690 w 1166041"/>
                <a:gd name="connsiteY205" fmla="*/ 356554 h 809516"/>
                <a:gd name="connsiteX206" fmla="*/ 826939 w 1166041"/>
                <a:gd name="connsiteY206" fmla="*/ 359803 h 809516"/>
                <a:gd name="connsiteX207" fmla="*/ 828564 w 1166041"/>
                <a:gd name="connsiteY207" fmla="*/ 366303 h 809516"/>
                <a:gd name="connsiteX208" fmla="*/ 830189 w 1166041"/>
                <a:gd name="connsiteY208" fmla="*/ 371177 h 809516"/>
                <a:gd name="connsiteX209" fmla="*/ 831813 w 1166041"/>
                <a:gd name="connsiteY209" fmla="*/ 376051 h 809516"/>
                <a:gd name="connsiteX210" fmla="*/ 831813 w 1166041"/>
                <a:gd name="connsiteY210" fmla="*/ 382551 h 809516"/>
                <a:gd name="connsiteX211" fmla="*/ 831813 w 1166041"/>
                <a:gd name="connsiteY211" fmla="*/ 387425 h 809516"/>
                <a:gd name="connsiteX212" fmla="*/ 830189 w 1166041"/>
                <a:gd name="connsiteY212" fmla="*/ 392299 h 809516"/>
                <a:gd name="connsiteX213" fmla="*/ 828564 w 1166041"/>
                <a:gd name="connsiteY213" fmla="*/ 397174 h 809516"/>
                <a:gd name="connsiteX214" fmla="*/ 825315 w 1166041"/>
                <a:gd name="connsiteY214" fmla="*/ 402048 h 809516"/>
                <a:gd name="connsiteX215" fmla="*/ 823690 w 1166041"/>
                <a:gd name="connsiteY215" fmla="*/ 406923 h 809516"/>
                <a:gd name="connsiteX216" fmla="*/ 823690 w 1166041"/>
                <a:gd name="connsiteY216" fmla="*/ 411797 h 809516"/>
                <a:gd name="connsiteX217" fmla="*/ 823690 w 1166041"/>
                <a:gd name="connsiteY217" fmla="*/ 416672 h 809516"/>
                <a:gd name="connsiteX218" fmla="*/ 822066 w 1166041"/>
                <a:gd name="connsiteY218" fmla="*/ 423171 h 809516"/>
                <a:gd name="connsiteX219" fmla="*/ 820441 w 1166041"/>
                <a:gd name="connsiteY219" fmla="*/ 429670 h 809516"/>
                <a:gd name="connsiteX220" fmla="*/ 818816 w 1166041"/>
                <a:gd name="connsiteY220" fmla="*/ 436169 h 809516"/>
                <a:gd name="connsiteX221" fmla="*/ 817192 w 1166041"/>
                <a:gd name="connsiteY221" fmla="*/ 441044 h 809516"/>
                <a:gd name="connsiteX222" fmla="*/ 815567 w 1166041"/>
                <a:gd name="connsiteY222" fmla="*/ 445918 h 809516"/>
                <a:gd name="connsiteX223" fmla="*/ 815567 w 1166041"/>
                <a:gd name="connsiteY223" fmla="*/ 449168 h 809516"/>
                <a:gd name="connsiteX224" fmla="*/ 812318 w 1166041"/>
                <a:gd name="connsiteY224" fmla="*/ 454042 h 809516"/>
                <a:gd name="connsiteX225" fmla="*/ 812318 w 1166041"/>
                <a:gd name="connsiteY225" fmla="*/ 457292 h 809516"/>
                <a:gd name="connsiteX226" fmla="*/ 812318 w 1166041"/>
                <a:gd name="connsiteY226" fmla="*/ 462166 h 809516"/>
                <a:gd name="connsiteX227" fmla="*/ 807444 w 1166041"/>
                <a:gd name="connsiteY227" fmla="*/ 468665 h 809516"/>
                <a:gd name="connsiteX228" fmla="*/ 804195 w 1166041"/>
                <a:gd name="connsiteY228" fmla="*/ 471915 h 809516"/>
                <a:gd name="connsiteX229" fmla="*/ 799321 w 1166041"/>
                <a:gd name="connsiteY229" fmla="*/ 476789 h 809516"/>
                <a:gd name="connsiteX230" fmla="*/ 794447 w 1166041"/>
                <a:gd name="connsiteY230" fmla="*/ 480039 h 809516"/>
                <a:gd name="connsiteX231" fmla="*/ 791197 w 1166041"/>
                <a:gd name="connsiteY231" fmla="*/ 484913 h 809516"/>
                <a:gd name="connsiteX232" fmla="*/ 787948 w 1166041"/>
                <a:gd name="connsiteY232" fmla="*/ 488163 h 809516"/>
                <a:gd name="connsiteX233" fmla="*/ 787948 w 1166041"/>
                <a:gd name="connsiteY233" fmla="*/ 493037 h 809516"/>
                <a:gd name="connsiteX234" fmla="*/ 786324 w 1166041"/>
                <a:gd name="connsiteY234" fmla="*/ 494662 h 809516"/>
                <a:gd name="connsiteX235" fmla="*/ 783074 w 1166041"/>
                <a:gd name="connsiteY235" fmla="*/ 501161 h 809516"/>
                <a:gd name="connsiteX236" fmla="*/ 779825 w 1166041"/>
                <a:gd name="connsiteY236" fmla="*/ 506036 h 809516"/>
                <a:gd name="connsiteX237" fmla="*/ 778200 w 1166041"/>
                <a:gd name="connsiteY237" fmla="*/ 509285 h 809516"/>
                <a:gd name="connsiteX238" fmla="*/ 776576 w 1166041"/>
                <a:gd name="connsiteY238" fmla="*/ 514160 h 809516"/>
                <a:gd name="connsiteX239" fmla="*/ 776576 w 1166041"/>
                <a:gd name="connsiteY239" fmla="*/ 519034 h 809516"/>
                <a:gd name="connsiteX240" fmla="*/ 774951 w 1166041"/>
                <a:gd name="connsiteY240" fmla="*/ 522284 h 809516"/>
                <a:gd name="connsiteX241" fmla="*/ 773327 w 1166041"/>
                <a:gd name="connsiteY241" fmla="*/ 527158 h 809516"/>
                <a:gd name="connsiteX242" fmla="*/ 768453 w 1166041"/>
                <a:gd name="connsiteY242" fmla="*/ 533657 h 809516"/>
                <a:gd name="connsiteX243" fmla="*/ 765203 w 1166041"/>
                <a:gd name="connsiteY243" fmla="*/ 540157 h 809516"/>
                <a:gd name="connsiteX244" fmla="*/ 761954 w 1166041"/>
                <a:gd name="connsiteY244" fmla="*/ 545031 h 809516"/>
                <a:gd name="connsiteX245" fmla="*/ 761954 w 1166041"/>
                <a:gd name="connsiteY245" fmla="*/ 549905 h 809516"/>
                <a:gd name="connsiteX246" fmla="*/ 761954 w 1166041"/>
                <a:gd name="connsiteY246" fmla="*/ 554780 h 809516"/>
                <a:gd name="connsiteX247" fmla="*/ 760329 w 1166041"/>
                <a:gd name="connsiteY247" fmla="*/ 558029 h 809516"/>
                <a:gd name="connsiteX248" fmla="*/ 758705 w 1166041"/>
                <a:gd name="connsiteY248" fmla="*/ 562904 h 809516"/>
                <a:gd name="connsiteX249" fmla="*/ 760329 w 1166041"/>
                <a:gd name="connsiteY249" fmla="*/ 571028 h 809516"/>
                <a:gd name="connsiteX250" fmla="*/ 760329 w 1166041"/>
                <a:gd name="connsiteY250" fmla="*/ 574278 h 809516"/>
                <a:gd name="connsiteX251" fmla="*/ 755455 w 1166041"/>
                <a:gd name="connsiteY251" fmla="*/ 582402 h 809516"/>
                <a:gd name="connsiteX252" fmla="*/ 753831 w 1166041"/>
                <a:gd name="connsiteY252" fmla="*/ 588901 h 809516"/>
                <a:gd name="connsiteX253" fmla="*/ 748957 w 1166041"/>
                <a:gd name="connsiteY253" fmla="*/ 588901 h 809516"/>
                <a:gd name="connsiteX254" fmla="*/ 745708 w 1166041"/>
                <a:gd name="connsiteY254" fmla="*/ 588901 h 809516"/>
                <a:gd name="connsiteX255" fmla="*/ 739209 w 1166041"/>
                <a:gd name="connsiteY255" fmla="*/ 590526 h 809516"/>
                <a:gd name="connsiteX256" fmla="*/ 735960 w 1166041"/>
                <a:gd name="connsiteY256" fmla="*/ 590526 h 809516"/>
                <a:gd name="connsiteX257" fmla="*/ 729461 w 1166041"/>
                <a:gd name="connsiteY257" fmla="*/ 588901 h 809516"/>
                <a:gd name="connsiteX258" fmla="*/ 721338 w 1166041"/>
                <a:gd name="connsiteY258" fmla="*/ 592150 h 809516"/>
                <a:gd name="connsiteX259" fmla="*/ 719713 w 1166041"/>
                <a:gd name="connsiteY259" fmla="*/ 590526 h 809516"/>
                <a:gd name="connsiteX260" fmla="*/ 718089 w 1166041"/>
                <a:gd name="connsiteY260" fmla="*/ 590526 h 809516"/>
                <a:gd name="connsiteX261" fmla="*/ 711590 w 1166041"/>
                <a:gd name="connsiteY261" fmla="*/ 595400 h 809516"/>
                <a:gd name="connsiteX262" fmla="*/ 708341 w 1166041"/>
                <a:gd name="connsiteY262" fmla="*/ 598650 h 809516"/>
                <a:gd name="connsiteX263" fmla="*/ 703467 w 1166041"/>
                <a:gd name="connsiteY263" fmla="*/ 603524 h 809516"/>
                <a:gd name="connsiteX264" fmla="*/ 695344 w 1166041"/>
                <a:gd name="connsiteY264" fmla="*/ 611648 h 809516"/>
                <a:gd name="connsiteX265" fmla="*/ 692095 w 1166041"/>
                <a:gd name="connsiteY265" fmla="*/ 613273 h 809516"/>
                <a:gd name="connsiteX266" fmla="*/ 688845 w 1166041"/>
                <a:gd name="connsiteY266" fmla="*/ 613273 h 809516"/>
                <a:gd name="connsiteX267" fmla="*/ 685596 w 1166041"/>
                <a:gd name="connsiteY267" fmla="*/ 618147 h 809516"/>
                <a:gd name="connsiteX268" fmla="*/ 683972 w 1166041"/>
                <a:gd name="connsiteY268" fmla="*/ 621397 h 809516"/>
                <a:gd name="connsiteX269" fmla="*/ 682347 w 1166041"/>
                <a:gd name="connsiteY269" fmla="*/ 618147 h 809516"/>
                <a:gd name="connsiteX270" fmla="*/ 677473 w 1166041"/>
                <a:gd name="connsiteY270" fmla="*/ 614898 h 809516"/>
                <a:gd name="connsiteX271" fmla="*/ 675848 w 1166041"/>
                <a:gd name="connsiteY271" fmla="*/ 611648 h 809516"/>
                <a:gd name="connsiteX272" fmla="*/ 672599 w 1166041"/>
                <a:gd name="connsiteY272" fmla="*/ 610023 h 809516"/>
                <a:gd name="connsiteX273" fmla="*/ 667725 w 1166041"/>
                <a:gd name="connsiteY273" fmla="*/ 610023 h 809516"/>
                <a:gd name="connsiteX274" fmla="*/ 662851 w 1166041"/>
                <a:gd name="connsiteY274" fmla="*/ 608398 h 809516"/>
                <a:gd name="connsiteX275" fmla="*/ 659602 w 1166041"/>
                <a:gd name="connsiteY275" fmla="*/ 606774 h 809516"/>
                <a:gd name="connsiteX276" fmla="*/ 664476 w 1166041"/>
                <a:gd name="connsiteY276" fmla="*/ 605149 h 809516"/>
                <a:gd name="connsiteX277" fmla="*/ 662851 w 1166041"/>
                <a:gd name="connsiteY277" fmla="*/ 600274 h 809516"/>
                <a:gd name="connsiteX278" fmla="*/ 657977 w 1166041"/>
                <a:gd name="connsiteY278" fmla="*/ 603524 h 809516"/>
                <a:gd name="connsiteX279" fmla="*/ 654728 w 1166041"/>
                <a:gd name="connsiteY279" fmla="*/ 601899 h 809516"/>
                <a:gd name="connsiteX280" fmla="*/ 656353 w 1166041"/>
                <a:gd name="connsiteY280" fmla="*/ 597025 h 809516"/>
                <a:gd name="connsiteX281" fmla="*/ 653103 w 1166041"/>
                <a:gd name="connsiteY281" fmla="*/ 593775 h 809516"/>
                <a:gd name="connsiteX282" fmla="*/ 649854 w 1166041"/>
                <a:gd name="connsiteY282" fmla="*/ 597025 h 809516"/>
                <a:gd name="connsiteX283" fmla="*/ 648230 w 1166041"/>
                <a:gd name="connsiteY283" fmla="*/ 601899 h 809516"/>
                <a:gd name="connsiteX284" fmla="*/ 644980 w 1166041"/>
                <a:gd name="connsiteY284" fmla="*/ 603524 h 809516"/>
                <a:gd name="connsiteX285" fmla="*/ 643356 w 1166041"/>
                <a:gd name="connsiteY285" fmla="*/ 601899 h 809516"/>
                <a:gd name="connsiteX286" fmla="*/ 640106 w 1166041"/>
                <a:gd name="connsiteY286" fmla="*/ 605149 h 809516"/>
                <a:gd name="connsiteX287" fmla="*/ 636857 w 1166041"/>
                <a:gd name="connsiteY287" fmla="*/ 606774 h 809516"/>
                <a:gd name="connsiteX288" fmla="*/ 631983 w 1166041"/>
                <a:gd name="connsiteY288" fmla="*/ 611648 h 809516"/>
                <a:gd name="connsiteX289" fmla="*/ 625485 w 1166041"/>
                <a:gd name="connsiteY289" fmla="*/ 614898 h 809516"/>
                <a:gd name="connsiteX290" fmla="*/ 625485 w 1166041"/>
                <a:gd name="connsiteY290" fmla="*/ 613273 h 809516"/>
                <a:gd name="connsiteX291" fmla="*/ 622235 w 1166041"/>
                <a:gd name="connsiteY291" fmla="*/ 613273 h 809516"/>
                <a:gd name="connsiteX292" fmla="*/ 617361 w 1166041"/>
                <a:gd name="connsiteY292" fmla="*/ 611648 h 809516"/>
                <a:gd name="connsiteX293" fmla="*/ 614112 w 1166041"/>
                <a:gd name="connsiteY293" fmla="*/ 610023 h 809516"/>
                <a:gd name="connsiteX294" fmla="*/ 610863 w 1166041"/>
                <a:gd name="connsiteY294" fmla="*/ 608398 h 809516"/>
                <a:gd name="connsiteX295" fmla="*/ 607613 w 1166041"/>
                <a:gd name="connsiteY295" fmla="*/ 605149 h 809516"/>
                <a:gd name="connsiteX296" fmla="*/ 602740 w 1166041"/>
                <a:gd name="connsiteY296" fmla="*/ 605149 h 809516"/>
                <a:gd name="connsiteX297" fmla="*/ 594616 w 1166041"/>
                <a:gd name="connsiteY297" fmla="*/ 603524 h 809516"/>
                <a:gd name="connsiteX298" fmla="*/ 592992 w 1166041"/>
                <a:gd name="connsiteY298" fmla="*/ 603524 h 809516"/>
                <a:gd name="connsiteX299" fmla="*/ 591367 w 1166041"/>
                <a:gd name="connsiteY299" fmla="*/ 603524 h 809516"/>
                <a:gd name="connsiteX300" fmla="*/ 586493 w 1166041"/>
                <a:gd name="connsiteY300" fmla="*/ 603524 h 809516"/>
                <a:gd name="connsiteX301" fmla="*/ 581619 w 1166041"/>
                <a:gd name="connsiteY301" fmla="*/ 601899 h 809516"/>
                <a:gd name="connsiteX302" fmla="*/ 573496 w 1166041"/>
                <a:gd name="connsiteY302" fmla="*/ 597025 h 809516"/>
                <a:gd name="connsiteX303" fmla="*/ 568622 w 1166041"/>
                <a:gd name="connsiteY303" fmla="*/ 597025 h 809516"/>
                <a:gd name="connsiteX304" fmla="*/ 562124 w 1166041"/>
                <a:gd name="connsiteY304" fmla="*/ 595400 h 809516"/>
                <a:gd name="connsiteX305" fmla="*/ 558874 w 1166041"/>
                <a:gd name="connsiteY305" fmla="*/ 588901 h 809516"/>
                <a:gd name="connsiteX306" fmla="*/ 552376 w 1166041"/>
                <a:gd name="connsiteY306" fmla="*/ 582402 h 809516"/>
                <a:gd name="connsiteX307" fmla="*/ 550751 w 1166041"/>
                <a:gd name="connsiteY307" fmla="*/ 577527 h 809516"/>
                <a:gd name="connsiteX308" fmla="*/ 549127 w 1166041"/>
                <a:gd name="connsiteY308" fmla="*/ 571028 h 809516"/>
                <a:gd name="connsiteX309" fmla="*/ 547502 w 1166041"/>
                <a:gd name="connsiteY309" fmla="*/ 567778 h 809516"/>
                <a:gd name="connsiteX310" fmla="*/ 547502 w 1166041"/>
                <a:gd name="connsiteY310" fmla="*/ 564529 h 809516"/>
                <a:gd name="connsiteX311" fmla="*/ 547502 w 1166041"/>
                <a:gd name="connsiteY311" fmla="*/ 561279 h 809516"/>
                <a:gd name="connsiteX312" fmla="*/ 547502 w 1166041"/>
                <a:gd name="connsiteY312" fmla="*/ 554780 h 809516"/>
                <a:gd name="connsiteX313" fmla="*/ 542628 w 1166041"/>
                <a:gd name="connsiteY313" fmla="*/ 549905 h 809516"/>
                <a:gd name="connsiteX314" fmla="*/ 539379 w 1166041"/>
                <a:gd name="connsiteY314" fmla="*/ 546656 h 809516"/>
                <a:gd name="connsiteX315" fmla="*/ 539379 w 1166041"/>
                <a:gd name="connsiteY315" fmla="*/ 540157 h 809516"/>
                <a:gd name="connsiteX316" fmla="*/ 537754 w 1166041"/>
                <a:gd name="connsiteY316" fmla="*/ 538532 h 809516"/>
                <a:gd name="connsiteX317" fmla="*/ 531256 w 1166041"/>
                <a:gd name="connsiteY317" fmla="*/ 536907 h 809516"/>
                <a:gd name="connsiteX318" fmla="*/ 521508 w 1166041"/>
                <a:gd name="connsiteY318" fmla="*/ 538532 h 809516"/>
                <a:gd name="connsiteX319" fmla="*/ 521508 w 1166041"/>
                <a:gd name="connsiteY319" fmla="*/ 535282 h 809516"/>
                <a:gd name="connsiteX320" fmla="*/ 521508 w 1166041"/>
                <a:gd name="connsiteY320" fmla="*/ 532033 h 809516"/>
                <a:gd name="connsiteX321" fmla="*/ 523132 w 1166041"/>
                <a:gd name="connsiteY321" fmla="*/ 527158 h 809516"/>
                <a:gd name="connsiteX322" fmla="*/ 523132 w 1166041"/>
                <a:gd name="connsiteY322" fmla="*/ 520659 h 809516"/>
                <a:gd name="connsiteX323" fmla="*/ 523132 w 1166041"/>
                <a:gd name="connsiteY323" fmla="*/ 517409 h 809516"/>
                <a:gd name="connsiteX324" fmla="*/ 513385 w 1166041"/>
                <a:gd name="connsiteY324" fmla="*/ 514160 h 809516"/>
                <a:gd name="connsiteX325" fmla="*/ 511760 w 1166041"/>
                <a:gd name="connsiteY325" fmla="*/ 519034 h 809516"/>
                <a:gd name="connsiteX326" fmla="*/ 510135 w 1166041"/>
                <a:gd name="connsiteY326" fmla="*/ 525533 h 809516"/>
                <a:gd name="connsiteX327" fmla="*/ 505261 w 1166041"/>
                <a:gd name="connsiteY327" fmla="*/ 527158 h 809516"/>
                <a:gd name="connsiteX328" fmla="*/ 502012 w 1166041"/>
                <a:gd name="connsiteY328" fmla="*/ 527158 h 809516"/>
                <a:gd name="connsiteX329" fmla="*/ 498763 w 1166041"/>
                <a:gd name="connsiteY329" fmla="*/ 527158 h 809516"/>
                <a:gd name="connsiteX330" fmla="*/ 495514 w 1166041"/>
                <a:gd name="connsiteY330" fmla="*/ 532033 h 809516"/>
                <a:gd name="connsiteX331" fmla="*/ 492264 w 1166041"/>
                <a:gd name="connsiteY331" fmla="*/ 528783 h 809516"/>
                <a:gd name="connsiteX332" fmla="*/ 495514 w 1166041"/>
                <a:gd name="connsiteY332" fmla="*/ 523909 h 809516"/>
                <a:gd name="connsiteX333" fmla="*/ 497138 w 1166041"/>
                <a:gd name="connsiteY333" fmla="*/ 522284 h 809516"/>
                <a:gd name="connsiteX334" fmla="*/ 497138 w 1166041"/>
                <a:gd name="connsiteY334" fmla="*/ 523909 h 809516"/>
                <a:gd name="connsiteX335" fmla="*/ 502012 w 1166041"/>
                <a:gd name="connsiteY335" fmla="*/ 520659 h 809516"/>
                <a:gd name="connsiteX336" fmla="*/ 503637 w 1166041"/>
                <a:gd name="connsiteY336" fmla="*/ 517409 h 809516"/>
                <a:gd name="connsiteX337" fmla="*/ 503637 w 1166041"/>
                <a:gd name="connsiteY337" fmla="*/ 510910 h 809516"/>
                <a:gd name="connsiteX338" fmla="*/ 503637 w 1166041"/>
                <a:gd name="connsiteY338" fmla="*/ 507661 h 809516"/>
                <a:gd name="connsiteX339" fmla="*/ 505261 w 1166041"/>
                <a:gd name="connsiteY339" fmla="*/ 502786 h 809516"/>
                <a:gd name="connsiteX340" fmla="*/ 506886 w 1166041"/>
                <a:gd name="connsiteY340" fmla="*/ 497912 h 809516"/>
                <a:gd name="connsiteX341" fmla="*/ 510135 w 1166041"/>
                <a:gd name="connsiteY341" fmla="*/ 493037 h 809516"/>
                <a:gd name="connsiteX342" fmla="*/ 510135 w 1166041"/>
                <a:gd name="connsiteY342" fmla="*/ 488163 h 809516"/>
                <a:gd name="connsiteX343" fmla="*/ 510135 w 1166041"/>
                <a:gd name="connsiteY343" fmla="*/ 484913 h 809516"/>
                <a:gd name="connsiteX344" fmla="*/ 511760 w 1166041"/>
                <a:gd name="connsiteY344" fmla="*/ 480039 h 809516"/>
                <a:gd name="connsiteX345" fmla="*/ 508511 w 1166041"/>
                <a:gd name="connsiteY345" fmla="*/ 475164 h 809516"/>
                <a:gd name="connsiteX346" fmla="*/ 508511 w 1166041"/>
                <a:gd name="connsiteY346" fmla="*/ 480039 h 809516"/>
                <a:gd name="connsiteX347" fmla="*/ 505261 w 1166041"/>
                <a:gd name="connsiteY347" fmla="*/ 481664 h 809516"/>
                <a:gd name="connsiteX348" fmla="*/ 503637 w 1166041"/>
                <a:gd name="connsiteY348" fmla="*/ 484913 h 809516"/>
                <a:gd name="connsiteX349" fmla="*/ 500387 w 1166041"/>
                <a:gd name="connsiteY349" fmla="*/ 491413 h 809516"/>
                <a:gd name="connsiteX350" fmla="*/ 497138 w 1166041"/>
                <a:gd name="connsiteY350" fmla="*/ 494662 h 809516"/>
                <a:gd name="connsiteX351" fmla="*/ 493889 w 1166041"/>
                <a:gd name="connsiteY351" fmla="*/ 496287 h 809516"/>
                <a:gd name="connsiteX352" fmla="*/ 490640 w 1166041"/>
                <a:gd name="connsiteY352" fmla="*/ 499537 h 809516"/>
                <a:gd name="connsiteX353" fmla="*/ 487390 w 1166041"/>
                <a:gd name="connsiteY353" fmla="*/ 502786 h 809516"/>
                <a:gd name="connsiteX354" fmla="*/ 482517 w 1166041"/>
                <a:gd name="connsiteY354" fmla="*/ 506036 h 809516"/>
                <a:gd name="connsiteX355" fmla="*/ 476018 w 1166041"/>
                <a:gd name="connsiteY355" fmla="*/ 512535 h 809516"/>
                <a:gd name="connsiteX356" fmla="*/ 474393 w 1166041"/>
                <a:gd name="connsiteY356" fmla="*/ 515785 h 809516"/>
                <a:gd name="connsiteX357" fmla="*/ 472769 w 1166041"/>
                <a:gd name="connsiteY357" fmla="*/ 520659 h 809516"/>
                <a:gd name="connsiteX358" fmla="*/ 471144 w 1166041"/>
                <a:gd name="connsiteY358" fmla="*/ 523909 h 809516"/>
                <a:gd name="connsiteX359" fmla="*/ 467895 w 1166041"/>
                <a:gd name="connsiteY359" fmla="*/ 523909 h 809516"/>
                <a:gd name="connsiteX360" fmla="*/ 463021 w 1166041"/>
                <a:gd name="connsiteY360" fmla="*/ 522284 h 809516"/>
                <a:gd name="connsiteX361" fmla="*/ 458147 w 1166041"/>
                <a:gd name="connsiteY361" fmla="*/ 514160 h 809516"/>
                <a:gd name="connsiteX362" fmla="*/ 456522 w 1166041"/>
                <a:gd name="connsiteY362" fmla="*/ 507661 h 809516"/>
                <a:gd name="connsiteX363" fmla="*/ 454898 w 1166041"/>
                <a:gd name="connsiteY363" fmla="*/ 504411 h 809516"/>
                <a:gd name="connsiteX364" fmla="*/ 454898 w 1166041"/>
                <a:gd name="connsiteY364" fmla="*/ 501161 h 809516"/>
                <a:gd name="connsiteX365" fmla="*/ 451648 w 1166041"/>
                <a:gd name="connsiteY365" fmla="*/ 497912 h 809516"/>
                <a:gd name="connsiteX366" fmla="*/ 448399 w 1166041"/>
                <a:gd name="connsiteY366" fmla="*/ 491413 h 809516"/>
                <a:gd name="connsiteX367" fmla="*/ 446775 w 1166041"/>
                <a:gd name="connsiteY367" fmla="*/ 486538 h 809516"/>
                <a:gd name="connsiteX368" fmla="*/ 440276 w 1166041"/>
                <a:gd name="connsiteY368" fmla="*/ 484913 h 809516"/>
                <a:gd name="connsiteX369" fmla="*/ 433777 w 1166041"/>
                <a:gd name="connsiteY369" fmla="*/ 476789 h 809516"/>
                <a:gd name="connsiteX370" fmla="*/ 437027 w 1166041"/>
                <a:gd name="connsiteY370" fmla="*/ 473540 h 809516"/>
                <a:gd name="connsiteX371" fmla="*/ 438651 w 1166041"/>
                <a:gd name="connsiteY371" fmla="*/ 471915 h 809516"/>
                <a:gd name="connsiteX372" fmla="*/ 437027 w 1166041"/>
                <a:gd name="connsiteY372" fmla="*/ 470290 h 809516"/>
                <a:gd name="connsiteX373" fmla="*/ 433777 w 1166041"/>
                <a:gd name="connsiteY373" fmla="*/ 468665 h 809516"/>
                <a:gd name="connsiteX374" fmla="*/ 427279 w 1166041"/>
                <a:gd name="connsiteY374" fmla="*/ 463791 h 809516"/>
                <a:gd name="connsiteX375" fmla="*/ 424030 w 1166041"/>
                <a:gd name="connsiteY375" fmla="*/ 460541 h 809516"/>
                <a:gd name="connsiteX376" fmla="*/ 417531 w 1166041"/>
                <a:gd name="connsiteY376" fmla="*/ 462166 h 809516"/>
                <a:gd name="connsiteX377" fmla="*/ 412657 w 1166041"/>
                <a:gd name="connsiteY377" fmla="*/ 457292 h 809516"/>
                <a:gd name="connsiteX378" fmla="*/ 409408 w 1166041"/>
                <a:gd name="connsiteY378" fmla="*/ 457292 h 809516"/>
                <a:gd name="connsiteX379" fmla="*/ 402909 w 1166041"/>
                <a:gd name="connsiteY379" fmla="*/ 458916 h 809516"/>
                <a:gd name="connsiteX380" fmla="*/ 398035 w 1166041"/>
                <a:gd name="connsiteY380" fmla="*/ 458916 h 809516"/>
                <a:gd name="connsiteX381" fmla="*/ 393162 w 1166041"/>
                <a:gd name="connsiteY381" fmla="*/ 457292 h 809516"/>
                <a:gd name="connsiteX382" fmla="*/ 391537 w 1166041"/>
                <a:gd name="connsiteY382" fmla="*/ 452417 h 809516"/>
                <a:gd name="connsiteX383" fmla="*/ 385038 w 1166041"/>
                <a:gd name="connsiteY383" fmla="*/ 449168 h 809516"/>
                <a:gd name="connsiteX384" fmla="*/ 378540 w 1166041"/>
                <a:gd name="connsiteY384" fmla="*/ 445918 h 809516"/>
                <a:gd name="connsiteX385" fmla="*/ 372041 w 1166041"/>
                <a:gd name="connsiteY385" fmla="*/ 445918 h 809516"/>
                <a:gd name="connsiteX386" fmla="*/ 365543 w 1166041"/>
                <a:gd name="connsiteY386" fmla="*/ 447543 h 809516"/>
                <a:gd name="connsiteX387" fmla="*/ 362293 w 1166041"/>
                <a:gd name="connsiteY387" fmla="*/ 447543 h 809516"/>
                <a:gd name="connsiteX388" fmla="*/ 354170 w 1166041"/>
                <a:gd name="connsiteY388" fmla="*/ 447543 h 809516"/>
                <a:gd name="connsiteX389" fmla="*/ 349296 w 1166041"/>
                <a:gd name="connsiteY389" fmla="*/ 447543 h 809516"/>
                <a:gd name="connsiteX390" fmla="*/ 347672 w 1166041"/>
                <a:gd name="connsiteY390" fmla="*/ 447543 h 809516"/>
                <a:gd name="connsiteX391" fmla="*/ 344422 w 1166041"/>
                <a:gd name="connsiteY391" fmla="*/ 447543 h 809516"/>
                <a:gd name="connsiteX392" fmla="*/ 339549 w 1166041"/>
                <a:gd name="connsiteY392" fmla="*/ 449168 h 809516"/>
                <a:gd name="connsiteX393" fmla="*/ 334675 w 1166041"/>
                <a:gd name="connsiteY393" fmla="*/ 449168 h 809516"/>
                <a:gd name="connsiteX394" fmla="*/ 328176 w 1166041"/>
                <a:gd name="connsiteY394" fmla="*/ 449168 h 809516"/>
                <a:gd name="connsiteX395" fmla="*/ 323302 w 1166041"/>
                <a:gd name="connsiteY395" fmla="*/ 449168 h 809516"/>
                <a:gd name="connsiteX396" fmla="*/ 318428 w 1166041"/>
                <a:gd name="connsiteY396" fmla="*/ 452417 h 809516"/>
                <a:gd name="connsiteX397" fmla="*/ 313554 w 1166041"/>
                <a:gd name="connsiteY397" fmla="*/ 455667 h 809516"/>
                <a:gd name="connsiteX398" fmla="*/ 310305 w 1166041"/>
                <a:gd name="connsiteY398" fmla="*/ 458916 h 809516"/>
                <a:gd name="connsiteX399" fmla="*/ 303807 w 1166041"/>
                <a:gd name="connsiteY399" fmla="*/ 458916 h 809516"/>
                <a:gd name="connsiteX400" fmla="*/ 294059 w 1166041"/>
                <a:gd name="connsiteY400" fmla="*/ 462166 h 809516"/>
                <a:gd name="connsiteX401" fmla="*/ 287560 w 1166041"/>
                <a:gd name="connsiteY401" fmla="*/ 462166 h 809516"/>
                <a:gd name="connsiteX402" fmla="*/ 271314 w 1166041"/>
                <a:gd name="connsiteY402" fmla="*/ 462166 h 809516"/>
                <a:gd name="connsiteX403" fmla="*/ 266440 w 1166041"/>
                <a:gd name="connsiteY403" fmla="*/ 462166 h 809516"/>
                <a:gd name="connsiteX404" fmla="*/ 261566 w 1166041"/>
                <a:gd name="connsiteY404" fmla="*/ 463791 h 809516"/>
                <a:gd name="connsiteX405" fmla="*/ 256692 w 1166041"/>
                <a:gd name="connsiteY405" fmla="*/ 468665 h 809516"/>
                <a:gd name="connsiteX406" fmla="*/ 250194 w 1166041"/>
                <a:gd name="connsiteY406" fmla="*/ 473540 h 809516"/>
                <a:gd name="connsiteX407" fmla="*/ 242070 w 1166041"/>
                <a:gd name="connsiteY407" fmla="*/ 475164 h 809516"/>
                <a:gd name="connsiteX408" fmla="*/ 232323 w 1166041"/>
                <a:gd name="connsiteY408" fmla="*/ 483289 h 809516"/>
                <a:gd name="connsiteX409" fmla="*/ 229073 w 1166041"/>
                <a:gd name="connsiteY409" fmla="*/ 488163 h 809516"/>
                <a:gd name="connsiteX410" fmla="*/ 224199 w 1166041"/>
                <a:gd name="connsiteY410" fmla="*/ 493037 h 809516"/>
                <a:gd name="connsiteX411" fmla="*/ 219326 w 1166041"/>
                <a:gd name="connsiteY411" fmla="*/ 497912 h 809516"/>
                <a:gd name="connsiteX412" fmla="*/ 214452 w 1166041"/>
                <a:gd name="connsiteY412" fmla="*/ 497912 h 809516"/>
                <a:gd name="connsiteX413" fmla="*/ 211202 w 1166041"/>
                <a:gd name="connsiteY413" fmla="*/ 499537 h 809516"/>
                <a:gd name="connsiteX414" fmla="*/ 206328 w 1166041"/>
                <a:gd name="connsiteY414" fmla="*/ 499537 h 809516"/>
                <a:gd name="connsiteX415" fmla="*/ 201455 w 1166041"/>
                <a:gd name="connsiteY415" fmla="*/ 499537 h 809516"/>
                <a:gd name="connsiteX416" fmla="*/ 194956 w 1166041"/>
                <a:gd name="connsiteY416" fmla="*/ 501161 h 809516"/>
                <a:gd name="connsiteX417" fmla="*/ 186833 w 1166041"/>
                <a:gd name="connsiteY417" fmla="*/ 499537 h 809516"/>
                <a:gd name="connsiteX418" fmla="*/ 183584 w 1166041"/>
                <a:gd name="connsiteY418" fmla="*/ 499537 h 809516"/>
                <a:gd name="connsiteX419" fmla="*/ 181959 w 1166041"/>
                <a:gd name="connsiteY419" fmla="*/ 497912 h 809516"/>
                <a:gd name="connsiteX420" fmla="*/ 180334 w 1166041"/>
                <a:gd name="connsiteY420" fmla="*/ 497912 h 809516"/>
                <a:gd name="connsiteX421" fmla="*/ 173836 w 1166041"/>
                <a:gd name="connsiteY421" fmla="*/ 499537 h 809516"/>
                <a:gd name="connsiteX422" fmla="*/ 168962 w 1166041"/>
                <a:gd name="connsiteY422" fmla="*/ 499537 h 809516"/>
                <a:gd name="connsiteX423" fmla="*/ 162463 w 1166041"/>
                <a:gd name="connsiteY423" fmla="*/ 501161 h 809516"/>
                <a:gd name="connsiteX424" fmla="*/ 155965 w 1166041"/>
                <a:gd name="connsiteY424" fmla="*/ 501161 h 809516"/>
                <a:gd name="connsiteX425" fmla="*/ 146217 w 1166041"/>
                <a:gd name="connsiteY425" fmla="*/ 502786 h 809516"/>
                <a:gd name="connsiteX426" fmla="*/ 144592 w 1166041"/>
                <a:gd name="connsiteY426" fmla="*/ 504411 h 809516"/>
                <a:gd name="connsiteX427" fmla="*/ 141343 w 1166041"/>
                <a:gd name="connsiteY427" fmla="*/ 509285 h 809516"/>
                <a:gd name="connsiteX428" fmla="*/ 131595 w 1166041"/>
                <a:gd name="connsiteY428" fmla="*/ 512535 h 809516"/>
                <a:gd name="connsiteX429" fmla="*/ 125097 w 1166041"/>
                <a:gd name="connsiteY429" fmla="*/ 515785 h 809516"/>
                <a:gd name="connsiteX430" fmla="*/ 120223 w 1166041"/>
                <a:gd name="connsiteY430" fmla="*/ 519034 h 809516"/>
                <a:gd name="connsiteX431" fmla="*/ 116974 w 1166041"/>
                <a:gd name="connsiteY431" fmla="*/ 523909 h 809516"/>
                <a:gd name="connsiteX432" fmla="*/ 110475 w 1166041"/>
                <a:gd name="connsiteY432" fmla="*/ 525533 h 809516"/>
                <a:gd name="connsiteX433" fmla="*/ 99103 w 1166041"/>
                <a:gd name="connsiteY433" fmla="*/ 527158 h 809516"/>
                <a:gd name="connsiteX434" fmla="*/ 90979 w 1166041"/>
                <a:gd name="connsiteY434" fmla="*/ 527158 h 809516"/>
                <a:gd name="connsiteX435" fmla="*/ 81232 w 1166041"/>
                <a:gd name="connsiteY435" fmla="*/ 527158 h 809516"/>
                <a:gd name="connsiteX436" fmla="*/ 76358 w 1166041"/>
                <a:gd name="connsiteY436" fmla="*/ 527158 h 809516"/>
                <a:gd name="connsiteX437" fmla="*/ 69859 w 1166041"/>
                <a:gd name="connsiteY437" fmla="*/ 525533 h 809516"/>
                <a:gd name="connsiteX438" fmla="*/ 64985 w 1166041"/>
                <a:gd name="connsiteY438" fmla="*/ 520659 h 809516"/>
                <a:gd name="connsiteX439" fmla="*/ 61736 w 1166041"/>
                <a:gd name="connsiteY439" fmla="*/ 514160 h 809516"/>
                <a:gd name="connsiteX440" fmla="*/ 58487 w 1166041"/>
                <a:gd name="connsiteY440" fmla="*/ 510910 h 809516"/>
                <a:gd name="connsiteX441" fmla="*/ 55237 w 1166041"/>
                <a:gd name="connsiteY441" fmla="*/ 509285 h 809516"/>
                <a:gd name="connsiteX442" fmla="*/ 48739 w 1166041"/>
                <a:gd name="connsiteY442" fmla="*/ 507661 h 809516"/>
                <a:gd name="connsiteX443" fmla="*/ 43865 w 1166041"/>
                <a:gd name="connsiteY443" fmla="*/ 506036 h 809516"/>
                <a:gd name="connsiteX444" fmla="*/ 43865 w 1166041"/>
                <a:gd name="connsiteY444" fmla="*/ 504411 h 809516"/>
                <a:gd name="connsiteX445" fmla="*/ 45490 w 1166041"/>
                <a:gd name="connsiteY445" fmla="*/ 502786 h 809516"/>
                <a:gd name="connsiteX446" fmla="*/ 43865 w 1166041"/>
                <a:gd name="connsiteY446" fmla="*/ 496287 h 809516"/>
                <a:gd name="connsiteX447" fmla="*/ 48739 w 1166041"/>
                <a:gd name="connsiteY447" fmla="*/ 493037 h 809516"/>
                <a:gd name="connsiteX448" fmla="*/ 55237 w 1166041"/>
                <a:gd name="connsiteY448" fmla="*/ 491413 h 809516"/>
                <a:gd name="connsiteX449" fmla="*/ 56862 w 1166041"/>
                <a:gd name="connsiteY449" fmla="*/ 486538 h 809516"/>
                <a:gd name="connsiteX450" fmla="*/ 56862 w 1166041"/>
                <a:gd name="connsiteY450" fmla="*/ 481664 h 809516"/>
                <a:gd name="connsiteX451" fmla="*/ 56862 w 1166041"/>
                <a:gd name="connsiteY451" fmla="*/ 475164 h 809516"/>
                <a:gd name="connsiteX452" fmla="*/ 56862 w 1166041"/>
                <a:gd name="connsiteY452" fmla="*/ 473540 h 809516"/>
                <a:gd name="connsiteX453" fmla="*/ 58487 w 1166041"/>
                <a:gd name="connsiteY453" fmla="*/ 467040 h 809516"/>
                <a:gd name="connsiteX454" fmla="*/ 56862 w 1166041"/>
                <a:gd name="connsiteY454" fmla="*/ 457292 h 809516"/>
                <a:gd name="connsiteX455" fmla="*/ 56862 w 1166041"/>
                <a:gd name="connsiteY455" fmla="*/ 454042 h 809516"/>
                <a:gd name="connsiteX456" fmla="*/ 58487 w 1166041"/>
                <a:gd name="connsiteY456" fmla="*/ 452417 h 809516"/>
                <a:gd name="connsiteX457" fmla="*/ 56862 w 1166041"/>
                <a:gd name="connsiteY457" fmla="*/ 444293 h 809516"/>
                <a:gd name="connsiteX458" fmla="*/ 51988 w 1166041"/>
                <a:gd name="connsiteY458" fmla="*/ 439419 h 809516"/>
                <a:gd name="connsiteX459" fmla="*/ 45490 w 1166041"/>
                <a:gd name="connsiteY459" fmla="*/ 431295 h 809516"/>
                <a:gd name="connsiteX460" fmla="*/ 43865 w 1166041"/>
                <a:gd name="connsiteY460" fmla="*/ 424796 h 809516"/>
                <a:gd name="connsiteX461" fmla="*/ 42240 w 1166041"/>
                <a:gd name="connsiteY461" fmla="*/ 419921 h 809516"/>
                <a:gd name="connsiteX462" fmla="*/ 42240 w 1166041"/>
                <a:gd name="connsiteY462" fmla="*/ 413422 h 809516"/>
                <a:gd name="connsiteX463" fmla="*/ 42240 w 1166041"/>
                <a:gd name="connsiteY463" fmla="*/ 410172 h 809516"/>
                <a:gd name="connsiteX464" fmla="*/ 42240 w 1166041"/>
                <a:gd name="connsiteY464" fmla="*/ 403673 h 809516"/>
                <a:gd name="connsiteX465" fmla="*/ 40616 w 1166041"/>
                <a:gd name="connsiteY465" fmla="*/ 393924 h 809516"/>
                <a:gd name="connsiteX466" fmla="*/ 34117 w 1166041"/>
                <a:gd name="connsiteY466" fmla="*/ 384175 h 809516"/>
                <a:gd name="connsiteX467" fmla="*/ 32492 w 1166041"/>
                <a:gd name="connsiteY467" fmla="*/ 380926 h 809516"/>
                <a:gd name="connsiteX468" fmla="*/ 27619 w 1166041"/>
                <a:gd name="connsiteY468" fmla="*/ 372802 h 809516"/>
                <a:gd name="connsiteX469" fmla="*/ 25994 w 1166041"/>
                <a:gd name="connsiteY469" fmla="*/ 364678 h 809516"/>
                <a:gd name="connsiteX470" fmla="*/ 25994 w 1166041"/>
                <a:gd name="connsiteY470" fmla="*/ 354929 h 809516"/>
                <a:gd name="connsiteX471" fmla="*/ 22745 w 1166041"/>
                <a:gd name="connsiteY471" fmla="*/ 350055 h 809516"/>
                <a:gd name="connsiteX472" fmla="*/ 19495 w 1166041"/>
                <a:gd name="connsiteY472" fmla="*/ 346805 h 809516"/>
                <a:gd name="connsiteX473" fmla="*/ 17871 w 1166041"/>
                <a:gd name="connsiteY473" fmla="*/ 340306 h 809516"/>
                <a:gd name="connsiteX474" fmla="*/ 12997 w 1166041"/>
                <a:gd name="connsiteY474" fmla="*/ 337056 h 809516"/>
                <a:gd name="connsiteX475" fmla="*/ 9748 w 1166041"/>
                <a:gd name="connsiteY475" fmla="*/ 335431 h 809516"/>
                <a:gd name="connsiteX476" fmla="*/ 6498 w 1166041"/>
                <a:gd name="connsiteY476" fmla="*/ 330557 h 809516"/>
                <a:gd name="connsiteX477" fmla="*/ 3249 w 1166041"/>
                <a:gd name="connsiteY477" fmla="*/ 325682 h 809516"/>
                <a:gd name="connsiteX478" fmla="*/ 0 w 1166041"/>
                <a:gd name="connsiteY478" fmla="*/ 315934 h 809516"/>
                <a:gd name="connsiteX479" fmla="*/ 3249 w 1166041"/>
                <a:gd name="connsiteY479" fmla="*/ 320808 h 809516"/>
                <a:gd name="connsiteX480" fmla="*/ 3249 w 1166041"/>
                <a:gd name="connsiteY480" fmla="*/ 322433 h 809516"/>
                <a:gd name="connsiteX481" fmla="*/ 6498 w 1166041"/>
                <a:gd name="connsiteY481" fmla="*/ 325682 h 809516"/>
                <a:gd name="connsiteX482" fmla="*/ 8123 w 1166041"/>
                <a:gd name="connsiteY482" fmla="*/ 330557 h 809516"/>
                <a:gd name="connsiteX483" fmla="*/ 14621 w 1166041"/>
                <a:gd name="connsiteY483" fmla="*/ 333807 h 809516"/>
                <a:gd name="connsiteX484" fmla="*/ 19495 w 1166041"/>
                <a:gd name="connsiteY484" fmla="*/ 337056 h 809516"/>
                <a:gd name="connsiteX485" fmla="*/ 21120 w 1166041"/>
                <a:gd name="connsiteY485" fmla="*/ 333807 h 809516"/>
                <a:gd name="connsiteX486" fmla="*/ 19495 w 1166041"/>
                <a:gd name="connsiteY486" fmla="*/ 332182 h 809516"/>
                <a:gd name="connsiteX487" fmla="*/ 16246 w 1166041"/>
                <a:gd name="connsiteY487" fmla="*/ 325682 h 809516"/>
                <a:gd name="connsiteX488" fmla="*/ 9748 w 1166041"/>
                <a:gd name="connsiteY488" fmla="*/ 319183 h 809516"/>
                <a:gd name="connsiteX489" fmla="*/ 14621 w 1166041"/>
                <a:gd name="connsiteY489" fmla="*/ 320808 h 809516"/>
                <a:gd name="connsiteX490" fmla="*/ 19495 w 1166041"/>
                <a:gd name="connsiteY490" fmla="*/ 325682 h 809516"/>
                <a:gd name="connsiteX491" fmla="*/ 24369 w 1166041"/>
                <a:gd name="connsiteY491" fmla="*/ 332182 h 809516"/>
                <a:gd name="connsiteX492" fmla="*/ 25994 w 1166041"/>
                <a:gd name="connsiteY492" fmla="*/ 327307 h 809516"/>
                <a:gd name="connsiteX493" fmla="*/ 24369 w 1166041"/>
                <a:gd name="connsiteY493" fmla="*/ 322433 h 809516"/>
                <a:gd name="connsiteX494" fmla="*/ 25994 w 1166041"/>
                <a:gd name="connsiteY494" fmla="*/ 319183 h 809516"/>
                <a:gd name="connsiteX495" fmla="*/ 22745 w 1166041"/>
                <a:gd name="connsiteY495" fmla="*/ 314309 h 809516"/>
                <a:gd name="connsiteX496" fmla="*/ 16246 w 1166041"/>
                <a:gd name="connsiteY496" fmla="*/ 301310 h 809516"/>
                <a:gd name="connsiteX497" fmla="*/ 14621 w 1166041"/>
                <a:gd name="connsiteY497" fmla="*/ 299686 h 809516"/>
                <a:gd name="connsiteX498" fmla="*/ 12997 w 1166041"/>
                <a:gd name="connsiteY498" fmla="*/ 299686 h 809516"/>
                <a:gd name="connsiteX499" fmla="*/ 11372 w 1166041"/>
                <a:gd name="connsiteY499" fmla="*/ 291562 h 809516"/>
                <a:gd name="connsiteX500" fmla="*/ 11372 w 1166041"/>
                <a:gd name="connsiteY500" fmla="*/ 285062 h 809516"/>
                <a:gd name="connsiteX501" fmla="*/ 12997 w 1166041"/>
                <a:gd name="connsiteY501" fmla="*/ 278563 h 809516"/>
                <a:gd name="connsiteX502" fmla="*/ 16246 w 1166041"/>
                <a:gd name="connsiteY502" fmla="*/ 273689 h 809516"/>
                <a:gd name="connsiteX503" fmla="*/ 17871 w 1166041"/>
                <a:gd name="connsiteY503" fmla="*/ 268814 h 809516"/>
                <a:gd name="connsiteX504" fmla="*/ 17871 w 1166041"/>
                <a:gd name="connsiteY504" fmla="*/ 263940 h 809516"/>
                <a:gd name="connsiteX505" fmla="*/ 17871 w 1166041"/>
                <a:gd name="connsiteY505" fmla="*/ 255816 h 809516"/>
                <a:gd name="connsiteX506" fmla="*/ 17871 w 1166041"/>
                <a:gd name="connsiteY506" fmla="*/ 250942 h 809516"/>
                <a:gd name="connsiteX507" fmla="*/ 19495 w 1166041"/>
                <a:gd name="connsiteY507" fmla="*/ 246067 h 809516"/>
                <a:gd name="connsiteX508" fmla="*/ 22745 w 1166041"/>
                <a:gd name="connsiteY508" fmla="*/ 236318 h 809516"/>
                <a:gd name="connsiteX509" fmla="*/ 25994 w 1166041"/>
                <a:gd name="connsiteY509" fmla="*/ 236318 h 809516"/>
                <a:gd name="connsiteX510" fmla="*/ 25994 w 1166041"/>
                <a:gd name="connsiteY510" fmla="*/ 239568 h 809516"/>
                <a:gd name="connsiteX511" fmla="*/ 24369 w 1166041"/>
                <a:gd name="connsiteY511" fmla="*/ 244442 h 809516"/>
                <a:gd name="connsiteX512" fmla="*/ 25994 w 1166041"/>
                <a:gd name="connsiteY512" fmla="*/ 246067 h 809516"/>
                <a:gd name="connsiteX513" fmla="*/ 30868 w 1166041"/>
                <a:gd name="connsiteY513" fmla="*/ 247692 h 809516"/>
                <a:gd name="connsiteX514" fmla="*/ 32492 w 1166041"/>
                <a:gd name="connsiteY514" fmla="*/ 242817 h 809516"/>
                <a:gd name="connsiteX515" fmla="*/ 40616 w 1166041"/>
                <a:gd name="connsiteY515" fmla="*/ 234693 h 809516"/>
                <a:gd name="connsiteX516" fmla="*/ 42240 w 1166041"/>
                <a:gd name="connsiteY516" fmla="*/ 231444 h 809516"/>
                <a:gd name="connsiteX517" fmla="*/ 48739 w 1166041"/>
                <a:gd name="connsiteY517" fmla="*/ 233069 h 809516"/>
                <a:gd name="connsiteX518" fmla="*/ 50363 w 1166041"/>
                <a:gd name="connsiteY518" fmla="*/ 228194 h 809516"/>
                <a:gd name="connsiteX519" fmla="*/ 55237 w 1166041"/>
                <a:gd name="connsiteY519" fmla="*/ 226569 h 809516"/>
                <a:gd name="connsiteX520" fmla="*/ 63361 w 1166041"/>
                <a:gd name="connsiteY520" fmla="*/ 221695 h 809516"/>
                <a:gd name="connsiteX521" fmla="*/ 66610 w 1166041"/>
                <a:gd name="connsiteY521" fmla="*/ 216821 h 809516"/>
                <a:gd name="connsiteX522" fmla="*/ 73108 w 1166041"/>
                <a:gd name="connsiteY522" fmla="*/ 211946 h 809516"/>
                <a:gd name="connsiteX523" fmla="*/ 77982 w 1166041"/>
                <a:gd name="connsiteY523" fmla="*/ 210321 h 809516"/>
                <a:gd name="connsiteX524" fmla="*/ 84481 w 1166041"/>
                <a:gd name="connsiteY524" fmla="*/ 208697 h 809516"/>
                <a:gd name="connsiteX525" fmla="*/ 97478 w 1166041"/>
                <a:gd name="connsiteY525" fmla="*/ 208697 h 809516"/>
                <a:gd name="connsiteX526" fmla="*/ 99103 w 1166041"/>
                <a:gd name="connsiteY526" fmla="*/ 210321 h 809516"/>
                <a:gd name="connsiteX527" fmla="*/ 105601 w 1166041"/>
                <a:gd name="connsiteY527" fmla="*/ 207072 h 809516"/>
                <a:gd name="connsiteX528" fmla="*/ 110475 w 1166041"/>
                <a:gd name="connsiteY528" fmla="*/ 203822 h 809516"/>
                <a:gd name="connsiteX529" fmla="*/ 116974 w 1166041"/>
                <a:gd name="connsiteY529" fmla="*/ 200573 h 809516"/>
                <a:gd name="connsiteX530" fmla="*/ 121847 w 1166041"/>
                <a:gd name="connsiteY530" fmla="*/ 198948 h 809516"/>
                <a:gd name="connsiteX531" fmla="*/ 126721 w 1166041"/>
                <a:gd name="connsiteY531" fmla="*/ 195698 h 809516"/>
                <a:gd name="connsiteX532" fmla="*/ 129971 w 1166041"/>
                <a:gd name="connsiteY532" fmla="*/ 197323 h 809516"/>
                <a:gd name="connsiteX533" fmla="*/ 129971 w 1166041"/>
                <a:gd name="connsiteY533" fmla="*/ 198948 h 809516"/>
                <a:gd name="connsiteX534" fmla="*/ 134845 w 1166041"/>
                <a:gd name="connsiteY534" fmla="*/ 198948 h 809516"/>
                <a:gd name="connsiteX535" fmla="*/ 139718 w 1166041"/>
                <a:gd name="connsiteY535" fmla="*/ 195698 h 809516"/>
                <a:gd name="connsiteX536" fmla="*/ 142968 w 1166041"/>
                <a:gd name="connsiteY536" fmla="*/ 194073 h 809516"/>
                <a:gd name="connsiteX537" fmla="*/ 151091 w 1166041"/>
                <a:gd name="connsiteY537" fmla="*/ 192449 h 809516"/>
                <a:gd name="connsiteX538" fmla="*/ 157589 w 1166041"/>
                <a:gd name="connsiteY538" fmla="*/ 190824 h 809516"/>
                <a:gd name="connsiteX539" fmla="*/ 167337 w 1166041"/>
                <a:gd name="connsiteY539" fmla="*/ 185949 h 809516"/>
                <a:gd name="connsiteX540" fmla="*/ 172211 w 1166041"/>
                <a:gd name="connsiteY540" fmla="*/ 181075 h 809516"/>
                <a:gd name="connsiteX541" fmla="*/ 175460 w 1166041"/>
                <a:gd name="connsiteY541" fmla="*/ 177825 h 809516"/>
                <a:gd name="connsiteX542" fmla="*/ 181959 w 1166041"/>
                <a:gd name="connsiteY542" fmla="*/ 168077 h 809516"/>
                <a:gd name="connsiteX543" fmla="*/ 181959 w 1166041"/>
                <a:gd name="connsiteY543" fmla="*/ 164827 h 809516"/>
                <a:gd name="connsiteX544" fmla="*/ 188457 w 1166041"/>
                <a:gd name="connsiteY544" fmla="*/ 159952 h 809516"/>
                <a:gd name="connsiteX545" fmla="*/ 190082 w 1166041"/>
                <a:gd name="connsiteY545" fmla="*/ 155078 h 809516"/>
                <a:gd name="connsiteX546" fmla="*/ 191707 w 1166041"/>
                <a:gd name="connsiteY546" fmla="*/ 146954 h 809516"/>
                <a:gd name="connsiteX547" fmla="*/ 188457 w 1166041"/>
                <a:gd name="connsiteY547" fmla="*/ 142080 h 809516"/>
                <a:gd name="connsiteX548" fmla="*/ 188457 w 1166041"/>
                <a:gd name="connsiteY548" fmla="*/ 138830 h 809516"/>
                <a:gd name="connsiteX549" fmla="*/ 198205 w 1166041"/>
                <a:gd name="connsiteY549" fmla="*/ 129081 h 809516"/>
                <a:gd name="connsiteX550" fmla="*/ 203079 w 1166041"/>
                <a:gd name="connsiteY550" fmla="*/ 122582 h 809516"/>
                <a:gd name="connsiteX551" fmla="*/ 206328 w 1166041"/>
                <a:gd name="connsiteY551" fmla="*/ 124207 h 809516"/>
                <a:gd name="connsiteX552" fmla="*/ 212827 w 1166041"/>
                <a:gd name="connsiteY552" fmla="*/ 130706 h 809516"/>
                <a:gd name="connsiteX553" fmla="*/ 216076 w 1166041"/>
                <a:gd name="connsiteY553" fmla="*/ 143704 h 809516"/>
                <a:gd name="connsiteX554" fmla="*/ 219326 w 1166041"/>
                <a:gd name="connsiteY554" fmla="*/ 137205 h 809516"/>
                <a:gd name="connsiteX555" fmla="*/ 225824 w 1166041"/>
                <a:gd name="connsiteY555" fmla="*/ 127456 h 809516"/>
                <a:gd name="connsiteX556" fmla="*/ 219326 w 1166041"/>
                <a:gd name="connsiteY556" fmla="*/ 120957 h 809516"/>
                <a:gd name="connsiteX557" fmla="*/ 220950 w 1166041"/>
                <a:gd name="connsiteY557" fmla="*/ 112833 h 809516"/>
                <a:gd name="connsiteX558" fmla="*/ 230698 w 1166041"/>
                <a:gd name="connsiteY558" fmla="*/ 117708 h 809516"/>
                <a:gd name="connsiteX559" fmla="*/ 238821 w 1166041"/>
                <a:gd name="connsiteY559" fmla="*/ 116083 h 809516"/>
                <a:gd name="connsiteX560" fmla="*/ 235572 w 1166041"/>
                <a:gd name="connsiteY560" fmla="*/ 107959 h 809516"/>
                <a:gd name="connsiteX561" fmla="*/ 237197 w 1166041"/>
                <a:gd name="connsiteY561" fmla="*/ 101460 h 809516"/>
                <a:gd name="connsiteX562" fmla="*/ 246944 w 1166041"/>
                <a:gd name="connsiteY562" fmla="*/ 98210 h 809516"/>
                <a:gd name="connsiteX563" fmla="*/ 246944 w 1166041"/>
                <a:gd name="connsiteY563" fmla="*/ 88461 h 809516"/>
                <a:gd name="connsiteX564" fmla="*/ 253443 w 1166041"/>
                <a:gd name="connsiteY564" fmla="*/ 80337 h 809516"/>
                <a:gd name="connsiteX565" fmla="*/ 263191 w 1166041"/>
                <a:gd name="connsiteY565" fmla="*/ 81962 h 809516"/>
                <a:gd name="connsiteX566" fmla="*/ 271314 w 1166041"/>
                <a:gd name="connsiteY566" fmla="*/ 72213 h 809516"/>
                <a:gd name="connsiteX567" fmla="*/ 277812 w 1166041"/>
                <a:gd name="connsiteY567" fmla="*/ 70588 h 809516"/>
                <a:gd name="connsiteX568" fmla="*/ 284311 w 1166041"/>
                <a:gd name="connsiteY568" fmla="*/ 65714 h 809516"/>
                <a:gd name="connsiteX569" fmla="*/ 292434 w 1166041"/>
                <a:gd name="connsiteY569" fmla="*/ 72213 h 809516"/>
                <a:gd name="connsiteX570" fmla="*/ 297308 w 1166041"/>
                <a:gd name="connsiteY570" fmla="*/ 72213 h 809516"/>
                <a:gd name="connsiteX571" fmla="*/ 308681 w 1166041"/>
                <a:gd name="connsiteY571" fmla="*/ 81962 h 809516"/>
                <a:gd name="connsiteX572" fmla="*/ 310305 w 1166041"/>
                <a:gd name="connsiteY572" fmla="*/ 91711 h 809516"/>
                <a:gd name="connsiteX573" fmla="*/ 310305 w 1166041"/>
                <a:gd name="connsiteY573" fmla="*/ 98210 h 809516"/>
                <a:gd name="connsiteX574" fmla="*/ 318428 w 1166041"/>
                <a:gd name="connsiteY574" fmla="*/ 88461 h 809516"/>
                <a:gd name="connsiteX575" fmla="*/ 326551 w 1166041"/>
                <a:gd name="connsiteY575" fmla="*/ 86836 h 809516"/>
                <a:gd name="connsiteX576" fmla="*/ 334675 w 1166041"/>
                <a:gd name="connsiteY576" fmla="*/ 90086 h 809516"/>
                <a:gd name="connsiteX577" fmla="*/ 344422 w 1166041"/>
                <a:gd name="connsiteY577" fmla="*/ 90086 h 809516"/>
                <a:gd name="connsiteX578" fmla="*/ 341173 w 1166041"/>
                <a:gd name="connsiteY578" fmla="*/ 83587 h 809516"/>
                <a:gd name="connsiteX579" fmla="*/ 339549 w 1166041"/>
                <a:gd name="connsiteY579" fmla="*/ 77087 h 809516"/>
                <a:gd name="connsiteX580" fmla="*/ 339549 w 1166041"/>
                <a:gd name="connsiteY580" fmla="*/ 68963 h 809516"/>
                <a:gd name="connsiteX581" fmla="*/ 344422 w 1166041"/>
                <a:gd name="connsiteY581" fmla="*/ 62464 h 809516"/>
                <a:gd name="connsiteX582" fmla="*/ 350921 w 1166041"/>
                <a:gd name="connsiteY582" fmla="*/ 59215 h 809516"/>
                <a:gd name="connsiteX583" fmla="*/ 354170 w 1166041"/>
                <a:gd name="connsiteY583" fmla="*/ 51091 h 809516"/>
                <a:gd name="connsiteX584" fmla="*/ 352546 w 1166041"/>
                <a:gd name="connsiteY584" fmla="*/ 46216 h 809516"/>
                <a:gd name="connsiteX585" fmla="*/ 352546 w 1166041"/>
                <a:gd name="connsiteY585" fmla="*/ 44591 h 809516"/>
                <a:gd name="connsiteX586" fmla="*/ 354170 w 1166041"/>
                <a:gd name="connsiteY586" fmla="*/ 44591 h 809516"/>
                <a:gd name="connsiteX587" fmla="*/ 359044 w 1166041"/>
                <a:gd name="connsiteY587" fmla="*/ 41342 h 809516"/>
                <a:gd name="connsiteX588" fmla="*/ 360669 w 1166041"/>
                <a:gd name="connsiteY588" fmla="*/ 39717 h 809516"/>
                <a:gd name="connsiteX589" fmla="*/ 367167 w 1166041"/>
                <a:gd name="connsiteY589" fmla="*/ 38092 h 809516"/>
                <a:gd name="connsiteX590" fmla="*/ 370417 w 1166041"/>
                <a:gd name="connsiteY590" fmla="*/ 33218 h 809516"/>
                <a:gd name="connsiteX591" fmla="*/ 378540 w 1166041"/>
                <a:gd name="connsiteY591" fmla="*/ 29968 h 809516"/>
                <a:gd name="connsiteX592" fmla="*/ 385038 w 1166041"/>
                <a:gd name="connsiteY592" fmla="*/ 34843 h 809516"/>
                <a:gd name="connsiteX593" fmla="*/ 388288 w 1166041"/>
                <a:gd name="connsiteY593" fmla="*/ 31593 h 809516"/>
                <a:gd name="connsiteX594" fmla="*/ 391537 w 1166041"/>
                <a:gd name="connsiteY594" fmla="*/ 28343 h 809516"/>
                <a:gd name="connsiteX595" fmla="*/ 396411 w 1166041"/>
                <a:gd name="connsiteY595" fmla="*/ 29968 h 809516"/>
                <a:gd name="connsiteX596" fmla="*/ 399660 w 1166041"/>
                <a:gd name="connsiteY596" fmla="*/ 29968 h 809516"/>
                <a:gd name="connsiteX597" fmla="*/ 401285 w 1166041"/>
                <a:gd name="connsiteY597" fmla="*/ 25094 h 809516"/>
                <a:gd name="connsiteX598" fmla="*/ 401285 w 1166041"/>
                <a:gd name="connsiteY598" fmla="*/ 20219 h 809516"/>
                <a:gd name="connsiteX599" fmla="*/ 398035 w 1166041"/>
                <a:gd name="connsiteY599" fmla="*/ 16970 h 809516"/>
                <a:gd name="connsiteX600" fmla="*/ 394786 w 1166041"/>
                <a:gd name="connsiteY600" fmla="*/ 16970 h 809516"/>
                <a:gd name="connsiteX601" fmla="*/ 391537 w 1166041"/>
                <a:gd name="connsiteY601" fmla="*/ 16970 h 809516"/>
                <a:gd name="connsiteX602" fmla="*/ 386663 w 1166041"/>
                <a:gd name="connsiteY602" fmla="*/ 12095 h 809516"/>
                <a:gd name="connsiteX603" fmla="*/ 388288 w 1166041"/>
                <a:gd name="connsiteY603" fmla="*/ 8846 h 809516"/>
                <a:gd name="connsiteX604" fmla="*/ 391537 w 1166041"/>
                <a:gd name="connsiteY604" fmla="*/ 7221 h 809516"/>
                <a:gd name="connsiteX605" fmla="*/ 394786 w 1166041"/>
                <a:gd name="connsiteY605" fmla="*/ 7221 h 809516"/>
                <a:gd name="connsiteX606" fmla="*/ 398035 w 1166041"/>
                <a:gd name="connsiteY606" fmla="*/ 7221 h 809516"/>
                <a:gd name="connsiteX607" fmla="*/ 399660 w 1166041"/>
                <a:gd name="connsiteY607" fmla="*/ 7221 h 809516"/>
                <a:gd name="connsiteX608" fmla="*/ 401285 w 1166041"/>
                <a:gd name="connsiteY608" fmla="*/ 10471 h 809516"/>
                <a:gd name="connsiteX609" fmla="*/ 406159 w 1166041"/>
                <a:gd name="connsiteY609" fmla="*/ 13720 h 809516"/>
                <a:gd name="connsiteX610" fmla="*/ 411033 w 1166041"/>
                <a:gd name="connsiteY610" fmla="*/ 12095 h 809516"/>
                <a:gd name="connsiteX611" fmla="*/ 412657 w 1166041"/>
                <a:gd name="connsiteY611" fmla="*/ 16970 h 809516"/>
                <a:gd name="connsiteX612" fmla="*/ 415906 w 1166041"/>
                <a:gd name="connsiteY612" fmla="*/ 18595 h 809516"/>
                <a:gd name="connsiteX613" fmla="*/ 419156 w 1166041"/>
                <a:gd name="connsiteY613" fmla="*/ 20219 h 809516"/>
                <a:gd name="connsiteX614" fmla="*/ 422405 w 1166041"/>
                <a:gd name="connsiteY614" fmla="*/ 20219 h 809516"/>
                <a:gd name="connsiteX615" fmla="*/ 425654 w 1166041"/>
                <a:gd name="connsiteY615" fmla="*/ 20219 h 809516"/>
                <a:gd name="connsiteX616" fmla="*/ 430528 w 1166041"/>
                <a:gd name="connsiteY616" fmla="*/ 23469 h 809516"/>
                <a:gd name="connsiteX617" fmla="*/ 440276 w 1166041"/>
                <a:gd name="connsiteY617" fmla="*/ 28343 h 809516"/>
                <a:gd name="connsiteX618" fmla="*/ 441901 w 1166041"/>
                <a:gd name="connsiteY618" fmla="*/ 25094 h 809516"/>
                <a:gd name="connsiteX619" fmla="*/ 443525 w 1166041"/>
                <a:gd name="connsiteY619" fmla="*/ 25094 h 809516"/>
                <a:gd name="connsiteX620" fmla="*/ 445150 w 1166041"/>
                <a:gd name="connsiteY620" fmla="*/ 26719 h 809516"/>
                <a:gd name="connsiteX621" fmla="*/ 450024 w 1166041"/>
                <a:gd name="connsiteY621" fmla="*/ 26719 h 809516"/>
                <a:gd name="connsiteX622" fmla="*/ 454898 w 1166041"/>
                <a:gd name="connsiteY622" fmla="*/ 31593 h 809516"/>
                <a:gd name="connsiteX623" fmla="*/ 459772 w 1166041"/>
                <a:gd name="connsiteY623" fmla="*/ 29968 h 809516"/>
                <a:gd name="connsiteX624" fmla="*/ 464646 w 1166041"/>
                <a:gd name="connsiteY624" fmla="*/ 26719 h 809516"/>
                <a:gd name="connsiteX625" fmla="*/ 467895 w 1166041"/>
                <a:gd name="connsiteY625" fmla="*/ 23469 h 809516"/>
                <a:gd name="connsiteX626" fmla="*/ 469519 w 1166041"/>
                <a:gd name="connsiteY626" fmla="*/ 29968 h 809516"/>
                <a:gd name="connsiteX627" fmla="*/ 472769 w 1166041"/>
                <a:gd name="connsiteY627" fmla="*/ 31593 h 809516"/>
                <a:gd name="connsiteX628" fmla="*/ 477643 w 1166041"/>
                <a:gd name="connsiteY628" fmla="*/ 33218 h 809516"/>
                <a:gd name="connsiteX629" fmla="*/ 479267 w 1166041"/>
                <a:gd name="connsiteY629" fmla="*/ 31593 h 809516"/>
                <a:gd name="connsiteX630" fmla="*/ 480892 w 1166041"/>
                <a:gd name="connsiteY630" fmla="*/ 25094 h 809516"/>
                <a:gd name="connsiteX631" fmla="*/ 485766 w 1166041"/>
                <a:gd name="connsiteY631" fmla="*/ 28343 h 809516"/>
                <a:gd name="connsiteX632" fmla="*/ 490640 w 1166041"/>
                <a:gd name="connsiteY632" fmla="*/ 36467 h 809516"/>
                <a:gd name="connsiteX633" fmla="*/ 487390 w 1166041"/>
                <a:gd name="connsiteY633" fmla="*/ 41342 h 809516"/>
                <a:gd name="connsiteX634" fmla="*/ 484141 w 1166041"/>
                <a:gd name="connsiteY634" fmla="*/ 44591 h 809516"/>
                <a:gd name="connsiteX635" fmla="*/ 484141 w 1166041"/>
                <a:gd name="connsiteY635" fmla="*/ 51091 h 809516"/>
                <a:gd name="connsiteX636" fmla="*/ 484141 w 1166041"/>
                <a:gd name="connsiteY636" fmla="*/ 54340 h 809516"/>
                <a:gd name="connsiteX637" fmla="*/ 480892 w 1166041"/>
                <a:gd name="connsiteY637" fmla="*/ 55965 h 809516"/>
                <a:gd name="connsiteX638" fmla="*/ 479267 w 1166041"/>
                <a:gd name="connsiteY638" fmla="*/ 54340 h 809516"/>
                <a:gd name="connsiteX639" fmla="*/ 471144 w 1166041"/>
                <a:gd name="connsiteY639" fmla="*/ 54340 h 809516"/>
                <a:gd name="connsiteX640" fmla="*/ 469519 w 1166041"/>
                <a:gd name="connsiteY640" fmla="*/ 59215 h 809516"/>
                <a:gd name="connsiteX641" fmla="*/ 477643 w 1166041"/>
                <a:gd name="connsiteY641" fmla="*/ 60839 h 809516"/>
                <a:gd name="connsiteX642" fmla="*/ 472769 w 1166041"/>
                <a:gd name="connsiteY642" fmla="*/ 64089 h 809516"/>
                <a:gd name="connsiteX643" fmla="*/ 471144 w 1166041"/>
                <a:gd name="connsiteY643" fmla="*/ 67339 h 809516"/>
                <a:gd name="connsiteX644" fmla="*/ 469519 w 1166041"/>
                <a:gd name="connsiteY644" fmla="*/ 72213 h 809516"/>
                <a:gd name="connsiteX645" fmla="*/ 467895 w 1166041"/>
                <a:gd name="connsiteY645" fmla="*/ 75463 h 809516"/>
                <a:gd name="connsiteX646" fmla="*/ 461396 w 1166041"/>
                <a:gd name="connsiteY646" fmla="*/ 81962 h 809516"/>
                <a:gd name="connsiteX647" fmla="*/ 459772 w 1166041"/>
                <a:gd name="connsiteY647" fmla="*/ 85211 h 809516"/>
                <a:gd name="connsiteX648" fmla="*/ 463021 w 1166041"/>
                <a:gd name="connsiteY648" fmla="*/ 90086 h 809516"/>
                <a:gd name="connsiteX649" fmla="*/ 471144 w 1166041"/>
                <a:gd name="connsiteY649" fmla="*/ 94960 h 809516"/>
                <a:gd name="connsiteX650" fmla="*/ 476018 w 1166041"/>
                <a:gd name="connsiteY650" fmla="*/ 98210 h 809516"/>
                <a:gd name="connsiteX651" fmla="*/ 477643 w 1166041"/>
                <a:gd name="connsiteY651" fmla="*/ 101460 h 809516"/>
                <a:gd name="connsiteX652" fmla="*/ 480892 w 1166041"/>
                <a:gd name="connsiteY652" fmla="*/ 104709 h 809516"/>
                <a:gd name="connsiteX653" fmla="*/ 484141 w 1166041"/>
                <a:gd name="connsiteY653" fmla="*/ 107959 h 809516"/>
                <a:gd name="connsiteX654" fmla="*/ 489015 w 1166041"/>
                <a:gd name="connsiteY654" fmla="*/ 107959 h 809516"/>
                <a:gd name="connsiteX655" fmla="*/ 493889 w 1166041"/>
                <a:gd name="connsiteY655" fmla="*/ 106334 h 809516"/>
                <a:gd name="connsiteX656" fmla="*/ 495514 w 1166041"/>
                <a:gd name="connsiteY656" fmla="*/ 106334 h 809516"/>
                <a:gd name="connsiteX657" fmla="*/ 500387 w 1166041"/>
                <a:gd name="connsiteY657" fmla="*/ 112833 h 809516"/>
                <a:gd name="connsiteX658" fmla="*/ 506886 w 1166041"/>
                <a:gd name="connsiteY658" fmla="*/ 119332 h 809516"/>
                <a:gd name="connsiteX659" fmla="*/ 510135 w 1166041"/>
                <a:gd name="connsiteY659" fmla="*/ 120957 h 809516"/>
                <a:gd name="connsiteX660" fmla="*/ 515009 w 1166041"/>
                <a:gd name="connsiteY660" fmla="*/ 124207 h 809516"/>
                <a:gd name="connsiteX661" fmla="*/ 518258 w 1166041"/>
                <a:gd name="connsiteY661" fmla="*/ 125832 h 809516"/>
                <a:gd name="connsiteX662" fmla="*/ 521508 w 1166041"/>
                <a:gd name="connsiteY662" fmla="*/ 125832 h 809516"/>
                <a:gd name="connsiteX663" fmla="*/ 523132 w 1166041"/>
                <a:gd name="connsiteY663" fmla="*/ 125832 h 809516"/>
                <a:gd name="connsiteX664" fmla="*/ 524757 w 1166041"/>
                <a:gd name="connsiteY664" fmla="*/ 127456 h 809516"/>
                <a:gd name="connsiteX665" fmla="*/ 528006 w 1166041"/>
                <a:gd name="connsiteY665" fmla="*/ 127456 h 809516"/>
                <a:gd name="connsiteX666" fmla="*/ 531256 w 1166041"/>
                <a:gd name="connsiteY666" fmla="*/ 129081 h 809516"/>
                <a:gd name="connsiteX667" fmla="*/ 532880 w 1166041"/>
                <a:gd name="connsiteY667" fmla="*/ 132331 h 809516"/>
                <a:gd name="connsiteX668" fmla="*/ 534505 w 1166041"/>
                <a:gd name="connsiteY668" fmla="*/ 135580 h 809516"/>
                <a:gd name="connsiteX669" fmla="*/ 539379 w 1166041"/>
                <a:gd name="connsiteY669" fmla="*/ 137205 h 809516"/>
                <a:gd name="connsiteX670" fmla="*/ 541003 w 1166041"/>
                <a:gd name="connsiteY670" fmla="*/ 138830 h 809516"/>
                <a:gd name="connsiteX671" fmla="*/ 545877 w 1166041"/>
                <a:gd name="connsiteY671" fmla="*/ 140455 h 809516"/>
                <a:gd name="connsiteX672" fmla="*/ 547502 w 1166041"/>
                <a:gd name="connsiteY672" fmla="*/ 145329 h 809516"/>
                <a:gd name="connsiteX673" fmla="*/ 552376 w 1166041"/>
                <a:gd name="connsiteY673" fmla="*/ 143704 h 809516"/>
                <a:gd name="connsiteX674" fmla="*/ 554000 w 1166041"/>
                <a:gd name="connsiteY674" fmla="*/ 143704 h 809516"/>
                <a:gd name="connsiteX675" fmla="*/ 557250 w 1166041"/>
                <a:gd name="connsiteY675" fmla="*/ 143704 h 809516"/>
                <a:gd name="connsiteX676" fmla="*/ 558874 w 1166041"/>
                <a:gd name="connsiteY676" fmla="*/ 143704 h 809516"/>
                <a:gd name="connsiteX677" fmla="*/ 560499 w 1166041"/>
                <a:gd name="connsiteY677" fmla="*/ 142080 h 809516"/>
                <a:gd name="connsiteX678" fmla="*/ 563748 w 1166041"/>
                <a:gd name="connsiteY678" fmla="*/ 142080 h 809516"/>
                <a:gd name="connsiteX679" fmla="*/ 566998 w 1166041"/>
                <a:gd name="connsiteY679" fmla="*/ 142080 h 809516"/>
                <a:gd name="connsiteX680" fmla="*/ 571871 w 1166041"/>
                <a:gd name="connsiteY680" fmla="*/ 135580 h 809516"/>
                <a:gd name="connsiteX681" fmla="*/ 571871 w 1166041"/>
                <a:gd name="connsiteY681" fmla="*/ 132331 h 809516"/>
                <a:gd name="connsiteX682" fmla="*/ 578370 w 1166041"/>
                <a:gd name="connsiteY682" fmla="*/ 125832 h 809516"/>
                <a:gd name="connsiteX683" fmla="*/ 579995 w 1166041"/>
                <a:gd name="connsiteY683" fmla="*/ 122582 h 809516"/>
                <a:gd name="connsiteX684" fmla="*/ 579995 w 1166041"/>
                <a:gd name="connsiteY684" fmla="*/ 120957 h 809516"/>
                <a:gd name="connsiteX685" fmla="*/ 579995 w 1166041"/>
                <a:gd name="connsiteY685" fmla="*/ 119332 h 809516"/>
                <a:gd name="connsiteX686" fmla="*/ 579995 w 1166041"/>
                <a:gd name="connsiteY686" fmla="*/ 116083 h 809516"/>
                <a:gd name="connsiteX687" fmla="*/ 579995 w 1166041"/>
                <a:gd name="connsiteY687" fmla="*/ 112833 h 809516"/>
                <a:gd name="connsiteX688" fmla="*/ 583244 w 1166041"/>
                <a:gd name="connsiteY688" fmla="*/ 106334 h 809516"/>
                <a:gd name="connsiteX689" fmla="*/ 583244 w 1166041"/>
                <a:gd name="connsiteY689" fmla="*/ 101460 h 809516"/>
                <a:gd name="connsiteX690" fmla="*/ 583244 w 1166041"/>
                <a:gd name="connsiteY690" fmla="*/ 99835 h 809516"/>
                <a:gd name="connsiteX691" fmla="*/ 584869 w 1166041"/>
                <a:gd name="connsiteY691" fmla="*/ 96585 h 809516"/>
                <a:gd name="connsiteX692" fmla="*/ 586493 w 1166041"/>
                <a:gd name="connsiteY692" fmla="*/ 94960 h 809516"/>
                <a:gd name="connsiteX693" fmla="*/ 584869 w 1166041"/>
                <a:gd name="connsiteY693" fmla="*/ 86836 h 809516"/>
                <a:gd name="connsiteX694" fmla="*/ 583244 w 1166041"/>
                <a:gd name="connsiteY694" fmla="*/ 81962 h 809516"/>
                <a:gd name="connsiteX695" fmla="*/ 584869 w 1166041"/>
                <a:gd name="connsiteY695" fmla="*/ 75463 h 809516"/>
                <a:gd name="connsiteX696" fmla="*/ 584869 w 1166041"/>
                <a:gd name="connsiteY696" fmla="*/ 68963 h 809516"/>
                <a:gd name="connsiteX697" fmla="*/ 584869 w 1166041"/>
                <a:gd name="connsiteY697" fmla="*/ 64089 h 809516"/>
                <a:gd name="connsiteX698" fmla="*/ 586493 w 1166041"/>
                <a:gd name="connsiteY698" fmla="*/ 57590 h 809516"/>
                <a:gd name="connsiteX699" fmla="*/ 586493 w 1166041"/>
                <a:gd name="connsiteY699" fmla="*/ 55965 h 809516"/>
                <a:gd name="connsiteX700" fmla="*/ 588118 w 1166041"/>
                <a:gd name="connsiteY700" fmla="*/ 54340 h 809516"/>
                <a:gd name="connsiteX701" fmla="*/ 588118 w 1166041"/>
                <a:gd name="connsiteY701" fmla="*/ 46216 h 809516"/>
                <a:gd name="connsiteX702" fmla="*/ 591367 w 1166041"/>
                <a:gd name="connsiteY702" fmla="*/ 42967 h 809516"/>
                <a:gd name="connsiteX703" fmla="*/ 589742 w 1166041"/>
                <a:gd name="connsiteY703" fmla="*/ 38092 h 809516"/>
                <a:gd name="connsiteX704" fmla="*/ 588118 w 1166041"/>
                <a:gd name="connsiteY704" fmla="*/ 34843 h 809516"/>
                <a:gd name="connsiteX705" fmla="*/ 588118 w 1166041"/>
                <a:gd name="connsiteY705" fmla="*/ 33218 h 809516"/>
                <a:gd name="connsiteX706" fmla="*/ 588118 w 1166041"/>
                <a:gd name="connsiteY706" fmla="*/ 31593 h 809516"/>
                <a:gd name="connsiteX707" fmla="*/ 591367 w 1166041"/>
                <a:gd name="connsiteY707" fmla="*/ 26719 h 809516"/>
                <a:gd name="connsiteX708" fmla="*/ 594616 w 1166041"/>
                <a:gd name="connsiteY708" fmla="*/ 20219 h 809516"/>
                <a:gd name="connsiteX709" fmla="*/ 596241 w 1166041"/>
                <a:gd name="connsiteY709" fmla="*/ 15345 h 809516"/>
                <a:gd name="connsiteX710" fmla="*/ 597866 w 1166041"/>
                <a:gd name="connsiteY710" fmla="*/ 7221 h 809516"/>
                <a:gd name="connsiteX711" fmla="*/ 597866 w 1166041"/>
                <a:gd name="connsiteY711" fmla="*/ 2346 h 809516"/>
                <a:gd name="connsiteX712" fmla="*/ 602740 w 1166041"/>
                <a:gd name="connsiteY712" fmla="*/ 722 h 809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Lst>
              <a:rect l="l" t="t" r="r" b="b"/>
              <a:pathLst>
                <a:path w="1166041" h="809516">
                  <a:moveTo>
                    <a:pt x="946150" y="799197"/>
                  </a:moveTo>
                  <a:cubicBezTo>
                    <a:pt x="949325" y="799197"/>
                    <a:pt x="954088" y="803960"/>
                    <a:pt x="949325" y="807135"/>
                  </a:cubicBezTo>
                  <a:cubicBezTo>
                    <a:pt x="944563" y="810310"/>
                    <a:pt x="944563" y="810310"/>
                    <a:pt x="939800" y="807135"/>
                  </a:cubicBezTo>
                  <a:cubicBezTo>
                    <a:pt x="933450" y="803960"/>
                    <a:pt x="941388" y="799197"/>
                    <a:pt x="946150" y="799197"/>
                  </a:cubicBezTo>
                  <a:close/>
                  <a:moveTo>
                    <a:pt x="655828" y="657944"/>
                  </a:moveTo>
                  <a:cubicBezTo>
                    <a:pt x="657447" y="656322"/>
                    <a:pt x="659066" y="657944"/>
                    <a:pt x="663924" y="659566"/>
                  </a:cubicBezTo>
                  <a:cubicBezTo>
                    <a:pt x="668782" y="662810"/>
                    <a:pt x="670401" y="666054"/>
                    <a:pt x="675259" y="666054"/>
                  </a:cubicBezTo>
                  <a:cubicBezTo>
                    <a:pt x="680116" y="664432"/>
                    <a:pt x="680116" y="669298"/>
                    <a:pt x="684974" y="667676"/>
                  </a:cubicBezTo>
                  <a:cubicBezTo>
                    <a:pt x="688213" y="666054"/>
                    <a:pt x="688213" y="669298"/>
                    <a:pt x="689832" y="669298"/>
                  </a:cubicBezTo>
                  <a:cubicBezTo>
                    <a:pt x="691451" y="669298"/>
                    <a:pt x="697928" y="669298"/>
                    <a:pt x="699548" y="666054"/>
                  </a:cubicBezTo>
                  <a:cubicBezTo>
                    <a:pt x="701167" y="664432"/>
                    <a:pt x="710882" y="662810"/>
                    <a:pt x="714121" y="661188"/>
                  </a:cubicBezTo>
                  <a:cubicBezTo>
                    <a:pt x="715740" y="659566"/>
                    <a:pt x="718979" y="662810"/>
                    <a:pt x="722217" y="662810"/>
                  </a:cubicBezTo>
                  <a:cubicBezTo>
                    <a:pt x="727075" y="664432"/>
                    <a:pt x="722217" y="662810"/>
                    <a:pt x="723836" y="667676"/>
                  </a:cubicBezTo>
                  <a:cubicBezTo>
                    <a:pt x="723836" y="672542"/>
                    <a:pt x="723836" y="677408"/>
                    <a:pt x="723836" y="680652"/>
                  </a:cubicBezTo>
                  <a:cubicBezTo>
                    <a:pt x="723836" y="685518"/>
                    <a:pt x="723836" y="690384"/>
                    <a:pt x="722217" y="693628"/>
                  </a:cubicBezTo>
                  <a:cubicBezTo>
                    <a:pt x="720598" y="698494"/>
                    <a:pt x="720598" y="695250"/>
                    <a:pt x="718979" y="698494"/>
                  </a:cubicBezTo>
                  <a:cubicBezTo>
                    <a:pt x="715740" y="701738"/>
                    <a:pt x="717359" y="704983"/>
                    <a:pt x="717359" y="706605"/>
                  </a:cubicBezTo>
                  <a:cubicBezTo>
                    <a:pt x="717359" y="709849"/>
                    <a:pt x="720598" y="717959"/>
                    <a:pt x="717359" y="717959"/>
                  </a:cubicBezTo>
                  <a:cubicBezTo>
                    <a:pt x="714121" y="719581"/>
                    <a:pt x="712502" y="717959"/>
                    <a:pt x="710882" y="713093"/>
                  </a:cubicBezTo>
                  <a:cubicBezTo>
                    <a:pt x="709263" y="709849"/>
                    <a:pt x="707644" y="711471"/>
                    <a:pt x="706025" y="713093"/>
                  </a:cubicBezTo>
                  <a:cubicBezTo>
                    <a:pt x="702786" y="714715"/>
                    <a:pt x="706025" y="721203"/>
                    <a:pt x="704405" y="722825"/>
                  </a:cubicBezTo>
                  <a:cubicBezTo>
                    <a:pt x="702786" y="722825"/>
                    <a:pt x="702786" y="721203"/>
                    <a:pt x="699548" y="721203"/>
                  </a:cubicBezTo>
                  <a:cubicBezTo>
                    <a:pt x="694690" y="721203"/>
                    <a:pt x="696309" y="730935"/>
                    <a:pt x="694690" y="729313"/>
                  </a:cubicBezTo>
                  <a:cubicBezTo>
                    <a:pt x="691451" y="726069"/>
                    <a:pt x="691451" y="727691"/>
                    <a:pt x="686593" y="727691"/>
                  </a:cubicBezTo>
                  <a:cubicBezTo>
                    <a:pt x="681736" y="727691"/>
                    <a:pt x="683355" y="726069"/>
                    <a:pt x="680116" y="724447"/>
                  </a:cubicBezTo>
                  <a:cubicBezTo>
                    <a:pt x="676878" y="722825"/>
                    <a:pt x="676878" y="722825"/>
                    <a:pt x="672020" y="719581"/>
                  </a:cubicBezTo>
                  <a:cubicBezTo>
                    <a:pt x="667162" y="716337"/>
                    <a:pt x="668782" y="714715"/>
                    <a:pt x="662305" y="708227"/>
                  </a:cubicBezTo>
                  <a:cubicBezTo>
                    <a:pt x="657447" y="701738"/>
                    <a:pt x="663924" y="704983"/>
                    <a:pt x="662305" y="698494"/>
                  </a:cubicBezTo>
                  <a:cubicBezTo>
                    <a:pt x="660685" y="693628"/>
                    <a:pt x="662305" y="695250"/>
                    <a:pt x="660685" y="690384"/>
                  </a:cubicBezTo>
                  <a:cubicBezTo>
                    <a:pt x="660685" y="685518"/>
                    <a:pt x="660685" y="683896"/>
                    <a:pt x="655828" y="679030"/>
                  </a:cubicBezTo>
                  <a:cubicBezTo>
                    <a:pt x="650970" y="672542"/>
                    <a:pt x="650970" y="675786"/>
                    <a:pt x="649351" y="669298"/>
                  </a:cubicBezTo>
                  <a:cubicBezTo>
                    <a:pt x="646112" y="661188"/>
                    <a:pt x="652589" y="662810"/>
                    <a:pt x="652589" y="661188"/>
                  </a:cubicBezTo>
                  <a:cubicBezTo>
                    <a:pt x="652589" y="659566"/>
                    <a:pt x="654208" y="657944"/>
                    <a:pt x="655828" y="657944"/>
                  </a:cubicBezTo>
                  <a:close/>
                  <a:moveTo>
                    <a:pt x="1040424" y="645512"/>
                  </a:moveTo>
                  <a:cubicBezTo>
                    <a:pt x="1041443" y="646931"/>
                    <a:pt x="1042667" y="649362"/>
                    <a:pt x="1045113" y="650172"/>
                  </a:cubicBezTo>
                  <a:cubicBezTo>
                    <a:pt x="1050007" y="651793"/>
                    <a:pt x="1051638" y="653414"/>
                    <a:pt x="1051638" y="659898"/>
                  </a:cubicBezTo>
                  <a:cubicBezTo>
                    <a:pt x="1051638" y="659898"/>
                    <a:pt x="1054901" y="663140"/>
                    <a:pt x="1058163" y="661519"/>
                  </a:cubicBezTo>
                  <a:cubicBezTo>
                    <a:pt x="1061425" y="658277"/>
                    <a:pt x="1063057" y="656656"/>
                    <a:pt x="1077737" y="659898"/>
                  </a:cubicBezTo>
                  <a:cubicBezTo>
                    <a:pt x="1084262" y="661519"/>
                    <a:pt x="1074475" y="672865"/>
                    <a:pt x="1069581" y="676107"/>
                  </a:cubicBezTo>
                  <a:cubicBezTo>
                    <a:pt x="1066319" y="679349"/>
                    <a:pt x="1067950" y="685833"/>
                    <a:pt x="1064688" y="692317"/>
                  </a:cubicBezTo>
                  <a:cubicBezTo>
                    <a:pt x="1061425" y="698800"/>
                    <a:pt x="1051638" y="705284"/>
                    <a:pt x="1045113" y="713389"/>
                  </a:cubicBezTo>
                  <a:cubicBezTo>
                    <a:pt x="1038589" y="719872"/>
                    <a:pt x="1058163" y="723114"/>
                    <a:pt x="1053269" y="723114"/>
                  </a:cubicBezTo>
                  <a:cubicBezTo>
                    <a:pt x="1048376" y="723114"/>
                    <a:pt x="1053269" y="723114"/>
                    <a:pt x="1040220" y="724735"/>
                  </a:cubicBezTo>
                  <a:cubicBezTo>
                    <a:pt x="1027170" y="727977"/>
                    <a:pt x="1035326" y="727977"/>
                    <a:pt x="1025539" y="731219"/>
                  </a:cubicBezTo>
                  <a:cubicBezTo>
                    <a:pt x="1015752" y="736082"/>
                    <a:pt x="1020645" y="734461"/>
                    <a:pt x="1015752" y="737702"/>
                  </a:cubicBezTo>
                  <a:cubicBezTo>
                    <a:pt x="1012490" y="740944"/>
                    <a:pt x="1014121" y="747428"/>
                    <a:pt x="1010858" y="755533"/>
                  </a:cubicBezTo>
                  <a:cubicBezTo>
                    <a:pt x="1005965" y="763637"/>
                    <a:pt x="1005965" y="766879"/>
                    <a:pt x="994546" y="778226"/>
                  </a:cubicBezTo>
                  <a:cubicBezTo>
                    <a:pt x="983128" y="787951"/>
                    <a:pt x="988022" y="786330"/>
                    <a:pt x="984759" y="789572"/>
                  </a:cubicBezTo>
                  <a:cubicBezTo>
                    <a:pt x="983128" y="792814"/>
                    <a:pt x="976603" y="794435"/>
                    <a:pt x="970079" y="792814"/>
                  </a:cubicBezTo>
                  <a:cubicBezTo>
                    <a:pt x="961923" y="792814"/>
                    <a:pt x="961923" y="794435"/>
                    <a:pt x="952135" y="792814"/>
                  </a:cubicBezTo>
                  <a:cubicBezTo>
                    <a:pt x="943979" y="792814"/>
                    <a:pt x="952135" y="792814"/>
                    <a:pt x="947242" y="792814"/>
                  </a:cubicBezTo>
                  <a:cubicBezTo>
                    <a:pt x="940717" y="791193"/>
                    <a:pt x="943979" y="787951"/>
                    <a:pt x="937455" y="786330"/>
                  </a:cubicBezTo>
                  <a:cubicBezTo>
                    <a:pt x="932561" y="784709"/>
                    <a:pt x="929299" y="786330"/>
                    <a:pt x="917880" y="779847"/>
                  </a:cubicBezTo>
                  <a:cubicBezTo>
                    <a:pt x="906462" y="771742"/>
                    <a:pt x="929299" y="765258"/>
                    <a:pt x="929299" y="765258"/>
                  </a:cubicBezTo>
                  <a:cubicBezTo>
                    <a:pt x="937455" y="740944"/>
                    <a:pt x="932561" y="760395"/>
                    <a:pt x="939086" y="750670"/>
                  </a:cubicBezTo>
                  <a:cubicBezTo>
                    <a:pt x="945611" y="740944"/>
                    <a:pt x="947242" y="742565"/>
                    <a:pt x="957029" y="732840"/>
                  </a:cubicBezTo>
                  <a:cubicBezTo>
                    <a:pt x="966816" y="721493"/>
                    <a:pt x="968447" y="729598"/>
                    <a:pt x="978234" y="719872"/>
                  </a:cubicBezTo>
                  <a:cubicBezTo>
                    <a:pt x="989653" y="708526"/>
                    <a:pt x="994546" y="710147"/>
                    <a:pt x="1001071" y="705284"/>
                  </a:cubicBezTo>
                  <a:cubicBezTo>
                    <a:pt x="1007596" y="698800"/>
                    <a:pt x="1009227" y="698800"/>
                    <a:pt x="1009227" y="692317"/>
                  </a:cubicBezTo>
                  <a:cubicBezTo>
                    <a:pt x="1010858" y="685833"/>
                    <a:pt x="1014121" y="687454"/>
                    <a:pt x="1023908" y="671244"/>
                  </a:cubicBezTo>
                  <a:cubicBezTo>
                    <a:pt x="1027170" y="664761"/>
                    <a:pt x="1028801" y="666382"/>
                    <a:pt x="1030433" y="658277"/>
                  </a:cubicBezTo>
                  <a:cubicBezTo>
                    <a:pt x="1032064" y="650172"/>
                    <a:pt x="1032064" y="653414"/>
                    <a:pt x="1036957" y="646931"/>
                  </a:cubicBezTo>
                  <a:cubicBezTo>
                    <a:pt x="1038589" y="643689"/>
                    <a:pt x="1039404" y="644094"/>
                    <a:pt x="1040424" y="645512"/>
                  </a:cubicBezTo>
                  <a:close/>
                  <a:moveTo>
                    <a:pt x="714375" y="637272"/>
                  </a:moveTo>
                  <a:cubicBezTo>
                    <a:pt x="715963" y="635685"/>
                    <a:pt x="720725" y="638860"/>
                    <a:pt x="720725" y="638860"/>
                  </a:cubicBezTo>
                  <a:cubicBezTo>
                    <a:pt x="722313" y="640447"/>
                    <a:pt x="723900" y="642035"/>
                    <a:pt x="725488" y="645210"/>
                  </a:cubicBezTo>
                  <a:cubicBezTo>
                    <a:pt x="728663" y="648385"/>
                    <a:pt x="728663" y="648385"/>
                    <a:pt x="722313" y="649972"/>
                  </a:cubicBezTo>
                  <a:cubicBezTo>
                    <a:pt x="717550" y="651560"/>
                    <a:pt x="720725" y="645210"/>
                    <a:pt x="717550" y="642035"/>
                  </a:cubicBezTo>
                  <a:cubicBezTo>
                    <a:pt x="714375" y="638860"/>
                    <a:pt x="711200" y="638860"/>
                    <a:pt x="714375" y="637272"/>
                  </a:cubicBezTo>
                  <a:close/>
                  <a:moveTo>
                    <a:pt x="635907" y="634097"/>
                  </a:moveTo>
                  <a:cubicBezTo>
                    <a:pt x="639536" y="637272"/>
                    <a:pt x="639536" y="635685"/>
                    <a:pt x="639536" y="638860"/>
                  </a:cubicBezTo>
                  <a:cubicBezTo>
                    <a:pt x="639536" y="642035"/>
                    <a:pt x="641350" y="643622"/>
                    <a:pt x="635907" y="646797"/>
                  </a:cubicBezTo>
                  <a:cubicBezTo>
                    <a:pt x="630464" y="648385"/>
                    <a:pt x="634093" y="643622"/>
                    <a:pt x="630464" y="640447"/>
                  </a:cubicBezTo>
                  <a:cubicBezTo>
                    <a:pt x="628650" y="637272"/>
                    <a:pt x="632279" y="632510"/>
                    <a:pt x="635907" y="634097"/>
                  </a:cubicBezTo>
                  <a:close/>
                  <a:moveTo>
                    <a:pt x="1103885" y="553177"/>
                  </a:moveTo>
                  <a:cubicBezTo>
                    <a:pt x="1108725" y="556395"/>
                    <a:pt x="1108725" y="556395"/>
                    <a:pt x="1111952" y="564438"/>
                  </a:cubicBezTo>
                  <a:cubicBezTo>
                    <a:pt x="1115179" y="574090"/>
                    <a:pt x="1110339" y="577307"/>
                    <a:pt x="1121633" y="578916"/>
                  </a:cubicBezTo>
                  <a:cubicBezTo>
                    <a:pt x="1134542" y="580525"/>
                    <a:pt x="1139382" y="590177"/>
                    <a:pt x="1144223" y="585351"/>
                  </a:cubicBezTo>
                  <a:cubicBezTo>
                    <a:pt x="1149063" y="578916"/>
                    <a:pt x="1149063" y="570873"/>
                    <a:pt x="1158744" y="574090"/>
                  </a:cubicBezTo>
                  <a:cubicBezTo>
                    <a:pt x="1166812" y="577307"/>
                    <a:pt x="1166812" y="578916"/>
                    <a:pt x="1165198" y="586959"/>
                  </a:cubicBezTo>
                  <a:cubicBezTo>
                    <a:pt x="1161971" y="595003"/>
                    <a:pt x="1160358" y="593394"/>
                    <a:pt x="1157131" y="598220"/>
                  </a:cubicBezTo>
                  <a:cubicBezTo>
                    <a:pt x="1153904" y="601437"/>
                    <a:pt x="1149063" y="599829"/>
                    <a:pt x="1150677" y="607872"/>
                  </a:cubicBezTo>
                  <a:cubicBezTo>
                    <a:pt x="1150677" y="614307"/>
                    <a:pt x="1150677" y="612698"/>
                    <a:pt x="1145836" y="612698"/>
                  </a:cubicBezTo>
                  <a:cubicBezTo>
                    <a:pt x="1140996" y="612698"/>
                    <a:pt x="1134542" y="606263"/>
                    <a:pt x="1134542" y="614307"/>
                  </a:cubicBezTo>
                  <a:cubicBezTo>
                    <a:pt x="1134542" y="622350"/>
                    <a:pt x="1136155" y="625567"/>
                    <a:pt x="1134542" y="632002"/>
                  </a:cubicBezTo>
                  <a:cubicBezTo>
                    <a:pt x="1132928" y="640045"/>
                    <a:pt x="1132928" y="636828"/>
                    <a:pt x="1124860" y="644871"/>
                  </a:cubicBezTo>
                  <a:cubicBezTo>
                    <a:pt x="1116793" y="654523"/>
                    <a:pt x="1113566" y="651306"/>
                    <a:pt x="1110339" y="660958"/>
                  </a:cubicBezTo>
                  <a:cubicBezTo>
                    <a:pt x="1105498" y="669001"/>
                    <a:pt x="1105498" y="670610"/>
                    <a:pt x="1097430" y="665784"/>
                  </a:cubicBezTo>
                  <a:cubicBezTo>
                    <a:pt x="1089363" y="662567"/>
                    <a:pt x="1087749" y="664175"/>
                    <a:pt x="1090976" y="656132"/>
                  </a:cubicBezTo>
                  <a:cubicBezTo>
                    <a:pt x="1094203" y="648089"/>
                    <a:pt x="1099044" y="646480"/>
                    <a:pt x="1094203" y="638437"/>
                  </a:cubicBezTo>
                  <a:cubicBezTo>
                    <a:pt x="1089363" y="632002"/>
                    <a:pt x="1094203" y="628785"/>
                    <a:pt x="1084522" y="625567"/>
                  </a:cubicBezTo>
                  <a:cubicBezTo>
                    <a:pt x="1076455" y="622350"/>
                    <a:pt x="1068387" y="625567"/>
                    <a:pt x="1070001" y="619133"/>
                  </a:cubicBezTo>
                  <a:cubicBezTo>
                    <a:pt x="1070001" y="612698"/>
                    <a:pt x="1073228" y="612698"/>
                    <a:pt x="1078068" y="607872"/>
                  </a:cubicBezTo>
                  <a:cubicBezTo>
                    <a:pt x="1082909" y="603046"/>
                    <a:pt x="1084522" y="599829"/>
                    <a:pt x="1086136" y="593394"/>
                  </a:cubicBezTo>
                  <a:cubicBezTo>
                    <a:pt x="1087749" y="585351"/>
                    <a:pt x="1084522" y="582133"/>
                    <a:pt x="1087749" y="575699"/>
                  </a:cubicBezTo>
                  <a:cubicBezTo>
                    <a:pt x="1090976" y="569264"/>
                    <a:pt x="1087749" y="554786"/>
                    <a:pt x="1094203" y="559612"/>
                  </a:cubicBezTo>
                  <a:cubicBezTo>
                    <a:pt x="1099044" y="562829"/>
                    <a:pt x="1102271" y="561221"/>
                    <a:pt x="1102271" y="561221"/>
                  </a:cubicBezTo>
                  <a:cubicBezTo>
                    <a:pt x="1102271" y="561221"/>
                    <a:pt x="1099044" y="549960"/>
                    <a:pt x="1103885" y="553177"/>
                  </a:cubicBezTo>
                  <a:close/>
                  <a:moveTo>
                    <a:pt x="1085850" y="546784"/>
                  </a:moveTo>
                  <a:cubicBezTo>
                    <a:pt x="1089025" y="548372"/>
                    <a:pt x="1087437" y="551547"/>
                    <a:pt x="1084263" y="561072"/>
                  </a:cubicBezTo>
                  <a:cubicBezTo>
                    <a:pt x="1081087" y="569010"/>
                    <a:pt x="1076325" y="561072"/>
                    <a:pt x="1076325" y="553135"/>
                  </a:cubicBezTo>
                  <a:cubicBezTo>
                    <a:pt x="1076325" y="548372"/>
                    <a:pt x="1084263" y="545197"/>
                    <a:pt x="1085850" y="546784"/>
                  </a:cubicBezTo>
                  <a:close/>
                  <a:moveTo>
                    <a:pt x="499393" y="538847"/>
                  </a:moveTo>
                  <a:cubicBezTo>
                    <a:pt x="502735" y="538847"/>
                    <a:pt x="506078" y="540434"/>
                    <a:pt x="509420" y="540434"/>
                  </a:cubicBezTo>
                  <a:cubicBezTo>
                    <a:pt x="512762" y="542022"/>
                    <a:pt x="512762" y="542022"/>
                    <a:pt x="509420" y="545197"/>
                  </a:cubicBezTo>
                  <a:cubicBezTo>
                    <a:pt x="507749" y="548372"/>
                    <a:pt x="507749" y="548372"/>
                    <a:pt x="501064" y="546784"/>
                  </a:cubicBezTo>
                  <a:cubicBezTo>
                    <a:pt x="494380" y="546784"/>
                    <a:pt x="496051" y="546784"/>
                    <a:pt x="492709" y="548372"/>
                  </a:cubicBezTo>
                  <a:cubicBezTo>
                    <a:pt x="489367" y="551547"/>
                    <a:pt x="486025" y="549959"/>
                    <a:pt x="484354" y="546784"/>
                  </a:cubicBezTo>
                  <a:cubicBezTo>
                    <a:pt x="481012" y="545197"/>
                    <a:pt x="486025" y="543609"/>
                    <a:pt x="487696" y="543609"/>
                  </a:cubicBezTo>
                  <a:cubicBezTo>
                    <a:pt x="487696" y="543609"/>
                    <a:pt x="497722" y="540434"/>
                    <a:pt x="499393" y="538847"/>
                  </a:cubicBezTo>
                  <a:close/>
                  <a:moveTo>
                    <a:pt x="1043046" y="504035"/>
                  </a:moveTo>
                  <a:cubicBezTo>
                    <a:pt x="1041400" y="500747"/>
                    <a:pt x="1061156" y="513901"/>
                    <a:pt x="1069387" y="515545"/>
                  </a:cubicBezTo>
                  <a:cubicBezTo>
                    <a:pt x="1077619" y="517189"/>
                    <a:pt x="1077619" y="518833"/>
                    <a:pt x="1082557" y="527054"/>
                  </a:cubicBezTo>
                  <a:cubicBezTo>
                    <a:pt x="1085850" y="533631"/>
                    <a:pt x="1085850" y="531987"/>
                    <a:pt x="1082557" y="540208"/>
                  </a:cubicBezTo>
                  <a:cubicBezTo>
                    <a:pt x="1079265" y="546785"/>
                    <a:pt x="1072680" y="545141"/>
                    <a:pt x="1072680" y="545141"/>
                  </a:cubicBezTo>
                  <a:cubicBezTo>
                    <a:pt x="1071033" y="541852"/>
                    <a:pt x="1064448" y="531987"/>
                    <a:pt x="1059509" y="528699"/>
                  </a:cubicBezTo>
                  <a:cubicBezTo>
                    <a:pt x="1054570" y="525410"/>
                    <a:pt x="1054570" y="528699"/>
                    <a:pt x="1051278" y="517189"/>
                  </a:cubicBezTo>
                  <a:cubicBezTo>
                    <a:pt x="1047985" y="507324"/>
                    <a:pt x="1046339" y="507324"/>
                    <a:pt x="1043046" y="504035"/>
                  </a:cubicBezTo>
                  <a:close/>
                  <a:moveTo>
                    <a:pt x="602740" y="722"/>
                  </a:moveTo>
                  <a:cubicBezTo>
                    <a:pt x="605989" y="-903"/>
                    <a:pt x="602740" y="722"/>
                    <a:pt x="605989" y="722"/>
                  </a:cubicBezTo>
                  <a:cubicBezTo>
                    <a:pt x="607613" y="722"/>
                    <a:pt x="605989" y="722"/>
                    <a:pt x="605989" y="2346"/>
                  </a:cubicBezTo>
                  <a:cubicBezTo>
                    <a:pt x="607613" y="5596"/>
                    <a:pt x="607613" y="5596"/>
                    <a:pt x="609238" y="7221"/>
                  </a:cubicBezTo>
                  <a:cubicBezTo>
                    <a:pt x="609238" y="10471"/>
                    <a:pt x="607613" y="10471"/>
                    <a:pt x="609238" y="13720"/>
                  </a:cubicBezTo>
                  <a:cubicBezTo>
                    <a:pt x="610863" y="15345"/>
                    <a:pt x="609238" y="13720"/>
                    <a:pt x="612487" y="16970"/>
                  </a:cubicBezTo>
                  <a:cubicBezTo>
                    <a:pt x="617361" y="21844"/>
                    <a:pt x="614112" y="20219"/>
                    <a:pt x="615737" y="21844"/>
                  </a:cubicBezTo>
                  <a:cubicBezTo>
                    <a:pt x="615737" y="25094"/>
                    <a:pt x="615737" y="26719"/>
                    <a:pt x="615737" y="28343"/>
                  </a:cubicBezTo>
                  <a:cubicBezTo>
                    <a:pt x="617361" y="29968"/>
                    <a:pt x="615737" y="29968"/>
                    <a:pt x="618986" y="31593"/>
                  </a:cubicBezTo>
                  <a:cubicBezTo>
                    <a:pt x="622235" y="34843"/>
                    <a:pt x="620611" y="34843"/>
                    <a:pt x="622235" y="36467"/>
                  </a:cubicBezTo>
                  <a:cubicBezTo>
                    <a:pt x="622235" y="38092"/>
                    <a:pt x="622235" y="41342"/>
                    <a:pt x="622235" y="42967"/>
                  </a:cubicBezTo>
                  <a:cubicBezTo>
                    <a:pt x="623860" y="44591"/>
                    <a:pt x="622235" y="46216"/>
                    <a:pt x="623860" y="47841"/>
                  </a:cubicBezTo>
                  <a:cubicBezTo>
                    <a:pt x="623860" y="49466"/>
                    <a:pt x="623860" y="52715"/>
                    <a:pt x="625485" y="55965"/>
                  </a:cubicBezTo>
                  <a:cubicBezTo>
                    <a:pt x="627109" y="59215"/>
                    <a:pt x="625485" y="60839"/>
                    <a:pt x="625485" y="62464"/>
                  </a:cubicBezTo>
                  <a:cubicBezTo>
                    <a:pt x="627109" y="64089"/>
                    <a:pt x="627109" y="65714"/>
                    <a:pt x="627109" y="67339"/>
                  </a:cubicBezTo>
                  <a:cubicBezTo>
                    <a:pt x="628734" y="67339"/>
                    <a:pt x="627109" y="68963"/>
                    <a:pt x="628734" y="70588"/>
                  </a:cubicBezTo>
                  <a:cubicBezTo>
                    <a:pt x="631983" y="73838"/>
                    <a:pt x="630359" y="73838"/>
                    <a:pt x="633608" y="75463"/>
                  </a:cubicBezTo>
                  <a:cubicBezTo>
                    <a:pt x="636857" y="77087"/>
                    <a:pt x="635233" y="77087"/>
                    <a:pt x="640106" y="75463"/>
                  </a:cubicBezTo>
                  <a:cubicBezTo>
                    <a:pt x="640106" y="75463"/>
                    <a:pt x="641731" y="73838"/>
                    <a:pt x="646605" y="72213"/>
                  </a:cubicBezTo>
                  <a:cubicBezTo>
                    <a:pt x="648230" y="72213"/>
                    <a:pt x="646605" y="72213"/>
                    <a:pt x="648230" y="73838"/>
                  </a:cubicBezTo>
                  <a:cubicBezTo>
                    <a:pt x="649854" y="77087"/>
                    <a:pt x="649854" y="77087"/>
                    <a:pt x="653103" y="78712"/>
                  </a:cubicBezTo>
                  <a:cubicBezTo>
                    <a:pt x="654728" y="81962"/>
                    <a:pt x="654728" y="81962"/>
                    <a:pt x="656353" y="81962"/>
                  </a:cubicBezTo>
                  <a:cubicBezTo>
                    <a:pt x="657977" y="81962"/>
                    <a:pt x="657977" y="83587"/>
                    <a:pt x="661227" y="85211"/>
                  </a:cubicBezTo>
                  <a:cubicBezTo>
                    <a:pt x="662851" y="88461"/>
                    <a:pt x="661227" y="85211"/>
                    <a:pt x="661227" y="91711"/>
                  </a:cubicBezTo>
                  <a:cubicBezTo>
                    <a:pt x="661227" y="98210"/>
                    <a:pt x="661227" y="96585"/>
                    <a:pt x="661227" y="99835"/>
                  </a:cubicBezTo>
                  <a:cubicBezTo>
                    <a:pt x="661227" y="101460"/>
                    <a:pt x="661227" y="104709"/>
                    <a:pt x="662851" y="106334"/>
                  </a:cubicBezTo>
                  <a:cubicBezTo>
                    <a:pt x="662851" y="107959"/>
                    <a:pt x="661227" y="112833"/>
                    <a:pt x="662851" y="116083"/>
                  </a:cubicBezTo>
                  <a:cubicBezTo>
                    <a:pt x="662851" y="119332"/>
                    <a:pt x="662851" y="119332"/>
                    <a:pt x="664476" y="120957"/>
                  </a:cubicBezTo>
                  <a:cubicBezTo>
                    <a:pt x="667725" y="120957"/>
                    <a:pt x="666101" y="122582"/>
                    <a:pt x="667725" y="122582"/>
                  </a:cubicBezTo>
                  <a:cubicBezTo>
                    <a:pt x="667725" y="124207"/>
                    <a:pt x="669350" y="127456"/>
                    <a:pt x="669350" y="127456"/>
                  </a:cubicBezTo>
                  <a:cubicBezTo>
                    <a:pt x="669350" y="127456"/>
                    <a:pt x="667725" y="125832"/>
                    <a:pt x="674224" y="133956"/>
                  </a:cubicBezTo>
                  <a:cubicBezTo>
                    <a:pt x="680722" y="140455"/>
                    <a:pt x="675848" y="138830"/>
                    <a:pt x="675848" y="138830"/>
                  </a:cubicBezTo>
                  <a:cubicBezTo>
                    <a:pt x="675848" y="138830"/>
                    <a:pt x="677473" y="142080"/>
                    <a:pt x="677473" y="143704"/>
                  </a:cubicBezTo>
                  <a:cubicBezTo>
                    <a:pt x="675848" y="146954"/>
                    <a:pt x="677473" y="150204"/>
                    <a:pt x="677473" y="153453"/>
                  </a:cubicBezTo>
                  <a:cubicBezTo>
                    <a:pt x="679098" y="155078"/>
                    <a:pt x="679098" y="156703"/>
                    <a:pt x="682347" y="158328"/>
                  </a:cubicBezTo>
                  <a:cubicBezTo>
                    <a:pt x="683972" y="158328"/>
                    <a:pt x="682347" y="159952"/>
                    <a:pt x="682347" y="161577"/>
                  </a:cubicBezTo>
                  <a:cubicBezTo>
                    <a:pt x="682347" y="164827"/>
                    <a:pt x="682347" y="166452"/>
                    <a:pt x="687221" y="171326"/>
                  </a:cubicBezTo>
                  <a:cubicBezTo>
                    <a:pt x="688845" y="172951"/>
                    <a:pt x="688845" y="174576"/>
                    <a:pt x="690470" y="176201"/>
                  </a:cubicBezTo>
                  <a:cubicBezTo>
                    <a:pt x="692095" y="177825"/>
                    <a:pt x="693719" y="179450"/>
                    <a:pt x="696969" y="177825"/>
                  </a:cubicBezTo>
                  <a:cubicBezTo>
                    <a:pt x="701843" y="177825"/>
                    <a:pt x="700218" y="179450"/>
                    <a:pt x="701843" y="179450"/>
                  </a:cubicBezTo>
                  <a:cubicBezTo>
                    <a:pt x="705092" y="179450"/>
                    <a:pt x="705092" y="181075"/>
                    <a:pt x="706716" y="181075"/>
                  </a:cubicBezTo>
                  <a:cubicBezTo>
                    <a:pt x="708341" y="181075"/>
                    <a:pt x="708341" y="184325"/>
                    <a:pt x="709966" y="185949"/>
                  </a:cubicBezTo>
                  <a:cubicBezTo>
                    <a:pt x="709966" y="187574"/>
                    <a:pt x="711590" y="187574"/>
                    <a:pt x="713215" y="189199"/>
                  </a:cubicBezTo>
                  <a:cubicBezTo>
                    <a:pt x="713215" y="190824"/>
                    <a:pt x="719713" y="190824"/>
                    <a:pt x="722963" y="192449"/>
                  </a:cubicBezTo>
                  <a:cubicBezTo>
                    <a:pt x="726212" y="194073"/>
                    <a:pt x="719713" y="195698"/>
                    <a:pt x="719713" y="195698"/>
                  </a:cubicBezTo>
                  <a:cubicBezTo>
                    <a:pt x="719713" y="195698"/>
                    <a:pt x="724587" y="195698"/>
                    <a:pt x="727837" y="197323"/>
                  </a:cubicBezTo>
                  <a:cubicBezTo>
                    <a:pt x="731086" y="198948"/>
                    <a:pt x="731086" y="198948"/>
                    <a:pt x="732711" y="198948"/>
                  </a:cubicBezTo>
                  <a:cubicBezTo>
                    <a:pt x="732711" y="198948"/>
                    <a:pt x="732711" y="198948"/>
                    <a:pt x="734335" y="198948"/>
                  </a:cubicBezTo>
                  <a:cubicBezTo>
                    <a:pt x="737585" y="200573"/>
                    <a:pt x="732711" y="202197"/>
                    <a:pt x="732711" y="203822"/>
                  </a:cubicBezTo>
                  <a:cubicBezTo>
                    <a:pt x="731086" y="205447"/>
                    <a:pt x="732711" y="208697"/>
                    <a:pt x="732711" y="208697"/>
                  </a:cubicBezTo>
                  <a:cubicBezTo>
                    <a:pt x="732711" y="208697"/>
                    <a:pt x="734335" y="208697"/>
                    <a:pt x="735960" y="210321"/>
                  </a:cubicBezTo>
                  <a:cubicBezTo>
                    <a:pt x="737585" y="211946"/>
                    <a:pt x="735960" y="211946"/>
                    <a:pt x="737585" y="213571"/>
                  </a:cubicBezTo>
                  <a:cubicBezTo>
                    <a:pt x="740834" y="215196"/>
                    <a:pt x="739209" y="216821"/>
                    <a:pt x="742458" y="218445"/>
                  </a:cubicBezTo>
                  <a:cubicBezTo>
                    <a:pt x="745708" y="221695"/>
                    <a:pt x="742458" y="221695"/>
                    <a:pt x="745708" y="224945"/>
                  </a:cubicBezTo>
                  <a:cubicBezTo>
                    <a:pt x="747332" y="228194"/>
                    <a:pt x="745708" y="229819"/>
                    <a:pt x="745708" y="233069"/>
                  </a:cubicBezTo>
                  <a:cubicBezTo>
                    <a:pt x="745708" y="236318"/>
                    <a:pt x="747332" y="236318"/>
                    <a:pt x="748957" y="237943"/>
                  </a:cubicBezTo>
                  <a:cubicBezTo>
                    <a:pt x="748957" y="241193"/>
                    <a:pt x="748957" y="244442"/>
                    <a:pt x="752206" y="247692"/>
                  </a:cubicBezTo>
                  <a:cubicBezTo>
                    <a:pt x="753831" y="249317"/>
                    <a:pt x="753831" y="244442"/>
                    <a:pt x="757080" y="239568"/>
                  </a:cubicBezTo>
                  <a:cubicBezTo>
                    <a:pt x="757080" y="239568"/>
                    <a:pt x="757080" y="239568"/>
                    <a:pt x="758705" y="241193"/>
                  </a:cubicBezTo>
                  <a:cubicBezTo>
                    <a:pt x="758705" y="241193"/>
                    <a:pt x="760329" y="241193"/>
                    <a:pt x="760329" y="241193"/>
                  </a:cubicBezTo>
                  <a:cubicBezTo>
                    <a:pt x="763579" y="241193"/>
                    <a:pt x="761954" y="242817"/>
                    <a:pt x="763579" y="244442"/>
                  </a:cubicBezTo>
                  <a:cubicBezTo>
                    <a:pt x="763579" y="244442"/>
                    <a:pt x="763579" y="246067"/>
                    <a:pt x="763579" y="246067"/>
                  </a:cubicBezTo>
                  <a:cubicBezTo>
                    <a:pt x="763579" y="247692"/>
                    <a:pt x="766828" y="247692"/>
                    <a:pt x="768453" y="247692"/>
                  </a:cubicBezTo>
                  <a:cubicBezTo>
                    <a:pt x="771702" y="247692"/>
                    <a:pt x="771702" y="246067"/>
                    <a:pt x="771702" y="246067"/>
                  </a:cubicBezTo>
                  <a:cubicBezTo>
                    <a:pt x="771702" y="246067"/>
                    <a:pt x="771702" y="247692"/>
                    <a:pt x="774951" y="250942"/>
                  </a:cubicBezTo>
                  <a:cubicBezTo>
                    <a:pt x="776576" y="255816"/>
                    <a:pt x="774951" y="254191"/>
                    <a:pt x="774951" y="255816"/>
                  </a:cubicBezTo>
                  <a:cubicBezTo>
                    <a:pt x="774951" y="255816"/>
                    <a:pt x="774951" y="262315"/>
                    <a:pt x="774951" y="265565"/>
                  </a:cubicBezTo>
                  <a:cubicBezTo>
                    <a:pt x="776576" y="267190"/>
                    <a:pt x="778200" y="268814"/>
                    <a:pt x="779825" y="267190"/>
                  </a:cubicBezTo>
                  <a:cubicBezTo>
                    <a:pt x="781450" y="267190"/>
                    <a:pt x="781450" y="272064"/>
                    <a:pt x="781450" y="273689"/>
                  </a:cubicBezTo>
                  <a:cubicBezTo>
                    <a:pt x="781450" y="273689"/>
                    <a:pt x="786324" y="275314"/>
                    <a:pt x="786324" y="275314"/>
                  </a:cubicBezTo>
                  <a:cubicBezTo>
                    <a:pt x="786324" y="275314"/>
                    <a:pt x="791197" y="278563"/>
                    <a:pt x="792822" y="278563"/>
                  </a:cubicBezTo>
                  <a:cubicBezTo>
                    <a:pt x="794447" y="278563"/>
                    <a:pt x="794447" y="281813"/>
                    <a:pt x="794447" y="281813"/>
                  </a:cubicBezTo>
                  <a:cubicBezTo>
                    <a:pt x="794447" y="281813"/>
                    <a:pt x="799321" y="288312"/>
                    <a:pt x="802570" y="288312"/>
                  </a:cubicBezTo>
                  <a:cubicBezTo>
                    <a:pt x="805819" y="286687"/>
                    <a:pt x="807444" y="296436"/>
                    <a:pt x="807444" y="298061"/>
                  </a:cubicBezTo>
                  <a:cubicBezTo>
                    <a:pt x="807444" y="298061"/>
                    <a:pt x="812318" y="301310"/>
                    <a:pt x="813942" y="302935"/>
                  </a:cubicBezTo>
                  <a:cubicBezTo>
                    <a:pt x="813942" y="304560"/>
                    <a:pt x="815567" y="306185"/>
                    <a:pt x="815567" y="306185"/>
                  </a:cubicBezTo>
                  <a:cubicBezTo>
                    <a:pt x="815567" y="306185"/>
                    <a:pt x="817192" y="307810"/>
                    <a:pt x="820441" y="304560"/>
                  </a:cubicBezTo>
                  <a:cubicBezTo>
                    <a:pt x="820441" y="304560"/>
                    <a:pt x="823690" y="296436"/>
                    <a:pt x="825315" y="296436"/>
                  </a:cubicBezTo>
                  <a:cubicBezTo>
                    <a:pt x="825315" y="294811"/>
                    <a:pt x="826939" y="298061"/>
                    <a:pt x="826939" y="306185"/>
                  </a:cubicBezTo>
                  <a:cubicBezTo>
                    <a:pt x="826939" y="314309"/>
                    <a:pt x="825315" y="309434"/>
                    <a:pt x="823690" y="311059"/>
                  </a:cubicBezTo>
                  <a:cubicBezTo>
                    <a:pt x="820441" y="314309"/>
                    <a:pt x="822066" y="315934"/>
                    <a:pt x="822066" y="315934"/>
                  </a:cubicBezTo>
                  <a:cubicBezTo>
                    <a:pt x="823690" y="317558"/>
                    <a:pt x="823690" y="319183"/>
                    <a:pt x="823690" y="322433"/>
                  </a:cubicBezTo>
                  <a:cubicBezTo>
                    <a:pt x="823690" y="324058"/>
                    <a:pt x="823690" y="325682"/>
                    <a:pt x="823690" y="327307"/>
                  </a:cubicBezTo>
                  <a:cubicBezTo>
                    <a:pt x="825315" y="328932"/>
                    <a:pt x="822066" y="333807"/>
                    <a:pt x="822066" y="335431"/>
                  </a:cubicBezTo>
                  <a:cubicBezTo>
                    <a:pt x="822066" y="335431"/>
                    <a:pt x="822066" y="341931"/>
                    <a:pt x="822066" y="341931"/>
                  </a:cubicBezTo>
                  <a:cubicBezTo>
                    <a:pt x="822066" y="343555"/>
                    <a:pt x="820441" y="346805"/>
                    <a:pt x="820441" y="348430"/>
                  </a:cubicBezTo>
                  <a:cubicBezTo>
                    <a:pt x="820441" y="348430"/>
                    <a:pt x="820441" y="351679"/>
                    <a:pt x="822066" y="351679"/>
                  </a:cubicBezTo>
                  <a:cubicBezTo>
                    <a:pt x="822066" y="353304"/>
                    <a:pt x="823690" y="356554"/>
                    <a:pt x="823690" y="356554"/>
                  </a:cubicBezTo>
                  <a:cubicBezTo>
                    <a:pt x="825315" y="358179"/>
                    <a:pt x="825315" y="359803"/>
                    <a:pt x="826939" y="359803"/>
                  </a:cubicBezTo>
                  <a:cubicBezTo>
                    <a:pt x="826939" y="359803"/>
                    <a:pt x="826939" y="364678"/>
                    <a:pt x="828564" y="366303"/>
                  </a:cubicBezTo>
                  <a:cubicBezTo>
                    <a:pt x="830189" y="367927"/>
                    <a:pt x="830189" y="371177"/>
                    <a:pt x="830189" y="371177"/>
                  </a:cubicBezTo>
                  <a:cubicBezTo>
                    <a:pt x="830189" y="371177"/>
                    <a:pt x="830189" y="376051"/>
                    <a:pt x="831813" y="376051"/>
                  </a:cubicBezTo>
                  <a:cubicBezTo>
                    <a:pt x="833438" y="377676"/>
                    <a:pt x="831813" y="382551"/>
                    <a:pt x="831813" y="382551"/>
                  </a:cubicBezTo>
                  <a:cubicBezTo>
                    <a:pt x="831813" y="382551"/>
                    <a:pt x="831813" y="384175"/>
                    <a:pt x="831813" y="387425"/>
                  </a:cubicBezTo>
                  <a:cubicBezTo>
                    <a:pt x="831813" y="390675"/>
                    <a:pt x="830189" y="390675"/>
                    <a:pt x="830189" y="392299"/>
                  </a:cubicBezTo>
                  <a:cubicBezTo>
                    <a:pt x="830189" y="393924"/>
                    <a:pt x="828564" y="395549"/>
                    <a:pt x="828564" y="397174"/>
                  </a:cubicBezTo>
                  <a:cubicBezTo>
                    <a:pt x="828564" y="397174"/>
                    <a:pt x="826939" y="400423"/>
                    <a:pt x="825315" y="402048"/>
                  </a:cubicBezTo>
                  <a:cubicBezTo>
                    <a:pt x="825315" y="403673"/>
                    <a:pt x="823690" y="405298"/>
                    <a:pt x="823690" y="406923"/>
                  </a:cubicBezTo>
                  <a:cubicBezTo>
                    <a:pt x="823690" y="408548"/>
                    <a:pt x="823690" y="410172"/>
                    <a:pt x="823690" y="411797"/>
                  </a:cubicBezTo>
                  <a:cubicBezTo>
                    <a:pt x="823690" y="413422"/>
                    <a:pt x="823690" y="415047"/>
                    <a:pt x="823690" y="416672"/>
                  </a:cubicBezTo>
                  <a:cubicBezTo>
                    <a:pt x="823690" y="419921"/>
                    <a:pt x="822066" y="421546"/>
                    <a:pt x="822066" y="423171"/>
                  </a:cubicBezTo>
                  <a:cubicBezTo>
                    <a:pt x="822066" y="424796"/>
                    <a:pt x="820441" y="429670"/>
                    <a:pt x="820441" y="429670"/>
                  </a:cubicBezTo>
                  <a:cubicBezTo>
                    <a:pt x="820441" y="429670"/>
                    <a:pt x="818816" y="434544"/>
                    <a:pt x="818816" y="436169"/>
                  </a:cubicBezTo>
                  <a:cubicBezTo>
                    <a:pt x="818816" y="436169"/>
                    <a:pt x="817192" y="439419"/>
                    <a:pt x="817192" y="441044"/>
                  </a:cubicBezTo>
                  <a:cubicBezTo>
                    <a:pt x="817192" y="442668"/>
                    <a:pt x="815567" y="445918"/>
                    <a:pt x="815567" y="445918"/>
                  </a:cubicBezTo>
                  <a:cubicBezTo>
                    <a:pt x="815567" y="445918"/>
                    <a:pt x="815567" y="447543"/>
                    <a:pt x="815567" y="449168"/>
                  </a:cubicBezTo>
                  <a:cubicBezTo>
                    <a:pt x="815567" y="450792"/>
                    <a:pt x="812318" y="454042"/>
                    <a:pt x="812318" y="454042"/>
                  </a:cubicBezTo>
                  <a:cubicBezTo>
                    <a:pt x="812318" y="454042"/>
                    <a:pt x="810693" y="457292"/>
                    <a:pt x="812318" y="457292"/>
                  </a:cubicBezTo>
                  <a:cubicBezTo>
                    <a:pt x="813942" y="457292"/>
                    <a:pt x="812318" y="462166"/>
                    <a:pt x="812318" y="462166"/>
                  </a:cubicBezTo>
                  <a:cubicBezTo>
                    <a:pt x="812318" y="462166"/>
                    <a:pt x="809068" y="465416"/>
                    <a:pt x="807444" y="468665"/>
                  </a:cubicBezTo>
                  <a:cubicBezTo>
                    <a:pt x="804195" y="471915"/>
                    <a:pt x="805819" y="470290"/>
                    <a:pt x="804195" y="471915"/>
                  </a:cubicBezTo>
                  <a:cubicBezTo>
                    <a:pt x="802570" y="473540"/>
                    <a:pt x="800945" y="473540"/>
                    <a:pt x="799321" y="476789"/>
                  </a:cubicBezTo>
                  <a:cubicBezTo>
                    <a:pt x="796071" y="480039"/>
                    <a:pt x="796071" y="478414"/>
                    <a:pt x="794447" y="480039"/>
                  </a:cubicBezTo>
                  <a:cubicBezTo>
                    <a:pt x="794447" y="480039"/>
                    <a:pt x="792822" y="483289"/>
                    <a:pt x="791197" y="484913"/>
                  </a:cubicBezTo>
                  <a:cubicBezTo>
                    <a:pt x="787948" y="486538"/>
                    <a:pt x="787948" y="488163"/>
                    <a:pt x="787948" y="488163"/>
                  </a:cubicBezTo>
                  <a:cubicBezTo>
                    <a:pt x="787948" y="488163"/>
                    <a:pt x="787948" y="489788"/>
                    <a:pt x="787948" y="493037"/>
                  </a:cubicBezTo>
                  <a:cubicBezTo>
                    <a:pt x="787948" y="494662"/>
                    <a:pt x="786324" y="494662"/>
                    <a:pt x="786324" y="494662"/>
                  </a:cubicBezTo>
                  <a:cubicBezTo>
                    <a:pt x="786324" y="494662"/>
                    <a:pt x="783074" y="499537"/>
                    <a:pt x="783074" y="501161"/>
                  </a:cubicBezTo>
                  <a:cubicBezTo>
                    <a:pt x="781450" y="502786"/>
                    <a:pt x="779825" y="506036"/>
                    <a:pt x="779825" y="506036"/>
                  </a:cubicBezTo>
                  <a:cubicBezTo>
                    <a:pt x="779825" y="506036"/>
                    <a:pt x="779825" y="509285"/>
                    <a:pt x="778200" y="509285"/>
                  </a:cubicBezTo>
                  <a:cubicBezTo>
                    <a:pt x="776576" y="510910"/>
                    <a:pt x="778200" y="512535"/>
                    <a:pt x="776576" y="514160"/>
                  </a:cubicBezTo>
                  <a:cubicBezTo>
                    <a:pt x="776576" y="515785"/>
                    <a:pt x="776576" y="517409"/>
                    <a:pt x="776576" y="519034"/>
                  </a:cubicBezTo>
                  <a:cubicBezTo>
                    <a:pt x="774951" y="520659"/>
                    <a:pt x="774951" y="522284"/>
                    <a:pt x="774951" y="522284"/>
                  </a:cubicBezTo>
                  <a:cubicBezTo>
                    <a:pt x="774951" y="523909"/>
                    <a:pt x="773327" y="527158"/>
                    <a:pt x="773327" y="527158"/>
                  </a:cubicBezTo>
                  <a:cubicBezTo>
                    <a:pt x="773327" y="527158"/>
                    <a:pt x="773327" y="527158"/>
                    <a:pt x="768453" y="533657"/>
                  </a:cubicBezTo>
                  <a:cubicBezTo>
                    <a:pt x="768453" y="533657"/>
                    <a:pt x="766828" y="536907"/>
                    <a:pt x="765203" y="540157"/>
                  </a:cubicBezTo>
                  <a:cubicBezTo>
                    <a:pt x="765203" y="541781"/>
                    <a:pt x="765203" y="541781"/>
                    <a:pt x="761954" y="545031"/>
                  </a:cubicBezTo>
                  <a:cubicBezTo>
                    <a:pt x="761954" y="545031"/>
                    <a:pt x="761954" y="549905"/>
                    <a:pt x="761954" y="549905"/>
                  </a:cubicBezTo>
                  <a:cubicBezTo>
                    <a:pt x="761954" y="551530"/>
                    <a:pt x="761954" y="553155"/>
                    <a:pt x="761954" y="554780"/>
                  </a:cubicBezTo>
                  <a:cubicBezTo>
                    <a:pt x="761954" y="556405"/>
                    <a:pt x="760329" y="556405"/>
                    <a:pt x="760329" y="558029"/>
                  </a:cubicBezTo>
                  <a:cubicBezTo>
                    <a:pt x="760329" y="559654"/>
                    <a:pt x="758705" y="562904"/>
                    <a:pt x="758705" y="562904"/>
                  </a:cubicBezTo>
                  <a:cubicBezTo>
                    <a:pt x="758705" y="562904"/>
                    <a:pt x="758705" y="567778"/>
                    <a:pt x="760329" y="571028"/>
                  </a:cubicBezTo>
                  <a:cubicBezTo>
                    <a:pt x="760329" y="572653"/>
                    <a:pt x="760329" y="574278"/>
                    <a:pt x="760329" y="574278"/>
                  </a:cubicBezTo>
                  <a:cubicBezTo>
                    <a:pt x="760329" y="574278"/>
                    <a:pt x="757080" y="577527"/>
                    <a:pt x="755455" y="582402"/>
                  </a:cubicBezTo>
                  <a:cubicBezTo>
                    <a:pt x="755455" y="582402"/>
                    <a:pt x="755455" y="584026"/>
                    <a:pt x="753831" y="588901"/>
                  </a:cubicBezTo>
                  <a:cubicBezTo>
                    <a:pt x="753831" y="588901"/>
                    <a:pt x="750582" y="588901"/>
                    <a:pt x="748957" y="588901"/>
                  </a:cubicBezTo>
                  <a:cubicBezTo>
                    <a:pt x="748957" y="588901"/>
                    <a:pt x="745708" y="588901"/>
                    <a:pt x="745708" y="588901"/>
                  </a:cubicBezTo>
                  <a:cubicBezTo>
                    <a:pt x="745708" y="588901"/>
                    <a:pt x="740834" y="590526"/>
                    <a:pt x="739209" y="590526"/>
                  </a:cubicBezTo>
                  <a:cubicBezTo>
                    <a:pt x="739209" y="590526"/>
                    <a:pt x="735960" y="590526"/>
                    <a:pt x="735960" y="590526"/>
                  </a:cubicBezTo>
                  <a:cubicBezTo>
                    <a:pt x="735960" y="590526"/>
                    <a:pt x="731086" y="590526"/>
                    <a:pt x="729461" y="588901"/>
                  </a:cubicBezTo>
                  <a:cubicBezTo>
                    <a:pt x="729461" y="587276"/>
                    <a:pt x="721338" y="592150"/>
                    <a:pt x="721338" y="592150"/>
                  </a:cubicBezTo>
                  <a:cubicBezTo>
                    <a:pt x="721338" y="590526"/>
                    <a:pt x="721338" y="590526"/>
                    <a:pt x="719713" y="590526"/>
                  </a:cubicBezTo>
                  <a:cubicBezTo>
                    <a:pt x="719713" y="592150"/>
                    <a:pt x="718089" y="592150"/>
                    <a:pt x="718089" y="590526"/>
                  </a:cubicBezTo>
                  <a:cubicBezTo>
                    <a:pt x="718089" y="588901"/>
                    <a:pt x="714840" y="592150"/>
                    <a:pt x="711590" y="595400"/>
                  </a:cubicBezTo>
                  <a:cubicBezTo>
                    <a:pt x="708341" y="597025"/>
                    <a:pt x="708341" y="598650"/>
                    <a:pt x="708341" y="598650"/>
                  </a:cubicBezTo>
                  <a:cubicBezTo>
                    <a:pt x="708341" y="598650"/>
                    <a:pt x="705092" y="601899"/>
                    <a:pt x="703467" y="603524"/>
                  </a:cubicBezTo>
                  <a:cubicBezTo>
                    <a:pt x="703467" y="603524"/>
                    <a:pt x="700218" y="606774"/>
                    <a:pt x="695344" y="611648"/>
                  </a:cubicBezTo>
                  <a:cubicBezTo>
                    <a:pt x="695344" y="611648"/>
                    <a:pt x="695344" y="611648"/>
                    <a:pt x="692095" y="613273"/>
                  </a:cubicBezTo>
                  <a:cubicBezTo>
                    <a:pt x="692095" y="613273"/>
                    <a:pt x="692095" y="613273"/>
                    <a:pt x="688845" y="613273"/>
                  </a:cubicBezTo>
                  <a:cubicBezTo>
                    <a:pt x="688845" y="613273"/>
                    <a:pt x="685596" y="616522"/>
                    <a:pt x="685596" y="618147"/>
                  </a:cubicBezTo>
                  <a:cubicBezTo>
                    <a:pt x="685596" y="619772"/>
                    <a:pt x="683972" y="621397"/>
                    <a:pt x="683972" y="621397"/>
                  </a:cubicBezTo>
                  <a:cubicBezTo>
                    <a:pt x="682347" y="619772"/>
                    <a:pt x="682347" y="618147"/>
                    <a:pt x="682347" y="618147"/>
                  </a:cubicBezTo>
                  <a:cubicBezTo>
                    <a:pt x="682347" y="618147"/>
                    <a:pt x="677473" y="616522"/>
                    <a:pt x="677473" y="614898"/>
                  </a:cubicBezTo>
                  <a:cubicBezTo>
                    <a:pt x="677473" y="614898"/>
                    <a:pt x="675848" y="611648"/>
                    <a:pt x="675848" y="611648"/>
                  </a:cubicBezTo>
                  <a:cubicBezTo>
                    <a:pt x="675848" y="611648"/>
                    <a:pt x="675848" y="611648"/>
                    <a:pt x="672599" y="610023"/>
                  </a:cubicBezTo>
                  <a:cubicBezTo>
                    <a:pt x="672599" y="610023"/>
                    <a:pt x="672599" y="610023"/>
                    <a:pt x="667725" y="610023"/>
                  </a:cubicBezTo>
                  <a:cubicBezTo>
                    <a:pt x="667725" y="610023"/>
                    <a:pt x="664476" y="608398"/>
                    <a:pt x="662851" y="608398"/>
                  </a:cubicBezTo>
                  <a:cubicBezTo>
                    <a:pt x="661227" y="606774"/>
                    <a:pt x="659602" y="606774"/>
                    <a:pt x="659602" y="606774"/>
                  </a:cubicBezTo>
                  <a:cubicBezTo>
                    <a:pt x="661227" y="605149"/>
                    <a:pt x="662851" y="606774"/>
                    <a:pt x="664476" y="605149"/>
                  </a:cubicBezTo>
                  <a:cubicBezTo>
                    <a:pt x="667725" y="603524"/>
                    <a:pt x="662851" y="600274"/>
                    <a:pt x="662851" y="600274"/>
                  </a:cubicBezTo>
                  <a:cubicBezTo>
                    <a:pt x="662851" y="600274"/>
                    <a:pt x="662851" y="600274"/>
                    <a:pt x="657977" y="603524"/>
                  </a:cubicBezTo>
                  <a:cubicBezTo>
                    <a:pt x="657977" y="603524"/>
                    <a:pt x="657977" y="603524"/>
                    <a:pt x="654728" y="601899"/>
                  </a:cubicBezTo>
                  <a:cubicBezTo>
                    <a:pt x="654728" y="600274"/>
                    <a:pt x="654728" y="598650"/>
                    <a:pt x="656353" y="597025"/>
                  </a:cubicBezTo>
                  <a:cubicBezTo>
                    <a:pt x="657977" y="595400"/>
                    <a:pt x="653103" y="593775"/>
                    <a:pt x="653103" y="593775"/>
                  </a:cubicBezTo>
                  <a:cubicBezTo>
                    <a:pt x="653103" y="593775"/>
                    <a:pt x="653103" y="593775"/>
                    <a:pt x="649854" y="597025"/>
                  </a:cubicBezTo>
                  <a:cubicBezTo>
                    <a:pt x="649854" y="597025"/>
                    <a:pt x="648230" y="598650"/>
                    <a:pt x="648230" y="601899"/>
                  </a:cubicBezTo>
                  <a:cubicBezTo>
                    <a:pt x="648230" y="601899"/>
                    <a:pt x="648230" y="601899"/>
                    <a:pt x="644980" y="603524"/>
                  </a:cubicBezTo>
                  <a:cubicBezTo>
                    <a:pt x="644980" y="603524"/>
                    <a:pt x="644980" y="603524"/>
                    <a:pt x="643356" y="601899"/>
                  </a:cubicBezTo>
                  <a:cubicBezTo>
                    <a:pt x="643356" y="601899"/>
                    <a:pt x="643356" y="601899"/>
                    <a:pt x="640106" y="605149"/>
                  </a:cubicBezTo>
                  <a:cubicBezTo>
                    <a:pt x="640106" y="605149"/>
                    <a:pt x="640106" y="605149"/>
                    <a:pt x="636857" y="606774"/>
                  </a:cubicBezTo>
                  <a:cubicBezTo>
                    <a:pt x="636857" y="606774"/>
                    <a:pt x="636857" y="606774"/>
                    <a:pt x="631983" y="611648"/>
                  </a:cubicBezTo>
                  <a:cubicBezTo>
                    <a:pt x="631983" y="611648"/>
                    <a:pt x="631983" y="611648"/>
                    <a:pt x="625485" y="614898"/>
                  </a:cubicBezTo>
                  <a:cubicBezTo>
                    <a:pt x="625485" y="614898"/>
                    <a:pt x="625485" y="614898"/>
                    <a:pt x="625485" y="613273"/>
                  </a:cubicBezTo>
                  <a:cubicBezTo>
                    <a:pt x="625485" y="613273"/>
                    <a:pt x="622235" y="613273"/>
                    <a:pt x="622235" y="613273"/>
                  </a:cubicBezTo>
                  <a:cubicBezTo>
                    <a:pt x="622235" y="613273"/>
                    <a:pt x="617361" y="613273"/>
                    <a:pt x="617361" y="611648"/>
                  </a:cubicBezTo>
                  <a:cubicBezTo>
                    <a:pt x="617361" y="610023"/>
                    <a:pt x="614112" y="610023"/>
                    <a:pt x="614112" y="610023"/>
                  </a:cubicBezTo>
                  <a:cubicBezTo>
                    <a:pt x="614112" y="610023"/>
                    <a:pt x="614112" y="610023"/>
                    <a:pt x="610863" y="608398"/>
                  </a:cubicBezTo>
                  <a:cubicBezTo>
                    <a:pt x="610863" y="608398"/>
                    <a:pt x="607613" y="606774"/>
                    <a:pt x="607613" y="605149"/>
                  </a:cubicBezTo>
                  <a:cubicBezTo>
                    <a:pt x="607613" y="603524"/>
                    <a:pt x="602740" y="605149"/>
                    <a:pt x="602740" y="605149"/>
                  </a:cubicBezTo>
                  <a:cubicBezTo>
                    <a:pt x="602740" y="605149"/>
                    <a:pt x="597866" y="605149"/>
                    <a:pt x="594616" y="603524"/>
                  </a:cubicBezTo>
                  <a:cubicBezTo>
                    <a:pt x="592992" y="603524"/>
                    <a:pt x="592992" y="603524"/>
                    <a:pt x="592992" y="603524"/>
                  </a:cubicBezTo>
                  <a:cubicBezTo>
                    <a:pt x="591367" y="603524"/>
                    <a:pt x="591367" y="603524"/>
                    <a:pt x="591367" y="603524"/>
                  </a:cubicBezTo>
                  <a:cubicBezTo>
                    <a:pt x="588118" y="601899"/>
                    <a:pt x="588118" y="603524"/>
                    <a:pt x="586493" y="603524"/>
                  </a:cubicBezTo>
                  <a:cubicBezTo>
                    <a:pt x="586493" y="603524"/>
                    <a:pt x="581619" y="601899"/>
                    <a:pt x="581619" y="601899"/>
                  </a:cubicBezTo>
                  <a:cubicBezTo>
                    <a:pt x="581619" y="600274"/>
                    <a:pt x="573496" y="597025"/>
                    <a:pt x="573496" y="597025"/>
                  </a:cubicBezTo>
                  <a:cubicBezTo>
                    <a:pt x="573496" y="595400"/>
                    <a:pt x="568622" y="597025"/>
                    <a:pt x="568622" y="597025"/>
                  </a:cubicBezTo>
                  <a:cubicBezTo>
                    <a:pt x="566998" y="595400"/>
                    <a:pt x="563748" y="597025"/>
                    <a:pt x="562124" y="595400"/>
                  </a:cubicBezTo>
                  <a:cubicBezTo>
                    <a:pt x="562124" y="593775"/>
                    <a:pt x="560499" y="592150"/>
                    <a:pt x="558874" y="588901"/>
                  </a:cubicBezTo>
                  <a:cubicBezTo>
                    <a:pt x="557250" y="587276"/>
                    <a:pt x="555625" y="585651"/>
                    <a:pt x="552376" y="582402"/>
                  </a:cubicBezTo>
                  <a:cubicBezTo>
                    <a:pt x="552376" y="582402"/>
                    <a:pt x="550751" y="582402"/>
                    <a:pt x="550751" y="577527"/>
                  </a:cubicBezTo>
                  <a:cubicBezTo>
                    <a:pt x="550751" y="575902"/>
                    <a:pt x="550751" y="575902"/>
                    <a:pt x="549127" y="571028"/>
                  </a:cubicBezTo>
                  <a:cubicBezTo>
                    <a:pt x="549127" y="567778"/>
                    <a:pt x="547502" y="569403"/>
                    <a:pt x="547502" y="567778"/>
                  </a:cubicBezTo>
                  <a:cubicBezTo>
                    <a:pt x="549127" y="566154"/>
                    <a:pt x="547502" y="566154"/>
                    <a:pt x="547502" y="564529"/>
                  </a:cubicBezTo>
                  <a:cubicBezTo>
                    <a:pt x="547502" y="562904"/>
                    <a:pt x="547502" y="561279"/>
                    <a:pt x="547502" y="561279"/>
                  </a:cubicBezTo>
                  <a:cubicBezTo>
                    <a:pt x="547502" y="561279"/>
                    <a:pt x="545877" y="559654"/>
                    <a:pt x="547502" y="554780"/>
                  </a:cubicBezTo>
                  <a:cubicBezTo>
                    <a:pt x="547502" y="553155"/>
                    <a:pt x="545877" y="553155"/>
                    <a:pt x="542628" y="549905"/>
                  </a:cubicBezTo>
                  <a:cubicBezTo>
                    <a:pt x="542628" y="549905"/>
                    <a:pt x="539379" y="546656"/>
                    <a:pt x="539379" y="546656"/>
                  </a:cubicBezTo>
                  <a:cubicBezTo>
                    <a:pt x="539379" y="546656"/>
                    <a:pt x="539379" y="541781"/>
                    <a:pt x="539379" y="540157"/>
                  </a:cubicBezTo>
                  <a:cubicBezTo>
                    <a:pt x="541003" y="540157"/>
                    <a:pt x="537754" y="540157"/>
                    <a:pt x="537754" y="538532"/>
                  </a:cubicBezTo>
                  <a:cubicBezTo>
                    <a:pt x="537754" y="535282"/>
                    <a:pt x="531256" y="536907"/>
                    <a:pt x="531256" y="536907"/>
                  </a:cubicBezTo>
                  <a:cubicBezTo>
                    <a:pt x="531256" y="536907"/>
                    <a:pt x="526382" y="540157"/>
                    <a:pt x="521508" y="538532"/>
                  </a:cubicBezTo>
                  <a:cubicBezTo>
                    <a:pt x="519883" y="536907"/>
                    <a:pt x="519883" y="536907"/>
                    <a:pt x="521508" y="535282"/>
                  </a:cubicBezTo>
                  <a:cubicBezTo>
                    <a:pt x="521508" y="533657"/>
                    <a:pt x="521508" y="533657"/>
                    <a:pt x="521508" y="532033"/>
                  </a:cubicBezTo>
                  <a:cubicBezTo>
                    <a:pt x="521508" y="530408"/>
                    <a:pt x="523132" y="528783"/>
                    <a:pt x="523132" y="527158"/>
                  </a:cubicBezTo>
                  <a:cubicBezTo>
                    <a:pt x="524757" y="523909"/>
                    <a:pt x="523132" y="522284"/>
                    <a:pt x="523132" y="520659"/>
                  </a:cubicBezTo>
                  <a:cubicBezTo>
                    <a:pt x="524757" y="519034"/>
                    <a:pt x="521508" y="517409"/>
                    <a:pt x="523132" y="517409"/>
                  </a:cubicBezTo>
                  <a:cubicBezTo>
                    <a:pt x="523132" y="517409"/>
                    <a:pt x="518258" y="514160"/>
                    <a:pt x="513385" y="514160"/>
                  </a:cubicBezTo>
                  <a:cubicBezTo>
                    <a:pt x="513385" y="514160"/>
                    <a:pt x="511760" y="517409"/>
                    <a:pt x="511760" y="519034"/>
                  </a:cubicBezTo>
                  <a:cubicBezTo>
                    <a:pt x="511760" y="520659"/>
                    <a:pt x="510135" y="523909"/>
                    <a:pt x="510135" y="525533"/>
                  </a:cubicBezTo>
                  <a:cubicBezTo>
                    <a:pt x="510135" y="525533"/>
                    <a:pt x="506886" y="527158"/>
                    <a:pt x="505261" y="527158"/>
                  </a:cubicBezTo>
                  <a:cubicBezTo>
                    <a:pt x="505261" y="525533"/>
                    <a:pt x="502012" y="527158"/>
                    <a:pt x="502012" y="527158"/>
                  </a:cubicBezTo>
                  <a:cubicBezTo>
                    <a:pt x="502012" y="527158"/>
                    <a:pt x="502012" y="527158"/>
                    <a:pt x="498763" y="527158"/>
                  </a:cubicBezTo>
                  <a:cubicBezTo>
                    <a:pt x="498763" y="527158"/>
                    <a:pt x="498763" y="527158"/>
                    <a:pt x="495514" y="532033"/>
                  </a:cubicBezTo>
                  <a:cubicBezTo>
                    <a:pt x="495514" y="532033"/>
                    <a:pt x="495514" y="532033"/>
                    <a:pt x="492264" y="528783"/>
                  </a:cubicBezTo>
                  <a:cubicBezTo>
                    <a:pt x="492264" y="528783"/>
                    <a:pt x="493889" y="527158"/>
                    <a:pt x="495514" y="523909"/>
                  </a:cubicBezTo>
                  <a:cubicBezTo>
                    <a:pt x="497138" y="522284"/>
                    <a:pt x="495514" y="522284"/>
                    <a:pt x="497138" y="522284"/>
                  </a:cubicBezTo>
                  <a:cubicBezTo>
                    <a:pt x="497138" y="523909"/>
                    <a:pt x="497138" y="523909"/>
                    <a:pt x="497138" y="523909"/>
                  </a:cubicBezTo>
                  <a:cubicBezTo>
                    <a:pt x="500387" y="522284"/>
                    <a:pt x="500387" y="522284"/>
                    <a:pt x="502012" y="520659"/>
                  </a:cubicBezTo>
                  <a:cubicBezTo>
                    <a:pt x="503637" y="520659"/>
                    <a:pt x="502012" y="520659"/>
                    <a:pt x="503637" y="517409"/>
                  </a:cubicBezTo>
                  <a:cubicBezTo>
                    <a:pt x="505261" y="512535"/>
                    <a:pt x="503637" y="514160"/>
                    <a:pt x="503637" y="510910"/>
                  </a:cubicBezTo>
                  <a:cubicBezTo>
                    <a:pt x="502012" y="509285"/>
                    <a:pt x="502012" y="510910"/>
                    <a:pt x="503637" y="507661"/>
                  </a:cubicBezTo>
                  <a:cubicBezTo>
                    <a:pt x="505261" y="506036"/>
                    <a:pt x="505261" y="504411"/>
                    <a:pt x="505261" y="502786"/>
                  </a:cubicBezTo>
                  <a:cubicBezTo>
                    <a:pt x="505261" y="502786"/>
                    <a:pt x="506886" y="497912"/>
                    <a:pt x="506886" y="497912"/>
                  </a:cubicBezTo>
                  <a:cubicBezTo>
                    <a:pt x="506886" y="496287"/>
                    <a:pt x="508511" y="494662"/>
                    <a:pt x="510135" y="493037"/>
                  </a:cubicBezTo>
                  <a:cubicBezTo>
                    <a:pt x="510135" y="491413"/>
                    <a:pt x="508511" y="489788"/>
                    <a:pt x="510135" y="488163"/>
                  </a:cubicBezTo>
                  <a:cubicBezTo>
                    <a:pt x="510135" y="486538"/>
                    <a:pt x="510135" y="484913"/>
                    <a:pt x="510135" y="484913"/>
                  </a:cubicBezTo>
                  <a:cubicBezTo>
                    <a:pt x="511760" y="484913"/>
                    <a:pt x="511760" y="480039"/>
                    <a:pt x="511760" y="480039"/>
                  </a:cubicBezTo>
                  <a:cubicBezTo>
                    <a:pt x="513385" y="480039"/>
                    <a:pt x="508511" y="473540"/>
                    <a:pt x="508511" y="475164"/>
                  </a:cubicBezTo>
                  <a:cubicBezTo>
                    <a:pt x="506886" y="476789"/>
                    <a:pt x="508511" y="480039"/>
                    <a:pt x="508511" y="480039"/>
                  </a:cubicBezTo>
                  <a:cubicBezTo>
                    <a:pt x="508511" y="480039"/>
                    <a:pt x="508511" y="480039"/>
                    <a:pt x="505261" y="481664"/>
                  </a:cubicBezTo>
                  <a:cubicBezTo>
                    <a:pt x="505261" y="481664"/>
                    <a:pt x="503637" y="484913"/>
                    <a:pt x="503637" y="484913"/>
                  </a:cubicBezTo>
                  <a:cubicBezTo>
                    <a:pt x="503637" y="486538"/>
                    <a:pt x="503637" y="488163"/>
                    <a:pt x="500387" y="491413"/>
                  </a:cubicBezTo>
                  <a:cubicBezTo>
                    <a:pt x="500387" y="491413"/>
                    <a:pt x="497138" y="494662"/>
                    <a:pt x="497138" y="494662"/>
                  </a:cubicBezTo>
                  <a:cubicBezTo>
                    <a:pt x="495514" y="494662"/>
                    <a:pt x="493889" y="496287"/>
                    <a:pt x="493889" y="496287"/>
                  </a:cubicBezTo>
                  <a:cubicBezTo>
                    <a:pt x="493889" y="496287"/>
                    <a:pt x="489015" y="499537"/>
                    <a:pt x="490640" y="499537"/>
                  </a:cubicBezTo>
                  <a:cubicBezTo>
                    <a:pt x="490640" y="499537"/>
                    <a:pt x="487390" y="502786"/>
                    <a:pt x="487390" y="502786"/>
                  </a:cubicBezTo>
                  <a:cubicBezTo>
                    <a:pt x="487390" y="502786"/>
                    <a:pt x="487390" y="502786"/>
                    <a:pt x="482517" y="506036"/>
                  </a:cubicBezTo>
                  <a:cubicBezTo>
                    <a:pt x="482517" y="506036"/>
                    <a:pt x="482517" y="506036"/>
                    <a:pt x="476018" y="512535"/>
                  </a:cubicBezTo>
                  <a:cubicBezTo>
                    <a:pt x="476018" y="512535"/>
                    <a:pt x="474393" y="514160"/>
                    <a:pt x="474393" y="515785"/>
                  </a:cubicBezTo>
                  <a:cubicBezTo>
                    <a:pt x="472769" y="517409"/>
                    <a:pt x="472769" y="520659"/>
                    <a:pt x="472769" y="520659"/>
                  </a:cubicBezTo>
                  <a:cubicBezTo>
                    <a:pt x="474393" y="520659"/>
                    <a:pt x="471144" y="523909"/>
                    <a:pt x="471144" y="523909"/>
                  </a:cubicBezTo>
                  <a:cubicBezTo>
                    <a:pt x="471144" y="523909"/>
                    <a:pt x="469519" y="525533"/>
                    <a:pt x="467895" y="523909"/>
                  </a:cubicBezTo>
                  <a:cubicBezTo>
                    <a:pt x="467895" y="522284"/>
                    <a:pt x="463021" y="522284"/>
                    <a:pt x="463021" y="522284"/>
                  </a:cubicBezTo>
                  <a:cubicBezTo>
                    <a:pt x="463021" y="522284"/>
                    <a:pt x="459772" y="519034"/>
                    <a:pt x="458147" y="514160"/>
                  </a:cubicBezTo>
                  <a:cubicBezTo>
                    <a:pt x="458147" y="512535"/>
                    <a:pt x="458147" y="512535"/>
                    <a:pt x="456522" y="507661"/>
                  </a:cubicBezTo>
                  <a:cubicBezTo>
                    <a:pt x="456522" y="507661"/>
                    <a:pt x="454898" y="506036"/>
                    <a:pt x="454898" y="504411"/>
                  </a:cubicBezTo>
                  <a:cubicBezTo>
                    <a:pt x="454898" y="502786"/>
                    <a:pt x="454898" y="502786"/>
                    <a:pt x="454898" y="501161"/>
                  </a:cubicBezTo>
                  <a:cubicBezTo>
                    <a:pt x="456522" y="499537"/>
                    <a:pt x="451648" y="497912"/>
                    <a:pt x="451648" y="497912"/>
                  </a:cubicBezTo>
                  <a:cubicBezTo>
                    <a:pt x="451648" y="496287"/>
                    <a:pt x="450024" y="496287"/>
                    <a:pt x="448399" y="491413"/>
                  </a:cubicBezTo>
                  <a:cubicBezTo>
                    <a:pt x="448399" y="491413"/>
                    <a:pt x="448399" y="489788"/>
                    <a:pt x="446775" y="486538"/>
                  </a:cubicBezTo>
                  <a:cubicBezTo>
                    <a:pt x="446775" y="486538"/>
                    <a:pt x="440276" y="486538"/>
                    <a:pt x="440276" y="484913"/>
                  </a:cubicBezTo>
                  <a:cubicBezTo>
                    <a:pt x="440276" y="483289"/>
                    <a:pt x="437027" y="483289"/>
                    <a:pt x="433777" y="476789"/>
                  </a:cubicBezTo>
                  <a:cubicBezTo>
                    <a:pt x="432153" y="475164"/>
                    <a:pt x="435402" y="476789"/>
                    <a:pt x="437027" y="473540"/>
                  </a:cubicBezTo>
                  <a:cubicBezTo>
                    <a:pt x="438651" y="470290"/>
                    <a:pt x="438651" y="471915"/>
                    <a:pt x="438651" y="471915"/>
                  </a:cubicBezTo>
                  <a:cubicBezTo>
                    <a:pt x="438651" y="471915"/>
                    <a:pt x="437027" y="471915"/>
                    <a:pt x="437027" y="470290"/>
                  </a:cubicBezTo>
                  <a:cubicBezTo>
                    <a:pt x="437027" y="467040"/>
                    <a:pt x="433777" y="468665"/>
                    <a:pt x="433777" y="468665"/>
                  </a:cubicBezTo>
                  <a:cubicBezTo>
                    <a:pt x="432153" y="467040"/>
                    <a:pt x="430528" y="467040"/>
                    <a:pt x="427279" y="463791"/>
                  </a:cubicBezTo>
                  <a:cubicBezTo>
                    <a:pt x="427279" y="462166"/>
                    <a:pt x="425654" y="462166"/>
                    <a:pt x="424030" y="460541"/>
                  </a:cubicBezTo>
                  <a:cubicBezTo>
                    <a:pt x="422405" y="460541"/>
                    <a:pt x="422405" y="460541"/>
                    <a:pt x="417531" y="462166"/>
                  </a:cubicBezTo>
                  <a:cubicBezTo>
                    <a:pt x="417531" y="462166"/>
                    <a:pt x="414282" y="462166"/>
                    <a:pt x="412657" y="457292"/>
                  </a:cubicBezTo>
                  <a:cubicBezTo>
                    <a:pt x="412657" y="457292"/>
                    <a:pt x="411033" y="455667"/>
                    <a:pt x="409408" y="457292"/>
                  </a:cubicBezTo>
                  <a:cubicBezTo>
                    <a:pt x="407783" y="457292"/>
                    <a:pt x="402909" y="458916"/>
                    <a:pt x="402909" y="458916"/>
                  </a:cubicBezTo>
                  <a:cubicBezTo>
                    <a:pt x="402909" y="458916"/>
                    <a:pt x="402909" y="458916"/>
                    <a:pt x="398035" y="458916"/>
                  </a:cubicBezTo>
                  <a:cubicBezTo>
                    <a:pt x="398035" y="458916"/>
                    <a:pt x="393162" y="458916"/>
                    <a:pt x="393162" y="457292"/>
                  </a:cubicBezTo>
                  <a:cubicBezTo>
                    <a:pt x="391537" y="457292"/>
                    <a:pt x="393162" y="454042"/>
                    <a:pt x="391537" y="452417"/>
                  </a:cubicBezTo>
                  <a:cubicBezTo>
                    <a:pt x="388288" y="452417"/>
                    <a:pt x="385038" y="449168"/>
                    <a:pt x="385038" y="449168"/>
                  </a:cubicBezTo>
                  <a:cubicBezTo>
                    <a:pt x="385038" y="449168"/>
                    <a:pt x="380164" y="445918"/>
                    <a:pt x="378540" y="445918"/>
                  </a:cubicBezTo>
                  <a:cubicBezTo>
                    <a:pt x="376915" y="444293"/>
                    <a:pt x="372041" y="445918"/>
                    <a:pt x="372041" y="445918"/>
                  </a:cubicBezTo>
                  <a:cubicBezTo>
                    <a:pt x="372041" y="445918"/>
                    <a:pt x="367167" y="447543"/>
                    <a:pt x="365543" y="447543"/>
                  </a:cubicBezTo>
                  <a:cubicBezTo>
                    <a:pt x="365543" y="445918"/>
                    <a:pt x="363918" y="445918"/>
                    <a:pt x="362293" y="447543"/>
                  </a:cubicBezTo>
                  <a:cubicBezTo>
                    <a:pt x="359044" y="447543"/>
                    <a:pt x="357420" y="447543"/>
                    <a:pt x="354170" y="447543"/>
                  </a:cubicBezTo>
                  <a:cubicBezTo>
                    <a:pt x="352546" y="447543"/>
                    <a:pt x="350921" y="447543"/>
                    <a:pt x="349296" y="447543"/>
                  </a:cubicBezTo>
                  <a:cubicBezTo>
                    <a:pt x="349296" y="447543"/>
                    <a:pt x="349296" y="447543"/>
                    <a:pt x="347672" y="447543"/>
                  </a:cubicBezTo>
                  <a:cubicBezTo>
                    <a:pt x="347672" y="447543"/>
                    <a:pt x="346047" y="447543"/>
                    <a:pt x="344422" y="447543"/>
                  </a:cubicBezTo>
                  <a:cubicBezTo>
                    <a:pt x="342798" y="449168"/>
                    <a:pt x="341173" y="449168"/>
                    <a:pt x="339549" y="449168"/>
                  </a:cubicBezTo>
                  <a:cubicBezTo>
                    <a:pt x="337924" y="447543"/>
                    <a:pt x="334675" y="449168"/>
                    <a:pt x="334675" y="449168"/>
                  </a:cubicBezTo>
                  <a:cubicBezTo>
                    <a:pt x="334675" y="449168"/>
                    <a:pt x="329801" y="449168"/>
                    <a:pt x="328176" y="449168"/>
                  </a:cubicBezTo>
                  <a:cubicBezTo>
                    <a:pt x="326551" y="449168"/>
                    <a:pt x="324927" y="449168"/>
                    <a:pt x="323302" y="449168"/>
                  </a:cubicBezTo>
                  <a:cubicBezTo>
                    <a:pt x="321678" y="450792"/>
                    <a:pt x="320053" y="450792"/>
                    <a:pt x="318428" y="452417"/>
                  </a:cubicBezTo>
                  <a:cubicBezTo>
                    <a:pt x="316804" y="454042"/>
                    <a:pt x="313554" y="455667"/>
                    <a:pt x="313554" y="455667"/>
                  </a:cubicBezTo>
                  <a:cubicBezTo>
                    <a:pt x="313554" y="455667"/>
                    <a:pt x="313554" y="455667"/>
                    <a:pt x="310305" y="458916"/>
                  </a:cubicBezTo>
                  <a:cubicBezTo>
                    <a:pt x="310305" y="458916"/>
                    <a:pt x="310305" y="458916"/>
                    <a:pt x="303807" y="458916"/>
                  </a:cubicBezTo>
                  <a:cubicBezTo>
                    <a:pt x="303807" y="458916"/>
                    <a:pt x="297308" y="462166"/>
                    <a:pt x="294059" y="462166"/>
                  </a:cubicBezTo>
                  <a:cubicBezTo>
                    <a:pt x="292434" y="462166"/>
                    <a:pt x="287560" y="462166"/>
                    <a:pt x="287560" y="462166"/>
                  </a:cubicBezTo>
                  <a:cubicBezTo>
                    <a:pt x="287560" y="462166"/>
                    <a:pt x="287560" y="462166"/>
                    <a:pt x="271314" y="462166"/>
                  </a:cubicBezTo>
                  <a:cubicBezTo>
                    <a:pt x="271314" y="462166"/>
                    <a:pt x="266440" y="463791"/>
                    <a:pt x="266440" y="462166"/>
                  </a:cubicBezTo>
                  <a:cubicBezTo>
                    <a:pt x="266440" y="462166"/>
                    <a:pt x="261566" y="463791"/>
                    <a:pt x="261566" y="463791"/>
                  </a:cubicBezTo>
                  <a:cubicBezTo>
                    <a:pt x="261566" y="463791"/>
                    <a:pt x="261566" y="463791"/>
                    <a:pt x="256692" y="468665"/>
                  </a:cubicBezTo>
                  <a:cubicBezTo>
                    <a:pt x="256692" y="468665"/>
                    <a:pt x="250194" y="473540"/>
                    <a:pt x="250194" y="473540"/>
                  </a:cubicBezTo>
                  <a:cubicBezTo>
                    <a:pt x="248569" y="473540"/>
                    <a:pt x="243695" y="475164"/>
                    <a:pt x="242070" y="475164"/>
                  </a:cubicBezTo>
                  <a:cubicBezTo>
                    <a:pt x="240446" y="476789"/>
                    <a:pt x="237197" y="478414"/>
                    <a:pt x="232323" y="483289"/>
                  </a:cubicBezTo>
                  <a:cubicBezTo>
                    <a:pt x="227449" y="488163"/>
                    <a:pt x="229073" y="488163"/>
                    <a:pt x="229073" y="488163"/>
                  </a:cubicBezTo>
                  <a:cubicBezTo>
                    <a:pt x="229073" y="489788"/>
                    <a:pt x="224199" y="493037"/>
                    <a:pt x="224199" y="493037"/>
                  </a:cubicBezTo>
                  <a:cubicBezTo>
                    <a:pt x="224199" y="493037"/>
                    <a:pt x="220950" y="496287"/>
                    <a:pt x="219326" y="497912"/>
                  </a:cubicBezTo>
                  <a:cubicBezTo>
                    <a:pt x="217701" y="497912"/>
                    <a:pt x="214452" y="497912"/>
                    <a:pt x="214452" y="497912"/>
                  </a:cubicBezTo>
                  <a:cubicBezTo>
                    <a:pt x="214452" y="497912"/>
                    <a:pt x="211202" y="499537"/>
                    <a:pt x="211202" y="499537"/>
                  </a:cubicBezTo>
                  <a:cubicBezTo>
                    <a:pt x="209578" y="497912"/>
                    <a:pt x="206328" y="499537"/>
                    <a:pt x="206328" y="499537"/>
                  </a:cubicBezTo>
                  <a:cubicBezTo>
                    <a:pt x="206328" y="499537"/>
                    <a:pt x="206328" y="499537"/>
                    <a:pt x="201455" y="499537"/>
                  </a:cubicBezTo>
                  <a:cubicBezTo>
                    <a:pt x="201455" y="499537"/>
                    <a:pt x="201455" y="499537"/>
                    <a:pt x="194956" y="501161"/>
                  </a:cubicBezTo>
                  <a:cubicBezTo>
                    <a:pt x="194956" y="501161"/>
                    <a:pt x="186833" y="501161"/>
                    <a:pt x="186833" y="499537"/>
                  </a:cubicBezTo>
                  <a:cubicBezTo>
                    <a:pt x="185208" y="497912"/>
                    <a:pt x="185208" y="497912"/>
                    <a:pt x="183584" y="499537"/>
                  </a:cubicBezTo>
                  <a:cubicBezTo>
                    <a:pt x="183584" y="499537"/>
                    <a:pt x="183584" y="499537"/>
                    <a:pt x="181959" y="497912"/>
                  </a:cubicBezTo>
                  <a:cubicBezTo>
                    <a:pt x="181959" y="497912"/>
                    <a:pt x="180334" y="497912"/>
                    <a:pt x="180334" y="497912"/>
                  </a:cubicBezTo>
                  <a:cubicBezTo>
                    <a:pt x="180334" y="497912"/>
                    <a:pt x="175460" y="497912"/>
                    <a:pt x="173836" y="499537"/>
                  </a:cubicBezTo>
                  <a:cubicBezTo>
                    <a:pt x="173836" y="499537"/>
                    <a:pt x="168962" y="499537"/>
                    <a:pt x="168962" y="499537"/>
                  </a:cubicBezTo>
                  <a:cubicBezTo>
                    <a:pt x="168962" y="499537"/>
                    <a:pt x="162463" y="502786"/>
                    <a:pt x="162463" y="501161"/>
                  </a:cubicBezTo>
                  <a:cubicBezTo>
                    <a:pt x="162463" y="501161"/>
                    <a:pt x="157589" y="501161"/>
                    <a:pt x="155965" y="501161"/>
                  </a:cubicBezTo>
                  <a:cubicBezTo>
                    <a:pt x="154340" y="499537"/>
                    <a:pt x="146217" y="502786"/>
                    <a:pt x="146217" y="502786"/>
                  </a:cubicBezTo>
                  <a:cubicBezTo>
                    <a:pt x="146217" y="502786"/>
                    <a:pt x="146217" y="502786"/>
                    <a:pt x="144592" y="504411"/>
                  </a:cubicBezTo>
                  <a:cubicBezTo>
                    <a:pt x="144592" y="504411"/>
                    <a:pt x="144592" y="504411"/>
                    <a:pt x="141343" y="509285"/>
                  </a:cubicBezTo>
                  <a:cubicBezTo>
                    <a:pt x="141343" y="509285"/>
                    <a:pt x="141343" y="509285"/>
                    <a:pt x="131595" y="512535"/>
                  </a:cubicBezTo>
                  <a:cubicBezTo>
                    <a:pt x="131595" y="512535"/>
                    <a:pt x="131595" y="512535"/>
                    <a:pt x="125097" y="515785"/>
                  </a:cubicBezTo>
                  <a:cubicBezTo>
                    <a:pt x="125097" y="515785"/>
                    <a:pt x="125097" y="515785"/>
                    <a:pt x="120223" y="519034"/>
                  </a:cubicBezTo>
                  <a:cubicBezTo>
                    <a:pt x="120223" y="519034"/>
                    <a:pt x="120223" y="519034"/>
                    <a:pt x="116974" y="523909"/>
                  </a:cubicBezTo>
                  <a:cubicBezTo>
                    <a:pt x="116974" y="523909"/>
                    <a:pt x="116974" y="523909"/>
                    <a:pt x="110475" y="525533"/>
                  </a:cubicBezTo>
                  <a:cubicBezTo>
                    <a:pt x="110475" y="525533"/>
                    <a:pt x="102352" y="528783"/>
                    <a:pt x="99103" y="527158"/>
                  </a:cubicBezTo>
                  <a:cubicBezTo>
                    <a:pt x="95853" y="525533"/>
                    <a:pt x="90979" y="527158"/>
                    <a:pt x="90979" y="527158"/>
                  </a:cubicBezTo>
                  <a:cubicBezTo>
                    <a:pt x="90979" y="527158"/>
                    <a:pt x="90979" y="527158"/>
                    <a:pt x="81232" y="527158"/>
                  </a:cubicBezTo>
                  <a:cubicBezTo>
                    <a:pt x="81232" y="527158"/>
                    <a:pt x="76358" y="527158"/>
                    <a:pt x="76358" y="527158"/>
                  </a:cubicBezTo>
                  <a:cubicBezTo>
                    <a:pt x="76358" y="525533"/>
                    <a:pt x="69859" y="525533"/>
                    <a:pt x="69859" y="525533"/>
                  </a:cubicBezTo>
                  <a:cubicBezTo>
                    <a:pt x="69859" y="525533"/>
                    <a:pt x="64985" y="522284"/>
                    <a:pt x="64985" y="520659"/>
                  </a:cubicBezTo>
                  <a:cubicBezTo>
                    <a:pt x="63361" y="519034"/>
                    <a:pt x="61736" y="515785"/>
                    <a:pt x="61736" y="514160"/>
                  </a:cubicBezTo>
                  <a:cubicBezTo>
                    <a:pt x="61736" y="512535"/>
                    <a:pt x="58487" y="512535"/>
                    <a:pt x="58487" y="510910"/>
                  </a:cubicBezTo>
                  <a:cubicBezTo>
                    <a:pt x="58487" y="509285"/>
                    <a:pt x="56862" y="510910"/>
                    <a:pt x="55237" y="509285"/>
                  </a:cubicBezTo>
                  <a:cubicBezTo>
                    <a:pt x="53613" y="507661"/>
                    <a:pt x="50363" y="507661"/>
                    <a:pt x="48739" y="507661"/>
                  </a:cubicBezTo>
                  <a:cubicBezTo>
                    <a:pt x="47114" y="507661"/>
                    <a:pt x="45490" y="507661"/>
                    <a:pt x="43865" y="506036"/>
                  </a:cubicBezTo>
                  <a:cubicBezTo>
                    <a:pt x="43865" y="504411"/>
                    <a:pt x="43865" y="504411"/>
                    <a:pt x="43865" y="504411"/>
                  </a:cubicBezTo>
                  <a:cubicBezTo>
                    <a:pt x="43865" y="504411"/>
                    <a:pt x="45490" y="504411"/>
                    <a:pt x="45490" y="502786"/>
                  </a:cubicBezTo>
                  <a:cubicBezTo>
                    <a:pt x="45490" y="501161"/>
                    <a:pt x="43865" y="499537"/>
                    <a:pt x="43865" y="496287"/>
                  </a:cubicBezTo>
                  <a:cubicBezTo>
                    <a:pt x="45490" y="494662"/>
                    <a:pt x="47114" y="494662"/>
                    <a:pt x="48739" y="493037"/>
                  </a:cubicBezTo>
                  <a:cubicBezTo>
                    <a:pt x="50363" y="493037"/>
                    <a:pt x="51988" y="493037"/>
                    <a:pt x="55237" y="491413"/>
                  </a:cubicBezTo>
                  <a:cubicBezTo>
                    <a:pt x="56862" y="489788"/>
                    <a:pt x="55237" y="491413"/>
                    <a:pt x="56862" y="486538"/>
                  </a:cubicBezTo>
                  <a:cubicBezTo>
                    <a:pt x="56862" y="483289"/>
                    <a:pt x="56862" y="483289"/>
                    <a:pt x="56862" y="481664"/>
                  </a:cubicBezTo>
                  <a:cubicBezTo>
                    <a:pt x="56862" y="478414"/>
                    <a:pt x="56862" y="478414"/>
                    <a:pt x="56862" y="475164"/>
                  </a:cubicBezTo>
                  <a:cubicBezTo>
                    <a:pt x="56862" y="473540"/>
                    <a:pt x="56862" y="473540"/>
                    <a:pt x="56862" y="473540"/>
                  </a:cubicBezTo>
                  <a:cubicBezTo>
                    <a:pt x="56862" y="471915"/>
                    <a:pt x="58487" y="467040"/>
                    <a:pt x="58487" y="467040"/>
                  </a:cubicBezTo>
                  <a:cubicBezTo>
                    <a:pt x="58487" y="467040"/>
                    <a:pt x="56862" y="462166"/>
                    <a:pt x="56862" y="457292"/>
                  </a:cubicBezTo>
                  <a:cubicBezTo>
                    <a:pt x="56862" y="454042"/>
                    <a:pt x="56862" y="454042"/>
                    <a:pt x="56862" y="454042"/>
                  </a:cubicBezTo>
                  <a:cubicBezTo>
                    <a:pt x="56862" y="454042"/>
                    <a:pt x="58487" y="454042"/>
                    <a:pt x="58487" y="452417"/>
                  </a:cubicBezTo>
                  <a:cubicBezTo>
                    <a:pt x="58487" y="449168"/>
                    <a:pt x="58487" y="447543"/>
                    <a:pt x="56862" y="444293"/>
                  </a:cubicBezTo>
                  <a:cubicBezTo>
                    <a:pt x="56862" y="442668"/>
                    <a:pt x="53613" y="439419"/>
                    <a:pt x="51988" y="439419"/>
                  </a:cubicBezTo>
                  <a:cubicBezTo>
                    <a:pt x="51988" y="437794"/>
                    <a:pt x="48739" y="434544"/>
                    <a:pt x="45490" y="431295"/>
                  </a:cubicBezTo>
                  <a:cubicBezTo>
                    <a:pt x="43865" y="428045"/>
                    <a:pt x="43865" y="428045"/>
                    <a:pt x="43865" y="424796"/>
                  </a:cubicBezTo>
                  <a:cubicBezTo>
                    <a:pt x="43865" y="421546"/>
                    <a:pt x="42240" y="421546"/>
                    <a:pt x="42240" y="419921"/>
                  </a:cubicBezTo>
                  <a:cubicBezTo>
                    <a:pt x="42240" y="416672"/>
                    <a:pt x="40616" y="415047"/>
                    <a:pt x="42240" y="413422"/>
                  </a:cubicBezTo>
                  <a:cubicBezTo>
                    <a:pt x="43865" y="411797"/>
                    <a:pt x="42240" y="410172"/>
                    <a:pt x="42240" y="410172"/>
                  </a:cubicBezTo>
                  <a:cubicBezTo>
                    <a:pt x="42240" y="410172"/>
                    <a:pt x="42240" y="405298"/>
                    <a:pt x="42240" y="403673"/>
                  </a:cubicBezTo>
                  <a:cubicBezTo>
                    <a:pt x="43865" y="403673"/>
                    <a:pt x="40616" y="395549"/>
                    <a:pt x="40616" y="393924"/>
                  </a:cubicBezTo>
                  <a:cubicBezTo>
                    <a:pt x="40616" y="390675"/>
                    <a:pt x="37366" y="390675"/>
                    <a:pt x="34117" y="384175"/>
                  </a:cubicBezTo>
                  <a:cubicBezTo>
                    <a:pt x="32492" y="380926"/>
                    <a:pt x="32492" y="380926"/>
                    <a:pt x="32492" y="380926"/>
                  </a:cubicBezTo>
                  <a:cubicBezTo>
                    <a:pt x="32492" y="379301"/>
                    <a:pt x="30868" y="376051"/>
                    <a:pt x="27619" y="372802"/>
                  </a:cubicBezTo>
                  <a:cubicBezTo>
                    <a:pt x="27619" y="372802"/>
                    <a:pt x="25994" y="366303"/>
                    <a:pt x="25994" y="364678"/>
                  </a:cubicBezTo>
                  <a:cubicBezTo>
                    <a:pt x="25994" y="363053"/>
                    <a:pt x="25994" y="356554"/>
                    <a:pt x="25994" y="354929"/>
                  </a:cubicBezTo>
                  <a:cubicBezTo>
                    <a:pt x="25994" y="353304"/>
                    <a:pt x="24369" y="353304"/>
                    <a:pt x="22745" y="350055"/>
                  </a:cubicBezTo>
                  <a:cubicBezTo>
                    <a:pt x="21120" y="346805"/>
                    <a:pt x="21120" y="348430"/>
                    <a:pt x="19495" y="346805"/>
                  </a:cubicBezTo>
                  <a:cubicBezTo>
                    <a:pt x="17871" y="346805"/>
                    <a:pt x="19495" y="340306"/>
                    <a:pt x="17871" y="340306"/>
                  </a:cubicBezTo>
                  <a:cubicBezTo>
                    <a:pt x="14621" y="338681"/>
                    <a:pt x="14621" y="338681"/>
                    <a:pt x="12997" y="337056"/>
                  </a:cubicBezTo>
                  <a:cubicBezTo>
                    <a:pt x="11372" y="335431"/>
                    <a:pt x="9748" y="337056"/>
                    <a:pt x="9748" y="335431"/>
                  </a:cubicBezTo>
                  <a:cubicBezTo>
                    <a:pt x="8123" y="333807"/>
                    <a:pt x="6498" y="332182"/>
                    <a:pt x="6498" y="330557"/>
                  </a:cubicBezTo>
                  <a:cubicBezTo>
                    <a:pt x="6498" y="327307"/>
                    <a:pt x="4874" y="325682"/>
                    <a:pt x="3249" y="325682"/>
                  </a:cubicBezTo>
                  <a:cubicBezTo>
                    <a:pt x="0" y="325682"/>
                    <a:pt x="0" y="315934"/>
                    <a:pt x="0" y="315934"/>
                  </a:cubicBezTo>
                  <a:cubicBezTo>
                    <a:pt x="0" y="315934"/>
                    <a:pt x="1624" y="319183"/>
                    <a:pt x="3249" y="320808"/>
                  </a:cubicBezTo>
                  <a:cubicBezTo>
                    <a:pt x="3249" y="320808"/>
                    <a:pt x="3249" y="320808"/>
                    <a:pt x="3249" y="322433"/>
                  </a:cubicBezTo>
                  <a:cubicBezTo>
                    <a:pt x="4874" y="322433"/>
                    <a:pt x="4874" y="324058"/>
                    <a:pt x="6498" y="325682"/>
                  </a:cubicBezTo>
                  <a:cubicBezTo>
                    <a:pt x="8123" y="327307"/>
                    <a:pt x="8123" y="330557"/>
                    <a:pt x="8123" y="330557"/>
                  </a:cubicBezTo>
                  <a:cubicBezTo>
                    <a:pt x="9748" y="332182"/>
                    <a:pt x="9748" y="333807"/>
                    <a:pt x="14621" y="333807"/>
                  </a:cubicBezTo>
                  <a:cubicBezTo>
                    <a:pt x="17871" y="333807"/>
                    <a:pt x="17871" y="337056"/>
                    <a:pt x="19495" y="337056"/>
                  </a:cubicBezTo>
                  <a:cubicBezTo>
                    <a:pt x="19495" y="338681"/>
                    <a:pt x="21120" y="337056"/>
                    <a:pt x="21120" y="333807"/>
                  </a:cubicBezTo>
                  <a:cubicBezTo>
                    <a:pt x="19495" y="330557"/>
                    <a:pt x="19495" y="332182"/>
                    <a:pt x="19495" y="332182"/>
                  </a:cubicBezTo>
                  <a:cubicBezTo>
                    <a:pt x="17871" y="330557"/>
                    <a:pt x="16246" y="328932"/>
                    <a:pt x="16246" y="325682"/>
                  </a:cubicBezTo>
                  <a:cubicBezTo>
                    <a:pt x="16246" y="324058"/>
                    <a:pt x="11372" y="320808"/>
                    <a:pt x="9748" y="319183"/>
                  </a:cubicBezTo>
                  <a:cubicBezTo>
                    <a:pt x="9748" y="315934"/>
                    <a:pt x="11372" y="320808"/>
                    <a:pt x="14621" y="320808"/>
                  </a:cubicBezTo>
                  <a:cubicBezTo>
                    <a:pt x="19495" y="320808"/>
                    <a:pt x="16246" y="325682"/>
                    <a:pt x="19495" y="325682"/>
                  </a:cubicBezTo>
                  <a:cubicBezTo>
                    <a:pt x="21120" y="324058"/>
                    <a:pt x="24369" y="332182"/>
                    <a:pt x="24369" y="332182"/>
                  </a:cubicBezTo>
                  <a:cubicBezTo>
                    <a:pt x="24369" y="332182"/>
                    <a:pt x="25994" y="330557"/>
                    <a:pt x="25994" y="327307"/>
                  </a:cubicBezTo>
                  <a:cubicBezTo>
                    <a:pt x="25994" y="322433"/>
                    <a:pt x="24369" y="324058"/>
                    <a:pt x="24369" y="322433"/>
                  </a:cubicBezTo>
                  <a:cubicBezTo>
                    <a:pt x="24369" y="320808"/>
                    <a:pt x="25994" y="319183"/>
                    <a:pt x="25994" y="319183"/>
                  </a:cubicBezTo>
                  <a:cubicBezTo>
                    <a:pt x="25994" y="317558"/>
                    <a:pt x="22745" y="315934"/>
                    <a:pt x="22745" y="314309"/>
                  </a:cubicBezTo>
                  <a:cubicBezTo>
                    <a:pt x="22745" y="312684"/>
                    <a:pt x="19495" y="307810"/>
                    <a:pt x="16246" y="301310"/>
                  </a:cubicBezTo>
                  <a:cubicBezTo>
                    <a:pt x="16246" y="298061"/>
                    <a:pt x="14621" y="298061"/>
                    <a:pt x="14621" y="299686"/>
                  </a:cubicBezTo>
                  <a:cubicBezTo>
                    <a:pt x="14621" y="299686"/>
                    <a:pt x="12997" y="299686"/>
                    <a:pt x="12997" y="299686"/>
                  </a:cubicBezTo>
                  <a:cubicBezTo>
                    <a:pt x="12997" y="298061"/>
                    <a:pt x="11372" y="296436"/>
                    <a:pt x="11372" y="291562"/>
                  </a:cubicBezTo>
                  <a:cubicBezTo>
                    <a:pt x="9748" y="286687"/>
                    <a:pt x="9748" y="288312"/>
                    <a:pt x="11372" y="285062"/>
                  </a:cubicBezTo>
                  <a:cubicBezTo>
                    <a:pt x="11372" y="283438"/>
                    <a:pt x="11372" y="281813"/>
                    <a:pt x="12997" y="278563"/>
                  </a:cubicBezTo>
                  <a:cubicBezTo>
                    <a:pt x="14621" y="275314"/>
                    <a:pt x="14621" y="275314"/>
                    <a:pt x="16246" y="273689"/>
                  </a:cubicBezTo>
                  <a:cubicBezTo>
                    <a:pt x="17871" y="272064"/>
                    <a:pt x="16246" y="272064"/>
                    <a:pt x="17871" y="268814"/>
                  </a:cubicBezTo>
                  <a:cubicBezTo>
                    <a:pt x="17871" y="263940"/>
                    <a:pt x="17871" y="263940"/>
                    <a:pt x="17871" y="263940"/>
                  </a:cubicBezTo>
                  <a:cubicBezTo>
                    <a:pt x="19495" y="262315"/>
                    <a:pt x="17871" y="257441"/>
                    <a:pt x="17871" y="255816"/>
                  </a:cubicBezTo>
                  <a:cubicBezTo>
                    <a:pt x="17871" y="254191"/>
                    <a:pt x="16246" y="254191"/>
                    <a:pt x="17871" y="250942"/>
                  </a:cubicBezTo>
                  <a:cubicBezTo>
                    <a:pt x="19495" y="249317"/>
                    <a:pt x="19495" y="249317"/>
                    <a:pt x="19495" y="246067"/>
                  </a:cubicBezTo>
                  <a:cubicBezTo>
                    <a:pt x="21120" y="242817"/>
                    <a:pt x="21120" y="239568"/>
                    <a:pt x="22745" y="236318"/>
                  </a:cubicBezTo>
                  <a:cubicBezTo>
                    <a:pt x="24369" y="234693"/>
                    <a:pt x="25994" y="236318"/>
                    <a:pt x="25994" y="236318"/>
                  </a:cubicBezTo>
                  <a:cubicBezTo>
                    <a:pt x="25994" y="236318"/>
                    <a:pt x="25994" y="237943"/>
                    <a:pt x="25994" y="239568"/>
                  </a:cubicBezTo>
                  <a:cubicBezTo>
                    <a:pt x="25994" y="241193"/>
                    <a:pt x="25994" y="242817"/>
                    <a:pt x="24369" y="244442"/>
                  </a:cubicBezTo>
                  <a:cubicBezTo>
                    <a:pt x="22745" y="244442"/>
                    <a:pt x="25994" y="246067"/>
                    <a:pt x="25994" y="246067"/>
                  </a:cubicBezTo>
                  <a:cubicBezTo>
                    <a:pt x="25994" y="246067"/>
                    <a:pt x="29243" y="250942"/>
                    <a:pt x="30868" y="247692"/>
                  </a:cubicBezTo>
                  <a:cubicBezTo>
                    <a:pt x="32492" y="246067"/>
                    <a:pt x="32492" y="244442"/>
                    <a:pt x="32492" y="242817"/>
                  </a:cubicBezTo>
                  <a:cubicBezTo>
                    <a:pt x="32492" y="242817"/>
                    <a:pt x="40616" y="237943"/>
                    <a:pt x="40616" y="234693"/>
                  </a:cubicBezTo>
                  <a:cubicBezTo>
                    <a:pt x="38991" y="233069"/>
                    <a:pt x="42240" y="231444"/>
                    <a:pt x="42240" y="231444"/>
                  </a:cubicBezTo>
                  <a:cubicBezTo>
                    <a:pt x="42240" y="231444"/>
                    <a:pt x="47114" y="233069"/>
                    <a:pt x="48739" y="233069"/>
                  </a:cubicBezTo>
                  <a:cubicBezTo>
                    <a:pt x="50363" y="231444"/>
                    <a:pt x="50363" y="229819"/>
                    <a:pt x="50363" y="228194"/>
                  </a:cubicBezTo>
                  <a:cubicBezTo>
                    <a:pt x="51988" y="228194"/>
                    <a:pt x="55237" y="226569"/>
                    <a:pt x="55237" y="226569"/>
                  </a:cubicBezTo>
                  <a:cubicBezTo>
                    <a:pt x="55237" y="226569"/>
                    <a:pt x="61736" y="223320"/>
                    <a:pt x="63361" y="221695"/>
                  </a:cubicBezTo>
                  <a:cubicBezTo>
                    <a:pt x="66610" y="218445"/>
                    <a:pt x="64985" y="221695"/>
                    <a:pt x="66610" y="216821"/>
                  </a:cubicBezTo>
                  <a:cubicBezTo>
                    <a:pt x="68234" y="213571"/>
                    <a:pt x="68234" y="216821"/>
                    <a:pt x="73108" y="211946"/>
                  </a:cubicBezTo>
                  <a:cubicBezTo>
                    <a:pt x="74733" y="211946"/>
                    <a:pt x="76358" y="211946"/>
                    <a:pt x="77982" y="210321"/>
                  </a:cubicBezTo>
                  <a:cubicBezTo>
                    <a:pt x="77982" y="208697"/>
                    <a:pt x="81232" y="210321"/>
                    <a:pt x="84481" y="208697"/>
                  </a:cubicBezTo>
                  <a:cubicBezTo>
                    <a:pt x="86105" y="208697"/>
                    <a:pt x="97478" y="208697"/>
                    <a:pt x="97478" y="208697"/>
                  </a:cubicBezTo>
                  <a:cubicBezTo>
                    <a:pt x="97478" y="208697"/>
                    <a:pt x="99103" y="210321"/>
                    <a:pt x="99103" y="210321"/>
                  </a:cubicBezTo>
                  <a:cubicBezTo>
                    <a:pt x="100727" y="208697"/>
                    <a:pt x="105601" y="207072"/>
                    <a:pt x="105601" y="207072"/>
                  </a:cubicBezTo>
                  <a:cubicBezTo>
                    <a:pt x="107226" y="205447"/>
                    <a:pt x="110475" y="203822"/>
                    <a:pt x="110475" y="203822"/>
                  </a:cubicBezTo>
                  <a:cubicBezTo>
                    <a:pt x="110475" y="203822"/>
                    <a:pt x="115349" y="202197"/>
                    <a:pt x="116974" y="200573"/>
                  </a:cubicBezTo>
                  <a:cubicBezTo>
                    <a:pt x="118598" y="198948"/>
                    <a:pt x="118598" y="198948"/>
                    <a:pt x="121847" y="198948"/>
                  </a:cubicBezTo>
                  <a:cubicBezTo>
                    <a:pt x="123472" y="197323"/>
                    <a:pt x="125097" y="195698"/>
                    <a:pt x="126721" y="195698"/>
                  </a:cubicBezTo>
                  <a:cubicBezTo>
                    <a:pt x="128346" y="195698"/>
                    <a:pt x="128346" y="197323"/>
                    <a:pt x="129971" y="197323"/>
                  </a:cubicBezTo>
                  <a:cubicBezTo>
                    <a:pt x="129971" y="198948"/>
                    <a:pt x="129971" y="198948"/>
                    <a:pt x="129971" y="198948"/>
                  </a:cubicBezTo>
                  <a:cubicBezTo>
                    <a:pt x="131595" y="197323"/>
                    <a:pt x="134845" y="198948"/>
                    <a:pt x="134845" y="198948"/>
                  </a:cubicBezTo>
                  <a:cubicBezTo>
                    <a:pt x="134845" y="198948"/>
                    <a:pt x="138094" y="197323"/>
                    <a:pt x="139718" y="195698"/>
                  </a:cubicBezTo>
                  <a:cubicBezTo>
                    <a:pt x="141343" y="194073"/>
                    <a:pt x="141343" y="195698"/>
                    <a:pt x="142968" y="194073"/>
                  </a:cubicBezTo>
                  <a:cubicBezTo>
                    <a:pt x="146217" y="192449"/>
                    <a:pt x="146217" y="192449"/>
                    <a:pt x="151091" y="192449"/>
                  </a:cubicBezTo>
                  <a:cubicBezTo>
                    <a:pt x="155965" y="190824"/>
                    <a:pt x="157589" y="190824"/>
                    <a:pt x="157589" y="190824"/>
                  </a:cubicBezTo>
                  <a:cubicBezTo>
                    <a:pt x="157589" y="190824"/>
                    <a:pt x="162463" y="187574"/>
                    <a:pt x="167337" y="185949"/>
                  </a:cubicBezTo>
                  <a:cubicBezTo>
                    <a:pt x="167337" y="185949"/>
                    <a:pt x="170586" y="182700"/>
                    <a:pt x="172211" y="181075"/>
                  </a:cubicBezTo>
                  <a:cubicBezTo>
                    <a:pt x="173836" y="179450"/>
                    <a:pt x="173836" y="179450"/>
                    <a:pt x="175460" y="177825"/>
                  </a:cubicBezTo>
                  <a:cubicBezTo>
                    <a:pt x="177085" y="176201"/>
                    <a:pt x="180334" y="172951"/>
                    <a:pt x="181959" y="168077"/>
                  </a:cubicBezTo>
                  <a:cubicBezTo>
                    <a:pt x="185208" y="164827"/>
                    <a:pt x="181959" y="164827"/>
                    <a:pt x="181959" y="164827"/>
                  </a:cubicBezTo>
                  <a:cubicBezTo>
                    <a:pt x="181959" y="164827"/>
                    <a:pt x="186833" y="161577"/>
                    <a:pt x="188457" y="159952"/>
                  </a:cubicBezTo>
                  <a:cubicBezTo>
                    <a:pt x="190082" y="159952"/>
                    <a:pt x="191707" y="159952"/>
                    <a:pt x="190082" y="155078"/>
                  </a:cubicBezTo>
                  <a:cubicBezTo>
                    <a:pt x="190082" y="153453"/>
                    <a:pt x="191707" y="148579"/>
                    <a:pt x="191707" y="146954"/>
                  </a:cubicBezTo>
                  <a:cubicBezTo>
                    <a:pt x="191707" y="143704"/>
                    <a:pt x="190082" y="143704"/>
                    <a:pt x="188457" y="142080"/>
                  </a:cubicBezTo>
                  <a:cubicBezTo>
                    <a:pt x="188457" y="142080"/>
                    <a:pt x="188457" y="140455"/>
                    <a:pt x="188457" y="138830"/>
                  </a:cubicBezTo>
                  <a:cubicBezTo>
                    <a:pt x="190082" y="138830"/>
                    <a:pt x="196581" y="133956"/>
                    <a:pt x="198205" y="129081"/>
                  </a:cubicBezTo>
                  <a:cubicBezTo>
                    <a:pt x="199830" y="124207"/>
                    <a:pt x="203079" y="124207"/>
                    <a:pt x="203079" y="122582"/>
                  </a:cubicBezTo>
                  <a:cubicBezTo>
                    <a:pt x="203079" y="122582"/>
                    <a:pt x="206328" y="124207"/>
                    <a:pt x="206328" y="124207"/>
                  </a:cubicBezTo>
                  <a:cubicBezTo>
                    <a:pt x="206328" y="124207"/>
                    <a:pt x="206328" y="124207"/>
                    <a:pt x="212827" y="130706"/>
                  </a:cubicBezTo>
                  <a:cubicBezTo>
                    <a:pt x="212827" y="130706"/>
                    <a:pt x="212827" y="130706"/>
                    <a:pt x="216076" y="143704"/>
                  </a:cubicBezTo>
                  <a:cubicBezTo>
                    <a:pt x="216076" y="143704"/>
                    <a:pt x="216076" y="143704"/>
                    <a:pt x="219326" y="137205"/>
                  </a:cubicBezTo>
                  <a:cubicBezTo>
                    <a:pt x="219326" y="137205"/>
                    <a:pt x="219326" y="137205"/>
                    <a:pt x="225824" y="127456"/>
                  </a:cubicBezTo>
                  <a:cubicBezTo>
                    <a:pt x="225824" y="124207"/>
                    <a:pt x="219326" y="120957"/>
                    <a:pt x="219326" y="120957"/>
                  </a:cubicBezTo>
                  <a:cubicBezTo>
                    <a:pt x="219326" y="120957"/>
                    <a:pt x="219326" y="120957"/>
                    <a:pt x="220950" y="112833"/>
                  </a:cubicBezTo>
                  <a:cubicBezTo>
                    <a:pt x="220950" y="112833"/>
                    <a:pt x="220950" y="112833"/>
                    <a:pt x="230698" y="117708"/>
                  </a:cubicBezTo>
                  <a:cubicBezTo>
                    <a:pt x="230698" y="117708"/>
                    <a:pt x="230698" y="117708"/>
                    <a:pt x="238821" y="116083"/>
                  </a:cubicBezTo>
                  <a:cubicBezTo>
                    <a:pt x="237197" y="112833"/>
                    <a:pt x="235572" y="107959"/>
                    <a:pt x="235572" y="107959"/>
                  </a:cubicBezTo>
                  <a:cubicBezTo>
                    <a:pt x="235572" y="106334"/>
                    <a:pt x="237197" y="101460"/>
                    <a:pt x="237197" y="101460"/>
                  </a:cubicBezTo>
                  <a:cubicBezTo>
                    <a:pt x="238821" y="98210"/>
                    <a:pt x="246944" y="98210"/>
                    <a:pt x="246944" y="98210"/>
                  </a:cubicBezTo>
                  <a:cubicBezTo>
                    <a:pt x="246944" y="98210"/>
                    <a:pt x="246944" y="98210"/>
                    <a:pt x="246944" y="88461"/>
                  </a:cubicBezTo>
                  <a:cubicBezTo>
                    <a:pt x="246944" y="88461"/>
                    <a:pt x="246944" y="85211"/>
                    <a:pt x="253443" y="80337"/>
                  </a:cubicBezTo>
                  <a:cubicBezTo>
                    <a:pt x="255068" y="80337"/>
                    <a:pt x="256692" y="81962"/>
                    <a:pt x="263191" y="81962"/>
                  </a:cubicBezTo>
                  <a:cubicBezTo>
                    <a:pt x="263191" y="81962"/>
                    <a:pt x="268065" y="78712"/>
                    <a:pt x="271314" y="72213"/>
                  </a:cubicBezTo>
                  <a:cubicBezTo>
                    <a:pt x="272939" y="68963"/>
                    <a:pt x="277812" y="70588"/>
                    <a:pt x="277812" y="70588"/>
                  </a:cubicBezTo>
                  <a:cubicBezTo>
                    <a:pt x="279437" y="67339"/>
                    <a:pt x="284311" y="65714"/>
                    <a:pt x="284311" y="65714"/>
                  </a:cubicBezTo>
                  <a:cubicBezTo>
                    <a:pt x="284311" y="65714"/>
                    <a:pt x="287560" y="67339"/>
                    <a:pt x="292434" y="72213"/>
                  </a:cubicBezTo>
                  <a:cubicBezTo>
                    <a:pt x="298933" y="75463"/>
                    <a:pt x="292434" y="72213"/>
                    <a:pt x="297308" y="72213"/>
                  </a:cubicBezTo>
                  <a:cubicBezTo>
                    <a:pt x="302182" y="72213"/>
                    <a:pt x="302182" y="75463"/>
                    <a:pt x="308681" y="81962"/>
                  </a:cubicBezTo>
                  <a:cubicBezTo>
                    <a:pt x="308681" y="81962"/>
                    <a:pt x="310305" y="85211"/>
                    <a:pt x="310305" y="91711"/>
                  </a:cubicBezTo>
                  <a:cubicBezTo>
                    <a:pt x="310305" y="91711"/>
                    <a:pt x="310305" y="91711"/>
                    <a:pt x="310305" y="98210"/>
                  </a:cubicBezTo>
                  <a:cubicBezTo>
                    <a:pt x="310305" y="98210"/>
                    <a:pt x="313554" y="98210"/>
                    <a:pt x="318428" y="88461"/>
                  </a:cubicBezTo>
                  <a:cubicBezTo>
                    <a:pt x="318428" y="88461"/>
                    <a:pt x="324927" y="88461"/>
                    <a:pt x="326551" y="86836"/>
                  </a:cubicBezTo>
                  <a:cubicBezTo>
                    <a:pt x="329801" y="85211"/>
                    <a:pt x="334675" y="90086"/>
                    <a:pt x="334675" y="90086"/>
                  </a:cubicBezTo>
                  <a:cubicBezTo>
                    <a:pt x="336299" y="93336"/>
                    <a:pt x="337924" y="93336"/>
                    <a:pt x="344422" y="90086"/>
                  </a:cubicBezTo>
                  <a:cubicBezTo>
                    <a:pt x="344422" y="90086"/>
                    <a:pt x="342798" y="85211"/>
                    <a:pt x="341173" y="83587"/>
                  </a:cubicBezTo>
                  <a:cubicBezTo>
                    <a:pt x="339549" y="81962"/>
                    <a:pt x="339549" y="80337"/>
                    <a:pt x="339549" y="77087"/>
                  </a:cubicBezTo>
                  <a:cubicBezTo>
                    <a:pt x="339549" y="73838"/>
                    <a:pt x="339549" y="77087"/>
                    <a:pt x="339549" y="68963"/>
                  </a:cubicBezTo>
                  <a:cubicBezTo>
                    <a:pt x="339549" y="65714"/>
                    <a:pt x="341173" y="65714"/>
                    <a:pt x="344422" y="62464"/>
                  </a:cubicBezTo>
                  <a:cubicBezTo>
                    <a:pt x="347672" y="59215"/>
                    <a:pt x="350921" y="62464"/>
                    <a:pt x="350921" y="59215"/>
                  </a:cubicBezTo>
                  <a:cubicBezTo>
                    <a:pt x="350921" y="57590"/>
                    <a:pt x="354170" y="51091"/>
                    <a:pt x="354170" y="51091"/>
                  </a:cubicBezTo>
                  <a:cubicBezTo>
                    <a:pt x="352546" y="51091"/>
                    <a:pt x="352546" y="47841"/>
                    <a:pt x="352546" y="46216"/>
                  </a:cubicBezTo>
                  <a:cubicBezTo>
                    <a:pt x="352546" y="44591"/>
                    <a:pt x="352546" y="44591"/>
                    <a:pt x="352546" y="44591"/>
                  </a:cubicBezTo>
                  <a:cubicBezTo>
                    <a:pt x="352546" y="44591"/>
                    <a:pt x="354170" y="44591"/>
                    <a:pt x="354170" y="44591"/>
                  </a:cubicBezTo>
                  <a:cubicBezTo>
                    <a:pt x="355795" y="41342"/>
                    <a:pt x="357420" y="42967"/>
                    <a:pt x="359044" y="41342"/>
                  </a:cubicBezTo>
                  <a:cubicBezTo>
                    <a:pt x="359044" y="39717"/>
                    <a:pt x="360669" y="39717"/>
                    <a:pt x="360669" y="39717"/>
                  </a:cubicBezTo>
                  <a:cubicBezTo>
                    <a:pt x="362293" y="38092"/>
                    <a:pt x="367167" y="38092"/>
                    <a:pt x="367167" y="38092"/>
                  </a:cubicBezTo>
                  <a:cubicBezTo>
                    <a:pt x="368792" y="38092"/>
                    <a:pt x="368792" y="34843"/>
                    <a:pt x="370417" y="33218"/>
                  </a:cubicBezTo>
                  <a:cubicBezTo>
                    <a:pt x="372041" y="31593"/>
                    <a:pt x="378540" y="29968"/>
                    <a:pt x="378540" y="29968"/>
                  </a:cubicBezTo>
                  <a:cubicBezTo>
                    <a:pt x="378540" y="29968"/>
                    <a:pt x="381789" y="34843"/>
                    <a:pt x="385038" y="34843"/>
                  </a:cubicBezTo>
                  <a:cubicBezTo>
                    <a:pt x="385038" y="34843"/>
                    <a:pt x="388288" y="33218"/>
                    <a:pt x="388288" y="31593"/>
                  </a:cubicBezTo>
                  <a:cubicBezTo>
                    <a:pt x="389912" y="28343"/>
                    <a:pt x="389912" y="29968"/>
                    <a:pt x="391537" y="28343"/>
                  </a:cubicBezTo>
                  <a:cubicBezTo>
                    <a:pt x="393162" y="28343"/>
                    <a:pt x="396411" y="29968"/>
                    <a:pt x="396411" y="29968"/>
                  </a:cubicBezTo>
                  <a:cubicBezTo>
                    <a:pt x="396411" y="29968"/>
                    <a:pt x="396411" y="29968"/>
                    <a:pt x="399660" y="29968"/>
                  </a:cubicBezTo>
                  <a:cubicBezTo>
                    <a:pt x="399660" y="29968"/>
                    <a:pt x="401285" y="26719"/>
                    <a:pt x="401285" y="25094"/>
                  </a:cubicBezTo>
                  <a:cubicBezTo>
                    <a:pt x="402909" y="23469"/>
                    <a:pt x="401285" y="21844"/>
                    <a:pt x="401285" y="20219"/>
                  </a:cubicBezTo>
                  <a:cubicBezTo>
                    <a:pt x="401285" y="18595"/>
                    <a:pt x="398035" y="18595"/>
                    <a:pt x="398035" y="16970"/>
                  </a:cubicBezTo>
                  <a:cubicBezTo>
                    <a:pt x="396411" y="16970"/>
                    <a:pt x="394786" y="16970"/>
                    <a:pt x="394786" y="16970"/>
                  </a:cubicBezTo>
                  <a:cubicBezTo>
                    <a:pt x="393162" y="16970"/>
                    <a:pt x="393162" y="16970"/>
                    <a:pt x="391537" y="16970"/>
                  </a:cubicBezTo>
                  <a:cubicBezTo>
                    <a:pt x="388288" y="16970"/>
                    <a:pt x="388288" y="13720"/>
                    <a:pt x="386663" y="12095"/>
                  </a:cubicBezTo>
                  <a:cubicBezTo>
                    <a:pt x="386663" y="12095"/>
                    <a:pt x="386663" y="12095"/>
                    <a:pt x="388288" y="8846"/>
                  </a:cubicBezTo>
                  <a:cubicBezTo>
                    <a:pt x="389912" y="7221"/>
                    <a:pt x="389912" y="7221"/>
                    <a:pt x="391537" y="7221"/>
                  </a:cubicBezTo>
                  <a:cubicBezTo>
                    <a:pt x="391537" y="7221"/>
                    <a:pt x="393162" y="8846"/>
                    <a:pt x="394786" y="7221"/>
                  </a:cubicBezTo>
                  <a:cubicBezTo>
                    <a:pt x="396411" y="5596"/>
                    <a:pt x="396411" y="5596"/>
                    <a:pt x="398035" y="7221"/>
                  </a:cubicBezTo>
                  <a:cubicBezTo>
                    <a:pt x="398035" y="7221"/>
                    <a:pt x="398035" y="7221"/>
                    <a:pt x="399660" y="7221"/>
                  </a:cubicBezTo>
                  <a:cubicBezTo>
                    <a:pt x="401285" y="7221"/>
                    <a:pt x="401285" y="8846"/>
                    <a:pt x="401285" y="10471"/>
                  </a:cubicBezTo>
                  <a:cubicBezTo>
                    <a:pt x="402909" y="10471"/>
                    <a:pt x="404534" y="13720"/>
                    <a:pt x="406159" y="13720"/>
                  </a:cubicBezTo>
                  <a:cubicBezTo>
                    <a:pt x="406159" y="13720"/>
                    <a:pt x="407783" y="13720"/>
                    <a:pt x="411033" y="12095"/>
                  </a:cubicBezTo>
                  <a:cubicBezTo>
                    <a:pt x="412657" y="12095"/>
                    <a:pt x="411033" y="16970"/>
                    <a:pt x="412657" y="16970"/>
                  </a:cubicBezTo>
                  <a:cubicBezTo>
                    <a:pt x="414282" y="16970"/>
                    <a:pt x="414282" y="18595"/>
                    <a:pt x="415906" y="18595"/>
                  </a:cubicBezTo>
                  <a:cubicBezTo>
                    <a:pt x="417531" y="20219"/>
                    <a:pt x="415906" y="20219"/>
                    <a:pt x="419156" y="20219"/>
                  </a:cubicBezTo>
                  <a:cubicBezTo>
                    <a:pt x="420780" y="20219"/>
                    <a:pt x="422405" y="20219"/>
                    <a:pt x="422405" y="20219"/>
                  </a:cubicBezTo>
                  <a:cubicBezTo>
                    <a:pt x="424030" y="21844"/>
                    <a:pt x="424030" y="21844"/>
                    <a:pt x="425654" y="20219"/>
                  </a:cubicBezTo>
                  <a:cubicBezTo>
                    <a:pt x="427279" y="20219"/>
                    <a:pt x="425654" y="21844"/>
                    <a:pt x="430528" y="23469"/>
                  </a:cubicBezTo>
                  <a:cubicBezTo>
                    <a:pt x="432153" y="25094"/>
                    <a:pt x="435402" y="26719"/>
                    <a:pt x="440276" y="28343"/>
                  </a:cubicBezTo>
                  <a:cubicBezTo>
                    <a:pt x="440276" y="29968"/>
                    <a:pt x="438651" y="26719"/>
                    <a:pt x="441901" y="25094"/>
                  </a:cubicBezTo>
                  <a:cubicBezTo>
                    <a:pt x="441901" y="25094"/>
                    <a:pt x="441901" y="25094"/>
                    <a:pt x="443525" y="25094"/>
                  </a:cubicBezTo>
                  <a:cubicBezTo>
                    <a:pt x="443525" y="26719"/>
                    <a:pt x="443525" y="26719"/>
                    <a:pt x="445150" y="26719"/>
                  </a:cubicBezTo>
                  <a:cubicBezTo>
                    <a:pt x="446775" y="25094"/>
                    <a:pt x="446775" y="26719"/>
                    <a:pt x="450024" y="26719"/>
                  </a:cubicBezTo>
                  <a:cubicBezTo>
                    <a:pt x="451648" y="26719"/>
                    <a:pt x="451648" y="28343"/>
                    <a:pt x="454898" y="31593"/>
                  </a:cubicBezTo>
                  <a:cubicBezTo>
                    <a:pt x="456522" y="31593"/>
                    <a:pt x="458147" y="29968"/>
                    <a:pt x="459772" y="29968"/>
                  </a:cubicBezTo>
                  <a:cubicBezTo>
                    <a:pt x="461396" y="28343"/>
                    <a:pt x="463021" y="28343"/>
                    <a:pt x="464646" y="26719"/>
                  </a:cubicBezTo>
                  <a:cubicBezTo>
                    <a:pt x="466270" y="25094"/>
                    <a:pt x="466270" y="25094"/>
                    <a:pt x="467895" y="23469"/>
                  </a:cubicBezTo>
                  <a:cubicBezTo>
                    <a:pt x="469519" y="21844"/>
                    <a:pt x="467895" y="23469"/>
                    <a:pt x="469519" y="29968"/>
                  </a:cubicBezTo>
                  <a:cubicBezTo>
                    <a:pt x="472769" y="31593"/>
                    <a:pt x="469519" y="29968"/>
                    <a:pt x="472769" y="31593"/>
                  </a:cubicBezTo>
                  <a:cubicBezTo>
                    <a:pt x="474393" y="33218"/>
                    <a:pt x="474393" y="34843"/>
                    <a:pt x="477643" y="33218"/>
                  </a:cubicBezTo>
                  <a:cubicBezTo>
                    <a:pt x="480892" y="33218"/>
                    <a:pt x="477643" y="33218"/>
                    <a:pt x="479267" y="31593"/>
                  </a:cubicBezTo>
                  <a:cubicBezTo>
                    <a:pt x="479267" y="28343"/>
                    <a:pt x="479267" y="28343"/>
                    <a:pt x="480892" y="25094"/>
                  </a:cubicBezTo>
                  <a:cubicBezTo>
                    <a:pt x="482517" y="20219"/>
                    <a:pt x="482517" y="26719"/>
                    <a:pt x="485766" y="28343"/>
                  </a:cubicBezTo>
                  <a:cubicBezTo>
                    <a:pt x="485766" y="29968"/>
                    <a:pt x="487390" y="31593"/>
                    <a:pt x="490640" y="36467"/>
                  </a:cubicBezTo>
                  <a:cubicBezTo>
                    <a:pt x="490640" y="36467"/>
                    <a:pt x="489015" y="34843"/>
                    <a:pt x="487390" y="41342"/>
                  </a:cubicBezTo>
                  <a:cubicBezTo>
                    <a:pt x="485766" y="46216"/>
                    <a:pt x="485766" y="44591"/>
                    <a:pt x="484141" y="44591"/>
                  </a:cubicBezTo>
                  <a:cubicBezTo>
                    <a:pt x="482517" y="47841"/>
                    <a:pt x="482517" y="47841"/>
                    <a:pt x="484141" y="51091"/>
                  </a:cubicBezTo>
                  <a:cubicBezTo>
                    <a:pt x="485766" y="52715"/>
                    <a:pt x="484141" y="51091"/>
                    <a:pt x="484141" y="54340"/>
                  </a:cubicBezTo>
                  <a:cubicBezTo>
                    <a:pt x="482517" y="55965"/>
                    <a:pt x="482517" y="55965"/>
                    <a:pt x="480892" y="55965"/>
                  </a:cubicBezTo>
                  <a:cubicBezTo>
                    <a:pt x="480892" y="55965"/>
                    <a:pt x="480892" y="54340"/>
                    <a:pt x="479267" y="54340"/>
                  </a:cubicBezTo>
                  <a:cubicBezTo>
                    <a:pt x="477643" y="55965"/>
                    <a:pt x="479267" y="54340"/>
                    <a:pt x="471144" y="54340"/>
                  </a:cubicBezTo>
                  <a:cubicBezTo>
                    <a:pt x="469519" y="54340"/>
                    <a:pt x="469519" y="55965"/>
                    <a:pt x="469519" y="59215"/>
                  </a:cubicBezTo>
                  <a:cubicBezTo>
                    <a:pt x="469519" y="60839"/>
                    <a:pt x="472769" y="59215"/>
                    <a:pt x="477643" y="60839"/>
                  </a:cubicBezTo>
                  <a:cubicBezTo>
                    <a:pt x="477643" y="60839"/>
                    <a:pt x="471144" y="62464"/>
                    <a:pt x="472769" y="64089"/>
                  </a:cubicBezTo>
                  <a:cubicBezTo>
                    <a:pt x="474393" y="64089"/>
                    <a:pt x="471144" y="65714"/>
                    <a:pt x="471144" y="67339"/>
                  </a:cubicBezTo>
                  <a:cubicBezTo>
                    <a:pt x="471144" y="68963"/>
                    <a:pt x="469519" y="72213"/>
                    <a:pt x="469519" y="72213"/>
                  </a:cubicBezTo>
                  <a:cubicBezTo>
                    <a:pt x="469519" y="72213"/>
                    <a:pt x="467895" y="75463"/>
                    <a:pt x="467895" y="75463"/>
                  </a:cubicBezTo>
                  <a:cubicBezTo>
                    <a:pt x="466270" y="75463"/>
                    <a:pt x="464646" y="77087"/>
                    <a:pt x="461396" y="81962"/>
                  </a:cubicBezTo>
                  <a:cubicBezTo>
                    <a:pt x="461396" y="81962"/>
                    <a:pt x="461396" y="81962"/>
                    <a:pt x="459772" y="85211"/>
                  </a:cubicBezTo>
                  <a:cubicBezTo>
                    <a:pt x="459772" y="85211"/>
                    <a:pt x="459772" y="85211"/>
                    <a:pt x="463021" y="90086"/>
                  </a:cubicBezTo>
                  <a:cubicBezTo>
                    <a:pt x="464646" y="90086"/>
                    <a:pt x="467895" y="91711"/>
                    <a:pt x="471144" y="94960"/>
                  </a:cubicBezTo>
                  <a:cubicBezTo>
                    <a:pt x="472769" y="94960"/>
                    <a:pt x="474393" y="96585"/>
                    <a:pt x="476018" y="98210"/>
                  </a:cubicBezTo>
                  <a:cubicBezTo>
                    <a:pt x="477643" y="99835"/>
                    <a:pt x="476018" y="99835"/>
                    <a:pt x="477643" y="101460"/>
                  </a:cubicBezTo>
                  <a:cubicBezTo>
                    <a:pt x="479267" y="103084"/>
                    <a:pt x="477643" y="104709"/>
                    <a:pt x="480892" y="104709"/>
                  </a:cubicBezTo>
                  <a:cubicBezTo>
                    <a:pt x="482517" y="104709"/>
                    <a:pt x="482517" y="107959"/>
                    <a:pt x="484141" y="107959"/>
                  </a:cubicBezTo>
                  <a:cubicBezTo>
                    <a:pt x="485766" y="107959"/>
                    <a:pt x="487390" y="109584"/>
                    <a:pt x="489015" y="107959"/>
                  </a:cubicBezTo>
                  <a:cubicBezTo>
                    <a:pt x="490640" y="107959"/>
                    <a:pt x="490640" y="106334"/>
                    <a:pt x="493889" y="106334"/>
                  </a:cubicBezTo>
                  <a:cubicBezTo>
                    <a:pt x="495514" y="107959"/>
                    <a:pt x="493889" y="106334"/>
                    <a:pt x="495514" y="106334"/>
                  </a:cubicBezTo>
                  <a:cubicBezTo>
                    <a:pt x="498763" y="106334"/>
                    <a:pt x="497138" y="111208"/>
                    <a:pt x="500387" y="112833"/>
                  </a:cubicBezTo>
                  <a:cubicBezTo>
                    <a:pt x="502012" y="114458"/>
                    <a:pt x="502012" y="114458"/>
                    <a:pt x="506886" y="119332"/>
                  </a:cubicBezTo>
                  <a:cubicBezTo>
                    <a:pt x="508511" y="120957"/>
                    <a:pt x="506886" y="119332"/>
                    <a:pt x="510135" y="120957"/>
                  </a:cubicBezTo>
                  <a:cubicBezTo>
                    <a:pt x="511760" y="122582"/>
                    <a:pt x="513385" y="122582"/>
                    <a:pt x="515009" y="124207"/>
                  </a:cubicBezTo>
                  <a:cubicBezTo>
                    <a:pt x="516634" y="124207"/>
                    <a:pt x="515009" y="125832"/>
                    <a:pt x="518258" y="125832"/>
                  </a:cubicBezTo>
                  <a:cubicBezTo>
                    <a:pt x="519883" y="124207"/>
                    <a:pt x="519883" y="125832"/>
                    <a:pt x="521508" y="125832"/>
                  </a:cubicBezTo>
                  <a:cubicBezTo>
                    <a:pt x="521508" y="125832"/>
                    <a:pt x="523132" y="127456"/>
                    <a:pt x="523132" y="125832"/>
                  </a:cubicBezTo>
                  <a:cubicBezTo>
                    <a:pt x="523132" y="125832"/>
                    <a:pt x="524757" y="125832"/>
                    <a:pt x="524757" y="127456"/>
                  </a:cubicBezTo>
                  <a:cubicBezTo>
                    <a:pt x="526382" y="127456"/>
                    <a:pt x="526382" y="127456"/>
                    <a:pt x="528006" y="127456"/>
                  </a:cubicBezTo>
                  <a:cubicBezTo>
                    <a:pt x="529631" y="127456"/>
                    <a:pt x="531256" y="129081"/>
                    <a:pt x="531256" y="129081"/>
                  </a:cubicBezTo>
                  <a:cubicBezTo>
                    <a:pt x="531256" y="129081"/>
                    <a:pt x="532880" y="130706"/>
                    <a:pt x="532880" y="132331"/>
                  </a:cubicBezTo>
                  <a:cubicBezTo>
                    <a:pt x="534505" y="132331"/>
                    <a:pt x="534505" y="135580"/>
                    <a:pt x="534505" y="135580"/>
                  </a:cubicBezTo>
                  <a:cubicBezTo>
                    <a:pt x="534505" y="135580"/>
                    <a:pt x="536129" y="135580"/>
                    <a:pt x="539379" y="137205"/>
                  </a:cubicBezTo>
                  <a:cubicBezTo>
                    <a:pt x="541003" y="137205"/>
                    <a:pt x="539379" y="138830"/>
                    <a:pt x="541003" y="138830"/>
                  </a:cubicBezTo>
                  <a:cubicBezTo>
                    <a:pt x="542628" y="138830"/>
                    <a:pt x="544253" y="140455"/>
                    <a:pt x="545877" y="140455"/>
                  </a:cubicBezTo>
                  <a:cubicBezTo>
                    <a:pt x="547502" y="140455"/>
                    <a:pt x="547502" y="145329"/>
                    <a:pt x="547502" y="145329"/>
                  </a:cubicBezTo>
                  <a:cubicBezTo>
                    <a:pt x="547502" y="145329"/>
                    <a:pt x="547502" y="145329"/>
                    <a:pt x="552376" y="143704"/>
                  </a:cubicBezTo>
                  <a:cubicBezTo>
                    <a:pt x="554000" y="143704"/>
                    <a:pt x="554000" y="143704"/>
                    <a:pt x="554000" y="143704"/>
                  </a:cubicBezTo>
                  <a:cubicBezTo>
                    <a:pt x="555625" y="143704"/>
                    <a:pt x="555625" y="145329"/>
                    <a:pt x="557250" y="143704"/>
                  </a:cubicBezTo>
                  <a:cubicBezTo>
                    <a:pt x="557250" y="143704"/>
                    <a:pt x="557250" y="143704"/>
                    <a:pt x="558874" y="143704"/>
                  </a:cubicBezTo>
                  <a:cubicBezTo>
                    <a:pt x="558874" y="143704"/>
                    <a:pt x="560499" y="143704"/>
                    <a:pt x="560499" y="142080"/>
                  </a:cubicBezTo>
                  <a:cubicBezTo>
                    <a:pt x="562124" y="140455"/>
                    <a:pt x="562124" y="142080"/>
                    <a:pt x="563748" y="142080"/>
                  </a:cubicBezTo>
                  <a:cubicBezTo>
                    <a:pt x="563748" y="142080"/>
                    <a:pt x="565373" y="143704"/>
                    <a:pt x="566998" y="142080"/>
                  </a:cubicBezTo>
                  <a:cubicBezTo>
                    <a:pt x="566998" y="142080"/>
                    <a:pt x="570247" y="138830"/>
                    <a:pt x="571871" y="135580"/>
                  </a:cubicBezTo>
                  <a:cubicBezTo>
                    <a:pt x="571871" y="133956"/>
                    <a:pt x="571871" y="133956"/>
                    <a:pt x="571871" y="132331"/>
                  </a:cubicBezTo>
                  <a:cubicBezTo>
                    <a:pt x="571871" y="129081"/>
                    <a:pt x="576745" y="127456"/>
                    <a:pt x="578370" y="125832"/>
                  </a:cubicBezTo>
                  <a:cubicBezTo>
                    <a:pt x="581619" y="124207"/>
                    <a:pt x="578370" y="125832"/>
                    <a:pt x="579995" y="122582"/>
                  </a:cubicBezTo>
                  <a:cubicBezTo>
                    <a:pt x="579995" y="120957"/>
                    <a:pt x="579995" y="120957"/>
                    <a:pt x="579995" y="120957"/>
                  </a:cubicBezTo>
                  <a:cubicBezTo>
                    <a:pt x="579995" y="120957"/>
                    <a:pt x="579995" y="120957"/>
                    <a:pt x="579995" y="119332"/>
                  </a:cubicBezTo>
                  <a:cubicBezTo>
                    <a:pt x="579995" y="116083"/>
                    <a:pt x="579995" y="119332"/>
                    <a:pt x="579995" y="116083"/>
                  </a:cubicBezTo>
                  <a:cubicBezTo>
                    <a:pt x="581619" y="112833"/>
                    <a:pt x="579995" y="112833"/>
                    <a:pt x="579995" y="112833"/>
                  </a:cubicBezTo>
                  <a:cubicBezTo>
                    <a:pt x="579995" y="112833"/>
                    <a:pt x="581619" y="111208"/>
                    <a:pt x="583244" y="106334"/>
                  </a:cubicBezTo>
                  <a:cubicBezTo>
                    <a:pt x="583244" y="103084"/>
                    <a:pt x="583244" y="106334"/>
                    <a:pt x="583244" y="101460"/>
                  </a:cubicBezTo>
                  <a:cubicBezTo>
                    <a:pt x="583244" y="101460"/>
                    <a:pt x="583244" y="101460"/>
                    <a:pt x="583244" y="99835"/>
                  </a:cubicBezTo>
                  <a:cubicBezTo>
                    <a:pt x="583244" y="99835"/>
                    <a:pt x="583244" y="99835"/>
                    <a:pt x="584869" y="96585"/>
                  </a:cubicBezTo>
                  <a:cubicBezTo>
                    <a:pt x="586493" y="94960"/>
                    <a:pt x="586493" y="94960"/>
                    <a:pt x="586493" y="94960"/>
                  </a:cubicBezTo>
                  <a:cubicBezTo>
                    <a:pt x="588118" y="93336"/>
                    <a:pt x="586493" y="91711"/>
                    <a:pt x="584869" y="86836"/>
                  </a:cubicBezTo>
                  <a:cubicBezTo>
                    <a:pt x="584869" y="85211"/>
                    <a:pt x="583244" y="85211"/>
                    <a:pt x="583244" y="81962"/>
                  </a:cubicBezTo>
                  <a:cubicBezTo>
                    <a:pt x="583244" y="80337"/>
                    <a:pt x="583244" y="80337"/>
                    <a:pt x="584869" y="75463"/>
                  </a:cubicBezTo>
                  <a:cubicBezTo>
                    <a:pt x="584869" y="73838"/>
                    <a:pt x="584869" y="72213"/>
                    <a:pt x="584869" y="68963"/>
                  </a:cubicBezTo>
                  <a:cubicBezTo>
                    <a:pt x="584869" y="65714"/>
                    <a:pt x="584869" y="67339"/>
                    <a:pt x="584869" y="64089"/>
                  </a:cubicBezTo>
                  <a:cubicBezTo>
                    <a:pt x="583244" y="60839"/>
                    <a:pt x="583244" y="60839"/>
                    <a:pt x="586493" y="57590"/>
                  </a:cubicBezTo>
                  <a:cubicBezTo>
                    <a:pt x="584869" y="57590"/>
                    <a:pt x="586493" y="57590"/>
                    <a:pt x="586493" y="55965"/>
                  </a:cubicBezTo>
                  <a:cubicBezTo>
                    <a:pt x="586493" y="55965"/>
                    <a:pt x="586493" y="55965"/>
                    <a:pt x="588118" y="54340"/>
                  </a:cubicBezTo>
                  <a:cubicBezTo>
                    <a:pt x="588118" y="51091"/>
                    <a:pt x="586493" y="51091"/>
                    <a:pt x="588118" y="46216"/>
                  </a:cubicBezTo>
                  <a:cubicBezTo>
                    <a:pt x="589742" y="42967"/>
                    <a:pt x="588118" y="46216"/>
                    <a:pt x="591367" y="42967"/>
                  </a:cubicBezTo>
                  <a:cubicBezTo>
                    <a:pt x="592992" y="41342"/>
                    <a:pt x="591367" y="39717"/>
                    <a:pt x="589742" y="38092"/>
                  </a:cubicBezTo>
                  <a:cubicBezTo>
                    <a:pt x="588118" y="38092"/>
                    <a:pt x="588118" y="38092"/>
                    <a:pt x="588118" y="34843"/>
                  </a:cubicBezTo>
                  <a:cubicBezTo>
                    <a:pt x="586493" y="33218"/>
                    <a:pt x="586493" y="33218"/>
                    <a:pt x="588118" y="33218"/>
                  </a:cubicBezTo>
                  <a:cubicBezTo>
                    <a:pt x="588118" y="33218"/>
                    <a:pt x="588118" y="33218"/>
                    <a:pt x="588118" y="31593"/>
                  </a:cubicBezTo>
                  <a:cubicBezTo>
                    <a:pt x="589742" y="28343"/>
                    <a:pt x="591367" y="28343"/>
                    <a:pt x="591367" y="26719"/>
                  </a:cubicBezTo>
                  <a:cubicBezTo>
                    <a:pt x="591367" y="25094"/>
                    <a:pt x="591367" y="25094"/>
                    <a:pt x="594616" y="20219"/>
                  </a:cubicBezTo>
                  <a:cubicBezTo>
                    <a:pt x="597866" y="15345"/>
                    <a:pt x="596241" y="16970"/>
                    <a:pt x="596241" y="15345"/>
                  </a:cubicBezTo>
                  <a:cubicBezTo>
                    <a:pt x="597866" y="13720"/>
                    <a:pt x="596241" y="10471"/>
                    <a:pt x="597866" y="7221"/>
                  </a:cubicBezTo>
                  <a:cubicBezTo>
                    <a:pt x="597866" y="3971"/>
                    <a:pt x="597866" y="3971"/>
                    <a:pt x="597866" y="2346"/>
                  </a:cubicBezTo>
                  <a:cubicBezTo>
                    <a:pt x="599490" y="722"/>
                    <a:pt x="601115" y="722"/>
                    <a:pt x="602740" y="722"/>
                  </a:cubicBezTo>
                  <a:close/>
                </a:path>
              </a:pathLst>
            </a:custGeom>
            <a:solidFill>
              <a:schemeClr val="bg1">
                <a:lumMod val="85000"/>
              </a:schemeClr>
            </a:solidFill>
            <a:ln>
              <a:noFill/>
            </a:ln>
          </p:spPr>
          <p:txBody>
            <a:bodyPr anchor="ctr"/>
            <a:lstStyle/>
            <a:p>
              <a:pPr algn="ctr"/>
              <a:endParaRPr/>
            </a:p>
          </p:txBody>
        </p:sp>
        <p:sp>
          <p:nvSpPr>
            <p:cNvPr id="65" name="îs1îḓè"/>
            <p:cNvSpPr/>
            <p:nvPr/>
          </p:nvSpPr>
          <p:spPr bwMode="auto">
            <a:xfrm>
              <a:off x="4576764" y="1443038"/>
              <a:ext cx="525463" cy="366713"/>
            </a:xfrm>
            <a:custGeom>
              <a:avLst/>
              <a:gdLst>
                <a:gd name="T0" fmla="*/ 193 w 323"/>
                <a:gd name="T1" fmla="*/ 50 h 226"/>
                <a:gd name="T2" fmla="*/ 183 w 323"/>
                <a:gd name="T3" fmla="*/ 44 h 226"/>
                <a:gd name="T4" fmla="*/ 178 w 323"/>
                <a:gd name="T5" fmla="*/ 37 h 226"/>
                <a:gd name="T6" fmla="*/ 162 w 323"/>
                <a:gd name="T7" fmla="*/ 28 h 226"/>
                <a:gd name="T8" fmla="*/ 131 w 323"/>
                <a:gd name="T9" fmla="*/ 31 h 226"/>
                <a:gd name="T10" fmla="*/ 122 w 323"/>
                <a:gd name="T11" fmla="*/ 33 h 226"/>
                <a:gd name="T12" fmla="*/ 105 w 323"/>
                <a:gd name="T13" fmla="*/ 38 h 226"/>
                <a:gd name="T14" fmla="*/ 106 w 323"/>
                <a:gd name="T15" fmla="*/ 15 h 226"/>
                <a:gd name="T16" fmla="*/ 90 w 323"/>
                <a:gd name="T17" fmla="*/ 4 h 226"/>
                <a:gd name="T18" fmla="*/ 60 w 323"/>
                <a:gd name="T19" fmla="*/ 12 h 226"/>
                <a:gd name="T20" fmla="*/ 54 w 323"/>
                <a:gd name="T21" fmla="*/ 31 h 226"/>
                <a:gd name="T22" fmla="*/ 52 w 323"/>
                <a:gd name="T23" fmla="*/ 42 h 226"/>
                <a:gd name="T24" fmla="*/ 50 w 323"/>
                <a:gd name="T25" fmla="*/ 46 h 226"/>
                <a:gd name="T26" fmla="*/ 47 w 323"/>
                <a:gd name="T27" fmla="*/ 20 h 226"/>
                <a:gd name="T28" fmla="*/ 7 w 323"/>
                <a:gd name="T29" fmla="*/ 28 h 226"/>
                <a:gd name="T30" fmla="*/ 20 w 323"/>
                <a:gd name="T31" fmla="*/ 69 h 226"/>
                <a:gd name="T32" fmla="*/ 84 w 323"/>
                <a:gd name="T33" fmla="*/ 80 h 226"/>
                <a:gd name="T34" fmla="*/ 109 w 323"/>
                <a:gd name="T35" fmla="*/ 79 h 226"/>
                <a:gd name="T36" fmla="*/ 130 w 323"/>
                <a:gd name="T37" fmla="*/ 81 h 226"/>
                <a:gd name="T38" fmla="*/ 126 w 323"/>
                <a:gd name="T39" fmla="*/ 70 h 226"/>
                <a:gd name="T40" fmla="*/ 139 w 323"/>
                <a:gd name="T41" fmla="*/ 82 h 226"/>
                <a:gd name="T42" fmla="*/ 154 w 323"/>
                <a:gd name="T43" fmla="*/ 90 h 226"/>
                <a:gd name="T44" fmla="*/ 151 w 323"/>
                <a:gd name="T45" fmla="*/ 100 h 226"/>
                <a:gd name="T46" fmla="*/ 172 w 323"/>
                <a:gd name="T47" fmla="*/ 101 h 226"/>
                <a:gd name="T48" fmla="*/ 183 w 323"/>
                <a:gd name="T49" fmla="*/ 110 h 226"/>
                <a:gd name="T50" fmla="*/ 196 w 323"/>
                <a:gd name="T51" fmla="*/ 135 h 226"/>
                <a:gd name="T52" fmla="*/ 180 w 323"/>
                <a:gd name="T53" fmla="*/ 155 h 226"/>
                <a:gd name="T54" fmla="*/ 168 w 323"/>
                <a:gd name="T55" fmla="*/ 166 h 226"/>
                <a:gd name="T56" fmla="*/ 156 w 323"/>
                <a:gd name="T57" fmla="*/ 166 h 226"/>
                <a:gd name="T58" fmla="*/ 136 w 323"/>
                <a:gd name="T59" fmla="*/ 181 h 226"/>
                <a:gd name="T60" fmla="*/ 160 w 323"/>
                <a:gd name="T61" fmla="*/ 182 h 226"/>
                <a:gd name="T62" fmla="*/ 172 w 323"/>
                <a:gd name="T63" fmla="*/ 177 h 226"/>
                <a:gd name="T64" fmla="*/ 188 w 323"/>
                <a:gd name="T65" fmla="*/ 181 h 226"/>
                <a:gd name="T66" fmla="*/ 200 w 323"/>
                <a:gd name="T67" fmla="*/ 194 h 226"/>
                <a:gd name="T68" fmla="*/ 213 w 323"/>
                <a:gd name="T69" fmla="*/ 205 h 226"/>
                <a:gd name="T70" fmla="*/ 227 w 323"/>
                <a:gd name="T71" fmla="*/ 210 h 226"/>
                <a:gd name="T72" fmla="*/ 252 w 323"/>
                <a:gd name="T73" fmla="*/ 221 h 226"/>
                <a:gd name="T74" fmla="*/ 265 w 323"/>
                <a:gd name="T75" fmla="*/ 217 h 226"/>
                <a:gd name="T76" fmla="*/ 240 w 323"/>
                <a:gd name="T77" fmla="*/ 193 h 226"/>
                <a:gd name="T78" fmla="*/ 272 w 323"/>
                <a:gd name="T79" fmla="*/ 207 h 226"/>
                <a:gd name="T80" fmla="*/ 280 w 323"/>
                <a:gd name="T81" fmla="*/ 210 h 226"/>
                <a:gd name="T82" fmla="*/ 284 w 323"/>
                <a:gd name="T83" fmla="*/ 198 h 226"/>
                <a:gd name="T84" fmla="*/ 277 w 323"/>
                <a:gd name="T85" fmla="*/ 179 h 226"/>
                <a:gd name="T86" fmla="*/ 260 w 323"/>
                <a:gd name="T87" fmla="*/ 168 h 226"/>
                <a:gd name="T88" fmla="*/ 247 w 323"/>
                <a:gd name="T89" fmla="*/ 156 h 226"/>
                <a:gd name="T90" fmla="*/ 254 w 323"/>
                <a:gd name="T91" fmla="*/ 156 h 226"/>
                <a:gd name="T92" fmla="*/ 257 w 323"/>
                <a:gd name="T93" fmla="*/ 144 h 226"/>
                <a:gd name="T94" fmla="*/ 273 w 323"/>
                <a:gd name="T95" fmla="*/ 154 h 226"/>
                <a:gd name="T96" fmla="*/ 287 w 323"/>
                <a:gd name="T97" fmla="*/ 167 h 226"/>
                <a:gd name="T98" fmla="*/ 301 w 323"/>
                <a:gd name="T99" fmla="*/ 160 h 226"/>
                <a:gd name="T100" fmla="*/ 311 w 323"/>
                <a:gd name="T101" fmla="*/ 148 h 226"/>
                <a:gd name="T102" fmla="*/ 312 w 323"/>
                <a:gd name="T103" fmla="*/ 135 h 226"/>
                <a:gd name="T104" fmla="*/ 300 w 323"/>
                <a:gd name="T105" fmla="*/ 124 h 226"/>
                <a:gd name="T106" fmla="*/ 283 w 323"/>
                <a:gd name="T107" fmla="*/ 118 h 226"/>
                <a:gd name="T108" fmla="*/ 270 w 323"/>
                <a:gd name="T109" fmla="*/ 117 h 226"/>
                <a:gd name="T110" fmla="*/ 254 w 323"/>
                <a:gd name="T111" fmla="*/ 111 h 226"/>
                <a:gd name="T112" fmla="*/ 243 w 323"/>
                <a:gd name="T113" fmla="*/ 104 h 226"/>
                <a:gd name="T114" fmla="*/ 251 w 323"/>
                <a:gd name="T115" fmla="*/ 95 h 226"/>
                <a:gd name="T116" fmla="*/ 245 w 323"/>
                <a:gd name="T117" fmla="*/ 88 h 226"/>
                <a:gd name="T118" fmla="*/ 248 w 323"/>
                <a:gd name="T119" fmla="*/ 73 h 226"/>
                <a:gd name="T120" fmla="*/ 244 w 323"/>
                <a:gd name="T121" fmla="*/ 70 h 226"/>
                <a:gd name="T122" fmla="*/ 224 w 323"/>
                <a:gd name="T123" fmla="*/ 66 h 226"/>
                <a:gd name="T124" fmla="*/ 219 w 323"/>
                <a:gd name="T125" fmla="*/ 6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3" h="226">
                  <a:moveTo>
                    <a:pt x="212" y="55"/>
                  </a:moveTo>
                  <a:cubicBezTo>
                    <a:pt x="212" y="55"/>
                    <a:pt x="212" y="53"/>
                    <a:pt x="212" y="53"/>
                  </a:cubicBezTo>
                  <a:cubicBezTo>
                    <a:pt x="211" y="52"/>
                    <a:pt x="210" y="51"/>
                    <a:pt x="210" y="51"/>
                  </a:cubicBezTo>
                  <a:cubicBezTo>
                    <a:pt x="209" y="51"/>
                    <a:pt x="208" y="49"/>
                    <a:pt x="207" y="49"/>
                  </a:cubicBezTo>
                  <a:cubicBezTo>
                    <a:pt x="205" y="49"/>
                    <a:pt x="205" y="47"/>
                    <a:pt x="204" y="47"/>
                  </a:cubicBezTo>
                  <a:cubicBezTo>
                    <a:pt x="202" y="48"/>
                    <a:pt x="201" y="47"/>
                    <a:pt x="200" y="48"/>
                  </a:cubicBezTo>
                  <a:cubicBezTo>
                    <a:pt x="199" y="48"/>
                    <a:pt x="199" y="47"/>
                    <a:pt x="198" y="47"/>
                  </a:cubicBezTo>
                  <a:cubicBezTo>
                    <a:pt x="197" y="47"/>
                    <a:pt x="197" y="47"/>
                    <a:pt x="196" y="48"/>
                  </a:cubicBezTo>
                  <a:cubicBezTo>
                    <a:pt x="195" y="49"/>
                    <a:pt x="195" y="48"/>
                    <a:pt x="195" y="49"/>
                  </a:cubicBezTo>
                  <a:cubicBezTo>
                    <a:pt x="194" y="49"/>
                    <a:pt x="194" y="49"/>
                    <a:pt x="193" y="50"/>
                  </a:cubicBezTo>
                  <a:cubicBezTo>
                    <a:pt x="191" y="51"/>
                    <a:pt x="191" y="51"/>
                    <a:pt x="191" y="51"/>
                  </a:cubicBezTo>
                  <a:cubicBezTo>
                    <a:pt x="191" y="51"/>
                    <a:pt x="191" y="48"/>
                    <a:pt x="191" y="49"/>
                  </a:cubicBezTo>
                  <a:cubicBezTo>
                    <a:pt x="188" y="52"/>
                    <a:pt x="189" y="51"/>
                    <a:pt x="188" y="52"/>
                  </a:cubicBezTo>
                  <a:cubicBezTo>
                    <a:pt x="186" y="53"/>
                    <a:pt x="186" y="53"/>
                    <a:pt x="186" y="53"/>
                  </a:cubicBezTo>
                  <a:cubicBezTo>
                    <a:pt x="186" y="50"/>
                    <a:pt x="186" y="50"/>
                    <a:pt x="186" y="50"/>
                  </a:cubicBezTo>
                  <a:cubicBezTo>
                    <a:pt x="186" y="50"/>
                    <a:pt x="185" y="49"/>
                    <a:pt x="185" y="49"/>
                  </a:cubicBezTo>
                  <a:cubicBezTo>
                    <a:pt x="184" y="49"/>
                    <a:pt x="184" y="48"/>
                    <a:pt x="183" y="49"/>
                  </a:cubicBezTo>
                  <a:cubicBezTo>
                    <a:pt x="183" y="49"/>
                    <a:pt x="182" y="49"/>
                    <a:pt x="182" y="48"/>
                  </a:cubicBezTo>
                  <a:cubicBezTo>
                    <a:pt x="183" y="48"/>
                    <a:pt x="184" y="46"/>
                    <a:pt x="184" y="46"/>
                  </a:cubicBezTo>
                  <a:cubicBezTo>
                    <a:pt x="184" y="46"/>
                    <a:pt x="184" y="44"/>
                    <a:pt x="183" y="44"/>
                  </a:cubicBezTo>
                  <a:cubicBezTo>
                    <a:pt x="183" y="45"/>
                    <a:pt x="183" y="44"/>
                    <a:pt x="181" y="45"/>
                  </a:cubicBezTo>
                  <a:cubicBezTo>
                    <a:pt x="180" y="45"/>
                    <a:pt x="181" y="44"/>
                    <a:pt x="180" y="45"/>
                  </a:cubicBezTo>
                  <a:cubicBezTo>
                    <a:pt x="178" y="46"/>
                    <a:pt x="179" y="45"/>
                    <a:pt x="177" y="45"/>
                  </a:cubicBezTo>
                  <a:cubicBezTo>
                    <a:pt x="176" y="46"/>
                    <a:pt x="175" y="46"/>
                    <a:pt x="175" y="46"/>
                  </a:cubicBezTo>
                  <a:cubicBezTo>
                    <a:pt x="175" y="46"/>
                    <a:pt x="174" y="44"/>
                    <a:pt x="174" y="44"/>
                  </a:cubicBezTo>
                  <a:cubicBezTo>
                    <a:pt x="175" y="44"/>
                    <a:pt x="176" y="43"/>
                    <a:pt x="177" y="43"/>
                  </a:cubicBezTo>
                  <a:cubicBezTo>
                    <a:pt x="178" y="43"/>
                    <a:pt x="178" y="42"/>
                    <a:pt x="179" y="42"/>
                  </a:cubicBezTo>
                  <a:cubicBezTo>
                    <a:pt x="179" y="41"/>
                    <a:pt x="179" y="41"/>
                    <a:pt x="179" y="40"/>
                  </a:cubicBezTo>
                  <a:cubicBezTo>
                    <a:pt x="179" y="39"/>
                    <a:pt x="179" y="39"/>
                    <a:pt x="179" y="39"/>
                  </a:cubicBezTo>
                  <a:cubicBezTo>
                    <a:pt x="179" y="39"/>
                    <a:pt x="179" y="37"/>
                    <a:pt x="178" y="37"/>
                  </a:cubicBezTo>
                  <a:cubicBezTo>
                    <a:pt x="177" y="37"/>
                    <a:pt x="178" y="35"/>
                    <a:pt x="176" y="36"/>
                  </a:cubicBezTo>
                  <a:cubicBezTo>
                    <a:pt x="175" y="36"/>
                    <a:pt x="175" y="35"/>
                    <a:pt x="174" y="36"/>
                  </a:cubicBezTo>
                  <a:cubicBezTo>
                    <a:pt x="174" y="36"/>
                    <a:pt x="172" y="36"/>
                    <a:pt x="172" y="36"/>
                  </a:cubicBezTo>
                  <a:cubicBezTo>
                    <a:pt x="171" y="36"/>
                    <a:pt x="170" y="35"/>
                    <a:pt x="170" y="35"/>
                  </a:cubicBezTo>
                  <a:cubicBezTo>
                    <a:pt x="168" y="34"/>
                    <a:pt x="168" y="34"/>
                    <a:pt x="168" y="34"/>
                  </a:cubicBezTo>
                  <a:cubicBezTo>
                    <a:pt x="168" y="33"/>
                    <a:pt x="168" y="33"/>
                    <a:pt x="168" y="33"/>
                  </a:cubicBezTo>
                  <a:cubicBezTo>
                    <a:pt x="167" y="31"/>
                    <a:pt x="167" y="31"/>
                    <a:pt x="167" y="31"/>
                  </a:cubicBezTo>
                  <a:cubicBezTo>
                    <a:pt x="166" y="29"/>
                    <a:pt x="166" y="29"/>
                    <a:pt x="166" y="29"/>
                  </a:cubicBezTo>
                  <a:cubicBezTo>
                    <a:pt x="163" y="28"/>
                    <a:pt x="163" y="28"/>
                    <a:pt x="163" y="28"/>
                  </a:cubicBezTo>
                  <a:cubicBezTo>
                    <a:pt x="163" y="28"/>
                    <a:pt x="163" y="27"/>
                    <a:pt x="162" y="28"/>
                  </a:cubicBezTo>
                  <a:cubicBezTo>
                    <a:pt x="160" y="29"/>
                    <a:pt x="159" y="29"/>
                    <a:pt x="159" y="28"/>
                  </a:cubicBezTo>
                  <a:cubicBezTo>
                    <a:pt x="158" y="28"/>
                    <a:pt x="158" y="28"/>
                    <a:pt x="157" y="27"/>
                  </a:cubicBezTo>
                  <a:cubicBezTo>
                    <a:pt x="155" y="26"/>
                    <a:pt x="156" y="26"/>
                    <a:pt x="155" y="26"/>
                  </a:cubicBezTo>
                  <a:cubicBezTo>
                    <a:pt x="153" y="26"/>
                    <a:pt x="153" y="25"/>
                    <a:pt x="152" y="25"/>
                  </a:cubicBezTo>
                  <a:cubicBezTo>
                    <a:pt x="151" y="25"/>
                    <a:pt x="146" y="24"/>
                    <a:pt x="146" y="24"/>
                  </a:cubicBezTo>
                  <a:cubicBezTo>
                    <a:pt x="145" y="24"/>
                    <a:pt x="146" y="22"/>
                    <a:pt x="143" y="23"/>
                  </a:cubicBezTo>
                  <a:cubicBezTo>
                    <a:pt x="139" y="24"/>
                    <a:pt x="138" y="25"/>
                    <a:pt x="136" y="25"/>
                  </a:cubicBezTo>
                  <a:cubicBezTo>
                    <a:pt x="135" y="26"/>
                    <a:pt x="134" y="26"/>
                    <a:pt x="132" y="27"/>
                  </a:cubicBezTo>
                  <a:cubicBezTo>
                    <a:pt x="131" y="29"/>
                    <a:pt x="131" y="29"/>
                    <a:pt x="131" y="30"/>
                  </a:cubicBezTo>
                  <a:cubicBezTo>
                    <a:pt x="131" y="30"/>
                    <a:pt x="132" y="31"/>
                    <a:pt x="131" y="31"/>
                  </a:cubicBezTo>
                  <a:cubicBezTo>
                    <a:pt x="128" y="33"/>
                    <a:pt x="128" y="33"/>
                    <a:pt x="128" y="34"/>
                  </a:cubicBezTo>
                  <a:cubicBezTo>
                    <a:pt x="128" y="35"/>
                    <a:pt x="128" y="35"/>
                    <a:pt x="129" y="37"/>
                  </a:cubicBezTo>
                  <a:cubicBezTo>
                    <a:pt x="129" y="38"/>
                    <a:pt x="130" y="37"/>
                    <a:pt x="130" y="38"/>
                  </a:cubicBezTo>
                  <a:cubicBezTo>
                    <a:pt x="130" y="39"/>
                    <a:pt x="130" y="39"/>
                    <a:pt x="129" y="40"/>
                  </a:cubicBezTo>
                  <a:cubicBezTo>
                    <a:pt x="128" y="40"/>
                    <a:pt x="128" y="39"/>
                    <a:pt x="127" y="39"/>
                  </a:cubicBezTo>
                  <a:cubicBezTo>
                    <a:pt x="126" y="39"/>
                    <a:pt x="126" y="37"/>
                    <a:pt x="126" y="37"/>
                  </a:cubicBezTo>
                  <a:cubicBezTo>
                    <a:pt x="126" y="35"/>
                    <a:pt x="126" y="35"/>
                    <a:pt x="126" y="35"/>
                  </a:cubicBezTo>
                  <a:cubicBezTo>
                    <a:pt x="125" y="32"/>
                    <a:pt x="125" y="32"/>
                    <a:pt x="125" y="32"/>
                  </a:cubicBezTo>
                  <a:cubicBezTo>
                    <a:pt x="123" y="31"/>
                    <a:pt x="123" y="31"/>
                    <a:pt x="123" y="31"/>
                  </a:cubicBezTo>
                  <a:cubicBezTo>
                    <a:pt x="123" y="31"/>
                    <a:pt x="122" y="32"/>
                    <a:pt x="122" y="33"/>
                  </a:cubicBezTo>
                  <a:cubicBezTo>
                    <a:pt x="121" y="33"/>
                    <a:pt x="121" y="31"/>
                    <a:pt x="119" y="32"/>
                  </a:cubicBezTo>
                  <a:cubicBezTo>
                    <a:pt x="118" y="32"/>
                    <a:pt x="117" y="31"/>
                    <a:pt x="116" y="31"/>
                  </a:cubicBezTo>
                  <a:cubicBezTo>
                    <a:pt x="116" y="31"/>
                    <a:pt x="116" y="29"/>
                    <a:pt x="115" y="30"/>
                  </a:cubicBezTo>
                  <a:cubicBezTo>
                    <a:pt x="114" y="31"/>
                    <a:pt x="114" y="30"/>
                    <a:pt x="114" y="32"/>
                  </a:cubicBezTo>
                  <a:cubicBezTo>
                    <a:pt x="113" y="33"/>
                    <a:pt x="113" y="32"/>
                    <a:pt x="113" y="34"/>
                  </a:cubicBezTo>
                  <a:cubicBezTo>
                    <a:pt x="113" y="35"/>
                    <a:pt x="113" y="35"/>
                    <a:pt x="112" y="36"/>
                  </a:cubicBezTo>
                  <a:cubicBezTo>
                    <a:pt x="112" y="37"/>
                    <a:pt x="111" y="37"/>
                    <a:pt x="111" y="37"/>
                  </a:cubicBezTo>
                  <a:cubicBezTo>
                    <a:pt x="110" y="38"/>
                    <a:pt x="110" y="38"/>
                    <a:pt x="109" y="38"/>
                  </a:cubicBezTo>
                  <a:cubicBezTo>
                    <a:pt x="109" y="39"/>
                    <a:pt x="106" y="39"/>
                    <a:pt x="106" y="39"/>
                  </a:cubicBezTo>
                  <a:cubicBezTo>
                    <a:pt x="106" y="39"/>
                    <a:pt x="104" y="39"/>
                    <a:pt x="105" y="38"/>
                  </a:cubicBezTo>
                  <a:cubicBezTo>
                    <a:pt x="106" y="36"/>
                    <a:pt x="107" y="34"/>
                    <a:pt x="107" y="34"/>
                  </a:cubicBezTo>
                  <a:cubicBezTo>
                    <a:pt x="107" y="34"/>
                    <a:pt x="107" y="32"/>
                    <a:pt x="108" y="32"/>
                  </a:cubicBezTo>
                  <a:cubicBezTo>
                    <a:pt x="108" y="31"/>
                    <a:pt x="108" y="31"/>
                    <a:pt x="107" y="30"/>
                  </a:cubicBezTo>
                  <a:cubicBezTo>
                    <a:pt x="107" y="30"/>
                    <a:pt x="107" y="29"/>
                    <a:pt x="108" y="29"/>
                  </a:cubicBezTo>
                  <a:cubicBezTo>
                    <a:pt x="109" y="28"/>
                    <a:pt x="112" y="24"/>
                    <a:pt x="112" y="24"/>
                  </a:cubicBezTo>
                  <a:cubicBezTo>
                    <a:pt x="112" y="23"/>
                    <a:pt x="112" y="24"/>
                    <a:pt x="111" y="22"/>
                  </a:cubicBezTo>
                  <a:cubicBezTo>
                    <a:pt x="111" y="21"/>
                    <a:pt x="109" y="21"/>
                    <a:pt x="109" y="21"/>
                  </a:cubicBezTo>
                  <a:cubicBezTo>
                    <a:pt x="109" y="20"/>
                    <a:pt x="108" y="19"/>
                    <a:pt x="108" y="19"/>
                  </a:cubicBezTo>
                  <a:cubicBezTo>
                    <a:pt x="108" y="19"/>
                    <a:pt x="109" y="18"/>
                    <a:pt x="108" y="17"/>
                  </a:cubicBezTo>
                  <a:cubicBezTo>
                    <a:pt x="108" y="17"/>
                    <a:pt x="108" y="15"/>
                    <a:pt x="106" y="15"/>
                  </a:cubicBezTo>
                  <a:cubicBezTo>
                    <a:pt x="104" y="15"/>
                    <a:pt x="104" y="15"/>
                    <a:pt x="103" y="14"/>
                  </a:cubicBezTo>
                  <a:cubicBezTo>
                    <a:pt x="103" y="14"/>
                    <a:pt x="102" y="13"/>
                    <a:pt x="102" y="13"/>
                  </a:cubicBezTo>
                  <a:cubicBezTo>
                    <a:pt x="101" y="13"/>
                    <a:pt x="101" y="13"/>
                    <a:pt x="101" y="12"/>
                  </a:cubicBezTo>
                  <a:cubicBezTo>
                    <a:pt x="101" y="10"/>
                    <a:pt x="102" y="10"/>
                    <a:pt x="101" y="10"/>
                  </a:cubicBezTo>
                  <a:cubicBezTo>
                    <a:pt x="101" y="9"/>
                    <a:pt x="100" y="9"/>
                    <a:pt x="101" y="8"/>
                  </a:cubicBezTo>
                  <a:cubicBezTo>
                    <a:pt x="101" y="8"/>
                    <a:pt x="102" y="7"/>
                    <a:pt x="102" y="7"/>
                  </a:cubicBezTo>
                  <a:cubicBezTo>
                    <a:pt x="101" y="8"/>
                    <a:pt x="101" y="6"/>
                    <a:pt x="100" y="5"/>
                  </a:cubicBezTo>
                  <a:cubicBezTo>
                    <a:pt x="99" y="5"/>
                    <a:pt x="99" y="3"/>
                    <a:pt x="97" y="3"/>
                  </a:cubicBezTo>
                  <a:cubicBezTo>
                    <a:pt x="95" y="3"/>
                    <a:pt x="94" y="3"/>
                    <a:pt x="93" y="3"/>
                  </a:cubicBezTo>
                  <a:cubicBezTo>
                    <a:pt x="92" y="3"/>
                    <a:pt x="91" y="3"/>
                    <a:pt x="90" y="4"/>
                  </a:cubicBezTo>
                  <a:cubicBezTo>
                    <a:pt x="89" y="4"/>
                    <a:pt x="87" y="4"/>
                    <a:pt x="87" y="4"/>
                  </a:cubicBezTo>
                  <a:cubicBezTo>
                    <a:pt x="86" y="5"/>
                    <a:pt x="86" y="2"/>
                    <a:pt x="84" y="3"/>
                  </a:cubicBezTo>
                  <a:cubicBezTo>
                    <a:pt x="83" y="5"/>
                    <a:pt x="79" y="6"/>
                    <a:pt x="79" y="6"/>
                  </a:cubicBezTo>
                  <a:cubicBezTo>
                    <a:pt x="78" y="6"/>
                    <a:pt x="78" y="5"/>
                    <a:pt x="76" y="6"/>
                  </a:cubicBezTo>
                  <a:cubicBezTo>
                    <a:pt x="74" y="7"/>
                    <a:pt x="72" y="8"/>
                    <a:pt x="71" y="9"/>
                  </a:cubicBezTo>
                  <a:cubicBezTo>
                    <a:pt x="71" y="9"/>
                    <a:pt x="71" y="9"/>
                    <a:pt x="70" y="10"/>
                  </a:cubicBezTo>
                  <a:cubicBezTo>
                    <a:pt x="68" y="10"/>
                    <a:pt x="68" y="10"/>
                    <a:pt x="67" y="10"/>
                  </a:cubicBezTo>
                  <a:cubicBezTo>
                    <a:pt x="66" y="10"/>
                    <a:pt x="66" y="9"/>
                    <a:pt x="64" y="10"/>
                  </a:cubicBezTo>
                  <a:cubicBezTo>
                    <a:pt x="63" y="11"/>
                    <a:pt x="63" y="11"/>
                    <a:pt x="62" y="12"/>
                  </a:cubicBezTo>
                  <a:cubicBezTo>
                    <a:pt x="62" y="13"/>
                    <a:pt x="61" y="12"/>
                    <a:pt x="60" y="12"/>
                  </a:cubicBezTo>
                  <a:cubicBezTo>
                    <a:pt x="58" y="13"/>
                    <a:pt x="59" y="12"/>
                    <a:pt x="58" y="13"/>
                  </a:cubicBezTo>
                  <a:cubicBezTo>
                    <a:pt x="57" y="15"/>
                    <a:pt x="57" y="14"/>
                    <a:pt x="56" y="15"/>
                  </a:cubicBezTo>
                  <a:cubicBezTo>
                    <a:pt x="56" y="16"/>
                    <a:pt x="56" y="17"/>
                    <a:pt x="55" y="17"/>
                  </a:cubicBezTo>
                  <a:cubicBezTo>
                    <a:pt x="55" y="18"/>
                    <a:pt x="54" y="16"/>
                    <a:pt x="54" y="18"/>
                  </a:cubicBezTo>
                  <a:cubicBezTo>
                    <a:pt x="53" y="20"/>
                    <a:pt x="53" y="20"/>
                    <a:pt x="53" y="21"/>
                  </a:cubicBezTo>
                  <a:cubicBezTo>
                    <a:pt x="53" y="21"/>
                    <a:pt x="53" y="21"/>
                    <a:pt x="52" y="22"/>
                  </a:cubicBezTo>
                  <a:cubicBezTo>
                    <a:pt x="51" y="23"/>
                    <a:pt x="51" y="24"/>
                    <a:pt x="51" y="25"/>
                  </a:cubicBezTo>
                  <a:cubicBezTo>
                    <a:pt x="51" y="26"/>
                    <a:pt x="51" y="27"/>
                    <a:pt x="51" y="28"/>
                  </a:cubicBezTo>
                  <a:cubicBezTo>
                    <a:pt x="52" y="28"/>
                    <a:pt x="53" y="29"/>
                    <a:pt x="53" y="30"/>
                  </a:cubicBezTo>
                  <a:cubicBezTo>
                    <a:pt x="53" y="31"/>
                    <a:pt x="53" y="31"/>
                    <a:pt x="54" y="31"/>
                  </a:cubicBezTo>
                  <a:cubicBezTo>
                    <a:pt x="55" y="32"/>
                    <a:pt x="57" y="31"/>
                    <a:pt x="58" y="31"/>
                  </a:cubicBezTo>
                  <a:cubicBezTo>
                    <a:pt x="59" y="31"/>
                    <a:pt x="59" y="31"/>
                    <a:pt x="60" y="31"/>
                  </a:cubicBezTo>
                  <a:cubicBezTo>
                    <a:pt x="61" y="32"/>
                    <a:pt x="63" y="31"/>
                    <a:pt x="63" y="33"/>
                  </a:cubicBezTo>
                  <a:cubicBezTo>
                    <a:pt x="64" y="34"/>
                    <a:pt x="64" y="36"/>
                    <a:pt x="64" y="36"/>
                  </a:cubicBezTo>
                  <a:cubicBezTo>
                    <a:pt x="64" y="36"/>
                    <a:pt x="63" y="34"/>
                    <a:pt x="61" y="34"/>
                  </a:cubicBezTo>
                  <a:cubicBezTo>
                    <a:pt x="60" y="34"/>
                    <a:pt x="59" y="33"/>
                    <a:pt x="58" y="34"/>
                  </a:cubicBezTo>
                  <a:cubicBezTo>
                    <a:pt x="58" y="34"/>
                    <a:pt x="56" y="35"/>
                    <a:pt x="56" y="35"/>
                  </a:cubicBezTo>
                  <a:cubicBezTo>
                    <a:pt x="56" y="35"/>
                    <a:pt x="55" y="36"/>
                    <a:pt x="54" y="38"/>
                  </a:cubicBezTo>
                  <a:cubicBezTo>
                    <a:pt x="54" y="39"/>
                    <a:pt x="52" y="38"/>
                    <a:pt x="51" y="39"/>
                  </a:cubicBezTo>
                  <a:cubicBezTo>
                    <a:pt x="51" y="41"/>
                    <a:pt x="51" y="41"/>
                    <a:pt x="52" y="42"/>
                  </a:cubicBezTo>
                  <a:cubicBezTo>
                    <a:pt x="53" y="43"/>
                    <a:pt x="55" y="44"/>
                    <a:pt x="55" y="45"/>
                  </a:cubicBezTo>
                  <a:cubicBezTo>
                    <a:pt x="55" y="45"/>
                    <a:pt x="57" y="45"/>
                    <a:pt x="57" y="46"/>
                  </a:cubicBezTo>
                  <a:cubicBezTo>
                    <a:pt x="57" y="46"/>
                    <a:pt x="61" y="47"/>
                    <a:pt x="61" y="47"/>
                  </a:cubicBezTo>
                  <a:cubicBezTo>
                    <a:pt x="62" y="47"/>
                    <a:pt x="63" y="47"/>
                    <a:pt x="63" y="48"/>
                  </a:cubicBezTo>
                  <a:cubicBezTo>
                    <a:pt x="63" y="49"/>
                    <a:pt x="65" y="51"/>
                    <a:pt x="64" y="51"/>
                  </a:cubicBezTo>
                  <a:cubicBezTo>
                    <a:pt x="63" y="51"/>
                    <a:pt x="61" y="51"/>
                    <a:pt x="60" y="52"/>
                  </a:cubicBezTo>
                  <a:cubicBezTo>
                    <a:pt x="60" y="52"/>
                    <a:pt x="59" y="51"/>
                    <a:pt x="58" y="51"/>
                  </a:cubicBezTo>
                  <a:cubicBezTo>
                    <a:pt x="57" y="51"/>
                    <a:pt x="54" y="47"/>
                    <a:pt x="54" y="48"/>
                  </a:cubicBezTo>
                  <a:cubicBezTo>
                    <a:pt x="54" y="48"/>
                    <a:pt x="53" y="47"/>
                    <a:pt x="52" y="48"/>
                  </a:cubicBezTo>
                  <a:cubicBezTo>
                    <a:pt x="52" y="48"/>
                    <a:pt x="51" y="46"/>
                    <a:pt x="50" y="46"/>
                  </a:cubicBezTo>
                  <a:cubicBezTo>
                    <a:pt x="49" y="45"/>
                    <a:pt x="49" y="44"/>
                    <a:pt x="48" y="43"/>
                  </a:cubicBezTo>
                  <a:cubicBezTo>
                    <a:pt x="48" y="43"/>
                    <a:pt x="48" y="42"/>
                    <a:pt x="48" y="42"/>
                  </a:cubicBezTo>
                  <a:cubicBezTo>
                    <a:pt x="47" y="41"/>
                    <a:pt x="48" y="40"/>
                    <a:pt x="47" y="40"/>
                  </a:cubicBezTo>
                  <a:cubicBezTo>
                    <a:pt x="46" y="41"/>
                    <a:pt x="46" y="41"/>
                    <a:pt x="45" y="40"/>
                  </a:cubicBezTo>
                  <a:cubicBezTo>
                    <a:pt x="44" y="40"/>
                    <a:pt x="44" y="39"/>
                    <a:pt x="44" y="38"/>
                  </a:cubicBezTo>
                  <a:cubicBezTo>
                    <a:pt x="44" y="38"/>
                    <a:pt x="44" y="37"/>
                    <a:pt x="44" y="36"/>
                  </a:cubicBezTo>
                  <a:cubicBezTo>
                    <a:pt x="44" y="35"/>
                    <a:pt x="45" y="35"/>
                    <a:pt x="45" y="35"/>
                  </a:cubicBezTo>
                  <a:cubicBezTo>
                    <a:pt x="46" y="33"/>
                    <a:pt x="49" y="31"/>
                    <a:pt x="47" y="30"/>
                  </a:cubicBezTo>
                  <a:cubicBezTo>
                    <a:pt x="44" y="29"/>
                    <a:pt x="42" y="27"/>
                    <a:pt x="42" y="27"/>
                  </a:cubicBezTo>
                  <a:cubicBezTo>
                    <a:pt x="42" y="27"/>
                    <a:pt x="46" y="22"/>
                    <a:pt x="47" y="20"/>
                  </a:cubicBezTo>
                  <a:cubicBezTo>
                    <a:pt x="49" y="19"/>
                    <a:pt x="40" y="19"/>
                    <a:pt x="48" y="15"/>
                  </a:cubicBezTo>
                  <a:cubicBezTo>
                    <a:pt x="55" y="11"/>
                    <a:pt x="56" y="10"/>
                    <a:pt x="57" y="8"/>
                  </a:cubicBezTo>
                  <a:cubicBezTo>
                    <a:pt x="62" y="4"/>
                    <a:pt x="62" y="8"/>
                    <a:pt x="62" y="4"/>
                  </a:cubicBezTo>
                  <a:cubicBezTo>
                    <a:pt x="62" y="4"/>
                    <a:pt x="60" y="4"/>
                    <a:pt x="58" y="3"/>
                  </a:cubicBezTo>
                  <a:cubicBezTo>
                    <a:pt x="56" y="1"/>
                    <a:pt x="46" y="0"/>
                    <a:pt x="43" y="1"/>
                  </a:cubicBezTo>
                  <a:cubicBezTo>
                    <a:pt x="39" y="2"/>
                    <a:pt x="36" y="1"/>
                    <a:pt x="34" y="3"/>
                  </a:cubicBezTo>
                  <a:cubicBezTo>
                    <a:pt x="32" y="4"/>
                    <a:pt x="27" y="4"/>
                    <a:pt x="26" y="6"/>
                  </a:cubicBezTo>
                  <a:cubicBezTo>
                    <a:pt x="25" y="8"/>
                    <a:pt x="22" y="9"/>
                    <a:pt x="18" y="12"/>
                  </a:cubicBezTo>
                  <a:cubicBezTo>
                    <a:pt x="15" y="16"/>
                    <a:pt x="13" y="16"/>
                    <a:pt x="12" y="20"/>
                  </a:cubicBezTo>
                  <a:cubicBezTo>
                    <a:pt x="10" y="25"/>
                    <a:pt x="7" y="23"/>
                    <a:pt x="7" y="28"/>
                  </a:cubicBezTo>
                  <a:cubicBezTo>
                    <a:pt x="7" y="32"/>
                    <a:pt x="3" y="35"/>
                    <a:pt x="3" y="35"/>
                  </a:cubicBezTo>
                  <a:cubicBezTo>
                    <a:pt x="3" y="43"/>
                    <a:pt x="0" y="44"/>
                    <a:pt x="3" y="47"/>
                  </a:cubicBezTo>
                  <a:cubicBezTo>
                    <a:pt x="11" y="53"/>
                    <a:pt x="11" y="54"/>
                    <a:pt x="13" y="55"/>
                  </a:cubicBezTo>
                  <a:cubicBezTo>
                    <a:pt x="15" y="56"/>
                    <a:pt x="17" y="55"/>
                    <a:pt x="18" y="56"/>
                  </a:cubicBezTo>
                  <a:cubicBezTo>
                    <a:pt x="24" y="56"/>
                    <a:pt x="26" y="56"/>
                    <a:pt x="27" y="56"/>
                  </a:cubicBezTo>
                  <a:cubicBezTo>
                    <a:pt x="27" y="56"/>
                    <a:pt x="26" y="56"/>
                    <a:pt x="25" y="57"/>
                  </a:cubicBezTo>
                  <a:cubicBezTo>
                    <a:pt x="21" y="58"/>
                    <a:pt x="17" y="57"/>
                    <a:pt x="17" y="57"/>
                  </a:cubicBezTo>
                  <a:cubicBezTo>
                    <a:pt x="11" y="57"/>
                    <a:pt x="11" y="57"/>
                    <a:pt x="11" y="57"/>
                  </a:cubicBezTo>
                  <a:cubicBezTo>
                    <a:pt x="12" y="63"/>
                    <a:pt x="12" y="66"/>
                    <a:pt x="14" y="67"/>
                  </a:cubicBezTo>
                  <a:cubicBezTo>
                    <a:pt x="20" y="69"/>
                    <a:pt x="18" y="66"/>
                    <a:pt x="20" y="69"/>
                  </a:cubicBezTo>
                  <a:cubicBezTo>
                    <a:pt x="23" y="71"/>
                    <a:pt x="22" y="73"/>
                    <a:pt x="24" y="74"/>
                  </a:cubicBezTo>
                  <a:cubicBezTo>
                    <a:pt x="27" y="75"/>
                    <a:pt x="21" y="76"/>
                    <a:pt x="29" y="74"/>
                  </a:cubicBezTo>
                  <a:cubicBezTo>
                    <a:pt x="37" y="72"/>
                    <a:pt x="34" y="70"/>
                    <a:pt x="37" y="72"/>
                  </a:cubicBezTo>
                  <a:cubicBezTo>
                    <a:pt x="43" y="78"/>
                    <a:pt x="42" y="72"/>
                    <a:pt x="44" y="74"/>
                  </a:cubicBezTo>
                  <a:cubicBezTo>
                    <a:pt x="45" y="76"/>
                    <a:pt x="44" y="78"/>
                    <a:pt x="47" y="79"/>
                  </a:cubicBezTo>
                  <a:cubicBezTo>
                    <a:pt x="50" y="80"/>
                    <a:pt x="50" y="80"/>
                    <a:pt x="52" y="80"/>
                  </a:cubicBezTo>
                  <a:cubicBezTo>
                    <a:pt x="54" y="80"/>
                    <a:pt x="58" y="79"/>
                    <a:pt x="60" y="80"/>
                  </a:cubicBezTo>
                  <a:cubicBezTo>
                    <a:pt x="60" y="80"/>
                    <a:pt x="64" y="79"/>
                    <a:pt x="66" y="79"/>
                  </a:cubicBezTo>
                  <a:cubicBezTo>
                    <a:pt x="67" y="80"/>
                    <a:pt x="77" y="80"/>
                    <a:pt x="77" y="80"/>
                  </a:cubicBezTo>
                  <a:cubicBezTo>
                    <a:pt x="84" y="80"/>
                    <a:pt x="84" y="80"/>
                    <a:pt x="84" y="80"/>
                  </a:cubicBezTo>
                  <a:cubicBezTo>
                    <a:pt x="88" y="80"/>
                    <a:pt x="88" y="80"/>
                    <a:pt x="88" y="80"/>
                  </a:cubicBezTo>
                  <a:cubicBezTo>
                    <a:pt x="93" y="85"/>
                    <a:pt x="94" y="84"/>
                    <a:pt x="96" y="83"/>
                  </a:cubicBezTo>
                  <a:cubicBezTo>
                    <a:pt x="92" y="78"/>
                    <a:pt x="92" y="78"/>
                    <a:pt x="92" y="78"/>
                  </a:cubicBezTo>
                  <a:cubicBezTo>
                    <a:pt x="92" y="78"/>
                    <a:pt x="95" y="79"/>
                    <a:pt x="97" y="79"/>
                  </a:cubicBezTo>
                  <a:cubicBezTo>
                    <a:pt x="97" y="79"/>
                    <a:pt x="99" y="78"/>
                    <a:pt x="100" y="78"/>
                  </a:cubicBezTo>
                  <a:cubicBezTo>
                    <a:pt x="100" y="78"/>
                    <a:pt x="101" y="77"/>
                    <a:pt x="101" y="77"/>
                  </a:cubicBezTo>
                  <a:cubicBezTo>
                    <a:pt x="102" y="78"/>
                    <a:pt x="102" y="78"/>
                    <a:pt x="103" y="79"/>
                  </a:cubicBezTo>
                  <a:cubicBezTo>
                    <a:pt x="103" y="79"/>
                    <a:pt x="105" y="79"/>
                    <a:pt x="105" y="79"/>
                  </a:cubicBezTo>
                  <a:cubicBezTo>
                    <a:pt x="105" y="79"/>
                    <a:pt x="107" y="78"/>
                    <a:pt x="107" y="78"/>
                  </a:cubicBezTo>
                  <a:cubicBezTo>
                    <a:pt x="109" y="79"/>
                    <a:pt x="109" y="79"/>
                    <a:pt x="109" y="79"/>
                  </a:cubicBezTo>
                  <a:cubicBezTo>
                    <a:pt x="111" y="80"/>
                    <a:pt x="112" y="80"/>
                    <a:pt x="112" y="80"/>
                  </a:cubicBezTo>
                  <a:cubicBezTo>
                    <a:pt x="114" y="80"/>
                    <a:pt x="114" y="80"/>
                    <a:pt x="114" y="80"/>
                  </a:cubicBezTo>
                  <a:cubicBezTo>
                    <a:pt x="115" y="80"/>
                    <a:pt x="115" y="80"/>
                    <a:pt x="115" y="80"/>
                  </a:cubicBezTo>
                  <a:cubicBezTo>
                    <a:pt x="117" y="80"/>
                    <a:pt x="117" y="80"/>
                    <a:pt x="117" y="80"/>
                  </a:cubicBezTo>
                  <a:cubicBezTo>
                    <a:pt x="118" y="81"/>
                    <a:pt x="119" y="81"/>
                    <a:pt x="120" y="81"/>
                  </a:cubicBezTo>
                  <a:cubicBezTo>
                    <a:pt x="120" y="81"/>
                    <a:pt x="122" y="81"/>
                    <a:pt x="122" y="82"/>
                  </a:cubicBezTo>
                  <a:cubicBezTo>
                    <a:pt x="123" y="83"/>
                    <a:pt x="123" y="82"/>
                    <a:pt x="124" y="83"/>
                  </a:cubicBezTo>
                  <a:cubicBezTo>
                    <a:pt x="125" y="83"/>
                    <a:pt x="125" y="83"/>
                    <a:pt x="126" y="83"/>
                  </a:cubicBezTo>
                  <a:cubicBezTo>
                    <a:pt x="127" y="82"/>
                    <a:pt x="127" y="81"/>
                    <a:pt x="128" y="81"/>
                  </a:cubicBezTo>
                  <a:cubicBezTo>
                    <a:pt x="130" y="82"/>
                    <a:pt x="130" y="82"/>
                    <a:pt x="130" y="81"/>
                  </a:cubicBezTo>
                  <a:cubicBezTo>
                    <a:pt x="130" y="81"/>
                    <a:pt x="130" y="79"/>
                    <a:pt x="130" y="79"/>
                  </a:cubicBezTo>
                  <a:cubicBezTo>
                    <a:pt x="130" y="79"/>
                    <a:pt x="130" y="79"/>
                    <a:pt x="130" y="78"/>
                  </a:cubicBezTo>
                  <a:cubicBezTo>
                    <a:pt x="129" y="77"/>
                    <a:pt x="129" y="77"/>
                    <a:pt x="129" y="77"/>
                  </a:cubicBezTo>
                  <a:cubicBezTo>
                    <a:pt x="128" y="75"/>
                    <a:pt x="128" y="75"/>
                    <a:pt x="128" y="75"/>
                  </a:cubicBezTo>
                  <a:cubicBezTo>
                    <a:pt x="127" y="74"/>
                    <a:pt x="127" y="74"/>
                    <a:pt x="127" y="74"/>
                  </a:cubicBezTo>
                  <a:cubicBezTo>
                    <a:pt x="127" y="74"/>
                    <a:pt x="126" y="73"/>
                    <a:pt x="125" y="73"/>
                  </a:cubicBezTo>
                  <a:cubicBezTo>
                    <a:pt x="124" y="74"/>
                    <a:pt x="123" y="74"/>
                    <a:pt x="123" y="73"/>
                  </a:cubicBezTo>
                  <a:cubicBezTo>
                    <a:pt x="123" y="73"/>
                    <a:pt x="122" y="72"/>
                    <a:pt x="123" y="72"/>
                  </a:cubicBezTo>
                  <a:cubicBezTo>
                    <a:pt x="123" y="71"/>
                    <a:pt x="123" y="71"/>
                    <a:pt x="124" y="71"/>
                  </a:cubicBezTo>
                  <a:cubicBezTo>
                    <a:pt x="125" y="71"/>
                    <a:pt x="124" y="73"/>
                    <a:pt x="126" y="70"/>
                  </a:cubicBezTo>
                  <a:cubicBezTo>
                    <a:pt x="127" y="68"/>
                    <a:pt x="127" y="68"/>
                    <a:pt x="128" y="69"/>
                  </a:cubicBezTo>
                  <a:cubicBezTo>
                    <a:pt x="128" y="70"/>
                    <a:pt x="129" y="70"/>
                    <a:pt x="129" y="71"/>
                  </a:cubicBezTo>
                  <a:cubicBezTo>
                    <a:pt x="129" y="72"/>
                    <a:pt x="128" y="72"/>
                    <a:pt x="129" y="72"/>
                  </a:cubicBezTo>
                  <a:cubicBezTo>
                    <a:pt x="129" y="73"/>
                    <a:pt x="131" y="73"/>
                    <a:pt x="131" y="73"/>
                  </a:cubicBezTo>
                  <a:cubicBezTo>
                    <a:pt x="131" y="73"/>
                    <a:pt x="132" y="72"/>
                    <a:pt x="132" y="74"/>
                  </a:cubicBezTo>
                  <a:cubicBezTo>
                    <a:pt x="132" y="75"/>
                    <a:pt x="131" y="75"/>
                    <a:pt x="133" y="75"/>
                  </a:cubicBezTo>
                  <a:cubicBezTo>
                    <a:pt x="135" y="75"/>
                    <a:pt x="136" y="75"/>
                    <a:pt x="136" y="75"/>
                  </a:cubicBezTo>
                  <a:cubicBezTo>
                    <a:pt x="137" y="76"/>
                    <a:pt x="138" y="75"/>
                    <a:pt x="139" y="76"/>
                  </a:cubicBezTo>
                  <a:cubicBezTo>
                    <a:pt x="139" y="76"/>
                    <a:pt x="140" y="76"/>
                    <a:pt x="140" y="77"/>
                  </a:cubicBezTo>
                  <a:cubicBezTo>
                    <a:pt x="140" y="79"/>
                    <a:pt x="139" y="81"/>
                    <a:pt x="139" y="82"/>
                  </a:cubicBezTo>
                  <a:cubicBezTo>
                    <a:pt x="140" y="82"/>
                    <a:pt x="137" y="82"/>
                    <a:pt x="140" y="83"/>
                  </a:cubicBezTo>
                  <a:cubicBezTo>
                    <a:pt x="144" y="84"/>
                    <a:pt x="145" y="81"/>
                    <a:pt x="146" y="81"/>
                  </a:cubicBezTo>
                  <a:cubicBezTo>
                    <a:pt x="147" y="81"/>
                    <a:pt x="147" y="82"/>
                    <a:pt x="147" y="82"/>
                  </a:cubicBezTo>
                  <a:cubicBezTo>
                    <a:pt x="148" y="82"/>
                    <a:pt x="149" y="82"/>
                    <a:pt x="149" y="83"/>
                  </a:cubicBezTo>
                  <a:cubicBezTo>
                    <a:pt x="149" y="84"/>
                    <a:pt x="148" y="85"/>
                    <a:pt x="148" y="85"/>
                  </a:cubicBezTo>
                  <a:cubicBezTo>
                    <a:pt x="148" y="85"/>
                    <a:pt x="150" y="84"/>
                    <a:pt x="150" y="85"/>
                  </a:cubicBezTo>
                  <a:cubicBezTo>
                    <a:pt x="150" y="86"/>
                    <a:pt x="149" y="86"/>
                    <a:pt x="149" y="86"/>
                  </a:cubicBezTo>
                  <a:cubicBezTo>
                    <a:pt x="150" y="87"/>
                    <a:pt x="152" y="87"/>
                    <a:pt x="152" y="87"/>
                  </a:cubicBezTo>
                  <a:cubicBezTo>
                    <a:pt x="152" y="87"/>
                    <a:pt x="154" y="87"/>
                    <a:pt x="154" y="88"/>
                  </a:cubicBezTo>
                  <a:cubicBezTo>
                    <a:pt x="153" y="89"/>
                    <a:pt x="153" y="90"/>
                    <a:pt x="154" y="90"/>
                  </a:cubicBezTo>
                  <a:cubicBezTo>
                    <a:pt x="154" y="90"/>
                    <a:pt x="156" y="91"/>
                    <a:pt x="157" y="91"/>
                  </a:cubicBezTo>
                  <a:cubicBezTo>
                    <a:pt x="157" y="91"/>
                    <a:pt x="160" y="91"/>
                    <a:pt x="160" y="91"/>
                  </a:cubicBezTo>
                  <a:cubicBezTo>
                    <a:pt x="160" y="92"/>
                    <a:pt x="161" y="92"/>
                    <a:pt x="161" y="92"/>
                  </a:cubicBezTo>
                  <a:cubicBezTo>
                    <a:pt x="162" y="93"/>
                    <a:pt x="164" y="92"/>
                    <a:pt x="163" y="94"/>
                  </a:cubicBezTo>
                  <a:cubicBezTo>
                    <a:pt x="163" y="96"/>
                    <a:pt x="164" y="95"/>
                    <a:pt x="163" y="96"/>
                  </a:cubicBezTo>
                  <a:cubicBezTo>
                    <a:pt x="162" y="96"/>
                    <a:pt x="162" y="96"/>
                    <a:pt x="161" y="97"/>
                  </a:cubicBezTo>
                  <a:cubicBezTo>
                    <a:pt x="160" y="97"/>
                    <a:pt x="161" y="97"/>
                    <a:pt x="160" y="98"/>
                  </a:cubicBezTo>
                  <a:cubicBezTo>
                    <a:pt x="159" y="98"/>
                    <a:pt x="156" y="98"/>
                    <a:pt x="156" y="98"/>
                  </a:cubicBezTo>
                  <a:cubicBezTo>
                    <a:pt x="156" y="98"/>
                    <a:pt x="154" y="96"/>
                    <a:pt x="153" y="97"/>
                  </a:cubicBezTo>
                  <a:cubicBezTo>
                    <a:pt x="153" y="98"/>
                    <a:pt x="151" y="98"/>
                    <a:pt x="151" y="100"/>
                  </a:cubicBezTo>
                  <a:cubicBezTo>
                    <a:pt x="151" y="102"/>
                    <a:pt x="153" y="103"/>
                    <a:pt x="153" y="103"/>
                  </a:cubicBezTo>
                  <a:cubicBezTo>
                    <a:pt x="153" y="104"/>
                    <a:pt x="160" y="102"/>
                    <a:pt x="160" y="102"/>
                  </a:cubicBezTo>
                  <a:cubicBezTo>
                    <a:pt x="161" y="102"/>
                    <a:pt x="160" y="102"/>
                    <a:pt x="163" y="101"/>
                  </a:cubicBezTo>
                  <a:cubicBezTo>
                    <a:pt x="165" y="99"/>
                    <a:pt x="165" y="99"/>
                    <a:pt x="165" y="99"/>
                  </a:cubicBezTo>
                  <a:cubicBezTo>
                    <a:pt x="167" y="98"/>
                    <a:pt x="167" y="98"/>
                    <a:pt x="167" y="98"/>
                  </a:cubicBezTo>
                  <a:cubicBezTo>
                    <a:pt x="168" y="99"/>
                    <a:pt x="168" y="99"/>
                    <a:pt x="168" y="99"/>
                  </a:cubicBezTo>
                  <a:cubicBezTo>
                    <a:pt x="169" y="99"/>
                    <a:pt x="169" y="99"/>
                    <a:pt x="169" y="99"/>
                  </a:cubicBezTo>
                  <a:cubicBezTo>
                    <a:pt x="170" y="98"/>
                    <a:pt x="173" y="99"/>
                    <a:pt x="173" y="100"/>
                  </a:cubicBezTo>
                  <a:cubicBezTo>
                    <a:pt x="173" y="100"/>
                    <a:pt x="174" y="99"/>
                    <a:pt x="173" y="100"/>
                  </a:cubicBezTo>
                  <a:cubicBezTo>
                    <a:pt x="172" y="101"/>
                    <a:pt x="172" y="100"/>
                    <a:pt x="172" y="101"/>
                  </a:cubicBezTo>
                  <a:cubicBezTo>
                    <a:pt x="172" y="102"/>
                    <a:pt x="174" y="102"/>
                    <a:pt x="175" y="103"/>
                  </a:cubicBezTo>
                  <a:cubicBezTo>
                    <a:pt x="175" y="103"/>
                    <a:pt x="174" y="102"/>
                    <a:pt x="175" y="103"/>
                  </a:cubicBezTo>
                  <a:cubicBezTo>
                    <a:pt x="176" y="105"/>
                    <a:pt x="176" y="105"/>
                    <a:pt x="176" y="106"/>
                  </a:cubicBezTo>
                  <a:cubicBezTo>
                    <a:pt x="176" y="107"/>
                    <a:pt x="177" y="107"/>
                    <a:pt x="177" y="107"/>
                  </a:cubicBezTo>
                  <a:cubicBezTo>
                    <a:pt x="178" y="107"/>
                    <a:pt x="178" y="108"/>
                    <a:pt x="179" y="108"/>
                  </a:cubicBezTo>
                  <a:cubicBezTo>
                    <a:pt x="179" y="107"/>
                    <a:pt x="180" y="107"/>
                    <a:pt x="180" y="106"/>
                  </a:cubicBezTo>
                  <a:cubicBezTo>
                    <a:pt x="180" y="106"/>
                    <a:pt x="180" y="105"/>
                    <a:pt x="181" y="105"/>
                  </a:cubicBezTo>
                  <a:cubicBezTo>
                    <a:pt x="182" y="105"/>
                    <a:pt x="182" y="105"/>
                    <a:pt x="183" y="106"/>
                  </a:cubicBezTo>
                  <a:cubicBezTo>
                    <a:pt x="183" y="107"/>
                    <a:pt x="184" y="108"/>
                    <a:pt x="183" y="108"/>
                  </a:cubicBezTo>
                  <a:cubicBezTo>
                    <a:pt x="183" y="109"/>
                    <a:pt x="182" y="110"/>
                    <a:pt x="183" y="110"/>
                  </a:cubicBezTo>
                  <a:cubicBezTo>
                    <a:pt x="184" y="110"/>
                    <a:pt x="184" y="112"/>
                    <a:pt x="186" y="112"/>
                  </a:cubicBezTo>
                  <a:cubicBezTo>
                    <a:pt x="187" y="112"/>
                    <a:pt x="188" y="111"/>
                    <a:pt x="188" y="112"/>
                  </a:cubicBezTo>
                  <a:cubicBezTo>
                    <a:pt x="190" y="114"/>
                    <a:pt x="194" y="120"/>
                    <a:pt x="194" y="120"/>
                  </a:cubicBezTo>
                  <a:cubicBezTo>
                    <a:pt x="194" y="121"/>
                    <a:pt x="195" y="121"/>
                    <a:pt x="196" y="122"/>
                  </a:cubicBezTo>
                  <a:cubicBezTo>
                    <a:pt x="196" y="123"/>
                    <a:pt x="197" y="122"/>
                    <a:pt x="198" y="124"/>
                  </a:cubicBezTo>
                  <a:cubicBezTo>
                    <a:pt x="198" y="125"/>
                    <a:pt x="199" y="125"/>
                    <a:pt x="199" y="127"/>
                  </a:cubicBezTo>
                  <a:cubicBezTo>
                    <a:pt x="199" y="129"/>
                    <a:pt x="199" y="129"/>
                    <a:pt x="199" y="130"/>
                  </a:cubicBezTo>
                  <a:cubicBezTo>
                    <a:pt x="199" y="131"/>
                    <a:pt x="200" y="130"/>
                    <a:pt x="200" y="131"/>
                  </a:cubicBezTo>
                  <a:cubicBezTo>
                    <a:pt x="199" y="133"/>
                    <a:pt x="200" y="132"/>
                    <a:pt x="198" y="133"/>
                  </a:cubicBezTo>
                  <a:cubicBezTo>
                    <a:pt x="197" y="134"/>
                    <a:pt x="197" y="134"/>
                    <a:pt x="196" y="135"/>
                  </a:cubicBezTo>
                  <a:cubicBezTo>
                    <a:pt x="195" y="136"/>
                    <a:pt x="195" y="135"/>
                    <a:pt x="194" y="137"/>
                  </a:cubicBezTo>
                  <a:cubicBezTo>
                    <a:pt x="192" y="139"/>
                    <a:pt x="192" y="138"/>
                    <a:pt x="191" y="139"/>
                  </a:cubicBezTo>
                  <a:cubicBezTo>
                    <a:pt x="191" y="140"/>
                    <a:pt x="192" y="139"/>
                    <a:pt x="191" y="140"/>
                  </a:cubicBezTo>
                  <a:cubicBezTo>
                    <a:pt x="190" y="141"/>
                    <a:pt x="191" y="140"/>
                    <a:pt x="190" y="141"/>
                  </a:cubicBezTo>
                  <a:cubicBezTo>
                    <a:pt x="188" y="143"/>
                    <a:pt x="189" y="142"/>
                    <a:pt x="187" y="144"/>
                  </a:cubicBezTo>
                  <a:cubicBezTo>
                    <a:pt x="184" y="145"/>
                    <a:pt x="183" y="146"/>
                    <a:pt x="183" y="147"/>
                  </a:cubicBezTo>
                  <a:cubicBezTo>
                    <a:pt x="182" y="147"/>
                    <a:pt x="179" y="148"/>
                    <a:pt x="179" y="149"/>
                  </a:cubicBezTo>
                  <a:cubicBezTo>
                    <a:pt x="178" y="149"/>
                    <a:pt x="177" y="150"/>
                    <a:pt x="177" y="151"/>
                  </a:cubicBezTo>
                  <a:cubicBezTo>
                    <a:pt x="176" y="152"/>
                    <a:pt x="177" y="152"/>
                    <a:pt x="177" y="153"/>
                  </a:cubicBezTo>
                  <a:cubicBezTo>
                    <a:pt x="177" y="154"/>
                    <a:pt x="179" y="154"/>
                    <a:pt x="180" y="155"/>
                  </a:cubicBezTo>
                  <a:cubicBezTo>
                    <a:pt x="182" y="157"/>
                    <a:pt x="182" y="156"/>
                    <a:pt x="183" y="158"/>
                  </a:cubicBezTo>
                  <a:cubicBezTo>
                    <a:pt x="184" y="159"/>
                    <a:pt x="186" y="158"/>
                    <a:pt x="185" y="160"/>
                  </a:cubicBezTo>
                  <a:cubicBezTo>
                    <a:pt x="183" y="161"/>
                    <a:pt x="183" y="161"/>
                    <a:pt x="182" y="162"/>
                  </a:cubicBezTo>
                  <a:cubicBezTo>
                    <a:pt x="181" y="163"/>
                    <a:pt x="181" y="163"/>
                    <a:pt x="180" y="163"/>
                  </a:cubicBezTo>
                  <a:cubicBezTo>
                    <a:pt x="179" y="163"/>
                    <a:pt x="178" y="163"/>
                    <a:pt x="178" y="164"/>
                  </a:cubicBezTo>
                  <a:cubicBezTo>
                    <a:pt x="178" y="164"/>
                    <a:pt x="178" y="164"/>
                    <a:pt x="177" y="165"/>
                  </a:cubicBezTo>
                  <a:cubicBezTo>
                    <a:pt x="176" y="166"/>
                    <a:pt x="175" y="166"/>
                    <a:pt x="174" y="166"/>
                  </a:cubicBezTo>
                  <a:cubicBezTo>
                    <a:pt x="173" y="167"/>
                    <a:pt x="172" y="166"/>
                    <a:pt x="171" y="166"/>
                  </a:cubicBezTo>
                  <a:cubicBezTo>
                    <a:pt x="171" y="166"/>
                    <a:pt x="171" y="165"/>
                    <a:pt x="170" y="166"/>
                  </a:cubicBezTo>
                  <a:cubicBezTo>
                    <a:pt x="169" y="166"/>
                    <a:pt x="169" y="165"/>
                    <a:pt x="168" y="166"/>
                  </a:cubicBezTo>
                  <a:cubicBezTo>
                    <a:pt x="167" y="167"/>
                    <a:pt x="167" y="167"/>
                    <a:pt x="167" y="167"/>
                  </a:cubicBezTo>
                  <a:cubicBezTo>
                    <a:pt x="166" y="168"/>
                    <a:pt x="166" y="167"/>
                    <a:pt x="165" y="169"/>
                  </a:cubicBezTo>
                  <a:cubicBezTo>
                    <a:pt x="165" y="170"/>
                    <a:pt x="164" y="170"/>
                    <a:pt x="165" y="170"/>
                  </a:cubicBezTo>
                  <a:cubicBezTo>
                    <a:pt x="167" y="170"/>
                    <a:pt x="168" y="169"/>
                    <a:pt x="168" y="170"/>
                  </a:cubicBezTo>
                  <a:cubicBezTo>
                    <a:pt x="168" y="171"/>
                    <a:pt x="168" y="171"/>
                    <a:pt x="167" y="172"/>
                  </a:cubicBezTo>
                  <a:cubicBezTo>
                    <a:pt x="167" y="173"/>
                    <a:pt x="167" y="173"/>
                    <a:pt x="166" y="173"/>
                  </a:cubicBezTo>
                  <a:cubicBezTo>
                    <a:pt x="165" y="174"/>
                    <a:pt x="164" y="172"/>
                    <a:pt x="164" y="172"/>
                  </a:cubicBezTo>
                  <a:cubicBezTo>
                    <a:pt x="164" y="172"/>
                    <a:pt x="165" y="171"/>
                    <a:pt x="162" y="170"/>
                  </a:cubicBezTo>
                  <a:cubicBezTo>
                    <a:pt x="159" y="169"/>
                    <a:pt x="160" y="169"/>
                    <a:pt x="159" y="168"/>
                  </a:cubicBezTo>
                  <a:cubicBezTo>
                    <a:pt x="158" y="167"/>
                    <a:pt x="157" y="166"/>
                    <a:pt x="156" y="166"/>
                  </a:cubicBezTo>
                  <a:cubicBezTo>
                    <a:pt x="156" y="166"/>
                    <a:pt x="154" y="165"/>
                    <a:pt x="153" y="165"/>
                  </a:cubicBezTo>
                  <a:cubicBezTo>
                    <a:pt x="153" y="164"/>
                    <a:pt x="152" y="164"/>
                    <a:pt x="150" y="164"/>
                  </a:cubicBezTo>
                  <a:cubicBezTo>
                    <a:pt x="149" y="165"/>
                    <a:pt x="147" y="165"/>
                    <a:pt x="146" y="166"/>
                  </a:cubicBezTo>
                  <a:cubicBezTo>
                    <a:pt x="145" y="166"/>
                    <a:pt x="145" y="165"/>
                    <a:pt x="144" y="166"/>
                  </a:cubicBezTo>
                  <a:cubicBezTo>
                    <a:pt x="143" y="167"/>
                    <a:pt x="143" y="168"/>
                    <a:pt x="142" y="168"/>
                  </a:cubicBezTo>
                  <a:cubicBezTo>
                    <a:pt x="142" y="169"/>
                    <a:pt x="143" y="170"/>
                    <a:pt x="142" y="170"/>
                  </a:cubicBezTo>
                  <a:cubicBezTo>
                    <a:pt x="141" y="171"/>
                    <a:pt x="140" y="170"/>
                    <a:pt x="139" y="171"/>
                  </a:cubicBezTo>
                  <a:cubicBezTo>
                    <a:pt x="137" y="172"/>
                    <a:pt x="138" y="172"/>
                    <a:pt x="136" y="173"/>
                  </a:cubicBezTo>
                  <a:cubicBezTo>
                    <a:pt x="135" y="175"/>
                    <a:pt x="135" y="177"/>
                    <a:pt x="135" y="179"/>
                  </a:cubicBezTo>
                  <a:cubicBezTo>
                    <a:pt x="136" y="180"/>
                    <a:pt x="135" y="181"/>
                    <a:pt x="136" y="181"/>
                  </a:cubicBezTo>
                  <a:cubicBezTo>
                    <a:pt x="137" y="182"/>
                    <a:pt x="138" y="182"/>
                    <a:pt x="138" y="182"/>
                  </a:cubicBezTo>
                  <a:cubicBezTo>
                    <a:pt x="139" y="183"/>
                    <a:pt x="140" y="182"/>
                    <a:pt x="141" y="183"/>
                  </a:cubicBezTo>
                  <a:cubicBezTo>
                    <a:pt x="141" y="184"/>
                    <a:pt x="142" y="183"/>
                    <a:pt x="142" y="183"/>
                  </a:cubicBezTo>
                  <a:cubicBezTo>
                    <a:pt x="143" y="184"/>
                    <a:pt x="144" y="185"/>
                    <a:pt x="144" y="185"/>
                  </a:cubicBezTo>
                  <a:cubicBezTo>
                    <a:pt x="144" y="185"/>
                    <a:pt x="145" y="184"/>
                    <a:pt x="146" y="184"/>
                  </a:cubicBezTo>
                  <a:cubicBezTo>
                    <a:pt x="147" y="184"/>
                    <a:pt x="149" y="183"/>
                    <a:pt x="149" y="183"/>
                  </a:cubicBezTo>
                  <a:cubicBezTo>
                    <a:pt x="151" y="184"/>
                    <a:pt x="151" y="184"/>
                    <a:pt x="151" y="184"/>
                  </a:cubicBezTo>
                  <a:cubicBezTo>
                    <a:pt x="153" y="185"/>
                    <a:pt x="149" y="185"/>
                    <a:pt x="154" y="185"/>
                  </a:cubicBezTo>
                  <a:cubicBezTo>
                    <a:pt x="158" y="184"/>
                    <a:pt x="158" y="184"/>
                    <a:pt x="159" y="184"/>
                  </a:cubicBezTo>
                  <a:cubicBezTo>
                    <a:pt x="159" y="184"/>
                    <a:pt x="160" y="182"/>
                    <a:pt x="160" y="182"/>
                  </a:cubicBezTo>
                  <a:cubicBezTo>
                    <a:pt x="160" y="182"/>
                    <a:pt x="161" y="181"/>
                    <a:pt x="161" y="181"/>
                  </a:cubicBezTo>
                  <a:cubicBezTo>
                    <a:pt x="161" y="180"/>
                    <a:pt x="162" y="179"/>
                    <a:pt x="163" y="180"/>
                  </a:cubicBezTo>
                  <a:cubicBezTo>
                    <a:pt x="163" y="180"/>
                    <a:pt x="164" y="180"/>
                    <a:pt x="165" y="180"/>
                  </a:cubicBezTo>
                  <a:cubicBezTo>
                    <a:pt x="165" y="181"/>
                    <a:pt x="167" y="182"/>
                    <a:pt x="167" y="182"/>
                  </a:cubicBezTo>
                  <a:cubicBezTo>
                    <a:pt x="168" y="183"/>
                    <a:pt x="169" y="182"/>
                    <a:pt x="169" y="182"/>
                  </a:cubicBezTo>
                  <a:cubicBezTo>
                    <a:pt x="170" y="182"/>
                    <a:pt x="171" y="181"/>
                    <a:pt x="171" y="182"/>
                  </a:cubicBezTo>
                  <a:cubicBezTo>
                    <a:pt x="172" y="182"/>
                    <a:pt x="174" y="181"/>
                    <a:pt x="174" y="181"/>
                  </a:cubicBezTo>
                  <a:cubicBezTo>
                    <a:pt x="175" y="180"/>
                    <a:pt x="175" y="180"/>
                    <a:pt x="175" y="180"/>
                  </a:cubicBezTo>
                  <a:cubicBezTo>
                    <a:pt x="174" y="179"/>
                    <a:pt x="175" y="178"/>
                    <a:pt x="174" y="178"/>
                  </a:cubicBezTo>
                  <a:cubicBezTo>
                    <a:pt x="173" y="177"/>
                    <a:pt x="172" y="177"/>
                    <a:pt x="172" y="177"/>
                  </a:cubicBezTo>
                  <a:cubicBezTo>
                    <a:pt x="171" y="176"/>
                    <a:pt x="171" y="176"/>
                    <a:pt x="171" y="175"/>
                  </a:cubicBezTo>
                  <a:cubicBezTo>
                    <a:pt x="171" y="174"/>
                    <a:pt x="173" y="173"/>
                    <a:pt x="173" y="174"/>
                  </a:cubicBezTo>
                  <a:cubicBezTo>
                    <a:pt x="174" y="174"/>
                    <a:pt x="176" y="176"/>
                    <a:pt x="177" y="177"/>
                  </a:cubicBezTo>
                  <a:cubicBezTo>
                    <a:pt x="177" y="177"/>
                    <a:pt x="178" y="177"/>
                    <a:pt x="178" y="178"/>
                  </a:cubicBezTo>
                  <a:cubicBezTo>
                    <a:pt x="178" y="179"/>
                    <a:pt x="179" y="179"/>
                    <a:pt x="179" y="180"/>
                  </a:cubicBezTo>
                  <a:cubicBezTo>
                    <a:pt x="179" y="181"/>
                    <a:pt x="180" y="183"/>
                    <a:pt x="180" y="183"/>
                  </a:cubicBezTo>
                  <a:cubicBezTo>
                    <a:pt x="181" y="183"/>
                    <a:pt x="182" y="181"/>
                    <a:pt x="182" y="180"/>
                  </a:cubicBezTo>
                  <a:cubicBezTo>
                    <a:pt x="182" y="180"/>
                    <a:pt x="182" y="179"/>
                    <a:pt x="182" y="179"/>
                  </a:cubicBezTo>
                  <a:cubicBezTo>
                    <a:pt x="183" y="180"/>
                    <a:pt x="183" y="179"/>
                    <a:pt x="184" y="180"/>
                  </a:cubicBezTo>
                  <a:cubicBezTo>
                    <a:pt x="185" y="180"/>
                    <a:pt x="188" y="180"/>
                    <a:pt x="188" y="181"/>
                  </a:cubicBezTo>
                  <a:cubicBezTo>
                    <a:pt x="188" y="181"/>
                    <a:pt x="188" y="180"/>
                    <a:pt x="188" y="182"/>
                  </a:cubicBezTo>
                  <a:cubicBezTo>
                    <a:pt x="188" y="184"/>
                    <a:pt x="187" y="183"/>
                    <a:pt x="189" y="185"/>
                  </a:cubicBezTo>
                  <a:cubicBezTo>
                    <a:pt x="191" y="187"/>
                    <a:pt x="192" y="188"/>
                    <a:pt x="193" y="187"/>
                  </a:cubicBezTo>
                  <a:cubicBezTo>
                    <a:pt x="194" y="187"/>
                    <a:pt x="195" y="187"/>
                    <a:pt x="195" y="187"/>
                  </a:cubicBezTo>
                  <a:cubicBezTo>
                    <a:pt x="196" y="188"/>
                    <a:pt x="192" y="187"/>
                    <a:pt x="192" y="188"/>
                  </a:cubicBezTo>
                  <a:cubicBezTo>
                    <a:pt x="192" y="190"/>
                    <a:pt x="193" y="189"/>
                    <a:pt x="194" y="190"/>
                  </a:cubicBezTo>
                  <a:cubicBezTo>
                    <a:pt x="195" y="190"/>
                    <a:pt x="197" y="190"/>
                    <a:pt x="197" y="190"/>
                  </a:cubicBezTo>
                  <a:cubicBezTo>
                    <a:pt x="197" y="193"/>
                    <a:pt x="196" y="192"/>
                    <a:pt x="196" y="193"/>
                  </a:cubicBezTo>
                  <a:cubicBezTo>
                    <a:pt x="196" y="194"/>
                    <a:pt x="197" y="194"/>
                    <a:pt x="197" y="195"/>
                  </a:cubicBezTo>
                  <a:cubicBezTo>
                    <a:pt x="198" y="195"/>
                    <a:pt x="199" y="194"/>
                    <a:pt x="200" y="194"/>
                  </a:cubicBezTo>
                  <a:cubicBezTo>
                    <a:pt x="200" y="194"/>
                    <a:pt x="203" y="193"/>
                    <a:pt x="203" y="194"/>
                  </a:cubicBezTo>
                  <a:cubicBezTo>
                    <a:pt x="203" y="194"/>
                    <a:pt x="205" y="194"/>
                    <a:pt x="206" y="194"/>
                  </a:cubicBezTo>
                  <a:cubicBezTo>
                    <a:pt x="207" y="194"/>
                    <a:pt x="207" y="193"/>
                    <a:pt x="209" y="195"/>
                  </a:cubicBezTo>
                  <a:cubicBezTo>
                    <a:pt x="210" y="196"/>
                    <a:pt x="211" y="196"/>
                    <a:pt x="210" y="197"/>
                  </a:cubicBezTo>
                  <a:cubicBezTo>
                    <a:pt x="210" y="198"/>
                    <a:pt x="210" y="198"/>
                    <a:pt x="208" y="198"/>
                  </a:cubicBezTo>
                  <a:cubicBezTo>
                    <a:pt x="206" y="199"/>
                    <a:pt x="206" y="197"/>
                    <a:pt x="205" y="199"/>
                  </a:cubicBezTo>
                  <a:cubicBezTo>
                    <a:pt x="203" y="200"/>
                    <a:pt x="203" y="200"/>
                    <a:pt x="204" y="201"/>
                  </a:cubicBezTo>
                  <a:cubicBezTo>
                    <a:pt x="205" y="202"/>
                    <a:pt x="207" y="203"/>
                    <a:pt x="207" y="203"/>
                  </a:cubicBezTo>
                  <a:cubicBezTo>
                    <a:pt x="209" y="205"/>
                    <a:pt x="210" y="205"/>
                    <a:pt x="211" y="205"/>
                  </a:cubicBezTo>
                  <a:cubicBezTo>
                    <a:pt x="211" y="205"/>
                    <a:pt x="212" y="205"/>
                    <a:pt x="213" y="205"/>
                  </a:cubicBezTo>
                  <a:cubicBezTo>
                    <a:pt x="214" y="206"/>
                    <a:pt x="214" y="206"/>
                    <a:pt x="214" y="207"/>
                  </a:cubicBezTo>
                  <a:cubicBezTo>
                    <a:pt x="215" y="208"/>
                    <a:pt x="218" y="208"/>
                    <a:pt x="216" y="209"/>
                  </a:cubicBezTo>
                  <a:cubicBezTo>
                    <a:pt x="215" y="210"/>
                    <a:pt x="214" y="210"/>
                    <a:pt x="215" y="211"/>
                  </a:cubicBezTo>
                  <a:cubicBezTo>
                    <a:pt x="215" y="211"/>
                    <a:pt x="217" y="211"/>
                    <a:pt x="217" y="212"/>
                  </a:cubicBezTo>
                  <a:cubicBezTo>
                    <a:pt x="216" y="213"/>
                    <a:pt x="216" y="213"/>
                    <a:pt x="217" y="214"/>
                  </a:cubicBezTo>
                  <a:cubicBezTo>
                    <a:pt x="218" y="215"/>
                    <a:pt x="221" y="215"/>
                    <a:pt x="221" y="214"/>
                  </a:cubicBezTo>
                  <a:cubicBezTo>
                    <a:pt x="221" y="213"/>
                    <a:pt x="222" y="213"/>
                    <a:pt x="222" y="213"/>
                  </a:cubicBezTo>
                  <a:cubicBezTo>
                    <a:pt x="222" y="212"/>
                    <a:pt x="222" y="211"/>
                    <a:pt x="222" y="211"/>
                  </a:cubicBezTo>
                  <a:cubicBezTo>
                    <a:pt x="222" y="211"/>
                    <a:pt x="224" y="210"/>
                    <a:pt x="224" y="211"/>
                  </a:cubicBezTo>
                  <a:cubicBezTo>
                    <a:pt x="225" y="211"/>
                    <a:pt x="224" y="208"/>
                    <a:pt x="227" y="210"/>
                  </a:cubicBezTo>
                  <a:cubicBezTo>
                    <a:pt x="229" y="213"/>
                    <a:pt x="231" y="213"/>
                    <a:pt x="230" y="213"/>
                  </a:cubicBezTo>
                  <a:cubicBezTo>
                    <a:pt x="230" y="214"/>
                    <a:pt x="231" y="214"/>
                    <a:pt x="232" y="214"/>
                  </a:cubicBezTo>
                  <a:cubicBezTo>
                    <a:pt x="232" y="215"/>
                    <a:pt x="233" y="215"/>
                    <a:pt x="234" y="215"/>
                  </a:cubicBezTo>
                  <a:cubicBezTo>
                    <a:pt x="235" y="216"/>
                    <a:pt x="235" y="215"/>
                    <a:pt x="235" y="216"/>
                  </a:cubicBezTo>
                  <a:cubicBezTo>
                    <a:pt x="236" y="218"/>
                    <a:pt x="237" y="219"/>
                    <a:pt x="238" y="219"/>
                  </a:cubicBezTo>
                  <a:cubicBezTo>
                    <a:pt x="239" y="219"/>
                    <a:pt x="242" y="219"/>
                    <a:pt x="242" y="220"/>
                  </a:cubicBezTo>
                  <a:cubicBezTo>
                    <a:pt x="243" y="220"/>
                    <a:pt x="244" y="219"/>
                    <a:pt x="245" y="220"/>
                  </a:cubicBezTo>
                  <a:cubicBezTo>
                    <a:pt x="246" y="221"/>
                    <a:pt x="246" y="220"/>
                    <a:pt x="247" y="221"/>
                  </a:cubicBezTo>
                  <a:cubicBezTo>
                    <a:pt x="248" y="221"/>
                    <a:pt x="248" y="221"/>
                    <a:pt x="249" y="221"/>
                  </a:cubicBezTo>
                  <a:cubicBezTo>
                    <a:pt x="250" y="221"/>
                    <a:pt x="251" y="220"/>
                    <a:pt x="252" y="221"/>
                  </a:cubicBezTo>
                  <a:cubicBezTo>
                    <a:pt x="252" y="221"/>
                    <a:pt x="252" y="221"/>
                    <a:pt x="254" y="222"/>
                  </a:cubicBezTo>
                  <a:cubicBezTo>
                    <a:pt x="256" y="222"/>
                    <a:pt x="256" y="221"/>
                    <a:pt x="257" y="222"/>
                  </a:cubicBezTo>
                  <a:cubicBezTo>
                    <a:pt x="258" y="223"/>
                    <a:pt x="261" y="224"/>
                    <a:pt x="261" y="224"/>
                  </a:cubicBezTo>
                  <a:cubicBezTo>
                    <a:pt x="261" y="224"/>
                    <a:pt x="263" y="224"/>
                    <a:pt x="263" y="225"/>
                  </a:cubicBezTo>
                  <a:cubicBezTo>
                    <a:pt x="264" y="225"/>
                    <a:pt x="265" y="226"/>
                    <a:pt x="265" y="226"/>
                  </a:cubicBezTo>
                  <a:cubicBezTo>
                    <a:pt x="265" y="225"/>
                    <a:pt x="266" y="225"/>
                    <a:pt x="266" y="225"/>
                  </a:cubicBezTo>
                  <a:cubicBezTo>
                    <a:pt x="267" y="225"/>
                    <a:pt x="267" y="224"/>
                    <a:pt x="267" y="223"/>
                  </a:cubicBezTo>
                  <a:cubicBezTo>
                    <a:pt x="267" y="222"/>
                    <a:pt x="267" y="222"/>
                    <a:pt x="267" y="221"/>
                  </a:cubicBezTo>
                  <a:cubicBezTo>
                    <a:pt x="266" y="221"/>
                    <a:pt x="267" y="219"/>
                    <a:pt x="266" y="219"/>
                  </a:cubicBezTo>
                  <a:cubicBezTo>
                    <a:pt x="266" y="218"/>
                    <a:pt x="268" y="219"/>
                    <a:pt x="265" y="217"/>
                  </a:cubicBezTo>
                  <a:cubicBezTo>
                    <a:pt x="262" y="216"/>
                    <a:pt x="257" y="212"/>
                    <a:pt x="257" y="211"/>
                  </a:cubicBezTo>
                  <a:cubicBezTo>
                    <a:pt x="257" y="210"/>
                    <a:pt x="256" y="209"/>
                    <a:pt x="255" y="208"/>
                  </a:cubicBezTo>
                  <a:cubicBezTo>
                    <a:pt x="254" y="208"/>
                    <a:pt x="258" y="208"/>
                    <a:pt x="252" y="206"/>
                  </a:cubicBezTo>
                  <a:cubicBezTo>
                    <a:pt x="246" y="204"/>
                    <a:pt x="245" y="203"/>
                    <a:pt x="245" y="203"/>
                  </a:cubicBezTo>
                  <a:cubicBezTo>
                    <a:pt x="244" y="203"/>
                    <a:pt x="245" y="202"/>
                    <a:pt x="244" y="201"/>
                  </a:cubicBezTo>
                  <a:cubicBezTo>
                    <a:pt x="243" y="200"/>
                    <a:pt x="244" y="200"/>
                    <a:pt x="242" y="199"/>
                  </a:cubicBezTo>
                  <a:cubicBezTo>
                    <a:pt x="240" y="198"/>
                    <a:pt x="240" y="197"/>
                    <a:pt x="240" y="197"/>
                  </a:cubicBezTo>
                  <a:cubicBezTo>
                    <a:pt x="239" y="197"/>
                    <a:pt x="239" y="196"/>
                    <a:pt x="239" y="196"/>
                  </a:cubicBezTo>
                  <a:cubicBezTo>
                    <a:pt x="238" y="195"/>
                    <a:pt x="238" y="194"/>
                    <a:pt x="238" y="194"/>
                  </a:cubicBezTo>
                  <a:cubicBezTo>
                    <a:pt x="238" y="194"/>
                    <a:pt x="240" y="193"/>
                    <a:pt x="240" y="193"/>
                  </a:cubicBezTo>
                  <a:cubicBezTo>
                    <a:pt x="241" y="193"/>
                    <a:pt x="242" y="193"/>
                    <a:pt x="242" y="194"/>
                  </a:cubicBezTo>
                  <a:cubicBezTo>
                    <a:pt x="243" y="194"/>
                    <a:pt x="245" y="194"/>
                    <a:pt x="245" y="195"/>
                  </a:cubicBezTo>
                  <a:cubicBezTo>
                    <a:pt x="245" y="195"/>
                    <a:pt x="247" y="195"/>
                    <a:pt x="247" y="196"/>
                  </a:cubicBezTo>
                  <a:cubicBezTo>
                    <a:pt x="248" y="197"/>
                    <a:pt x="248" y="196"/>
                    <a:pt x="249" y="197"/>
                  </a:cubicBezTo>
                  <a:cubicBezTo>
                    <a:pt x="250" y="198"/>
                    <a:pt x="255" y="200"/>
                    <a:pt x="256" y="201"/>
                  </a:cubicBezTo>
                  <a:cubicBezTo>
                    <a:pt x="257" y="201"/>
                    <a:pt x="261" y="203"/>
                    <a:pt x="261" y="203"/>
                  </a:cubicBezTo>
                  <a:cubicBezTo>
                    <a:pt x="261" y="203"/>
                    <a:pt x="263" y="203"/>
                    <a:pt x="264" y="204"/>
                  </a:cubicBezTo>
                  <a:cubicBezTo>
                    <a:pt x="264" y="205"/>
                    <a:pt x="266" y="206"/>
                    <a:pt x="267" y="207"/>
                  </a:cubicBezTo>
                  <a:cubicBezTo>
                    <a:pt x="267" y="207"/>
                    <a:pt x="267" y="207"/>
                    <a:pt x="269" y="207"/>
                  </a:cubicBezTo>
                  <a:cubicBezTo>
                    <a:pt x="272" y="207"/>
                    <a:pt x="271" y="204"/>
                    <a:pt x="272" y="207"/>
                  </a:cubicBezTo>
                  <a:cubicBezTo>
                    <a:pt x="273" y="209"/>
                    <a:pt x="273" y="209"/>
                    <a:pt x="273" y="209"/>
                  </a:cubicBezTo>
                  <a:cubicBezTo>
                    <a:pt x="273" y="209"/>
                    <a:pt x="274" y="209"/>
                    <a:pt x="274" y="209"/>
                  </a:cubicBezTo>
                  <a:cubicBezTo>
                    <a:pt x="275" y="210"/>
                    <a:pt x="276" y="210"/>
                    <a:pt x="276" y="210"/>
                  </a:cubicBezTo>
                  <a:cubicBezTo>
                    <a:pt x="277" y="212"/>
                    <a:pt x="277" y="212"/>
                    <a:pt x="277" y="212"/>
                  </a:cubicBezTo>
                  <a:cubicBezTo>
                    <a:pt x="278" y="213"/>
                    <a:pt x="278" y="213"/>
                    <a:pt x="278" y="213"/>
                  </a:cubicBezTo>
                  <a:cubicBezTo>
                    <a:pt x="278" y="214"/>
                    <a:pt x="279" y="213"/>
                    <a:pt x="280" y="214"/>
                  </a:cubicBezTo>
                  <a:cubicBezTo>
                    <a:pt x="281" y="215"/>
                    <a:pt x="280" y="216"/>
                    <a:pt x="280" y="216"/>
                  </a:cubicBezTo>
                  <a:cubicBezTo>
                    <a:pt x="281" y="215"/>
                    <a:pt x="282" y="213"/>
                    <a:pt x="282" y="213"/>
                  </a:cubicBezTo>
                  <a:cubicBezTo>
                    <a:pt x="282" y="213"/>
                    <a:pt x="281" y="211"/>
                    <a:pt x="281" y="211"/>
                  </a:cubicBezTo>
                  <a:cubicBezTo>
                    <a:pt x="280" y="212"/>
                    <a:pt x="280" y="210"/>
                    <a:pt x="280" y="210"/>
                  </a:cubicBezTo>
                  <a:cubicBezTo>
                    <a:pt x="280" y="210"/>
                    <a:pt x="279" y="210"/>
                    <a:pt x="279" y="209"/>
                  </a:cubicBezTo>
                  <a:cubicBezTo>
                    <a:pt x="278" y="209"/>
                    <a:pt x="277" y="208"/>
                    <a:pt x="277" y="208"/>
                  </a:cubicBezTo>
                  <a:cubicBezTo>
                    <a:pt x="278" y="207"/>
                    <a:pt x="278" y="206"/>
                    <a:pt x="279" y="206"/>
                  </a:cubicBezTo>
                  <a:cubicBezTo>
                    <a:pt x="279" y="207"/>
                    <a:pt x="281" y="209"/>
                    <a:pt x="281" y="208"/>
                  </a:cubicBezTo>
                  <a:cubicBezTo>
                    <a:pt x="282" y="207"/>
                    <a:pt x="282" y="205"/>
                    <a:pt x="282" y="205"/>
                  </a:cubicBezTo>
                  <a:cubicBezTo>
                    <a:pt x="282" y="205"/>
                    <a:pt x="281" y="203"/>
                    <a:pt x="281" y="203"/>
                  </a:cubicBezTo>
                  <a:cubicBezTo>
                    <a:pt x="280" y="203"/>
                    <a:pt x="280" y="202"/>
                    <a:pt x="280" y="202"/>
                  </a:cubicBezTo>
                  <a:cubicBezTo>
                    <a:pt x="282" y="201"/>
                    <a:pt x="282" y="201"/>
                    <a:pt x="282" y="201"/>
                  </a:cubicBezTo>
                  <a:cubicBezTo>
                    <a:pt x="282" y="201"/>
                    <a:pt x="284" y="201"/>
                    <a:pt x="284" y="200"/>
                  </a:cubicBezTo>
                  <a:cubicBezTo>
                    <a:pt x="284" y="200"/>
                    <a:pt x="284" y="198"/>
                    <a:pt x="284" y="198"/>
                  </a:cubicBezTo>
                  <a:cubicBezTo>
                    <a:pt x="284" y="195"/>
                    <a:pt x="284" y="195"/>
                    <a:pt x="284" y="195"/>
                  </a:cubicBezTo>
                  <a:cubicBezTo>
                    <a:pt x="283" y="195"/>
                    <a:pt x="283" y="193"/>
                    <a:pt x="282" y="193"/>
                  </a:cubicBezTo>
                  <a:cubicBezTo>
                    <a:pt x="282" y="193"/>
                    <a:pt x="282" y="192"/>
                    <a:pt x="282" y="191"/>
                  </a:cubicBezTo>
                  <a:cubicBezTo>
                    <a:pt x="281" y="191"/>
                    <a:pt x="282" y="191"/>
                    <a:pt x="281" y="190"/>
                  </a:cubicBezTo>
                  <a:cubicBezTo>
                    <a:pt x="281" y="189"/>
                    <a:pt x="281" y="188"/>
                    <a:pt x="280" y="188"/>
                  </a:cubicBezTo>
                  <a:cubicBezTo>
                    <a:pt x="279" y="188"/>
                    <a:pt x="278" y="187"/>
                    <a:pt x="278" y="187"/>
                  </a:cubicBezTo>
                  <a:cubicBezTo>
                    <a:pt x="277" y="187"/>
                    <a:pt x="277" y="186"/>
                    <a:pt x="277" y="185"/>
                  </a:cubicBezTo>
                  <a:cubicBezTo>
                    <a:pt x="276" y="185"/>
                    <a:pt x="276" y="184"/>
                    <a:pt x="276" y="184"/>
                  </a:cubicBezTo>
                  <a:cubicBezTo>
                    <a:pt x="277" y="184"/>
                    <a:pt x="277" y="182"/>
                    <a:pt x="277" y="182"/>
                  </a:cubicBezTo>
                  <a:cubicBezTo>
                    <a:pt x="277" y="181"/>
                    <a:pt x="278" y="179"/>
                    <a:pt x="277" y="179"/>
                  </a:cubicBezTo>
                  <a:cubicBezTo>
                    <a:pt x="275" y="179"/>
                    <a:pt x="274" y="176"/>
                    <a:pt x="274" y="177"/>
                  </a:cubicBezTo>
                  <a:cubicBezTo>
                    <a:pt x="273" y="177"/>
                    <a:pt x="273" y="176"/>
                    <a:pt x="272" y="176"/>
                  </a:cubicBezTo>
                  <a:cubicBezTo>
                    <a:pt x="272" y="175"/>
                    <a:pt x="272" y="173"/>
                    <a:pt x="271" y="174"/>
                  </a:cubicBezTo>
                  <a:cubicBezTo>
                    <a:pt x="270" y="175"/>
                    <a:pt x="270" y="175"/>
                    <a:pt x="269" y="176"/>
                  </a:cubicBezTo>
                  <a:cubicBezTo>
                    <a:pt x="269" y="176"/>
                    <a:pt x="268" y="176"/>
                    <a:pt x="268" y="176"/>
                  </a:cubicBezTo>
                  <a:cubicBezTo>
                    <a:pt x="267" y="176"/>
                    <a:pt x="267" y="175"/>
                    <a:pt x="266" y="174"/>
                  </a:cubicBezTo>
                  <a:cubicBezTo>
                    <a:pt x="265" y="174"/>
                    <a:pt x="265" y="173"/>
                    <a:pt x="264" y="173"/>
                  </a:cubicBezTo>
                  <a:cubicBezTo>
                    <a:pt x="263" y="174"/>
                    <a:pt x="262" y="173"/>
                    <a:pt x="261" y="174"/>
                  </a:cubicBezTo>
                  <a:cubicBezTo>
                    <a:pt x="261" y="174"/>
                    <a:pt x="261" y="171"/>
                    <a:pt x="260" y="171"/>
                  </a:cubicBezTo>
                  <a:cubicBezTo>
                    <a:pt x="260" y="170"/>
                    <a:pt x="260" y="168"/>
                    <a:pt x="260" y="168"/>
                  </a:cubicBezTo>
                  <a:cubicBezTo>
                    <a:pt x="260" y="169"/>
                    <a:pt x="259" y="167"/>
                    <a:pt x="258" y="167"/>
                  </a:cubicBezTo>
                  <a:cubicBezTo>
                    <a:pt x="258" y="168"/>
                    <a:pt x="257" y="166"/>
                    <a:pt x="257" y="166"/>
                  </a:cubicBezTo>
                  <a:cubicBezTo>
                    <a:pt x="257" y="164"/>
                    <a:pt x="257" y="164"/>
                    <a:pt x="257" y="164"/>
                  </a:cubicBezTo>
                  <a:cubicBezTo>
                    <a:pt x="257" y="164"/>
                    <a:pt x="257" y="163"/>
                    <a:pt x="256" y="163"/>
                  </a:cubicBezTo>
                  <a:cubicBezTo>
                    <a:pt x="255" y="162"/>
                    <a:pt x="256" y="161"/>
                    <a:pt x="254" y="161"/>
                  </a:cubicBezTo>
                  <a:cubicBezTo>
                    <a:pt x="253" y="161"/>
                    <a:pt x="253" y="159"/>
                    <a:pt x="252" y="160"/>
                  </a:cubicBezTo>
                  <a:cubicBezTo>
                    <a:pt x="250" y="161"/>
                    <a:pt x="250" y="161"/>
                    <a:pt x="250" y="161"/>
                  </a:cubicBezTo>
                  <a:cubicBezTo>
                    <a:pt x="249" y="159"/>
                    <a:pt x="249" y="159"/>
                    <a:pt x="249" y="158"/>
                  </a:cubicBezTo>
                  <a:cubicBezTo>
                    <a:pt x="249" y="157"/>
                    <a:pt x="249" y="157"/>
                    <a:pt x="248" y="157"/>
                  </a:cubicBezTo>
                  <a:cubicBezTo>
                    <a:pt x="248" y="157"/>
                    <a:pt x="247" y="156"/>
                    <a:pt x="247" y="156"/>
                  </a:cubicBezTo>
                  <a:cubicBezTo>
                    <a:pt x="246" y="156"/>
                    <a:pt x="247" y="155"/>
                    <a:pt x="246" y="155"/>
                  </a:cubicBezTo>
                  <a:cubicBezTo>
                    <a:pt x="245" y="155"/>
                    <a:pt x="245" y="154"/>
                    <a:pt x="244" y="154"/>
                  </a:cubicBezTo>
                  <a:cubicBezTo>
                    <a:pt x="244" y="153"/>
                    <a:pt x="243" y="152"/>
                    <a:pt x="243" y="152"/>
                  </a:cubicBezTo>
                  <a:cubicBezTo>
                    <a:pt x="242" y="151"/>
                    <a:pt x="242" y="151"/>
                    <a:pt x="242" y="151"/>
                  </a:cubicBezTo>
                  <a:cubicBezTo>
                    <a:pt x="242" y="151"/>
                    <a:pt x="243" y="151"/>
                    <a:pt x="244" y="152"/>
                  </a:cubicBezTo>
                  <a:cubicBezTo>
                    <a:pt x="244" y="152"/>
                    <a:pt x="246" y="152"/>
                    <a:pt x="246" y="153"/>
                  </a:cubicBezTo>
                  <a:cubicBezTo>
                    <a:pt x="246" y="153"/>
                    <a:pt x="247" y="154"/>
                    <a:pt x="247" y="154"/>
                  </a:cubicBezTo>
                  <a:cubicBezTo>
                    <a:pt x="247" y="154"/>
                    <a:pt x="248" y="155"/>
                    <a:pt x="249" y="155"/>
                  </a:cubicBezTo>
                  <a:cubicBezTo>
                    <a:pt x="249" y="156"/>
                    <a:pt x="250" y="156"/>
                    <a:pt x="250" y="156"/>
                  </a:cubicBezTo>
                  <a:cubicBezTo>
                    <a:pt x="251" y="156"/>
                    <a:pt x="253" y="156"/>
                    <a:pt x="254" y="156"/>
                  </a:cubicBezTo>
                  <a:cubicBezTo>
                    <a:pt x="254" y="156"/>
                    <a:pt x="255" y="157"/>
                    <a:pt x="255" y="156"/>
                  </a:cubicBezTo>
                  <a:cubicBezTo>
                    <a:pt x="255" y="154"/>
                    <a:pt x="255" y="155"/>
                    <a:pt x="255" y="154"/>
                  </a:cubicBezTo>
                  <a:cubicBezTo>
                    <a:pt x="255" y="154"/>
                    <a:pt x="256" y="152"/>
                    <a:pt x="255" y="152"/>
                  </a:cubicBezTo>
                  <a:cubicBezTo>
                    <a:pt x="254" y="153"/>
                    <a:pt x="254" y="151"/>
                    <a:pt x="253" y="151"/>
                  </a:cubicBezTo>
                  <a:cubicBezTo>
                    <a:pt x="252" y="151"/>
                    <a:pt x="252" y="151"/>
                    <a:pt x="251" y="150"/>
                  </a:cubicBezTo>
                  <a:cubicBezTo>
                    <a:pt x="251" y="150"/>
                    <a:pt x="251" y="149"/>
                    <a:pt x="251" y="149"/>
                  </a:cubicBezTo>
                  <a:cubicBezTo>
                    <a:pt x="252" y="149"/>
                    <a:pt x="252" y="149"/>
                    <a:pt x="254" y="149"/>
                  </a:cubicBezTo>
                  <a:cubicBezTo>
                    <a:pt x="255" y="149"/>
                    <a:pt x="257" y="148"/>
                    <a:pt x="257" y="148"/>
                  </a:cubicBezTo>
                  <a:cubicBezTo>
                    <a:pt x="256" y="148"/>
                    <a:pt x="257" y="147"/>
                    <a:pt x="257" y="146"/>
                  </a:cubicBezTo>
                  <a:cubicBezTo>
                    <a:pt x="256" y="145"/>
                    <a:pt x="257" y="144"/>
                    <a:pt x="257" y="144"/>
                  </a:cubicBezTo>
                  <a:cubicBezTo>
                    <a:pt x="258" y="144"/>
                    <a:pt x="258" y="143"/>
                    <a:pt x="259" y="144"/>
                  </a:cubicBezTo>
                  <a:cubicBezTo>
                    <a:pt x="260" y="145"/>
                    <a:pt x="261" y="144"/>
                    <a:pt x="261" y="146"/>
                  </a:cubicBezTo>
                  <a:cubicBezTo>
                    <a:pt x="262" y="147"/>
                    <a:pt x="263" y="147"/>
                    <a:pt x="263" y="148"/>
                  </a:cubicBezTo>
                  <a:cubicBezTo>
                    <a:pt x="263" y="148"/>
                    <a:pt x="263" y="149"/>
                    <a:pt x="264" y="149"/>
                  </a:cubicBezTo>
                  <a:cubicBezTo>
                    <a:pt x="264" y="150"/>
                    <a:pt x="266" y="149"/>
                    <a:pt x="266" y="150"/>
                  </a:cubicBezTo>
                  <a:cubicBezTo>
                    <a:pt x="266" y="150"/>
                    <a:pt x="267" y="150"/>
                    <a:pt x="267" y="150"/>
                  </a:cubicBezTo>
                  <a:cubicBezTo>
                    <a:pt x="268" y="151"/>
                    <a:pt x="268" y="150"/>
                    <a:pt x="268" y="151"/>
                  </a:cubicBezTo>
                  <a:cubicBezTo>
                    <a:pt x="268" y="153"/>
                    <a:pt x="269" y="153"/>
                    <a:pt x="269" y="154"/>
                  </a:cubicBezTo>
                  <a:cubicBezTo>
                    <a:pt x="269" y="154"/>
                    <a:pt x="270" y="154"/>
                    <a:pt x="270" y="155"/>
                  </a:cubicBezTo>
                  <a:cubicBezTo>
                    <a:pt x="271" y="155"/>
                    <a:pt x="273" y="154"/>
                    <a:pt x="273" y="154"/>
                  </a:cubicBezTo>
                  <a:cubicBezTo>
                    <a:pt x="274" y="156"/>
                    <a:pt x="275" y="156"/>
                    <a:pt x="275" y="156"/>
                  </a:cubicBezTo>
                  <a:cubicBezTo>
                    <a:pt x="276" y="158"/>
                    <a:pt x="277" y="156"/>
                    <a:pt x="277" y="157"/>
                  </a:cubicBezTo>
                  <a:cubicBezTo>
                    <a:pt x="278" y="158"/>
                    <a:pt x="279" y="158"/>
                    <a:pt x="279" y="159"/>
                  </a:cubicBezTo>
                  <a:cubicBezTo>
                    <a:pt x="278" y="160"/>
                    <a:pt x="277" y="161"/>
                    <a:pt x="278" y="161"/>
                  </a:cubicBezTo>
                  <a:cubicBezTo>
                    <a:pt x="279" y="161"/>
                    <a:pt x="281" y="161"/>
                    <a:pt x="281" y="162"/>
                  </a:cubicBezTo>
                  <a:cubicBezTo>
                    <a:pt x="281" y="162"/>
                    <a:pt x="282" y="161"/>
                    <a:pt x="281" y="163"/>
                  </a:cubicBezTo>
                  <a:cubicBezTo>
                    <a:pt x="280" y="164"/>
                    <a:pt x="280" y="165"/>
                    <a:pt x="281" y="165"/>
                  </a:cubicBezTo>
                  <a:cubicBezTo>
                    <a:pt x="281" y="166"/>
                    <a:pt x="283" y="167"/>
                    <a:pt x="283" y="167"/>
                  </a:cubicBezTo>
                  <a:cubicBezTo>
                    <a:pt x="283" y="168"/>
                    <a:pt x="284" y="168"/>
                    <a:pt x="285" y="168"/>
                  </a:cubicBezTo>
                  <a:cubicBezTo>
                    <a:pt x="286" y="168"/>
                    <a:pt x="286" y="167"/>
                    <a:pt x="287" y="167"/>
                  </a:cubicBezTo>
                  <a:cubicBezTo>
                    <a:pt x="287" y="167"/>
                    <a:pt x="289" y="167"/>
                    <a:pt x="289" y="169"/>
                  </a:cubicBezTo>
                  <a:cubicBezTo>
                    <a:pt x="289" y="170"/>
                    <a:pt x="291" y="170"/>
                    <a:pt x="292" y="170"/>
                  </a:cubicBezTo>
                  <a:cubicBezTo>
                    <a:pt x="292" y="171"/>
                    <a:pt x="293" y="170"/>
                    <a:pt x="294" y="171"/>
                  </a:cubicBezTo>
                  <a:cubicBezTo>
                    <a:pt x="294" y="171"/>
                    <a:pt x="295" y="172"/>
                    <a:pt x="295" y="172"/>
                  </a:cubicBezTo>
                  <a:cubicBezTo>
                    <a:pt x="296" y="172"/>
                    <a:pt x="298" y="171"/>
                    <a:pt x="298" y="170"/>
                  </a:cubicBezTo>
                  <a:cubicBezTo>
                    <a:pt x="298" y="169"/>
                    <a:pt x="300" y="167"/>
                    <a:pt x="299" y="166"/>
                  </a:cubicBezTo>
                  <a:cubicBezTo>
                    <a:pt x="298" y="165"/>
                    <a:pt x="298" y="165"/>
                    <a:pt x="298" y="163"/>
                  </a:cubicBezTo>
                  <a:cubicBezTo>
                    <a:pt x="297" y="161"/>
                    <a:pt x="298" y="162"/>
                    <a:pt x="298" y="160"/>
                  </a:cubicBezTo>
                  <a:cubicBezTo>
                    <a:pt x="298" y="158"/>
                    <a:pt x="300" y="159"/>
                    <a:pt x="299" y="159"/>
                  </a:cubicBezTo>
                  <a:cubicBezTo>
                    <a:pt x="299" y="160"/>
                    <a:pt x="300" y="159"/>
                    <a:pt x="301" y="160"/>
                  </a:cubicBezTo>
                  <a:cubicBezTo>
                    <a:pt x="302" y="161"/>
                    <a:pt x="304" y="160"/>
                    <a:pt x="304" y="160"/>
                  </a:cubicBezTo>
                  <a:cubicBezTo>
                    <a:pt x="307" y="158"/>
                    <a:pt x="307" y="158"/>
                    <a:pt x="307" y="158"/>
                  </a:cubicBezTo>
                  <a:cubicBezTo>
                    <a:pt x="307" y="156"/>
                    <a:pt x="307" y="156"/>
                    <a:pt x="307" y="156"/>
                  </a:cubicBezTo>
                  <a:cubicBezTo>
                    <a:pt x="309" y="156"/>
                    <a:pt x="309" y="156"/>
                    <a:pt x="309" y="156"/>
                  </a:cubicBezTo>
                  <a:cubicBezTo>
                    <a:pt x="309" y="156"/>
                    <a:pt x="310" y="155"/>
                    <a:pt x="310" y="154"/>
                  </a:cubicBezTo>
                  <a:cubicBezTo>
                    <a:pt x="310" y="154"/>
                    <a:pt x="311" y="153"/>
                    <a:pt x="311" y="153"/>
                  </a:cubicBezTo>
                  <a:cubicBezTo>
                    <a:pt x="311" y="153"/>
                    <a:pt x="312" y="152"/>
                    <a:pt x="311" y="152"/>
                  </a:cubicBezTo>
                  <a:cubicBezTo>
                    <a:pt x="310" y="151"/>
                    <a:pt x="309" y="151"/>
                    <a:pt x="309" y="150"/>
                  </a:cubicBezTo>
                  <a:cubicBezTo>
                    <a:pt x="308" y="149"/>
                    <a:pt x="308" y="147"/>
                    <a:pt x="309" y="147"/>
                  </a:cubicBezTo>
                  <a:cubicBezTo>
                    <a:pt x="310" y="147"/>
                    <a:pt x="310" y="147"/>
                    <a:pt x="311" y="148"/>
                  </a:cubicBezTo>
                  <a:cubicBezTo>
                    <a:pt x="312" y="148"/>
                    <a:pt x="315" y="147"/>
                    <a:pt x="315" y="148"/>
                  </a:cubicBezTo>
                  <a:cubicBezTo>
                    <a:pt x="315" y="148"/>
                    <a:pt x="314" y="148"/>
                    <a:pt x="316" y="148"/>
                  </a:cubicBezTo>
                  <a:cubicBezTo>
                    <a:pt x="318" y="149"/>
                    <a:pt x="320" y="148"/>
                    <a:pt x="320" y="148"/>
                  </a:cubicBezTo>
                  <a:cubicBezTo>
                    <a:pt x="321" y="148"/>
                    <a:pt x="322" y="144"/>
                    <a:pt x="322" y="144"/>
                  </a:cubicBezTo>
                  <a:cubicBezTo>
                    <a:pt x="322" y="143"/>
                    <a:pt x="323" y="142"/>
                    <a:pt x="322" y="141"/>
                  </a:cubicBezTo>
                  <a:cubicBezTo>
                    <a:pt x="322" y="141"/>
                    <a:pt x="322" y="139"/>
                    <a:pt x="322" y="139"/>
                  </a:cubicBezTo>
                  <a:cubicBezTo>
                    <a:pt x="321" y="139"/>
                    <a:pt x="321" y="138"/>
                    <a:pt x="320" y="138"/>
                  </a:cubicBezTo>
                  <a:cubicBezTo>
                    <a:pt x="318" y="137"/>
                    <a:pt x="317" y="136"/>
                    <a:pt x="316" y="136"/>
                  </a:cubicBezTo>
                  <a:cubicBezTo>
                    <a:pt x="315" y="137"/>
                    <a:pt x="315" y="136"/>
                    <a:pt x="314" y="136"/>
                  </a:cubicBezTo>
                  <a:cubicBezTo>
                    <a:pt x="313" y="136"/>
                    <a:pt x="314" y="136"/>
                    <a:pt x="312" y="135"/>
                  </a:cubicBezTo>
                  <a:cubicBezTo>
                    <a:pt x="310" y="135"/>
                    <a:pt x="311" y="133"/>
                    <a:pt x="310" y="134"/>
                  </a:cubicBezTo>
                  <a:cubicBezTo>
                    <a:pt x="309" y="136"/>
                    <a:pt x="309" y="135"/>
                    <a:pt x="308" y="136"/>
                  </a:cubicBezTo>
                  <a:cubicBezTo>
                    <a:pt x="307" y="137"/>
                    <a:pt x="307" y="136"/>
                    <a:pt x="306" y="137"/>
                  </a:cubicBezTo>
                  <a:cubicBezTo>
                    <a:pt x="305" y="137"/>
                    <a:pt x="304" y="138"/>
                    <a:pt x="305" y="136"/>
                  </a:cubicBezTo>
                  <a:cubicBezTo>
                    <a:pt x="306" y="135"/>
                    <a:pt x="306" y="134"/>
                    <a:pt x="307" y="134"/>
                  </a:cubicBezTo>
                  <a:cubicBezTo>
                    <a:pt x="307" y="133"/>
                    <a:pt x="309" y="133"/>
                    <a:pt x="308" y="132"/>
                  </a:cubicBezTo>
                  <a:cubicBezTo>
                    <a:pt x="308" y="132"/>
                    <a:pt x="308" y="131"/>
                    <a:pt x="307" y="131"/>
                  </a:cubicBezTo>
                  <a:cubicBezTo>
                    <a:pt x="305" y="131"/>
                    <a:pt x="305" y="130"/>
                    <a:pt x="304" y="130"/>
                  </a:cubicBezTo>
                  <a:cubicBezTo>
                    <a:pt x="303" y="129"/>
                    <a:pt x="303" y="128"/>
                    <a:pt x="303" y="127"/>
                  </a:cubicBezTo>
                  <a:cubicBezTo>
                    <a:pt x="302" y="127"/>
                    <a:pt x="301" y="124"/>
                    <a:pt x="300" y="124"/>
                  </a:cubicBezTo>
                  <a:cubicBezTo>
                    <a:pt x="299" y="124"/>
                    <a:pt x="298" y="124"/>
                    <a:pt x="296" y="124"/>
                  </a:cubicBezTo>
                  <a:cubicBezTo>
                    <a:pt x="294" y="125"/>
                    <a:pt x="294" y="124"/>
                    <a:pt x="293" y="125"/>
                  </a:cubicBezTo>
                  <a:cubicBezTo>
                    <a:pt x="291" y="126"/>
                    <a:pt x="292" y="127"/>
                    <a:pt x="291" y="127"/>
                  </a:cubicBezTo>
                  <a:cubicBezTo>
                    <a:pt x="290" y="128"/>
                    <a:pt x="291" y="129"/>
                    <a:pt x="290" y="129"/>
                  </a:cubicBezTo>
                  <a:cubicBezTo>
                    <a:pt x="288" y="130"/>
                    <a:pt x="288" y="129"/>
                    <a:pt x="288" y="128"/>
                  </a:cubicBezTo>
                  <a:cubicBezTo>
                    <a:pt x="288" y="128"/>
                    <a:pt x="289" y="126"/>
                    <a:pt x="289" y="126"/>
                  </a:cubicBezTo>
                  <a:cubicBezTo>
                    <a:pt x="289" y="126"/>
                    <a:pt x="290" y="126"/>
                    <a:pt x="289" y="124"/>
                  </a:cubicBezTo>
                  <a:cubicBezTo>
                    <a:pt x="289" y="122"/>
                    <a:pt x="290" y="120"/>
                    <a:pt x="288" y="120"/>
                  </a:cubicBezTo>
                  <a:cubicBezTo>
                    <a:pt x="286" y="120"/>
                    <a:pt x="287" y="120"/>
                    <a:pt x="286" y="120"/>
                  </a:cubicBezTo>
                  <a:cubicBezTo>
                    <a:pt x="284" y="119"/>
                    <a:pt x="284" y="118"/>
                    <a:pt x="283" y="118"/>
                  </a:cubicBezTo>
                  <a:cubicBezTo>
                    <a:pt x="283" y="118"/>
                    <a:pt x="281" y="119"/>
                    <a:pt x="280" y="118"/>
                  </a:cubicBezTo>
                  <a:cubicBezTo>
                    <a:pt x="279" y="118"/>
                    <a:pt x="279" y="117"/>
                    <a:pt x="278" y="117"/>
                  </a:cubicBezTo>
                  <a:cubicBezTo>
                    <a:pt x="277" y="117"/>
                    <a:pt x="277" y="116"/>
                    <a:pt x="276" y="117"/>
                  </a:cubicBezTo>
                  <a:cubicBezTo>
                    <a:pt x="276" y="118"/>
                    <a:pt x="276" y="118"/>
                    <a:pt x="275" y="119"/>
                  </a:cubicBezTo>
                  <a:cubicBezTo>
                    <a:pt x="275" y="119"/>
                    <a:pt x="275" y="118"/>
                    <a:pt x="274" y="118"/>
                  </a:cubicBezTo>
                  <a:cubicBezTo>
                    <a:pt x="271" y="119"/>
                    <a:pt x="272" y="118"/>
                    <a:pt x="271" y="119"/>
                  </a:cubicBezTo>
                  <a:cubicBezTo>
                    <a:pt x="270" y="120"/>
                    <a:pt x="270" y="121"/>
                    <a:pt x="270" y="121"/>
                  </a:cubicBezTo>
                  <a:cubicBezTo>
                    <a:pt x="268" y="121"/>
                    <a:pt x="268" y="120"/>
                    <a:pt x="268" y="119"/>
                  </a:cubicBezTo>
                  <a:cubicBezTo>
                    <a:pt x="268" y="119"/>
                    <a:pt x="268" y="119"/>
                    <a:pt x="268" y="118"/>
                  </a:cubicBezTo>
                  <a:cubicBezTo>
                    <a:pt x="269" y="117"/>
                    <a:pt x="270" y="117"/>
                    <a:pt x="270" y="117"/>
                  </a:cubicBezTo>
                  <a:cubicBezTo>
                    <a:pt x="270" y="116"/>
                    <a:pt x="271" y="115"/>
                    <a:pt x="271" y="114"/>
                  </a:cubicBezTo>
                  <a:cubicBezTo>
                    <a:pt x="271" y="114"/>
                    <a:pt x="272" y="113"/>
                    <a:pt x="271" y="112"/>
                  </a:cubicBezTo>
                  <a:cubicBezTo>
                    <a:pt x="269" y="110"/>
                    <a:pt x="272" y="110"/>
                    <a:pt x="269" y="109"/>
                  </a:cubicBezTo>
                  <a:cubicBezTo>
                    <a:pt x="265" y="108"/>
                    <a:pt x="266" y="107"/>
                    <a:pt x="264" y="108"/>
                  </a:cubicBezTo>
                  <a:cubicBezTo>
                    <a:pt x="263" y="108"/>
                    <a:pt x="263" y="108"/>
                    <a:pt x="262" y="108"/>
                  </a:cubicBezTo>
                  <a:cubicBezTo>
                    <a:pt x="260" y="109"/>
                    <a:pt x="259" y="109"/>
                    <a:pt x="259" y="110"/>
                  </a:cubicBezTo>
                  <a:cubicBezTo>
                    <a:pt x="258" y="111"/>
                    <a:pt x="259" y="111"/>
                    <a:pt x="258" y="112"/>
                  </a:cubicBezTo>
                  <a:cubicBezTo>
                    <a:pt x="256" y="113"/>
                    <a:pt x="255" y="111"/>
                    <a:pt x="255" y="113"/>
                  </a:cubicBezTo>
                  <a:cubicBezTo>
                    <a:pt x="254" y="114"/>
                    <a:pt x="254" y="114"/>
                    <a:pt x="254" y="115"/>
                  </a:cubicBezTo>
                  <a:cubicBezTo>
                    <a:pt x="253" y="115"/>
                    <a:pt x="254" y="110"/>
                    <a:pt x="254" y="111"/>
                  </a:cubicBezTo>
                  <a:cubicBezTo>
                    <a:pt x="254" y="111"/>
                    <a:pt x="252" y="111"/>
                    <a:pt x="252" y="111"/>
                  </a:cubicBezTo>
                  <a:cubicBezTo>
                    <a:pt x="251" y="112"/>
                    <a:pt x="250" y="113"/>
                    <a:pt x="250" y="113"/>
                  </a:cubicBezTo>
                  <a:cubicBezTo>
                    <a:pt x="249" y="111"/>
                    <a:pt x="249" y="111"/>
                    <a:pt x="249" y="111"/>
                  </a:cubicBezTo>
                  <a:cubicBezTo>
                    <a:pt x="249" y="111"/>
                    <a:pt x="250" y="110"/>
                    <a:pt x="250" y="110"/>
                  </a:cubicBezTo>
                  <a:cubicBezTo>
                    <a:pt x="250" y="109"/>
                    <a:pt x="251" y="109"/>
                    <a:pt x="251" y="109"/>
                  </a:cubicBezTo>
                  <a:cubicBezTo>
                    <a:pt x="251" y="109"/>
                    <a:pt x="250" y="107"/>
                    <a:pt x="249" y="107"/>
                  </a:cubicBezTo>
                  <a:cubicBezTo>
                    <a:pt x="249" y="107"/>
                    <a:pt x="248" y="106"/>
                    <a:pt x="247" y="107"/>
                  </a:cubicBezTo>
                  <a:cubicBezTo>
                    <a:pt x="247" y="107"/>
                    <a:pt x="246" y="106"/>
                    <a:pt x="246" y="106"/>
                  </a:cubicBezTo>
                  <a:cubicBezTo>
                    <a:pt x="245" y="107"/>
                    <a:pt x="245" y="106"/>
                    <a:pt x="244" y="105"/>
                  </a:cubicBezTo>
                  <a:cubicBezTo>
                    <a:pt x="243" y="104"/>
                    <a:pt x="245" y="103"/>
                    <a:pt x="243" y="104"/>
                  </a:cubicBezTo>
                  <a:cubicBezTo>
                    <a:pt x="241" y="104"/>
                    <a:pt x="241" y="103"/>
                    <a:pt x="240" y="103"/>
                  </a:cubicBezTo>
                  <a:cubicBezTo>
                    <a:pt x="240" y="103"/>
                    <a:pt x="239" y="102"/>
                    <a:pt x="239" y="102"/>
                  </a:cubicBezTo>
                  <a:cubicBezTo>
                    <a:pt x="238" y="102"/>
                    <a:pt x="242" y="101"/>
                    <a:pt x="242" y="101"/>
                  </a:cubicBezTo>
                  <a:cubicBezTo>
                    <a:pt x="242" y="100"/>
                    <a:pt x="242" y="98"/>
                    <a:pt x="242" y="98"/>
                  </a:cubicBezTo>
                  <a:cubicBezTo>
                    <a:pt x="242" y="98"/>
                    <a:pt x="243" y="98"/>
                    <a:pt x="244" y="98"/>
                  </a:cubicBezTo>
                  <a:cubicBezTo>
                    <a:pt x="244" y="98"/>
                    <a:pt x="246" y="98"/>
                    <a:pt x="246" y="98"/>
                  </a:cubicBezTo>
                  <a:cubicBezTo>
                    <a:pt x="247" y="98"/>
                    <a:pt x="248" y="97"/>
                    <a:pt x="248" y="97"/>
                  </a:cubicBezTo>
                  <a:cubicBezTo>
                    <a:pt x="248" y="96"/>
                    <a:pt x="248" y="96"/>
                    <a:pt x="248" y="96"/>
                  </a:cubicBezTo>
                  <a:cubicBezTo>
                    <a:pt x="247" y="95"/>
                    <a:pt x="247" y="95"/>
                    <a:pt x="247" y="95"/>
                  </a:cubicBezTo>
                  <a:cubicBezTo>
                    <a:pt x="247" y="95"/>
                    <a:pt x="250" y="94"/>
                    <a:pt x="251" y="95"/>
                  </a:cubicBezTo>
                  <a:cubicBezTo>
                    <a:pt x="251" y="95"/>
                    <a:pt x="253" y="95"/>
                    <a:pt x="253" y="95"/>
                  </a:cubicBezTo>
                  <a:cubicBezTo>
                    <a:pt x="254" y="96"/>
                    <a:pt x="257" y="96"/>
                    <a:pt x="258" y="96"/>
                  </a:cubicBezTo>
                  <a:cubicBezTo>
                    <a:pt x="258" y="96"/>
                    <a:pt x="261" y="95"/>
                    <a:pt x="261" y="95"/>
                  </a:cubicBezTo>
                  <a:cubicBezTo>
                    <a:pt x="261" y="95"/>
                    <a:pt x="263" y="95"/>
                    <a:pt x="262" y="95"/>
                  </a:cubicBezTo>
                  <a:cubicBezTo>
                    <a:pt x="262" y="95"/>
                    <a:pt x="261" y="94"/>
                    <a:pt x="261" y="93"/>
                  </a:cubicBezTo>
                  <a:cubicBezTo>
                    <a:pt x="260" y="93"/>
                    <a:pt x="260" y="91"/>
                    <a:pt x="258" y="91"/>
                  </a:cubicBezTo>
                  <a:cubicBezTo>
                    <a:pt x="257" y="90"/>
                    <a:pt x="256" y="90"/>
                    <a:pt x="254" y="90"/>
                  </a:cubicBezTo>
                  <a:cubicBezTo>
                    <a:pt x="253" y="89"/>
                    <a:pt x="251" y="89"/>
                    <a:pt x="250" y="89"/>
                  </a:cubicBezTo>
                  <a:cubicBezTo>
                    <a:pt x="249" y="89"/>
                    <a:pt x="249" y="89"/>
                    <a:pt x="248" y="89"/>
                  </a:cubicBezTo>
                  <a:cubicBezTo>
                    <a:pt x="247" y="89"/>
                    <a:pt x="245" y="88"/>
                    <a:pt x="245" y="88"/>
                  </a:cubicBezTo>
                  <a:cubicBezTo>
                    <a:pt x="244" y="88"/>
                    <a:pt x="243" y="87"/>
                    <a:pt x="243" y="87"/>
                  </a:cubicBezTo>
                  <a:cubicBezTo>
                    <a:pt x="243" y="86"/>
                    <a:pt x="243" y="86"/>
                    <a:pt x="244" y="86"/>
                  </a:cubicBezTo>
                  <a:cubicBezTo>
                    <a:pt x="245" y="86"/>
                    <a:pt x="247" y="85"/>
                    <a:pt x="248" y="85"/>
                  </a:cubicBezTo>
                  <a:cubicBezTo>
                    <a:pt x="248" y="85"/>
                    <a:pt x="250" y="84"/>
                    <a:pt x="251" y="84"/>
                  </a:cubicBezTo>
                  <a:cubicBezTo>
                    <a:pt x="252" y="84"/>
                    <a:pt x="254" y="85"/>
                    <a:pt x="255" y="84"/>
                  </a:cubicBezTo>
                  <a:cubicBezTo>
                    <a:pt x="255" y="84"/>
                    <a:pt x="255" y="84"/>
                    <a:pt x="255" y="83"/>
                  </a:cubicBezTo>
                  <a:cubicBezTo>
                    <a:pt x="256" y="83"/>
                    <a:pt x="256" y="81"/>
                    <a:pt x="256" y="81"/>
                  </a:cubicBezTo>
                  <a:cubicBezTo>
                    <a:pt x="256" y="81"/>
                    <a:pt x="256" y="76"/>
                    <a:pt x="254" y="77"/>
                  </a:cubicBezTo>
                  <a:cubicBezTo>
                    <a:pt x="253" y="77"/>
                    <a:pt x="251" y="74"/>
                    <a:pt x="250" y="74"/>
                  </a:cubicBezTo>
                  <a:cubicBezTo>
                    <a:pt x="250" y="74"/>
                    <a:pt x="250" y="72"/>
                    <a:pt x="248" y="73"/>
                  </a:cubicBezTo>
                  <a:cubicBezTo>
                    <a:pt x="246" y="75"/>
                    <a:pt x="246" y="75"/>
                    <a:pt x="245" y="76"/>
                  </a:cubicBezTo>
                  <a:cubicBezTo>
                    <a:pt x="243" y="77"/>
                    <a:pt x="244" y="77"/>
                    <a:pt x="243" y="78"/>
                  </a:cubicBezTo>
                  <a:cubicBezTo>
                    <a:pt x="241" y="79"/>
                    <a:pt x="241" y="78"/>
                    <a:pt x="240" y="78"/>
                  </a:cubicBezTo>
                  <a:cubicBezTo>
                    <a:pt x="238" y="79"/>
                    <a:pt x="238" y="78"/>
                    <a:pt x="238" y="78"/>
                  </a:cubicBezTo>
                  <a:cubicBezTo>
                    <a:pt x="238" y="78"/>
                    <a:pt x="239" y="78"/>
                    <a:pt x="239" y="77"/>
                  </a:cubicBezTo>
                  <a:cubicBezTo>
                    <a:pt x="239" y="76"/>
                    <a:pt x="240" y="75"/>
                    <a:pt x="239" y="75"/>
                  </a:cubicBezTo>
                  <a:cubicBezTo>
                    <a:pt x="237" y="74"/>
                    <a:pt x="236" y="74"/>
                    <a:pt x="236" y="74"/>
                  </a:cubicBezTo>
                  <a:cubicBezTo>
                    <a:pt x="236" y="74"/>
                    <a:pt x="236" y="74"/>
                    <a:pt x="238" y="73"/>
                  </a:cubicBezTo>
                  <a:cubicBezTo>
                    <a:pt x="240" y="72"/>
                    <a:pt x="241" y="71"/>
                    <a:pt x="242" y="71"/>
                  </a:cubicBezTo>
                  <a:cubicBezTo>
                    <a:pt x="243" y="71"/>
                    <a:pt x="244" y="70"/>
                    <a:pt x="244" y="70"/>
                  </a:cubicBezTo>
                  <a:cubicBezTo>
                    <a:pt x="244" y="69"/>
                    <a:pt x="244" y="69"/>
                    <a:pt x="243" y="68"/>
                  </a:cubicBezTo>
                  <a:cubicBezTo>
                    <a:pt x="242" y="67"/>
                    <a:pt x="242" y="66"/>
                    <a:pt x="241" y="67"/>
                  </a:cubicBezTo>
                  <a:cubicBezTo>
                    <a:pt x="240" y="67"/>
                    <a:pt x="237" y="66"/>
                    <a:pt x="237" y="66"/>
                  </a:cubicBezTo>
                  <a:cubicBezTo>
                    <a:pt x="236" y="66"/>
                    <a:pt x="235" y="65"/>
                    <a:pt x="235" y="65"/>
                  </a:cubicBezTo>
                  <a:cubicBezTo>
                    <a:pt x="235" y="65"/>
                    <a:pt x="235" y="63"/>
                    <a:pt x="233" y="63"/>
                  </a:cubicBezTo>
                  <a:cubicBezTo>
                    <a:pt x="232" y="63"/>
                    <a:pt x="232" y="63"/>
                    <a:pt x="231" y="63"/>
                  </a:cubicBezTo>
                  <a:cubicBezTo>
                    <a:pt x="230" y="64"/>
                    <a:pt x="229" y="64"/>
                    <a:pt x="229" y="64"/>
                  </a:cubicBezTo>
                  <a:cubicBezTo>
                    <a:pt x="228" y="65"/>
                    <a:pt x="229" y="64"/>
                    <a:pt x="228" y="64"/>
                  </a:cubicBezTo>
                  <a:cubicBezTo>
                    <a:pt x="227" y="65"/>
                    <a:pt x="227" y="64"/>
                    <a:pt x="226" y="65"/>
                  </a:cubicBezTo>
                  <a:cubicBezTo>
                    <a:pt x="225" y="66"/>
                    <a:pt x="225" y="67"/>
                    <a:pt x="224" y="66"/>
                  </a:cubicBezTo>
                  <a:cubicBezTo>
                    <a:pt x="224" y="65"/>
                    <a:pt x="224" y="64"/>
                    <a:pt x="225" y="64"/>
                  </a:cubicBezTo>
                  <a:cubicBezTo>
                    <a:pt x="225" y="64"/>
                    <a:pt x="226" y="64"/>
                    <a:pt x="226" y="63"/>
                  </a:cubicBezTo>
                  <a:cubicBezTo>
                    <a:pt x="225" y="63"/>
                    <a:pt x="227" y="63"/>
                    <a:pt x="225" y="63"/>
                  </a:cubicBezTo>
                  <a:cubicBezTo>
                    <a:pt x="224" y="63"/>
                    <a:pt x="224" y="62"/>
                    <a:pt x="222" y="63"/>
                  </a:cubicBezTo>
                  <a:cubicBezTo>
                    <a:pt x="221" y="64"/>
                    <a:pt x="222" y="63"/>
                    <a:pt x="220" y="64"/>
                  </a:cubicBezTo>
                  <a:cubicBezTo>
                    <a:pt x="218" y="66"/>
                    <a:pt x="219" y="64"/>
                    <a:pt x="218" y="65"/>
                  </a:cubicBezTo>
                  <a:cubicBezTo>
                    <a:pt x="216" y="66"/>
                    <a:pt x="216" y="65"/>
                    <a:pt x="216" y="65"/>
                  </a:cubicBezTo>
                  <a:cubicBezTo>
                    <a:pt x="217" y="64"/>
                    <a:pt x="218" y="63"/>
                    <a:pt x="218" y="63"/>
                  </a:cubicBezTo>
                  <a:cubicBezTo>
                    <a:pt x="219" y="62"/>
                    <a:pt x="219" y="62"/>
                    <a:pt x="219" y="62"/>
                  </a:cubicBezTo>
                  <a:cubicBezTo>
                    <a:pt x="219" y="62"/>
                    <a:pt x="219" y="61"/>
                    <a:pt x="219" y="61"/>
                  </a:cubicBezTo>
                  <a:cubicBezTo>
                    <a:pt x="220" y="60"/>
                    <a:pt x="220" y="59"/>
                    <a:pt x="219" y="58"/>
                  </a:cubicBezTo>
                  <a:cubicBezTo>
                    <a:pt x="219" y="58"/>
                    <a:pt x="218" y="56"/>
                    <a:pt x="218" y="57"/>
                  </a:cubicBezTo>
                  <a:cubicBezTo>
                    <a:pt x="217" y="57"/>
                    <a:pt x="218" y="56"/>
                    <a:pt x="216" y="57"/>
                  </a:cubicBezTo>
                  <a:cubicBezTo>
                    <a:pt x="215" y="57"/>
                    <a:pt x="215" y="56"/>
                    <a:pt x="214" y="58"/>
                  </a:cubicBezTo>
                  <a:cubicBezTo>
                    <a:pt x="212" y="59"/>
                    <a:pt x="212" y="59"/>
                    <a:pt x="211" y="60"/>
                  </a:cubicBezTo>
                  <a:cubicBezTo>
                    <a:pt x="210" y="60"/>
                    <a:pt x="209" y="59"/>
                    <a:pt x="209" y="59"/>
                  </a:cubicBezTo>
                  <a:cubicBezTo>
                    <a:pt x="210" y="58"/>
                    <a:pt x="211" y="57"/>
                    <a:pt x="211" y="57"/>
                  </a:cubicBezTo>
                  <a:cubicBezTo>
                    <a:pt x="211" y="57"/>
                    <a:pt x="211" y="56"/>
                    <a:pt x="212" y="55"/>
                  </a:cubicBezTo>
                  <a:close/>
                </a:path>
              </a:pathLst>
            </a:custGeom>
            <a:solidFill>
              <a:schemeClr val="bg1">
                <a:lumMod val="85000"/>
              </a:schemeClr>
            </a:solidFill>
            <a:ln>
              <a:noFill/>
            </a:ln>
          </p:spPr>
          <p:txBody>
            <a:bodyPr anchor="ctr"/>
            <a:lstStyle/>
            <a:p>
              <a:pPr algn="ctr"/>
              <a:endParaRPr/>
            </a:p>
          </p:txBody>
        </p:sp>
        <p:sp>
          <p:nvSpPr>
            <p:cNvPr id="66" name="išlíḍe"/>
            <p:cNvSpPr/>
            <p:nvPr/>
          </p:nvSpPr>
          <p:spPr bwMode="auto">
            <a:xfrm>
              <a:off x="4632691" y="1696810"/>
              <a:ext cx="621029" cy="507831"/>
            </a:xfrm>
            <a:custGeom>
              <a:avLst/>
              <a:gdLst>
                <a:gd name="connsiteX0" fmla="*/ 487395 w 621029"/>
                <a:gd name="connsiteY0" fmla="*/ 493146 h 507831"/>
                <a:gd name="connsiteX1" fmla="*/ 490173 w 621029"/>
                <a:gd name="connsiteY1" fmla="*/ 495528 h 507831"/>
                <a:gd name="connsiteX2" fmla="*/ 490173 w 621029"/>
                <a:gd name="connsiteY2" fmla="*/ 501878 h 507831"/>
                <a:gd name="connsiteX3" fmla="*/ 483823 w 621029"/>
                <a:gd name="connsiteY3" fmla="*/ 506641 h 507831"/>
                <a:gd name="connsiteX4" fmla="*/ 477473 w 621029"/>
                <a:gd name="connsiteY4" fmla="*/ 506641 h 507831"/>
                <a:gd name="connsiteX5" fmla="*/ 477473 w 621029"/>
                <a:gd name="connsiteY5" fmla="*/ 503465 h 507831"/>
                <a:gd name="connsiteX6" fmla="*/ 482235 w 621029"/>
                <a:gd name="connsiteY6" fmla="*/ 495528 h 507831"/>
                <a:gd name="connsiteX7" fmla="*/ 487395 w 621029"/>
                <a:gd name="connsiteY7" fmla="*/ 493146 h 507831"/>
                <a:gd name="connsiteX8" fmla="*/ 448104 w 621029"/>
                <a:gd name="connsiteY8" fmla="*/ 487343 h 507831"/>
                <a:gd name="connsiteX9" fmla="*/ 447310 w 621029"/>
                <a:gd name="connsiteY9" fmla="*/ 489575 h 507831"/>
                <a:gd name="connsiteX10" fmla="*/ 445723 w 621029"/>
                <a:gd name="connsiteY10" fmla="*/ 494933 h 507831"/>
                <a:gd name="connsiteX11" fmla="*/ 440960 w 621029"/>
                <a:gd name="connsiteY11" fmla="*/ 498505 h 507831"/>
                <a:gd name="connsiteX12" fmla="*/ 436198 w 621029"/>
                <a:gd name="connsiteY12" fmla="*/ 498505 h 507831"/>
                <a:gd name="connsiteX13" fmla="*/ 431435 w 621029"/>
                <a:gd name="connsiteY13" fmla="*/ 496719 h 507831"/>
                <a:gd name="connsiteX14" fmla="*/ 423498 w 621029"/>
                <a:gd name="connsiteY14" fmla="*/ 493147 h 507831"/>
                <a:gd name="connsiteX15" fmla="*/ 423498 w 621029"/>
                <a:gd name="connsiteY15" fmla="*/ 487789 h 507831"/>
                <a:gd name="connsiteX16" fmla="*/ 444135 w 621029"/>
                <a:gd name="connsiteY16" fmla="*/ 487789 h 507831"/>
                <a:gd name="connsiteX17" fmla="*/ 448104 w 621029"/>
                <a:gd name="connsiteY17" fmla="*/ 487343 h 507831"/>
                <a:gd name="connsiteX18" fmla="*/ 476838 w 621029"/>
                <a:gd name="connsiteY18" fmla="*/ 478264 h 507831"/>
                <a:gd name="connsiteX19" fmla="*/ 480225 w 621029"/>
                <a:gd name="connsiteY19" fmla="*/ 479950 h 507831"/>
                <a:gd name="connsiteX20" fmla="*/ 483612 w 621029"/>
                <a:gd name="connsiteY20" fmla="*/ 486697 h 507831"/>
                <a:gd name="connsiteX21" fmla="*/ 471758 w 621029"/>
                <a:gd name="connsiteY21" fmla="*/ 500191 h 507831"/>
                <a:gd name="connsiteX22" fmla="*/ 466678 w 621029"/>
                <a:gd name="connsiteY22" fmla="*/ 500191 h 507831"/>
                <a:gd name="connsiteX23" fmla="*/ 461598 w 621029"/>
                <a:gd name="connsiteY23" fmla="*/ 496818 h 507831"/>
                <a:gd name="connsiteX24" fmla="*/ 461598 w 621029"/>
                <a:gd name="connsiteY24" fmla="*/ 495131 h 507831"/>
                <a:gd name="connsiteX25" fmla="*/ 473452 w 621029"/>
                <a:gd name="connsiteY25" fmla="*/ 481637 h 507831"/>
                <a:gd name="connsiteX26" fmla="*/ 476838 w 621029"/>
                <a:gd name="connsiteY26" fmla="*/ 478264 h 507831"/>
                <a:gd name="connsiteX27" fmla="*/ 415561 w 621029"/>
                <a:gd name="connsiteY27" fmla="*/ 476478 h 507831"/>
                <a:gd name="connsiteX28" fmla="*/ 417148 w 621029"/>
                <a:gd name="connsiteY28" fmla="*/ 481674 h 507831"/>
                <a:gd name="connsiteX29" fmla="*/ 418736 w 621029"/>
                <a:gd name="connsiteY29" fmla="*/ 485137 h 507831"/>
                <a:gd name="connsiteX30" fmla="*/ 420323 w 621029"/>
                <a:gd name="connsiteY30" fmla="*/ 492064 h 507831"/>
                <a:gd name="connsiteX31" fmla="*/ 413973 w 621029"/>
                <a:gd name="connsiteY31" fmla="*/ 488601 h 507831"/>
                <a:gd name="connsiteX32" fmla="*/ 410798 w 621029"/>
                <a:gd name="connsiteY32" fmla="*/ 483405 h 507831"/>
                <a:gd name="connsiteX33" fmla="*/ 415561 w 621029"/>
                <a:gd name="connsiteY33" fmla="*/ 476478 h 507831"/>
                <a:gd name="connsiteX34" fmla="*/ 415759 w 621029"/>
                <a:gd name="connsiteY34" fmla="*/ 409491 h 507831"/>
                <a:gd name="connsiteX35" fmla="*/ 423498 w 621029"/>
                <a:gd name="connsiteY35" fmla="*/ 409916 h 507831"/>
                <a:gd name="connsiteX36" fmla="*/ 433023 w 621029"/>
                <a:gd name="connsiteY36" fmla="*/ 411617 h 507831"/>
                <a:gd name="connsiteX37" fmla="*/ 442548 w 621029"/>
                <a:gd name="connsiteY37" fmla="*/ 415019 h 507831"/>
                <a:gd name="connsiteX38" fmla="*/ 456836 w 621029"/>
                <a:gd name="connsiteY38" fmla="*/ 423523 h 507831"/>
                <a:gd name="connsiteX39" fmla="*/ 456836 w 621029"/>
                <a:gd name="connsiteY39" fmla="*/ 428626 h 507831"/>
                <a:gd name="connsiteX40" fmla="*/ 453661 w 621029"/>
                <a:gd name="connsiteY40" fmla="*/ 432028 h 507831"/>
                <a:gd name="connsiteX41" fmla="*/ 444136 w 621029"/>
                <a:gd name="connsiteY41" fmla="*/ 430327 h 507831"/>
                <a:gd name="connsiteX42" fmla="*/ 434611 w 621029"/>
                <a:gd name="connsiteY42" fmla="*/ 426925 h 507831"/>
                <a:gd name="connsiteX43" fmla="*/ 428260 w 621029"/>
                <a:gd name="connsiteY43" fmla="*/ 421823 h 507831"/>
                <a:gd name="connsiteX44" fmla="*/ 417148 w 621029"/>
                <a:gd name="connsiteY44" fmla="*/ 416720 h 507831"/>
                <a:gd name="connsiteX45" fmla="*/ 409210 w 621029"/>
                <a:gd name="connsiteY45" fmla="*/ 411617 h 507831"/>
                <a:gd name="connsiteX46" fmla="*/ 415759 w 621029"/>
                <a:gd name="connsiteY46" fmla="*/ 409491 h 507831"/>
                <a:gd name="connsiteX47" fmla="*/ 569762 w 621029"/>
                <a:gd name="connsiteY47" fmla="*/ 371703 h 507831"/>
                <a:gd name="connsiteX48" fmla="*/ 568132 w 621029"/>
                <a:gd name="connsiteY48" fmla="*/ 378145 h 507831"/>
                <a:gd name="connsiteX49" fmla="*/ 561610 w 621029"/>
                <a:gd name="connsiteY49" fmla="*/ 379756 h 507831"/>
                <a:gd name="connsiteX50" fmla="*/ 564871 w 621029"/>
                <a:gd name="connsiteY50" fmla="*/ 386198 h 507831"/>
                <a:gd name="connsiteX51" fmla="*/ 555089 w 621029"/>
                <a:gd name="connsiteY51" fmla="*/ 395861 h 507831"/>
                <a:gd name="connsiteX52" fmla="*/ 550197 w 621029"/>
                <a:gd name="connsiteY52" fmla="*/ 402303 h 507831"/>
                <a:gd name="connsiteX53" fmla="*/ 550197 w 621029"/>
                <a:gd name="connsiteY53" fmla="*/ 408745 h 507831"/>
                <a:gd name="connsiteX54" fmla="*/ 546937 w 621029"/>
                <a:gd name="connsiteY54" fmla="*/ 411966 h 507831"/>
                <a:gd name="connsiteX55" fmla="*/ 545306 w 621029"/>
                <a:gd name="connsiteY55" fmla="*/ 418408 h 507831"/>
                <a:gd name="connsiteX56" fmla="*/ 553458 w 621029"/>
                <a:gd name="connsiteY56" fmla="*/ 410355 h 507831"/>
                <a:gd name="connsiteX57" fmla="*/ 556719 w 621029"/>
                <a:gd name="connsiteY57" fmla="*/ 407134 h 507831"/>
                <a:gd name="connsiteX58" fmla="*/ 561610 w 621029"/>
                <a:gd name="connsiteY58" fmla="*/ 408745 h 507831"/>
                <a:gd name="connsiteX59" fmla="*/ 568132 w 621029"/>
                <a:gd name="connsiteY59" fmla="*/ 408745 h 507831"/>
                <a:gd name="connsiteX60" fmla="*/ 566501 w 621029"/>
                <a:gd name="connsiteY60" fmla="*/ 411966 h 507831"/>
                <a:gd name="connsiteX61" fmla="*/ 563241 w 621029"/>
                <a:gd name="connsiteY61" fmla="*/ 415187 h 507831"/>
                <a:gd name="connsiteX62" fmla="*/ 561610 w 621029"/>
                <a:gd name="connsiteY62" fmla="*/ 420018 h 507831"/>
                <a:gd name="connsiteX63" fmla="*/ 564871 w 621029"/>
                <a:gd name="connsiteY63" fmla="*/ 421629 h 507831"/>
                <a:gd name="connsiteX64" fmla="*/ 571393 w 621029"/>
                <a:gd name="connsiteY64" fmla="*/ 421629 h 507831"/>
                <a:gd name="connsiteX65" fmla="*/ 574653 w 621029"/>
                <a:gd name="connsiteY65" fmla="*/ 429681 h 507831"/>
                <a:gd name="connsiteX66" fmla="*/ 577914 w 621029"/>
                <a:gd name="connsiteY66" fmla="*/ 428071 h 507831"/>
                <a:gd name="connsiteX67" fmla="*/ 581175 w 621029"/>
                <a:gd name="connsiteY67" fmla="*/ 423239 h 507831"/>
                <a:gd name="connsiteX68" fmla="*/ 586066 w 621029"/>
                <a:gd name="connsiteY68" fmla="*/ 420018 h 507831"/>
                <a:gd name="connsiteX69" fmla="*/ 589327 w 621029"/>
                <a:gd name="connsiteY69" fmla="*/ 416797 h 507831"/>
                <a:gd name="connsiteX70" fmla="*/ 595849 w 621029"/>
                <a:gd name="connsiteY70" fmla="*/ 421629 h 507831"/>
                <a:gd name="connsiteX71" fmla="*/ 599110 w 621029"/>
                <a:gd name="connsiteY71" fmla="*/ 423239 h 507831"/>
                <a:gd name="connsiteX72" fmla="*/ 607262 w 621029"/>
                <a:gd name="connsiteY72" fmla="*/ 426460 h 507831"/>
                <a:gd name="connsiteX73" fmla="*/ 604001 w 621029"/>
                <a:gd name="connsiteY73" fmla="*/ 431292 h 507831"/>
                <a:gd name="connsiteX74" fmla="*/ 599110 w 621029"/>
                <a:gd name="connsiteY74" fmla="*/ 432902 h 507831"/>
                <a:gd name="connsiteX75" fmla="*/ 599110 w 621029"/>
                <a:gd name="connsiteY75" fmla="*/ 439344 h 507831"/>
                <a:gd name="connsiteX76" fmla="*/ 599110 w 621029"/>
                <a:gd name="connsiteY76" fmla="*/ 442565 h 507831"/>
                <a:gd name="connsiteX77" fmla="*/ 599110 w 621029"/>
                <a:gd name="connsiteY77" fmla="*/ 444176 h 507831"/>
                <a:gd name="connsiteX78" fmla="*/ 605631 w 621029"/>
                <a:gd name="connsiteY78" fmla="*/ 445786 h 507831"/>
                <a:gd name="connsiteX79" fmla="*/ 610522 w 621029"/>
                <a:gd name="connsiteY79" fmla="*/ 442565 h 507831"/>
                <a:gd name="connsiteX80" fmla="*/ 615414 w 621029"/>
                <a:gd name="connsiteY80" fmla="*/ 440955 h 507831"/>
                <a:gd name="connsiteX81" fmla="*/ 612153 w 621029"/>
                <a:gd name="connsiteY81" fmla="*/ 445786 h 507831"/>
                <a:gd name="connsiteX82" fmla="*/ 604001 w 621029"/>
                <a:gd name="connsiteY82" fmla="*/ 450618 h 507831"/>
                <a:gd name="connsiteX83" fmla="*/ 599110 w 621029"/>
                <a:gd name="connsiteY83" fmla="*/ 458671 h 507831"/>
                <a:gd name="connsiteX84" fmla="*/ 604001 w 621029"/>
                <a:gd name="connsiteY84" fmla="*/ 461892 h 507831"/>
                <a:gd name="connsiteX85" fmla="*/ 608892 w 621029"/>
                <a:gd name="connsiteY85" fmla="*/ 453839 h 507831"/>
                <a:gd name="connsiteX86" fmla="*/ 613783 w 621029"/>
                <a:gd name="connsiteY86" fmla="*/ 452228 h 507831"/>
                <a:gd name="connsiteX87" fmla="*/ 613783 w 621029"/>
                <a:gd name="connsiteY87" fmla="*/ 460281 h 507831"/>
                <a:gd name="connsiteX88" fmla="*/ 612153 w 621029"/>
                <a:gd name="connsiteY88" fmla="*/ 463502 h 507831"/>
                <a:gd name="connsiteX89" fmla="*/ 620305 w 621029"/>
                <a:gd name="connsiteY89" fmla="*/ 461892 h 507831"/>
                <a:gd name="connsiteX90" fmla="*/ 620305 w 621029"/>
                <a:gd name="connsiteY90" fmla="*/ 466723 h 507831"/>
                <a:gd name="connsiteX91" fmla="*/ 618674 w 621029"/>
                <a:gd name="connsiteY91" fmla="*/ 471555 h 507831"/>
                <a:gd name="connsiteX92" fmla="*/ 617044 w 621029"/>
                <a:gd name="connsiteY92" fmla="*/ 476386 h 507831"/>
                <a:gd name="connsiteX93" fmla="*/ 615414 w 621029"/>
                <a:gd name="connsiteY93" fmla="*/ 479607 h 507831"/>
                <a:gd name="connsiteX94" fmla="*/ 608892 w 621029"/>
                <a:gd name="connsiteY94" fmla="*/ 482828 h 507831"/>
                <a:gd name="connsiteX95" fmla="*/ 604001 w 621029"/>
                <a:gd name="connsiteY95" fmla="*/ 474776 h 507831"/>
                <a:gd name="connsiteX96" fmla="*/ 595849 w 621029"/>
                <a:gd name="connsiteY96" fmla="*/ 477997 h 507831"/>
                <a:gd name="connsiteX97" fmla="*/ 595849 w 621029"/>
                <a:gd name="connsiteY97" fmla="*/ 468334 h 507831"/>
                <a:gd name="connsiteX98" fmla="*/ 595849 w 621029"/>
                <a:gd name="connsiteY98" fmla="*/ 466723 h 507831"/>
                <a:gd name="connsiteX99" fmla="*/ 587697 w 621029"/>
                <a:gd name="connsiteY99" fmla="*/ 465113 h 507831"/>
                <a:gd name="connsiteX100" fmla="*/ 581175 w 621029"/>
                <a:gd name="connsiteY100" fmla="*/ 469944 h 507831"/>
                <a:gd name="connsiteX101" fmla="*/ 576284 w 621029"/>
                <a:gd name="connsiteY101" fmla="*/ 474776 h 507831"/>
                <a:gd name="connsiteX102" fmla="*/ 569762 w 621029"/>
                <a:gd name="connsiteY102" fmla="*/ 477997 h 507831"/>
                <a:gd name="connsiteX103" fmla="*/ 564871 w 621029"/>
                <a:gd name="connsiteY103" fmla="*/ 477997 h 507831"/>
                <a:gd name="connsiteX104" fmla="*/ 561610 w 621029"/>
                <a:gd name="connsiteY104" fmla="*/ 476386 h 507831"/>
                <a:gd name="connsiteX105" fmla="*/ 564871 w 621029"/>
                <a:gd name="connsiteY105" fmla="*/ 473165 h 507831"/>
                <a:gd name="connsiteX106" fmla="*/ 569762 w 621029"/>
                <a:gd name="connsiteY106" fmla="*/ 471555 h 507831"/>
                <a:gd name="connsiteX107" fmla="*/ 566501 w 621029"/>
                <a:gd name="connsiteY107" fmla="*/ 466723 h 507831"/>
                <a:gd name="connsiteX108" fmla="*/ 564871 w 621029"/>
                <a:gd name="connsiteY108" fmla="*/ 463502 h 507831"/>
                <a:gd name="connsiteX109" fmla="*/ 563241 w 621029"/>
                <a:gd name="connsiteY109" fmla="*/ 458671 h 507831"/>
                <a:gd name="connsiteX110" fmla="*/ 556719 w 621029"/>
                <a:gd name="connsiteY110" fmla="*/ 460281 h 507831"/>
                <a:gd name="connsiteX111" fmla="*/ 548567 w 621029"/>
                <a:gd name="connsiteY111" fmla="*/ 463502 h 507831"/>
                <a:gd name="connsiteX112" fmla="*/ 542045 w 621029"/>
                <a:gd name="connsiteY112" fmla="*/ 463502 h 507831"/>
                <a:gd name="connsiteX113" fmla="*/ 535524 w 621029"/>
                <a:gd name="connsiteY113" fmla="*/ 463502 h 507831"/>
                <a:gd name="connsiteX114" fmla="*/ 520850 w 621029"/>
                <a:gd name="connsiteY114" fmla="*/ 463502 h 507831"/>
                <a:gd name="connsiteX115" fmla="*/ 509437 w 621029"/>
                <a:gd name="connsiteY115" fmla="*/ 461892 h 507831"/>
                <a:gd name="connsiteX116" fmla="*/ 502916 w 621029"/>
                <a:gd name="connsiteY116" fmla="*/ 461892 h 507831"/>
                <a:gd name="connsiteX117" fmla="*/ 504546 w 621029"/>
                <a:gd name="connsiteY117" fmla="*/ 455450 h 507831"/>
                <a:gd name="connsiteX118" fmla="*/ 507807 w 621029"/>
                <a:gd name="connsiteY118" fmla="*/ 450618 h 507831"/>
                <a:gd name="connsiteX119" fmla="*/ 512698 w 621029"/>
                <a:gd name="connsiteY119" fmla="*/ 447397 h 507831"/>
                <a:gd name="connsiteX120" fmla="*/ 512698 w 621029"/>
                <a:gd name="connsiteY120" fmla="*/ 444176 h 507831"/>
                <a:gd name="connsiteX121" fmla="*/ 507807 w 621029"/>
                <a:gd name="connsiteY121" fmla="*/ 442565 h 507831"/>
                <a:gd name="connsiteX122" fmla="*/ 511068 w 621029"/>
                <a:gd name="connsiteY122" fmla="*/ 439344 h 507831"/>
                <a:gd name="connsiteX123" fmla="*/ 515959 w 621029"/>
                <a:gd name="connsiteY123" fmla="*/ 434513 h 507831"/>
                <a:gd name="connsiteX124" fmla="*/ 517589 w 621029"/>
                <a:gd name="connsiteY124" fmla="*/ 429681 h 507831"/>
                <a:gd name="connsiteX125" fmla="*/ 519220 w 621029"/>
                <a:gd name="connsiteY125" fmla="*/ 426460 h 507831"/>
                <a:gd name="connsiteX126" fmla="*/ 522481 w 621029"/>
                <a:gd name="connsiteY126" fmla="*/ 421629 h 507831"/>
                <a:gd name="connsiteX127" fmla="*/ 527372 w 621029"/>
                <a:gd name="connsiteY127" fmla="*/ 416797 h 507831"/>
                <a:gd name="connsiteX128" fmla="*/ 527372 w 621029"/>
                <a:gd name="connsiteY128" fmla="*/ 411966 h 507831"/>
                <a:gd name="connsiteX129" fmla="*/ 529002 w 621029"/>
                <a:gd name="connsiteY129" fmla="*/ 407134 h 507831"/>
                <a:gd name="connsiteX130" fmla="*/ 535524 w 621029"/>
                <a:gd name="connsiteY130" fmla="*/ 397471 h 507831"/>
                <a:gd name="connsiteX131" fmla="*/ 540415 w 621029"/>
                <a:gd name="connsiteY131" fmla="*/ 392640 h 507831"/>
                <a:gd name="connsiteX132" fmla="*/ 546937 w 621029"/>
                <a:gd name="connsiteY132" fmla="*/ 386198 h 507831"/>
                <a:gd name="connsiteX133" fmla="*/ 551828 w 621029"/>
                <a:gd name="connsiteY133" fmla="*/ 376535 h 507831"/>
                <a:gd name="connsiteX134" fmla="*/ 558349 w 621029"/>
                <a:gd name="connsiteY134" fmla="*/ 373314 h 507831"/>
                <a:gd name="connsiteX135" fmla="*/ 564871 w 621029"/>
                <a:gd name="connsiteY135" fmla="*/ 373314 h 507831"/>
                <a:gd name="connsiteX136" fmla="*/ 569762 w 621029"/>
                <a:gd name="connsiteY136" fmla="*/ 371703 h 507831"/>
                <a:gd name="connsiteX137" fmla="*/ 142510 w 621029"/>
                <a:gd name="connsiteY137" fmla="*/ 98653 h 507831"/>
                <a:gd name="connsiteX138" fmla="*/ 140923 w 621029"/>
                <a:gd name="connsiteY138" fmla="*/ 108178 h 507831"/>
                <a:gd name="connsiteX139" fmla="*/ 136160 w 621029"/>
                <a:gd name="connsiteY139" fmla="*/ 119290 h 507831"/>
                <a:gd name="connsiteX140" fmla="*/ 129810 w 621029"/>
                <a:gd name="connsiteY140" fmla="*/ 116115 h 507831"/>
                <a:gd name="connsiteX141" fmla="*/ 126635 w 621029"/>
                <a:gd name="connsiteY141" fmla="*/ 108178 h 507831"/>
                <a:gd name="connsiteX142" fmla="*/ 129810 w 621029"/>
                <a:gd name="connsiteY142" fmla="*/ 100240 h 507831"/>
                <a:gd name="connsiteX143" fmla="*/ 142510 w 621029"/>
                <a:gd name="connsiteY143" fmla="*/ 98653 h 507831"/>
                <a:gd name="connsiteX144" fmla="*/ 93100 w 621029"/>
                <a:gd name="connsiteY144" fmla="*/ 82579 h 507831"/>
                <a:gd name="connsiteX145" fmla="*/ 96473 w 621029"/>
                <a:gd name="connsiteY145" fmla="*/ 85953 h 507831"/>
                <a:gd name="connsiteX146" fmla="*/ 88536 w 621029"/>
                <a:gd name="connsiteY146" fmla="*/ 93890 h 507831"/>
                <a:gd name="connsiteX147" fmla="*/ 79010 w 621029"/>
                <a:gd name="connsiteY147" fmla="*/ 101828 h 507831"/>
                <a:gd name="connsiteX148" fmla="*/ 67898 w 621029"/>
                <a:gd name="connsiteY148" fmla="*/ 101828 h 507831"/>
                <a:gd name="connsiteX149" fmla="*/ 61548 w 621029"/>
                <a:gd name="connsiteY149" fmla="*/ 97065 h 507831"/>
                <a:gd name="connsiteX150" fmla="*/ 67898 w 621029"/>
                <a:gd name="connsiteY150" fmla="*/ 87540 h 507831"/>
                <a:gd name="connsiteX151" fmla="*/ 75835 w 621029"/>
                <a:gd name="connsiteY151" fmla="*/ 85953 h 507831"/>
                <a:gd name="connsiteX152" fmla="*/ 88536 w 621029"/>
                <a:gd name="connsiteY152" fmla="*/ 82778 h 507831"/>
                <a:gd name="connsiteX153" fmla="*/ 93100 w 621029"/>
                <a:gd name="connsiteY153" fmla="*/ 82579 h 507831"/>
                <a:gd name="connsiteX154" fmla="*/ 166322 w 621029"/>
                <a:gd name="connsiteY154" fmla="*/ 66903 h 507831"/>
                <a:gd name="connsiteX155" fmla="*/ 172672 w 621029"/>
                <a:gd name="connsiteY155" fmla="*/ 70078 h 507831"/>
                <a:gd name="connsiteX156" fmla="*/ 172672 w 621029"/>
                <a:gd name="connsiteY156" fmla="*/ 76428 h 507831"/>
                <a:gd name="connsiteX157" fmla="*/ 169497 w 621029"/>
                <a:gd name="connsiteY157" fmla="*/ 78016 h 507831"/>
                <a:gd name="connsiteX158" fmla="*/ 161560 w 621029"/>
                <a:gd name="connsiteY158" fmla="*/ 74841 h 507831"/>
                <a:gd name="connsiteX159" fmla="*/ 159972 w 621029"/>
                <a:gd name="connsiteY159" fmla="*/ 70078 h 507831"/>
                <a:gd name="connsiteX160" fmla="*/ 166322 w 621029"/>
                <a:gd name="connsiteY160" fmla="*/ 66903 h 507831"/>
                <a:gd name="connsiteX161" fmla="*/ 182776 w 621029"/>
                <a:gd name="connsiteY161" fmla="*/ 62140 h 507831"/>
                <a:gd name="connsiteX162" fmla="*/ 191435 w 621029"/>
                <a:gd name="connsiteY162" fmla="*/ 66903 h 507831"/>
                <a:gd name="connsiteX163" fmla="*/ 187971 w 621029"/>
                <a:gd name="connsiteY163" fmla="*/ 71665 h 507831"/>
                <a:gd name="connsiteX164" fmla="*/ 177580 w 621029"/>
                <a:gd name="connsiteY164" fmla="*/ 65315 h 507831"/>
                <a:gd name="connsiteX165" fmla="*/ 182776 w 621029"/>
                <a:gd name="connsiteY165" fmla="*/ 62140 h 507831"/>
                <a:gd name="connsiteX166" fmla="*/ 30631 w 621029"/>
                <a:gd name="connsiteY166" fmla="*/ 259 h 507831"/>
                <a:gd name="connsiteX167" fmla="*/ 38767 w 621029"/>
                <a:gd name="connsiteY167" fmla="*/ 5117 h 507831"/>
                <a:gd name="connsiteX168" fmla="*/ 40394 w 621029"/>
                <a:gd name="connsiteY168" fmla="*/ 11594 h 507831"/>
                <a:gd name="connsiteX169" fmla="*/ 42021 w 621029"/>
                <a:gd name="connsiteY169" fmla="*/ 14833 h 507831"/>
                <a:gd name="connsiteX170" fmla="*/ 48530 w 621029"/>
                <a:gd name="connsiteY170" fmla="*/ 13213 h 507831"/>
                <a:gd name="connsiteX171" fmla="*/ 55039 w 621029"/>
                <a:gd name="connsiteY171" fmla="*/ 19690 h 507831"/>
                <a:gd name="connsiteX172" fmla="*/ 61547 w 621029"/>
                <a:gd name="connsiteY172" fmla="*/ 21310 h 507831"/>
                <a:gd name="connsiteX173" fmla="*/ 72938 w 621029"/>
                <a:gd name="connsiteY173" fmla="*/ 26167 h 507831"/>
                <a:gd name="connsiteX174" fmla="*/ 84328 w 621029"/>
                <a:gd name="connsiteY174" fmla="*/ 35883 h 507831"/>
                <a:gd name="connsiteX175" fmla="*/ 90837 w 621029"/>
                <a:gd name="connsiteY175" fmla="*/ 35883 h 507831"/>
                <a:gd name="connsiteX176" fmla="*/ 95718 w 621029"/>
                <a:gd name="connsiteY176" fmla="*/ 39121 h 507831"/>
                <a:gd name="connsiteX177" fmla="*/ 103854 w 621029"/>
                <a:gd name="connsiteY177" fmla="*/ 52076 h 507831"/>
                <a:gd name="connsiteX178" fmla="*/ 118499 w 621029"/>
                <a:gd name="connsiteY178" fmla="*/ 52076 h 507831"/>
                <a:gd name="connsiteX179" fmla="*/ 125008 w 621029"/>
                <a:gd name="connsiteY179" fmla="*/ 58553 h 507831"/>
                <a:gd name="connsiteX180" fmla="*/ 121753 w 621029"/>
                <a:gd name="connsiteY180" fmla="*/ 66649 h 507831"/>
                <a:gd name="connsiteX181" fmla="*/ 110363 w 621029"/>
                <a:gd name="connsiteY181" fmla="*/ 69888 h 507831"/>
                <a:gd name="connsiteX182" fmla="*/ 100600 w 621029"/>
                <a:gd name="connsiteY182" fmla="*/ 66649 h 507831"/>
                <a:gd name="connsiteX183" fmla="*/ 84328 w 621029"/>
                <a:gd name="connsiteY183" fmla="*/ 60172 h 507831"/>
                <a:gd name="connsiteX184" fmla="*/ 74565 w 621029"/>
                <a:gd name="connsiteY184" fmla="*/ 52076 h 507831"/>
                <a:gd name="connsiteX185" fmla="*/ 68056 w 621029"/>
                <a:gd name="connsiteY185" fmla="*/ 52076 h 507831"/>
                <a:gd name="connsiteX186" fmla="*/ 59920 w 621029"/>
                <a:gd name="connsiteY186" fmla="*/ 61791 h 507831"/>
                <a:gd name="connsiteX187" fmla="*/ 53411 w 621029"/>
                <a:gd name="connsiteY187" fmla="*/ 68268 h 507831"/>
                <a:gd name="connsiteX188" fmla="*/ 45275 w 621029"/>
                <a:gd name="connsiteY188" fmla="*/ 76365 h 507831"/>
                <a:gd name="connsiteX189" fmla="*/ 30631 w 621029"/>
                <a:gd name="connsiteY189" fmla="*/ 73126 h 507831"/>
                <a:gd name="connsiteX190" fmla="*/ 30631 w 621029"/>
                <a:gd name="connsiteY190" fmla="*/ 61791 h 507831"/>
                <a:gd name="connsiteX191" fmla="*/ 15986 w 621029"/>
                <a:gd name="connsiteY191" fmla="*/ 63410 h 507831"/>
                <a:gd name="connsiteX192" fmla="*/ 1341 w 621029"/>
                <a:gd name="connsiteY192" fmla="*/ 61791 h 507831"/>
                <a:gd name="connsiteX193" fmla="*/ 9477 w 621029"/>
                <a:gd name="connsiteY193" fmla="*/ 56933 h 507831"/>
                <a:gd name="connsiteX194" fmla="*/ 19240 w 621029"/>
                <a:gd name="connsiteY194" fmla="*/ 50456 h 507831"/>
                <a:gd name="connsiteX195" fmla="*/ 15986 w 621029"/>
                <a:gd name="connsiteY195" fmla="*/ 42360 h 507831"/>
                <a:gd name="connsiteX196" fmla="*/ 20868 w 621029"/>
                <a:gd name="connsiteY196" fmla="*/ 29406 h 507831"/>
                <a:gd name="connsiteX197" fmla="*/ 19240 w 621029"/>
                <a:gd name="connsiteY197" fmla="*/ 11594 h 507831"/>
                <a:gd name="connsiteX198" fmla="*/ 30631 w 621029"/>
                <a:gd name="connsiteY198" fmla="*/ 259 h 50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621029" h="507831">
                  <a:moveTo>
                    <a:pt x="487395" y="493146"/>
                  </a:moveTo>
                  <a:cubicBezTo>
                    <a:pt x="488586" y="492750"/>
                    <a:pt x="489379" y="493147"/>
                    <a:pt x="490173" y="495528"/>
                  </a:cubicBezTo>
                  <a:cubicBezTo>
                    <a:pt x="491761" y="500290"/>
                    <a:pt x="493348" y="500290"/>
                    <a:pt x="490173" y="501878"/>
                  </a:cubicBezTo>
                  <a:cubicBezTo>
                    <a:pt x="486998" y="505053"/>
                    <a:pt x="485411" y="505053"/>
                    <a:pt x="483823" y="506641"/>
                  </a:cubicBezTo>
                  <a:cubicBezTo>
                    <a:pt x="480648" y="508228"/>
                    <a:pt x="477473" y="508228"/>
                    <a:pt x="477473" y="506641"/>
                  </a:cubicBezTo>
                  <a:cubicBezTo>
                    <a:pt x="477473" y="505053"/>
                    <a:pt x="475885" y="505053"/>
                    <a:pt x="477473" y="503465"/>
                  </a:cubicBezTo>
                  <a:cubicBezTo>
                    <a:pt x="479060" y="501878"/>
                    <a:pt x="477473" y="497115"/>
                    <a:pt x="482235" y="495528"/>
                  </a:cubicBezTo>
                  <a:cubicBezTo>
                    <a:pt x="484617" y="494734"/>
                    <a:pt x="486204" y="493543"/>
                    <a:pt x="487395" y="493146"/>
                  </a:cubicBezTo>
                  <a:close/>
                  <a:moveTo>
                    <a:pt x="448104" y="487343"/>
                  </a:moveTo>
                  <a:cubicBezTo>
                    <a:pt x="448104" y="487789"/>
                    <a:pt x="447310" y="488682"/>
                    <a:pt x="447310" y="489575"/>
                  </a:cubicBezTo>
                  <a:cubicBezTo>
                    <a:pt x="448898" y="491361"/>
                    <a:pt x="447310" y="491361"/>
                    <a:pt x="445723" y="494933"/>
                  </a:cubicBezTo>
                  <a:cubicBezTo>
                    <a:pt x="442548" y="498505"/>
                    <a:pt x="442548" y="498505"/>
                    <a:pt x="440960" y="498505"/>
                  </a:cubicBezTo>
                  <a:cubicBezTo>
                    <a:pt x="439373" y="500291"/>
                    <a:pt x="437785" y="500291"/>
                    <a:pt x="436198" y="498505"/>
                  </a:cubicBezTo>
                  <a:cubicBezTo>
                    <a:pt x="434610" y="496719"/>
                    <a:pt x="431435" y="496719"/>
                    <a:pt x="431435" y="496719"/>
                  </a:cubicBezTo>
                  <a:cubicBezTo>
                    <a:pt x="429848" y="496719"/>
                    <a:pt x="425085" y="496719"/>
                    <a:pt x="423498" y="493147"/>
                  </a:cubicBezTo>
                  <a:cubicBezTo>
                    <a:pt x="421910" y="491361"/>
                    <a:pt x="421910" y="487789"/>
                    <a:pt x="423498" y="487789"/>
                  </a:cubicBezTo>
                  <a:cubicBezTo>
                    <a:pt x="425085" y="486003"/>
                    <a:pt x="437785" y="489575"/>
                    <a:pt x="444135" y="487789"/>
                  </a:cubicBezTo>
                  <a:cubicBezTo>
                    <a:pt x="447310" y="486896"/>
                    <a:pt x="448104" y="486896"/>
                    <a:pt x="448104" y="487343"/>
                  </a:cubicBezTo>
                  <a:close/>
                  <a:moveTo>
                    <a:pt x="476838" y="478264"/>
                  </a:moveTo>
                  <a:cubicBezTo>
                    <a:pt x="477685" y="477420"/>
                    <a:pt x="478532" y="477420"/>
                    <a:pt x="480225" y="479950"/>
                  </a:cubicBezTo>
                  <a:cubicBezTo>
                    <a:pt x="483612" y="485011"/>
                    <a:pt x="486998" y="481637"/>
                    <a:pt x="483612" y="486697"/>
                  </a:cubicBezTo>
                  <a:cubicBezTo>
                    <a:pt x="480225" y="493444"/>
                    <a:pt x="476838" y="498505"/>
                    <a:pt x="471758" y="500191"/>
                  </a:cubicBezTo>
                  <a:cubicBezTo>
                    <a:pt x="468372" y="500191"/>
                    <a:pt x="470065" y="501878"/>
                    <a:pt x="466678" y="500191"/>
                  </a:cubicBezTo>
                  <a:cubicBezTo>
                    <a:pt x="463292" y="500191"/>
                    <a:pt x="461598" y="498505"/>
                    <a:pt x="461598" y="496818"/>
                  </a:cubicBezTo>
                  <a:cubicBezTo>
                    <a:pt x="461598" y="496818"/>
                    <a:pt x="461598" y="496818"/>
                    <a:pt x="461598" y="495131"/>
                  </a:cubicBezTo>
                  <a:cubicBezTo>
                    <a:pt x="463292" y="493444"/>
                    <a:pt x="470065" y="483324"/>
                    <a:pt x="473452" y="481637"/>
                  </a:cubicBezTo>
                  <a:cubicBezTo>
                    <a:pt x="475145" y="480794"/>
                    <a:pt x="475992" y="479107"/>
                    <a:pt x="476838" y="478264"/>
                  </a:cubicBezTo>
                  <a:close/>
                  <a:moveTo>
                    <a:pt x="415561" y="476478"/>
                  </a:moveTo>
                  <a:cubicBezTo>
                    <a:pt x="415561" y="476478"/>
                    <a:pt x="417148" y="479942"/>
                    <a:pt x="417148" y="481674"/>
                  </a:cubicBezTo>
                  <a:cubicBezTo>
                    <a:pt x="415561" y="483405"/>
                    <a:pt x="417148" y="483405"/>
                    <a:pt x="418736" y="485137"/>
                  </a:cubicBezTo>
                  <a:cubicBezTo>
                    <a:pt x="418736" y="486869"/>
                    <a:pt x="420323" y="490333"/>
                    <a:pt x="420323" y="492064"/>
                  </a:cubicBezTo>
                  <a:cubicBezTo>
                    <a:pt x="420323" y="495528"/>
                    <a:pt x="417148" y="490333"/>
                    <a:pt x="413973" y="488601"/>
                  </a:cubicBezTo>
                  <a:cubicBezTo>
                    <a:pt x="410798" y="486869"/>
                    <a:pt x="410798" y="485137"/>
                    <a:pt x="410798" y="483405"/>
                  </a:cubicBezTo>
                  <a:cubicBezTo>
                    <a:pt x="409210" y="481674"/>
                    <a:pt x="412385" y="478210"/>
                    <a:pt x="415561" y="476478"/>
                  </a:cubicBezTo>
                  <a:close/>
                  <a:moveTo>
                    <a:pt x="415759" y="409491"/>
                  </a:moveTo>
                  <a:cubicBezTo>
                    <a:pt x="418735" y="409491"/>
                    <a:pt x="421910" y="409916"/>
                    <a:pt x="423498" y="409916"/>
                  </a:cubicBezTo>
                  <a:cubicBezTo>
                    <a:pt x="428260" y="411617"/>
                    <a:pt x="429848" y="411617"/>
                    <a:pt x="433023" y="411617"/>
                  </a:cubicBezTo>
                  <a:cubicBezTo>
                    <a:pt x="434611" y="411617"/>
                    <a:pt x="439373" y="413318"/>
                    <a:pt x="442548" y="415019"/>
                  </a:cubicBezTo>
                  <a:cubicBezTo>
                    <a:pt x="444136" y="415019"/>
                    <a:pt x="453661" y="423523"/>
                    <a:pt x="456836" y="423523"/>
                  </a:cubicBezTo>
                  <a:cubicBezTo>
                    <a:pt x="458423" y="425224"/>
                    <a:pt x="456836" y="428626"/>
                    <a:pt x="456836" y="428626"/>
                  </a:cubicBezTo>
                  <a:cubicBezTo>
                    <a:pt x="456836" y="428626"/>
                    <a:pt x="455248" y="432028"/>
                    <a:pt x="453661" y="432028"/>
                  </a:cubicBezTo>
                  <a:cubicBezTo>
                    <a:pt x="450486" y="432028"/>
                    <a:pt x="447311" y="430327"/>
                    <a:pt x="444136" y="430327"/>
                  </a:cubicBezTo>
                  <a:cubicBezTo>
                    <a:pt x="440961" y="430327"/>
                    <a:pt x="436198" y="428626"/>
                    <a:pt x="434611" y="426925"/>
                  </a:cubicBezTo>
                  <a:cubicBezTo>
                    <a:pt x="433023" y="426925"/>
                    <a:pt x="429848" y="423523"/>
                    <a:pt x="428260" y="421823"/>
                  </a:cubicBezTo>
                  <a:cubicBezTo>
                    <a:pt x="426673" y="421823"/>
                    <a:pt x="421910" y="418421"/>
                    <a:pt x="417148" y="416720"/>
                  </a:cubicBezTo>
                  <a:cubicBezTo>
                    <a:pt x="412385" y="416720"/>
                    <a:pt x="409210" y="411617"/>
                    <a:pt x="409210" y="411617"/>
                  </a:cubicBezTo>
                  <a:cubicBezTo>
                    <a:pt x="410004" y="409916"/>
                    <a:pt x="412782" y="409491"/>
                    <a:pt x="415759" y="409491"/>
                  </a:cubicBezTo>
                  <a:close/>
                  <a:moveTo>
                    <a:pt x="569762" y="371703"/>
                  </a:moveTo>
                  <a:cubicBezTo>
                    <a:pt x="571393" y="376535"/>
                    <a:pt x="571393" y="376535"/>
                    <a:pt x="568132" y="378145"/>
                  </a:cubicBezTo>
                  <a:cubicBezTo>
                    <a:pt x="563241" y="379756"/>
                    <a:pt x="561610" y="376535"/>
                    <a:pt x="561610" y="379756"/>
                  </a:cubicBezTo>
                  <a:cubicBezTo>
                    <a:pt x="563241" y="382977"/>
                    <a:pt x="566501" y="381366"/>
                    <a:pt x="564871" y="386198"/>
                  </a:cubicBezTo>
                  <a:cubicBezTo>
                    <a:pt x="563241" y="391029"/>
                    <a:pt x="558349" y="394250"/>
                    <a:pt x="555089" y="395861"/>
                  </a:cubicBezTo>
                  <a:cubicBezTo>
                    <a:pt x="551828" y="399082"/>
                    <a:pt x="550197" y="400692"/>
                    <a:pt x="550197" y="402303"/>
                  </a:cubicBezTo>
                  <a:cubicBezTo>
                    <a:pt x="550197" y="405524"/>
                    <a:pt x="550197" y="407134"/>
                    <a:pt x="550197" y="408745"/>
                  </a:cubicBezTo>
                  <a:cubicBezTo>
                    <a:pt x="550197" y="410355"/>
                    <a:pt x="550197" y="408745"/>
                    <a:pt x="546937" y="411966"/>
                  </a:cubicBezTo>
                  <a:cubicBezTo>
                    <a:pt x="545306" y="416797"/>
                    <a:pt x="545306" y="418408"/>
                    <a:pt x="545306" y="418408"/>
                  </a:cubicBezTo>
                  <a:cubicBezTo>
                    <a:pt x="545306" y="418408"/>
                    <a:pt x="548567" y="415187"/>
                    <a:pt x="553458" y="410355"/>
                  </a:cubicBezTo>
                  <a:cubicBezTo>
                    <a:pt x="556719" y="407134"/>
                    <a:pt x="555089" y="407134"/>
                    <a:pt x="556719" y="407134"/>
                  </a:cubicBezTo>
                  <a:cubicBezTo>
                    <a:pt x="559980" y="407134"/>
                    <a:pt x="559980" y="408745"/>
                    <a:pt x="561610" y="408745"/>
                  </a:cubicBezTo>
                  <a:cubicBezTo>
                    <a:pt x="564871" y="408745"/>
                    <a:pt x="566501" y="408745"/>
                    <a:pt x="568132" y="408745"/>
                  </a:cubicBezTo>
                  <a:cubicBezTo>
                    <a:pt x="568132" y="408745"/>
                    <a:pt x="569762" y="410355"/>
                    <a:pt x="566501" y="411966"/>
                  </a:cubicBezTo>
                  <a:cubicBezTo>
                    <a:pt x="563241" y="415187"/>
                    <a:pt x="563241" y="413576"/>
                    <a:pt x="563241" y="415187"/>
                  </a:cubicBezTo>
                  <a:cubicBezTo>
                    <a:pt x="561610" y="416797"/>
                    <a:pt x="561610" y="418408"/>
                    <a:pt x="561610" y="420018"/>
                  </a:cubicBezTo>
                  <a:cubicBezTo>
                    <a:pt x="559980" y="421629"/>
                    <a:pt x="561610" y="421629"/>
                    <a:pt x="564871" y="421629"/>
                  </a:cubicBezTo>
                  <a:cubicBezTo>
                    <a:pt x="568132" y="421629"/>
                    <a:pt x="571393" y="420018"/>
                    <a:pt x="571393" y="421629"/>
                  </a:cubicBezTo>
                  <a:cubicBezTo>
                    <a:pt x="574653" y="424850"/>
                    <a:pt x="574653" y="429681"/>
                    <a:pt x="574653" y="429681"/>
                  </a:cubicBezTo>
                  <a:cubicBezTo>
                    <a:pt x="574653" y="429681"/>
                    <a:pt x="576284" y="429681"/>
                    <a:pt x="577914" y="428071"/>
                  </a:cubicBezTo>
                  <a:cubicBezTo>
                    <a:pt x="579545" y="428071"/>
                    <a:pt x="579545" y="424850"/>
                    <a:pt x="581175" y="423239"/>
                  </a:cubicBezTo>
                  <a:cubicBezTo>
                    <a:pt x="582806" y="423239"/>
                    <a:pt x="586066" y="420018"/>
                    <a:pt x="586066" y="420018"/>
                  </a:cubicBezTo>
                  <a:cubicBezTo>
                    <a:pt x="586066" y="420018"/>
                    <a:pt x="589327" y="415187"/>
                    <a:pt x="589327" y="416797"/>
                  </a:cubicBezTo>
                  <a:cubicBezTo>
                    <a:pt x="589327" y="421629"/>
                    <a:pt x="594218" y="423239"/>
                    <a:pt x="595849" y="421629"/>
                  </a:cubicBezTo>
                  <a:cubicBezTo>
                    <a:pt x="597479" y="421629"/>
                    <a:pt x="597479" y="423239"/>
                    <a:pt x="599110" y="423239"/>
                  </a:cubicBezTo>
                  <a:cubicBezTo>
                    <a:pt x="600740" y="423239"/>
                    <a:pt x="607262" y="424850"/>
                    <a:pt x="607262" y="426460"/>
                  </a:cubicBezTo>
                  <a:cubicBezTo>
                    <a:pt x="607262" y="428071"/>
                    <a:pt x="604001" y="429681"/>
                    <a:pt x="604001" y="431292"/>
                  </a:cubicBezTo>
                  <a:cubicBezTo>
                    <a:pt x="602370" y="432902"/>
                    <a:pt x="600740" y="431292"/>
                    <a:pt x="599110" y="432902"/>
                  </a:cubicBezTo>
                  <a:cubicBezTo>
                    <a:pt x="595849" y="437734"/>
                    <a:pt x="599110" y="437734"/>
                    <a:pt x="599110" y="439344"/>
                  </a:cubicBezTo>
                  <a:cubicBezTo>
                    <a:pt x="599110" y="442565"/>
                    <a:pt x="604001" y="439344"/>
                    <a:pt x="599110" y="442565"/>
                  </a:cubicBezTo>
                  <a:cubicBezTo>
                    <a:pt x="595849" y="445786"/>
                    <a:pt x="599110" y="444176"/>
                    <a:pt x="599110" y="444176"/>
                  </a:cubicBezTo>
                  <a:cubicBezTo>
                    <a:pt x="599110" y="444176"/>
                    <a:pt x="602370" y="447397"/>
                    <a:pt x="605631" y="445786"/>
                  </a:cubicBezTo>
                  <a:cubicBezTo>
                    <a:pt x="607262" y="445786"/>
                    <a:pt x="608892" y="442565"/>
                    <a:pt x="610522" y="442565"/>
                  </a:cubicBezTo>
                  <a:cubicBezTo>
                    <a:pt x="612153" y="442565"/>
                    <a:pt x="615414" y="439344"/>
                    <a:pt x="615414" y="440955"/>
                  </a:cubicBezTo>
                  <a:cubicBezTo>
                    <a:pt x="615414" y="442565"/>
                    <a:pt x="615414" y="442565"/>
                    <a:pt x="612153" y="445786"/>
                  </a:cubicBezTo>
                  <a:cubicBezTo>
                    <a:pt x="607262" y="449007"/>
                    <a:pt x="605631" y="447397"/>
                    <a:pt x="604001" y="450618"/>
                  </a:cubicBezTo>
                  <a:cubicBezTo>
                    <a:pt x="599110" y="457060"/>
                    <a:pt x="597479" y="457060"/>
                    <a:pt x="599110" y="458671"/>
                  </a:cubicBezTo>
                  <a:cubicBezTo>
                    <a:pt x="599110" y="458671"/>
                    <a:pt x="602370" y="463502"/>
                    <a:pt x="604001" y="461892"/>
                  </a:cubicBezTo>
                  <a:cubicBezTo>
                    <a:pt x="607262" y="460281"/>
                    <a:pt x="607262" y="455450"/>
                    <a:pt x="608892" y="453839"/>
                  </a:cubicBezTo>
                  <a:cubicBezTo>
                    <a:pt x="610522" y="452228"/>
                    <a:pt x="613783" y="452228"/>
                    <a:pt x="613783" y="452228"/>
                  </a:cubicBezTo>
                  <a:cubicBezTo>
                    <a:pt x="615414" y="457060"/>
                    <a:pt x="615414" y="458671"/>
                    <a:pt x="613783" y="460281"/>
                  </a:cubicBezTo>
                  <a:cubicBezTo>
                    <a:pt x="612153" y="461892"/>
                    <a:pt x="612153" y="463502"/>
                    <a:pt x="612153" y="463502"/>
                  </a:cubicBezTo>
                  <a:cubicBezTo>
                    <a:pt x="612153" y="463502"/>
                    <a:pt x="612153" y="463502"/>
                    <a:pt x="620305" y="461892"/>
                  </a:cubicBezTo>
                  <a:cubicBezTo>
                    <a:pt x="620305" y="461892"/>
                    <a:pt x="621935" y="465113"/>
                    <a:pt x="620305" y="466723"/>
                  </a:cubicBezTo>
                  <a:cubicBezTo>
                    <a:pt x="620305" y="469944"/>
                    <a:pt x="618674" y="468334"/>
                    <a:pt x="618674" y="471555"/>
                  </a:cubicBezTo>
                  <a:cubicBezTo>
                    <a:pt x="617044" y="473165"/>
                    <a:pt x="617044" y="474776"/>
                    <a:pt x="617044" y="476386"/>
                  </a:cubicBezTo>
                  <a:cubicBezTo>
                    <a:pt x="615414" y="477997"/>
                    <a:pt x="618674" y="476386"/>
                    <a:pt x="615414" y="479607"/>
                  </a:cubicBezTo>
                  <a:cubicBezTo>
                    <a:pt x="612153" y="482828"/>
                    <a:pt x="608892" y="482828"/>
                    <a:pt x="608892" y="482828"/>
                  </a:cubicBezTo>
                  <a:cubicBezTo>
                    <a:pt x="608892" y="482828"/>
                    <a:pt x="608892" y="482828"/>
                    <a:pt x="604001" y="474776"/>
                  </a:cubicBezTo>
                  <a:cubicBezTo>
                    <a:pt x="604001" y="474776"/>
                    <a:pt x="604001" y="474776"/>
                    <a:pt x="595849" y="477997"/>
                  </a:cubicBezTo>
                  <a:cubicBezTo>
                    <a:pt x="594218" y="471555"/>
                    <a:pt x="595849" y="471555"/>
                    <a:pt x="595849" y="468334"/>
                  </a:cubicBezTo>
                  <a:cubicBezTo>
                    <a:pt x="595849" y="466723"/>
                    <a:pt x="595849" y="466723"/>
                    <a:pt x="595849" y="466723"/>
                  </a:cubicBezTo>
                  <a:cubicBezTo>
                    <a:pt x="589327" y="465113"/>
                    <a:pt x="586066" y="463502"/>
                    <a:pt x="587697" y="465113"/>
                  </a:cubicBezTo>
                  <a:cubicBezTo>
                    <a:pt x="587697" y="466723"/>
                    <a:pt x="584436" y="468334"/>
                    <a:pt x="581175" y="469944"/>
                  </a:cubicBezTo>
                  <a:cubicBezTo>
                    <a:pt x="579545" y="471555"/>
                    <a:pt x="576284" y="473165"/>
                    <a:pt x="576284" y="474776"/>
                  </a:cubicBezTo>
                  <a:cubicBezTo>
                    <a:pt x="574653" y="476386"/>
                    <a:pt x="573023" y="477997"/>
                    <a:pt x="569762" y="477997"/>
                  </a:cubicBezTo>
                  <a:cubicBezTo>
                    <a:pt x="568132" y="479607"/>
                    <a:pt x="566501" y="479607"/>
                    <a:pt x="564871" y="477997"/>
                  </a:cubicBezTo>
                  <a:cubicBezTo>
                    <a:pt x="563241" y="477997"/>
                    <a:pt x="561610" y="477997"/>
                    <a:pt x="561610" y="476386"/>
                  </a:cubicBezTo>
                  <a:cubicBezTo>
                    <a:pt x="561610" y="474776"/>
                    <a:pt x="563241" y="474776"/>
                    <a:pt x="564871" y="473165"/>
                  </a:cubicBezTo>
                  <a:cubicBezTo>
                    <a:pt x="568132" y="473165"/>
                    <a:pt x="568132" y="471555"/>
                    <a:pt x="569762" y="471555"/>
                  </a:cubicBezTo>
                  <a:cubicBezTo>
                    <a:pt x="569762" y="471555"/>
                    <a:pt x="568132" y="466723"/>
                    <a:pt x="566501" y="466723"/>
                  </a:cubicBezTo>
                  <a:cubicBezTo>
                    <a:pt x="564871" y="465113"/>
                    <a:pt x="564871" y="465113"/>
                    <a:pt x="564871" y="463502"/>
                  </a:cubicBezTo>
                  <a:cubicBezTo>
                    <a:pt x="564871" y="460281"/>
                    <a:pt x="566501" y="458671"/>
                    <a:pt x="563241" y="458671"/>
                  </a:cubicBezTo>
                  <a:cubicBezTo>
                    <a:pt x="561610" y="458671"/>
                    <a:pt x="561610" y="458671"/>
                    <a:pt x="556719" y="460281"/>
                  </a:cubicBezTo>
                  <a:cubicBezTo>
                    <a:pt x="551828" y="461892"/>
                    <a:pt x="550197" y="463502"/>
                    <a:pt x="548567" y="463502"/>
                  </a:cubicBezTo>
                  <a:cubicBezTo>
                    <a:pt x="548567" y="463502"/>
                    <a:pt x="546937" y="463502"/>
                    <a:pt x="542045" y="463502"/>
                  </a:cubicBezTo>
                  <a:cubicBezTo>
                    <a:pt x="537154" y="463502"/>
                    <a:pt x="540415" y="461892"/>
                    <a:pt x="535524" y="463502"/>
                  </a:cubicBezTo>
                  <a:cubicBezTo>
                    <a:pt x="529002" y="463502"/>
                    <a:pt x="522481" y="463502"/>
                    <a:pt x="520850" y="463502"/>
                  </a:cubicBezTo>
                  <a:cubicBezTo>
                    <a:pt x="517589" y="463502"/>
                    <a:pt x="514328" y="461892"/>
                    <a:pt x="509437" y="461892"/>
                  </a:cubicBezTo>
                  <a:cubicBezTo>
                    <a:pt x="506176" y="463502"/>
                    <a:pt x="502916" y="461892"/>
                    <a:pt x="502916" y="461892"/>
                  </a:cubicBezTo>
                  <a:cubicBezTo>
                    <a:pt x="502916" y="461892"/>
                    <a:pt x="501285" y="457060"/>
                    <a:pt x="504546" y="455450"/>
                  </a:cubicBezTo>
                  <a:cubicBezTo>
                    <a:pt x="506176" y="452228"/>
                    <a:pt x="506176" y="452228"/>
                    <a:pt x="507807" y="450618"/>
                  </a:cubicBezTo>
                  <a:cubicBezTo>
                    <a:pt x="509437" y="449007"/>
                    <a:pt x="512698" y="447397"/>
                    <a:pt x="512698" y="447397"/>
                  </a:cubicBezTo>
                  <a:cubicBezTo>
                    <a:pt x="512698" y="447397"/>
                    <a:pt x="515959" y="444176"/>
                    <a:pt x="512698" y="444176"/>
                  </a:cubicBezTo>
                  <a:cubicBezTo>
                    <a:pt x="509437" y="444176"/>
                    <a:pt x="507807" y="442565"/>
                    <a:pt x="507807" y="442565"/>
                  </a:cubicBezTo>
                  <a:cubicBezTo>
                    <a:pt x="507807" y="442565"/>
                    <a:pt x="509437" y="440955"/>
                    <a:pt x="511068" y="439344"/>
                  </a:cubicBezTo>
                  <a:cubicBezTo>
                    <a:pt x="512698" y="437734"/>
                    <a:pt x="514328" y="437734"/>
                    <a:pt x="515959" y="434513"/>
                  </a:cubicBezTo>
                  <a:cubicBezTo>
                    <a:pt x="515959" y="432902"/>
                    <a:pt x="517589" y="432902"/>
                    <a:pt x="517589" y="429681"/>
                  </a:cubicBezTo>
                  <a:cubicBezTo>
                    <a:pt x="517589" y="428071"/>
                    <a:pt x="517589" y="426460"/>
                    <a:pt x="519220" y="426460"/>
                  </a:cubicBezTo>
                  <a:cubicBezTo>
                    <a:pt x="519220" y="426460"/>
                    <a:pt x="519220" y="426460"/>
                    <a:pt x="522481" y="421629"/>
                  </a:cubicBezTo>
                  <a:cubicBezTo>
                    <a:pt x="522481" y="421629"/>
                    <a:pt x="522481" y="421629"/>
                    <a:pt x="527372" y="416797"/>
                  </a:cubicBezTo>
                  <a:cubicBezTo>
                    <a:pt x="527372" y="416797"/>
                    <a:pt x="529002" y="413576"/>
                    <a:pt x="527372" y="411966"/>
                  </a:cubicBezTo>
                  <a:cubicBezTo>
                    <a:pt x="527372" y="410355"/>
                    <a:pt x="527372" y="408745"/>
                    <a:pt x="529002" y="407134"/>
                  </a:cubicBezTo>
                  <a:cubicBezTo>
                    <a:pt x="532263" y="403913"/>
                    <a:pt x="532263" y="400692"/>
                    <a:pt x="535524" y="397471"/>
                  </a:cubicBezTo>
                  <a:cubicBezTo>
                    <a:pt x="537154" y="394250"/>
                    <a:pt x="538785" y="394250"/>
                    <a:pt x="540415" y="392640"/>
                  </a:cubicBezTo>
                  <a:cubicBezTo>
                    <a:pt x="540415" y="389419"/>
                    <a:pt x="546937" y="387808"/>
                    <a:pt x="546937" y="386198"/>
                  </a:cubicBezTo>
                  <a:cubicBezTo>
                    <a:pt x="548567" y="382977"/>
                    <a:pt x="548567" y="378145"/>
                    <a:pt x="551828" y="376535"/>
                  </a:cubicBezTo>
                  <a:cubicBezTo>
                    <a:pt x="555089" y="374924"/>
                    <a:pt x="555089" y="373314"/>
                    <a:pt x="558349" y="373314"/>
                  </a:cubicBezTo>
                  <a:cubicBezTo>
                    <a:pt x="561610" y="373314"/>
                    <a:pt x="559980" y="373314"/>
                    <a:pt x="564871" y="373314"/>
                  </a:cubicBezTo>
                  <a:cubicBezTo>
                    <a:pt x="569762" y="371703"/>
                    <a:pt x="566501" y="371703"/>
                    <a:pt x="569762" y="371703"/>
                  </a:cubicBezTo>
                  <a:close/>
                  <a:moveTo>
                    <a:pt x="142510" y="98653"/>
                  </a:moveTo>
                  <a:cubicBezTo>
                    <a:pt x="144098" y="100240"/>
                    <a:pt x="142510" y="103415"/>
                    <a:pt x="140923" y="108178"/>
                  </a:cubicBezTo>
                  <a:cubicBezTo>
                    <a:pt x="139335" y="111353"/>
                    <a:pt x="137748" y="114528"/>
                    <a:pt x="136160" y="119290"/>
                  </a:cubicBezTo>
                  <a:cubicBezTo>
                    <a:pt x="132985" y="124053"/>
                    <a:pt x="132985" y="120878"/>
                    <a:pt x="129810" y="116115"/>
                  </a:cubicBezTo>
                  <a:cubicBezTo>
                    <a:pt x="126635" y="112940"/>
                    <a:pt x="126635" y="112940"/>
                    <a:pt x="126635" y="108178"/>
                  </a:cubicBezTo>
                  <a:cubicBezTo>
                    <a:pt x="126635" y="103415"/>
                    <a:pt x="126635" y="101828"/>
                    <a:pt x="129810" y="100240"/>
                  </a:cubicBezTo>
                  <a:cubicBezTo>
                    <a:pt x="136160" y="97065"/>
                    <a:pt x="139335" y="97065"/>
                    <a:pt x="142510" y="98653"/>
                  </a:cubicBezTo>
                  <a:close/>
                  <a:moveTo>
                    <a:pt x="93100" y="82579"/>
                  </a:moveTo>
                  <a:cubicBezTo>
                    <a:pt x="93695" y="83174"/>
                    <a:pt x="94092" y="84365"/>
                    <a:pt x="96473" y="85953"/>
                  </a:cubicBezTo>
                  <a:cubicBezTo>
                    <a:pt x="101236" y="90715"/>
                    <a:pt x="91711" y="89128"/>
                    <a:pt x="88536" y="93890"/>
                  </a:cubicBezTo>
                  <a:cubicBezTo>
                    <a:pt x="85361" y="97065"/>
                    <a:pt x="83773" y="100240"/>
                    <a:pt x="79010" y="101828"/>
                  </a:cubicBezTo>
                  <a:cubicBezTo>
                    <a:pt x="72660" y="105003"/>
                    <a:pt x="74248" y="105003"/>
                    <a:pt x="67898" y="101828"/>
                  </a:cubicBezTo>
                  <a:cubicBezTo>
                    <a:pt x="61548" y="98653"/>
                    <a:pt x="61548" y="100240"/>
                    <a:pt x="61548" y="97065"/>
                  </a:cubicBezTo>
                  <a:cubicBezTo>
                    <a:pt x="61548" y="92303"/>
                    <a:pt x="66310" y="90715"/>
                    <a:pt x="67898" y="87540"/>
                  </a:cubicBezTo>
                  <a:cubicBezTo>
                    <a:pt x="71073" y="84365"/>
                    <a:pt x="74248" y="87540"/>
                    <a:pt x="75835" y="85953"/>
                  </a:cubicBezTo>
                  <a:cubicBezTo>
                    <a:pt x="75835" y="84365"/>
                    <a:pt x="83773" y="84365"/>
                    <a:pt x="88536" y="82778"/>
                  </a:cubicBezTo>
                  <a:cubicBezTo>
                    <a:pt x="91711" y="81984"/>
                    <a:pt x="92505" y="81984"/>
                    <a:pt x="93100" y="82579"/>
                  </a:cubicBezTo>
                  <a:close/>
                  <a:moveTo>
                    <a:pt x="166322" y="66903"/>
                  </a:moveTo>
                  <a:cubicBezTo>
                    <a:pt x="169497" y="66903"/>
                    <a:pt x="169497" y="68491"/>
                    <a:pt x="172672" y="70078"/>
                  </a:cubicBezTo>
                  <a:cubicBezTo>
                    <a:pt x="174260" y="71666"/>
                    <a:pt x="174260" y="73253"/>
                    <a:pt x="172672" y="76428"/>
                  </a:cubicBezTo>
                  <a:cubicBezTo>
                    <a:pt x="172672" y="81191"/>
                    <a:pt x="171085" y="78016"/>
                    <a:pt x="169497" y="78016"/>
                  </a:cubicBezTo>
                  <a:cubicBezTo>
                    <a:pt x="166322" y="76428"/>
                    <a:pt x="166322" y="76428"/>
                    <a:pt x="161560" y="74841"/>
                  </a:cubicBezTo>
                  <a:cubicBezTo>
                    <a:pt x="155210" y="74841"/>
                    <a:pt x="156797" y="71666"/>
                    <a:pt x="159972" y="70078"/>
                  </a:cubicBezTo>
                  <a:cubicBezTo>
                    <a:pt x="161560" y="68491"/>
                    <a:pt x="164735" y="68491"/>
                    <a:pt x="166322" y="66903"/>
                  </a:cubicBezTo>
                  <a:close/>
                  <a:moveTo>
                    <a:pt x="182776" y="62140"/>
                  </a:moveTo>
                  <a:cubicBezTo>
                    <a:pt x="186239" y="62140"/>
                    <a:pt x="187971" y="63728"/>
                    <a:pt x="191435" y="66903"/>
                  </a:cubicBezTo>
                  <a:cubicBezTo>
                    <a:pt x="194898" y="70078"/>
                    <a:pt x="189703" y="70078"/>
                    <a:pt x="187971" y="71665"/>
                  </a:cubicBezTo>
                  <a:cubicBezTo>
                    <a:pt x="184507" y="73253"/>
                    <a:pt x="175848" y="68490"/>
                    <a:pt x="177580" y="65315"/>
                  </a:cubicBezTo>
                  <a:cubicBezTo>
                    <a:pt x="177580" y="63728"/>
                    <a:pt x="181044" y="62140"/>
                    <a:pt x="182776" y="62140"/>
                  </a:cubicBezTo>
                  <a:close/>
                  <a:moveTo>
                    <a:pt x="30631" y="259"/>
                  </a:moveTo>
                  <a:cubicBezTo>
                    <a:pt x="37139" y="-1360"/>
                    <a:pt x="38767" y="5117"/>
                    <a:pt x="38767" y="5117"/>
                  </a:cubicBezTo>
                  <a:cubicBezTo>
                    <a:pt x="38767" y="5117"/>
                    <a:pt x="38767" y="5117"/>
                    <a:pt x="40394" y="11594"/>
                  </a:cubicBezTo>
                  <a:cubicBezTo>
                    <a:pt x="40394" y="18071"/>
                    <a:pt x="40394" y="11594"/>
                    <a:pt x="42021" y="14833"/>
                  </a:cubicBezTo>
                  <a:cubicBezTo>
                    <a:pt x="43648" y="18071"/>
                    <a:pt x="48530" y="13213"/>
                    <a:pt x="48530" y="13213"/>
                  </a:cubicBezTo>
                  <a:cubicBezTo>
                    <a:pt x="48530" y="13213"/>
                    <a:pt x="51784" y="13213"/>
                    <a:pt x="55039" y="19690"/>
                  </a:cubicBezTo>
                  <a:cubicBezTo>
                    <a:pt x="56666" y="27787"/>
                    <a:pt x="59920" y="22929"/>
                    <a:pt x="61547" y="21310"/>
                  </a:cubicBezTo>
                  <a:cubicBezTo>
                    <a:pt x="63174" y="19690"/>
                    <a:pt x="66429" y="21310"/>
                    <a:pt x="72938" y="26167"/>
                  </a:cubicBezTo>
                  <a:cubicBezTo>
                    <a:pt x="74565" y="26167"/>
                    <a:pt x="77819" y="29406"/>
                    <a:pt x="84328" y="35883"/>
                  </a:cubicBezTo>
                  <a:cubicBezTo>
                    <a:pt x="85955" y="35883"/>
                    <a:pt x="89209" y="35883"/>
                    <a:pt x="90837" y="35883"/>
                  </a:cubicBezTo>
                  <a:cubicBezTo>
                    <a:pt x="94091" y="35883"/>
                    <a:pt x="95718" y="39121"/>
                    <a:pt x="95718" y="39121"/>
                  </a:cubicBezTo>
                  <a:cubicBezTo>
                    <a:pt x="95718" y="39121"/>
                    <a:pt x="98973" y="45598"/>
                    <a:pt x="103854" y="52076"/>
                  </a:cubicBezTo>
                  <a:cubicBezTo>
                    <a:pt x="105481" y="53695"/>
                    <a:pt x="115244" y="52076"/>
                    <a:pt x="118499" y="52076"/>
                  </a:cubicBezTo>
                  <a:cubicBezTo>
                    <a:pt x="121753" y="52076"/>
                    <a:pt x="121753" y="53695"/>
                    <a:pt x="125008" y="58553"/>
                  </a:cubicBezTo>
                  <a:cubicBezTo>
                    <a:pt x="126635" y="65030"/>
                    <a:pt x="126635" y="63410"/>
                    <a:pt x="121753" y="66649"/>
                  </a:cubicBezTo>
                  <a:cubicBezTo>
                    <a:pt x="118499" y="69888"/>
                    <a:pt x="118499" y="71507"/>
                    <a:pt x="110363" y="69888"/>
                  </a:cubicBezTo>
                  <a:cubicBezTo>
                    <a:pt x="110363" y="69888"/>
                    <a:pt x="102227" y="68268"/>
                    <a:pt x="100600" y="66649"/>
                  </a:cubicBezTo>
                  <a:cubicBezTo>
                    <a:pt x="98973" y="65030"/>
                    <a:pt x="95718" y="65030"/>
                    <a:pt x="84328" y="60172"/>
                  </a:cubicBezTo>
                  <a:cubicBezTo>
                    <a:pt x="81074" y="58553"/>
                    <a:pt x="77819" y="53695"/>
                    <a:pt x="74565" y="52076"/>
                  </a:cubicBezTo>
                  <a:cubicBezTo>
                    <a:pt x="69683" y="48837"/>
                    <a:pt x="68056" y="52076"/>
                    <a:pt x="68056" y="52076"/>
                  </a:cubicBezTo>
                  <a:cubicBezTo>
                    <a:pt x="68056" y="52076"/>
                    <a:pt x="66429" y="56933"/>
                    <a:pt x="59920" y="61791"/>
                  </a:cubicBezTo>
                  <a:cubicBezTo>
                    <a:pt x="58293" y="65030"/>
                    <a:pt x="56666" y="66649"/>
                    <a:pt x="53411" y="68268"/>
                  </a:cubicBezTo>
                  <a:cubicBezTo>
                    <a:pt x="51784" y="69888"/>
                    <a:pt x="50157" y="73126"/>
                    <a:pt x="45275" y="76365"/>
                  </a:cubicBezTo>
                  <a:cubicBezTo>
                    <a:pt x="40394" y="79603"/>
                    <a:pt x="42021" y="77984"/>
                    <a:pt x="30631" y="73126"/>
                  </a:cubicBezTo>
                  <a:cubicBezTo>
                    <a:pt x="27376" y="71507"/>
                    <a:pt x="32258" y="65030"/>
                    <a:pt x="30631" y="61791"/>
                  </a:cubicBezTo>
                  <a:cubicBezTo>
                    <a:pt x="29004" y="58553"/>
                    <a:pt x="22495" y="61791"/>
                    <a:pt x="15986" y="63410"/>
                  </a:cubicBezTo>
                  <a:cubicBezTo>
                    <a:pt x="9477" y="65030"/>
                    <a:pt x="6223" y="65030"/>
                    <a:pt x="1341" y="61791"/>
                  </a:cubicBezTo>
                  <a:cubicBezTo>
                    <a:pt x="-3540" y="58553"/>
                    <a:pt x="6223" y="58553"/>
                    <a:pt x="9477" y="56933"/>
                  </a:cubicBezTo>
                  <a:cubicBezTo>
                    <a:pt x="11104" y="55314"/>
                    <a:pt x="17613" y="55314"/>
                    <a:pt x="19240" y="50456"/>
                  </a:cubicBezTo>
                  <a:cubicBezTo>
                    <a:pt x="20868" y="43979"/>
                    <a:pt x="19240" y="47218"/>
                    <a:pt x="15986" y="42360"/>
                  </a:cubicBezTo>
                  <a:cubicBezTo>
                    <a:pt x="12732" y="37502"/>
                    <a:pt x="15986" y="39121"/>
                    <a:pt x="20868" y="29406"/>
                  </a:cubicBezTo>
                  <a:cubicBezTo>
                    <a:pt x="24122" y="21310"/>
                    <a:pt x="22495" y="19690"/>
                    <a:pt x="19240" y="11594"/>
                  </a:cubicBezTo>
                  <a:cubicBezTo>
                    <a:pt x="15986" y="3498"/>
                    <a:pt x="25749" y="1878"/>
                    <a:pt x="30631" y="259"/>
                  </a:cubicBezTo>
                  <a:close/>
                </a:path>
              </a:pathLst>
            </a:custGeom>
            <a:solidFill>
              <a:schemeClr val="bg1">
                <a:lumMod val="85000"/>
              </a:schemeClr>
            </a:solidFill>
            <a:ln>
              <a:noFill/>
            </a:ln>
          </p:spPr>
          <p:txBody>
            <a:bodyPr anchor="ctr"/>
            <a:lstStyle/>
            <a:p>
              <a:pPr algn="ctr"/>
              <a:endParaRPr/>
            </a:p>
          </p:txBody>
        </p:sp>
        <p:sp>
          <p:nvSpPr>
            <p:cNvPr id="70" name="ïşļîḋé"/>
            <p:cNvSpPr/>
            <p:nvPr/>
          </p:nvSpPr>
          <p:spPr bwMode="auto">
            <a:xfrm>
              <a:off x="3940175" y="1058177"/>
              <a:ext cx="2044700" cy="800786"/>
            </a:xfrm>
            <a:custGeom>
              <a:avLst/>
              <a:gdLst>
                <a:gd name="connsiteX0" fmla="*/ 923925 w 2044700"/>
                <a:gd name="connsiteY0" fmla="*/ 572186 h 800786"/>
                <a:gd name="connsiteX1" fmla="*/ 927100 w 2044700"/>
                <a:gd name="connsiteY1" fmla="*/ 573774 h 800786"/>
                <a:gd name="connsiteX2" fmla="*/ 939800 w 2044700"/>
                <a:gd name="connsiteY2" fmla="*/ 576949 h 800786"/>
                <a:gd name="connsiteX3" fmla="*/ 941387 w 2044700"/>
                <a:gd name="connsiteY3" fmla="*/ 583299 h 800786"/>
                <a:gd name="connsiteX4" fmla="*/ 935037 w 2044700"/>
                <a:gd name="connsiteY4" fmla="*/ 583299 h 800786"/>
                <a:gd name="connsiteX5" fmla="*/ 923925 w 2044700"/>
                <a:gd name="connsiteY5" fmla="*/ 583299 h 800786"/>
                <a:gd name="connsiteX6" fmla="*/ 919162 w 2044700"/>
                <a:gd name="connsiteY6" fmla="*/ 576949 h 800786"/>
                <a:gd name="connsiteX7" fmla="*/ 919162 w 2044700"/>
                <a:gd name="connsiteY7" fmla="*/ 573774 h 800786"/>
                <a:gd name="connsiteX8" fmla="*/ 923925 w 2044700"/>
                <a:gd name="connsiteY8" fmla="*/ 572186 h 800786"/>
                <a:gd name="connsiteX9" fmla="*/ 705446 w 2044700"/>
                <a:gd name="connsiteY9" fmla="*/ 567225 h 800786"/>
                <a:gd name="connsiteX10" fmla="*/ 708025 w 2044700"/>
                <a:gd name="connsiteY10" fmla="*/ 570598 h 800786"/>
                <a:gd name="connsiteX11" fmla="*/ 706438 w 2044700"/>
                <a:gd name="connsiteY11" fmla="*/ 578536 h 800786"/>
                <a:gd name="connsiteX12" fmla="*/ 701675 w 2044700"/>
                <a:gd name="connsiteY12" fmla="*/ 581711 h 800786"/>
                <a:gd name="connsiteX13" fmla="*/ 696912 w 2044700"/>
                <a:gd name="connsiteY13" fmla="*/ 578536 h 800786"/>
                <a:gd name="connsiteX14" fmla="*/ 701675 w 2044700"/>
                <a:gd name="connsiteY14" fmla="*/ 567423 h 800786"/>
                <a:gd name="connsiteX15" fmla="*/ 705446 w 2044700"/>
                <a:gd name="connsiteY15" fmla="*/ 567225 h 800786"/>
                <a:gd name="connsiteX16" fmla="*/ 898429 w 2044700"/>
                <a:gd name="connsiteY16" fmla="*/ 567027 h 800786"/>
                <a:gd name="connsiteX17" fmla="*/ 906272 w 2044700"/>
                <a:gd name="connsiteY17" fmla="*/ 569011 h 800786"/>
                <a:gd name="connsiteX18" fmla="*/ 909574 w 2044700"/>
                <a:gd name="connsiteY18" fmla="*/ 575361 h 800786"/>
                <a:gd name="connsiteX19" fmla="*/ 907923 w 2044700"/>
                <a:gd name="connsiteY19" fmla="*/ 588061 h 800786"/>
                <a:gd name="connsiteX20" fmla="*/ 896366 w 2044700"/>
                <a:gd name="connsiteY20" fmla="*/ 597586 h 800786"/>
                <a:gd name="connsiteX21" fmla="*/ 876554 w 2044700"/>
                <a:gd name="connsiteY21" fmla="*/ 594411 h 800786"/>
                <a:gd name="connsiteX22" fmla="*/ 871601 w 2044700"/>
                <a:gd name="connsiteY22" fmla="*/ 586474 h 800786"/>
                <a:gd name="connsiteX23" fmla="*/ 876554 w 2044700"/>
                <a:gd name="connsiteY23" fmla="*/ 572186 h 800786"/>
                <a:gd name="connsiteX24" fmla="*/ 888111 w 2044700"/>
                <a:gd name="connsiteY24" fmla="*/ 567424 h 800786"/>
                <a:gd name="connsiteX25" fmla="*/ 898429 w 2044700"/>
                <a:gd name="connsiteY25" fmla="*/ 567027 h 800786"/>
                <a:gd name="connsiteX26" fmla="*/ 911226 w 2044700"/>
                <a:gd name="connsiteY26" fmla="*/ 554723 h 800786"/>
                <a:gd name="connsiteX27" fmla="*/ 909638 w 2044700"/>
                <a:gd name="connsiteY27" fmla="*/ 561073 h 800786"/>
                <a:gd name="connsiteX28" fmla="*/ 906463 w 2044700"/>
                <a:gd name="connsiteY28" fmla="*/ 557898 h 800786"/>
                <a:gd name="connsiteX29" fmla="*/ 911226 w 2044700"/>
                <a:gd name="connsiteY29" fmla="*/ 554723 h 800786"/>
                <a:gd name="connsiteX30" fmla="*/ 1327156 w 2044700"/>
                <a:gd name="connsiteY30" fmla="*/ 552144 h 800786"/>
                <a:gd name="connsiteX31" fmla="*/ 1331446 w 2044700"/>
                <a:gd name="connsiteY31" fmla="*/ 554724 h 800786"/>
                <a:gd name="connsiteX32" fmla="*/ 1337983 w 2044700"/>
                <a:gd name="connsiteY32" fmla="*/ 556311 h 800786"/>
                <a:gd name="connsiteX33" fmla="*/ 1341251 w 2044700"/>
                <a:gd name="connsiteY33" fmla="*/ 562661 h 800786"/>
                <a:gd name="connsiteX34" fmla="*/ 1337983 w 2044700"/>
                <a:gd name="connsiteY34" fmla="*/ 565836 h 800786"/>
                <a:gd name="connsiteX35" fmla="*/ 1324909 w 2044700"/>
                <a:gd name="connsiteY35" fmla="*/ 569011 h 800786"/>
                <a:gd name="connsiteX36" fmla="*/ 1336349 w 2044700"/>
                <a:gd name="connsiteY36" fmla="*/ 570599 h 800786"/>
                <a:gd name="connsiteX37" fmla="*/ 1344520 w 2044700"/>
                <a:gd name="connsiteY37" fmla="*/ 572186 h 800786"/>
                <a:gd name="connsiteX38" fmla="*/ 1346154 w 2044700"/>
                <a:gd name="connsiteY38" fmla="*/ 576949 h 800786"/>
                <a:gd name="connsiteX39" fmla="*/ 1337983 w 2044700"/>
                <a:gd name="connsiteY39" fmla="*/ 580124 h 800786"/>
                <a:gd name="connsiteX40" fmla="*/ 1331446 w 2044700"/>
                <a:gd name="connsiteY40" fmla="*/ 576949 h 800786"/>
                <a:gd name="connsiteX41" fmla="*/ 1324909 w 2044700"/>
                <a:gd name="connsiteY41" fmla="*/ 580124 h 800786"/>
                <a:gd name="connsiteX42" fmla="*/ 1318372 w 2044700"/>
                <a:gd name="connsiteY42" fmla="*/ 578536 h 800786"/>
                <a:gd name="connsiteX43" fmla="*/ 1311835 w 2044700"/>
                <a:gd name="connsiteY43" fmla="*/ 580124 h 800786"/>
                <a:gd name="connsiteX44" fmla="*/ 1297127 w 2044700"/>
                <a:gd name="connsiteY44" fmla="*/ 584886 h 800786"/>
                <a:gd name="connsiteX45" fmla="*/ 1298762 w 2044700"/>
                <a:gd name="connsiteY45" fmla="*/ 578536 h 800786"/>
                <a:gd name="connsiteX46" fmla="*/ 1305298 w 2044700"/>
                <a:gd name="connsiteY46" fmla="*/ 575361 h 800786"/>
                <a:gd name="connsiteX47" fmla="*/ 1315104 w 2044700"/>
                <a:gd name="connsiteY47" fmla="*/ 570599 h 800786"/>
                <a:gd name="connsiteX48" fmla="*/ 1318372 w 2044700"/>
                <a:gd name="connsiteY48" fmla="*/ 567424 h 800786"/>
                <a:gd name="connsiteX49" fmla="*/ 1308567 w 2044700"/>
                <a:gd name="connsiteY49" fmla="*/ 564249 h 800786"/>
                <a:gd name="connsiteX50" fmla="*/ 1316738 w 2044700"/>
                <a:gd name="connsiteY50" fmla="*/ 561074 h 800786"/>
                <a:gd name="connsiteX51" fmla="*/ 1320006 w 2044700"/>
                <a:gd name="connsiteY51" fmla="*/ 556311 h 800786"/>
                <a:gd name="connsiteX52" fmla="*/ 1316738 w 2044700"/>
                <a:gd name="connsiteY52" fmla="*/ 553136 h 800786"/>
                <a:gd name="connsiteX53" fmla="*/ 1327156 w 2044700"/>
                <a:gd name="connsiteY53" fmla="*/ 552144 h 800786"/>
                <a:gd name="connsiteX54" fmla="*/ 850107 w 2044700"/>
                <a:gd name="connsiteY54" fmla="*/ 533061 h 800786"/>
                <a:gd name="connsiteX55" fmla="*/ 854076 w 2044700"/>
                <a:gd name="connsiteY55" fmla="*/ 534351 h 800786"/>
                <a:gd name="connsiteX56" fmla="*/ 852488 w 2044700"/>
                <a:gd name="connsiteY56" fmla="*/ 539510 h 800786"/>
                <a:gd name="connsiteX57" fmla="*/ 842963 w 2044700"/>
                <a:gd name="connsiteY57" fmla="*/ 548109 h 800786"/>
                <a:gd name="connsiteX58" fmla="*/ 836613 w 2044700"/>
                <a:gd name="connsiteY58" fmla="*/ 551549 h 800786"/>
                <a:gd name="connsiteX59" fmla="*/ 835025 w 2044700"/>
                <a:gd name="connsiteY59" fmla="*/ 546390 h 800786"/>
                <a:gd name="connsiteX60" fmla="*/ 846138 w 2044700"/>
                <a:gd name="connsiteY60" fmla="*/ 534351 h 800786"/>
                <a:gd name="connsiteX61" fmla="*/ 850107 w 2044700"/>
                <a:gd name="connsiteY61" fmla="*/ 533061 h 800786"/>
                <a:gd name="connsiteX62" fmla="*/ 871970 w 2044700"/>
                <a:gd name="connsiteY62" fmla="*/ 530911 h 800786"/>
                <a:gd name="connsiteX63" fmla="*/ 882361 w 2044700"/>
                <a:gd name="connsiteY63" fmla="*/ 535673 h 800786"/>
                <a:gd name="connsiteX64" fmla="*/ 877166 w 2044700"/>
                <a:gd name="connsiteY64" fmla="*/ 540436 h 800786"/>
                <a:gd name="connsiteX65" fmla="*/ 868507 w 2044700"/>
                <a:gd name="connsiteY65" fmla="*/ 538848 h 800786"/>
                <a:gd name="connsiteX66" fmla="*/ 871970 w 2044700"/>
                <a:gd name="connsiteY66" fmla="*/ 530911 h 800786"/>
                <a:gd name="connsiteX67" fmla="*/ 854075 w 2044700"/>
                <a:gd name="connsiteY67" fmla="*/ 519799 h 800786"/>
                <a:gd name="connsiteX68" fmla="*/ 858838 w 2044700"/>
                <a:gd name="connsiteY68" fmla="*/ 524561 h 800786"/>
                <a:gd name="connsiteX69" fmla="*/ 852488 w 2044700"/>
                <a:gd name="connsiteY69" fmla="*/ 529324 h 800786"/>
                <a:gd name="connsiteX70" fmla="*/ 846138 w 2044700"/>
                <a:gd name="connsiteY70" fmla="*/ 527736 h 800786"/>
                <a:gd name="connsiteX71" fmla="*/ 854075 w 2044700"/>
                <a:gd name="connsiteY71" fmla="*/ 519799 h 800786"/>
                <a:gd name="connsiteX72" fmla="*/ 499038 w 2044700"/>
                <a:gd name="connsiteY72" fmla="*/ 518211 h 800786"/>
                <a:gd name="connsiteX73" fmla="*/ 503899 w 2044700"/>
                <a:gd name="connsiteY73" fmla="*/ 518211 h 800786"/>
                <a:gd name="connsiteX74" fmla="*/ 508761 w 2044700"/>
                <a:gd name="connsiteY74" fmla="*/ 519857 h 800786"/>
                <a:gd name="connsiteX75" fmla="*/ 515244 w 2044700"/>
                <a:gd name="connsiteY75" fmla="*/ 523150 h 800786"/>
                <a:gd name="connsiteX76" fmla="*/ 518485 w 2044700"/>
                <a:gd name="connsiteY76" fmla="*/ 526443 h 800786"/>
                <a:gd name="connsiteX77" fmla="*/ 523346 w 2044700"/>
                <a:gd name="connsiteY77" fmla="*/ 528089 h 800786"/>
                <a:gd name="connsiteX78" fmla="*/ 524967 w 2044700"/>
                <a:gd name="connsiteY78" fmla="*/ 528089 h 800786"/>
                <a:gd name="connsiteX79" fmla="*/ 526588 w 2044700"/>
                <a:gd name="connsiteY79" fmla="*/ 528089 h 800786"/>
                <a:gd name="connsiteX80" fmla="*/ 531449 w 2044700"/>
                <a:gd name="connsiteY80" fmla="*/ 526443 h 800786"/>
                <a:gd name="connsiteX81" fmla="*/ 537932 w 2044700"/>
                <a:gd name="connsiteY81" fmla="*/ 526443 h 800786"/>
                <a:gd name="connsiteX82" fmla="*/ 542793 w 2044700"/>
                <a:gd name="connsiteY82" fmla="*/ 526443 h 800786"/>
                <a:gd name="connsiteX83" fmla="*/ 547655 w 2044700"/>
                <a:gd name="connsiteY83" fmla="*/ 528089 h 800786"/>
                <a:gd name="connsiteX84" fmla="*/ 547655 w 2044700"/>
                <a:gd name="connsiteY84" fmla="*/ 531381 h 800786"/>
                <a:gd name="connsiteX85" fmla="*/ 546035 w 2044700"/>
                <a:gd name="connsiteY85" fmla="*/ 534674 h 800786"/>
                <a:gd name="connsiteX86" fmla="*/ 541173 w 2044700"/>
                <a:gd name="connsiteY86" fmla="*/ 537967 h 800786"/>
                <a:gd name="connsiteX87" fmla="*/ 537932 w 2044700"/>
                <a:gd name="connsiteY87" fmla="*/ 533028 h 800786"/>
                <a:gd name="connsiteX88" fmla="*/ 534691 w 2044700"/>
                <a:gd name="connsiteY88" fmla="*/ 533028 h 800786"/>
                <a:gd name="connsiteX89" fmla="*/ 533070 w 2044700"/>
                <a:gd name="connsiteY89" fmla="*/ 539613 h 800786"/>
                <a:gd name="connsiteX90" fmla="*/ 536311 w 2044700"/>
                <a:gd name="connsiteY90" fmla="*/ 542906 h 800786"/>
                <a:gd name="connsiteX91" fmla="*/ 541173 w 2044700"/>
                <a:gd name="connsiteY91" fmla="*/ 544552 h 800786"/>
                <a:gd name="connsiteX92" fmla="*/ 542793 w 2044700"/>
                <a:gd name="connsiteY92" fmla="*/ 547844 h 800786"/>
                <a:gd name="connsiteX93" fmla="*/ 547655 w 2044700"/>
                <a:gd name="connsiteY93" fmla="*/ 547844 h 800786"/>
                <a:gd name="connsiteX94" fmla="*/ 549276 w 2044700"/>
                <a:gd name="connsiteY94" fmla="*/ 552783 h 800786"/>
                <a:gd name="connsiteX95" fmla="*/ 547655 w 2044700"/>
                <a:gd name="connsiteY95" fmla="*/ 554430 h 800786"/>
                <a:gd name="connsiteX96" fmla="*/ 544414 w 2044700"/>
                <a:gd name="connsiteY96" fmla="*/ 554430 h 800786"/>
                <a:gd name="connsiteX97" fmla="*/ 536311 w 2044700"/>
                <a:gd name="connsiteY97" fmla="*/ 557722 h 800786"/>
                <a:gd name="connsiteX98" fmla="*/ 534691 w 2044700"/>
                <a:gd name="connsiteY98" fmla="*/ 561015 h 800786"/>
                <a:gd name="connsiteX99" fmla="*/ 529829 w 2044700"/>
                <a:gd name="connsiteY99" fmla="*/ 562661 h 800786"/>
                <a:gd name="connsiteX100" fmla="*/ 524967 w 2044700"/>
                <a:gd name="connsiteY100" fmla="*/ 561015 h 800786"/>
                <a:gd name="connsiteX101" fmla="*/ 521726 w 2044700"/>
                <a:gd name="connsiteY101" fmla="*/ 561015 h 800786"/>
                <a:gd name="connsiteX102" fmla="*/ 516864 w 2044700"/>
                <a:gd name="connsiteY102" fmla="*/ 557722 h 800786"/>
                <a:gd name="connsiteX103" fmla="*/ 510382 w 2044700"/>
                <a:gd name="connsiteY103" fmla="*/ 557722 h 800786"/>
                <a:gd name="connsiteX104" fmla="*/ 507141 w 2044700"/>
                <a:gd name="connsiteY104" fmla="*/ 556076 h 800786"/>
                <a:gd name="connsiteX105" fmla="*/ 502279 w 2044700"/>
                <a:gd name="connsiteY105" fmla="*/ 554430 h 800786"/>
                <a:gd name="connsiteX106" fmla="*/ 499038 w 2044700"/>
                <a:gd name="connsiteY106" fmla="*/ 554430 h 800786"/>
                <a:gd name="connsiteX107" fmla="*/ 490935 w 2044700"/>
                <a:gd name="connsiteY107" fmla="*/ 554430 h 800786"/>
                <a:gd name="connsiteX108" fmla="*/ 490935 w 2044700"/>
                <a:gd name="connsiteY108" fmla="*/ 549491 h 800786"/>
                <a:gd name="connsiteX109" fmla="*/ 484452 w 2044700"/>
                <a:gd name="connsiteY109" fmla="*/ 549491 h 800786"/>
                <a:gd name="connsiteX110" fmla="*/ 476350 w 2044700"/>
                <a:gd name="connsiteY110" fmla="*/ 549491 h 800786"/>
                <a:gd name="connsiteX111" fmla="*/ 473108 w 2044700"/>
                <a:gd name="connsiteY111" fmla="*/ 547844 h 800786"/>
                <a:gd name="connsiteX112" fmla="*/ 474729 w 2044700"/>
                <a:gd name="connsiteY112" fmla="*/ 542906 h 800786"/>
                <a:gd name="connsiteX113" fmla="*/ 476350 w 2044700"/>
                <a:gd name="connsiteY113" fmla="*/ 539613 h 800786"/>
                <a:gd name="connsiteX114" fmla="*/ 481211 w 2044700"/>
                <a:gd name="connsiteY114" fmla="*/ 541259 h 800786"/>
                <a:gd name="connsiteX115" fmla="*/ 486073 w 2044700"/>
                <a:gd name="connsiteY115" fmla="*/ 541259 h 800786"/>
                <a:gd name="connsiteX116" fmla="*/ 487694 w 2044700"/>
                <a:gd name="connsiteY116" fmla="*/ 537967 h 800786"/>
                <a:gd name="connsiteX117" fmla="*/ 490935 w 2044700"/>
                <a:gd name="connsiteY117" fmla="*/ 536320 h 800786"/>
                <a:gd name="connsiteX118" fmla="*/ 492555 w 2044700"/>
                <a:gd name="connsiteY118" fmla="*/ 533028 h 800786"/>
                <a:gd name="connsiteX119" fmla="*/ 492555 w 2044700"/>
                <a:gd name="connsiteY119" fmla="*/ 531381 h 800786"/>
                <a:gd name="connsiteX120" fmla="*/ 494176 w 2044700"/>
                <a:gd name="connsiteY120" fmla="*/ 526443 h 800786"/>
                <a:gd name="connsiteX121" fmla="*/ 495797 w 2044700"/>
                <a:gd name="connsiteY121" fmla="*/ 521504 h 800786"/>
                <a:gd name="connsiteX122" fmla="*/ 499038 w 2044700"/>
                <a:gd name="connsiteY122" fmla="*/ 518211 h 800786"/>
                <a:gd name="connsiteX123" fmla="*/ 822325 w 2044700"/>
                <a:gd name="connsiteY123" fmla="*/ 518211 h 800786"/>
                <a:gd name="connsiteX124" fmla="*/ 831850 w 2044700"/>
                <a:gd name="connsiteY124" fmla="*/ 521386 h 800786"/>
                <a:gd name="connsiteX125" fmla="*/ 831850 w 2044700"/>
                <a:gd name="connsiteY125" fmla="*/ 524561 h 800786"/>
                <a:gd name="connsiteX126" fmla="*/ 822325 w 2044700"/>
                <a:gd name="connsiteY126" fmla="*/ 529323 h 800786"/>
                <a:gd name="connsiteX127" fmla="*/ 814387 w 2044700"/>
                <a:gd name="connsiteY127" fmla="*/ 524561 h 800786"/>
                <a:gd name="connsiteX128" fmla="*/ 815975 w 2044700"/>
                <a:gd name="connsiteY128" fmla="*/ 521386 h 800786"/>
                <a:gd name="connsiteX129" fmla="*/ 822325 w 2044700"/>
                <a:gd name="connsiteY129" fmla="*/ 518211 h 800786"/>
                <a:gd name="connsiteX130" fmla="*/ 696913 w 2044700"/>
                <a:gd name="connsiteY130" fmla="*/ 508686 h 800786"/>
                <a:gd name="connsiteX131" fmla="*/ 708025 w 2044700"/>
                <a:gd name="connsiteY131" fmla="*/ 513449 h 800786"/>
                <a:gd name="connsiteX132" fmla="*/ 701675 w 2044700"/>
                <a:gd name="connsiteY132" fmla="*/ 513449 h 800786"/>
                <a:gd name="connsiteX133" fmla="*/ 693738 w 2044700"/>
                <a:gd name="connsiteY133" fmla="*/ 511861 h 800786"/>
                <a:gd name="connsiteX134" fmla="*/ 696913 w 2044700"/>
                <a:gd name="connsiteY134" fmla="*/ 508686 h 800786"/>
                <a:gd name="connsiteX135" fmla="*/ 1300806 w 2044700"/>
                <a:gd name="connsiteY135" fmla="*/ 502336 h 800786"/>
                <a:gd name="connsiteX136" fmla="*/ 1310588 w 2044700"/>
                <a:gd name="connsiteY136" fmla="*/ 505511 h 800786"/>
                <a:gd name="connsiteX137" fmla="*/ 1317110 w 2044700"/>
                <a:gd name="connsiteY137" fmla="*/ 513448 h 800786"/>
                <a:gd name="connsiteX138" fmla="*/ 1333414 w 2044700"/>
                <a:gd name="connsiteY138" fmla="*/ 518211 h 800786"/>
                <a:gd name="connsiteX139" fmla="*/ 1330154 w 2044700"/>
                <a:gd name="connsiteY139" fmla="*/ 527736 h 800786"/>
                <a:gd name="connsiteX140" fmla="*/ 1323632 w 2044700"/>
                <a:gd name="connsiteY140" fmla="*/ 530911 h 800786"/>
                <a:gd name="connsiteX141" fmla="*/ 1304067 w 2044700"/>
                <a:gd name="connsiteY141" fmla="*/ 534086 h 800786"/>
                <a:gd name="connsiteX142" fmla="*/ 1292654 w 2044700"/>
                <a:gd name="connsiteY142" fmla="*/ 530911 h 800786"/>
                <a:gd name="connsiteX143" fmla="*/ 1297545 w 2044700"/>
                <a:gd name="connsiteY143" fmla="*/ 526148 h 800786"/>
                <a:gd name="connsiteX144" fmla="*/ 1284502 w 2044700"/>
                <a:gd name="connsiteY144" fmla="*/ 526148 h 800786"/>
                <a:gd name="connsiteX145" fmla="*/ 1279611 w 2044700"/>
                <a:gd name="connsiteY145" fmla="*/ 518211 h 800786"/>
                <a:gd name="connsiteX146" fmla="*/ 1287763 w 2044700"/>
                <a:gd name="connsiteY146" fmla="*/ 515036 h 800786"/>
                <a:gd name="connsiteX147" fmla="*/ 1281241 w 2044700"/>
                <a:gd name="connsiteY147" fmla="*/ 513448 h 800786"/>
                <a:gd name="connsiteX148" fmla="*/ 1279611 w 2044700"/>
                <a:gd name="connsiteY148" fmla="*/ 503923 h 800786"/>
                <a:gd name="connsiteX149" fmla="*/ 1300806 w 2044700"/>
                <a:gd name="connsiteY149" fmla="*/ 502336 h 800786"/>
                <a:gd name="connsiteX150" fmla="*/ 1335088 w 2044700"/>
                <a:gd name="connsiteY150" fmla="*/ 478523 h 800786"/>
                <a:gd name="connsiteX151" fmla="*/ 1341438 w 2044700"/>
                <a:gd name="connsiteY151" fmla="*/ 483286 h 800786"/>
                <a:gd name="connsiteX152" fmla="*/ 1335088 w 2044700"/>
                <a:gd name="connsiteY152" fmla="*/ 484873 h 800786"/>
                <a:gd name="connsiteX153" fmla="*/ 1330326 w 2044700"/>
                <a:gd name="connsiteY153" fmla="*/ 481698 h 800786"/>
                <a:gd name="connsiteX154" fmla="*/ 1335088 w 2044700"/>
                <a:gd name="connsiteY154" fmla="*/ 478523 h 800786"/>
                <a:gd name="connsiteX155" fmla="*/ 1301750 w 2044700"/>
                <a:gd name="connsiteY155" fmla="*/ 469452 h 800786"/>
                <a:gd name="connsiteX156" fmla="*/ 1304727 w 2044700"/>
                <a:gd name="connsiteY156" fmla="*/ 469452 h 800786"/>
                <a:gd name="connsiteX157" fmla="*/ 1306513 w 2044700"/>
                <a:gd name="connsiteY157" fmla="*/ 474894 h 800786"/>
                <a:gd name="connsiteX158" fmla="*/ 1301750 w 2044700"/>
                <a:gd name="connsiteY158" fmla="*/ 478523 h 800786"/>
                <a:gd name="connsiteX159" fmla="*/ 1298575 w 2044700"/>
                <a:gd name="connsiteY159" fmla="*/ 474894 h 800786"/>
                <a:gd name="connsiteX160" fmla="*/ 1301750 w 2044700"/>
                <a:gd name="connsiteY160" fmla="*/ 469452 h 800786"/>
                <a:gd name="connsiteX161" fmla="*/ 1316038 w 2044700"/>
                <a:gd name="connsiteY161" fmla="*/ 466088 h 800786"/>
                <a:gd name="connsiteX162" fmla="*/ 1319213 w 2044700"/>
                <a:gd name="connsiteY162" fmla="*/ 467940 h 800786"/>
                <a:gd name="connsiteX163" fmla="*/ 1317625 w 2044700"/>
                <a:gd name="connsiteY163" fmla="*/ 473497 h 800786"/>
                <a:gd name="connsiteX164" fmla="*/ 1311275 w 2044700"/>
                <a:gd name="connsiteY164" fmla="*/ 473497 h 800786"/>
                <a:gd name="connsiteX165" fmla="*/ 1311275 w 2044700"/>
                <a:gd name="connsiteY165" fmla="*/ 467940 h 800786"/>
                <a:gd name="connsiteX166" fmla="*/ 1316038 w 2044700"/>
                <a:gd name="connsiteY166" fmla="*/ 466088 h 800786"/>
                <a:gd name="connsiteX167" fmla="*/ 1319212 w 2044700"/>
                <a:gd name="connsiteY167" fmla="*/ 462648 h 800786"/>
                <a:gd name="connsiteX168" fmla="*/ 1327150 w 2044700"/>
                <a:gd name="connsiteY168" fmla="*/ 466352 h 800786"/>
                <a:gd name="connsiteX169" fmla="*/ 1328738 w 2044700"/>
                <a:gd name="connsiteY169" fmla="*/ 468204 h 800786"/>
                <a:gd name="connsiteX170" fmla="*/ 1325563 w 2044700"/>
                <a:gd name="connsiteY170" fmla="*/ 471909 h 800786"/>
                <a:gd name="connsiteX171" fmla="*/ 1322387 w 2044700"/>
                <a:gd name="connsiteY171" fmla="*/ 466352 h 800786"/>
                <a:gd name="connsiteX172" fmla="*/ 1319212 w 2044700"/>
                <a:gd name="connsiteY172" fmla="*/ 462648 h 800786"/>
                <a:gd name="connsiteX173" fmla="*/ 1308100 w 2044700"/>
                <a:gd name="connsiteY173" fmla="*/ 456298 h 800786"/>
                <a:gd name="connsiteX174" fmla="*/ 1309687 w 2044700"/>
                <a:gd name="connsiteY174" fmla="*/ 461061 h 800786"/>
                <a:gd name="connsiteX175" fmla="*/ 1304925 w 2044700"/>
                <a:gd name="connsiteY175" fmla="*/ 457886 h 800786"/>
                <a:gd name="connsiteX176" fmla="*/ 1308100 w 2044700"/>
                <a:gd name="connsiteY176" fmla="*/ 456298 h 800786"/>
                <a:gd name="connsiteX177" fmla="*/ 1279526 w 2044700"/>
                <a:gd name="connsiteY177" fmla="*/ 429310 h 800786"/>
                <a:gd name="connsiteX178" fmla="*/ 1279526 w 2044700"/>
                <a:gd name="connsiteY178" fmla="*/ 434073 h 800786"/>
                <a:gd name="connsiteX179" fmla="*/ 1276351 w 2044700"/>
                <a:gd name="connsiteY179" fmla="*/ 442011 h 800786"/>
                <a:gd name="connsiteX180" fmla="*/ 1273176 w 2044700"/>
                <a:gd name="connsiteY180" fmla="*/ 442011 h 800786"/>
                <a:gd name="connsiteX181" fmla="*/ 1266825 w 2044700"/>
                <a:gd name="connsiteY181" fmla="*/ 442011 h 800786"/>
                <a:gd name="connsiteX182" fmla="*/ 1265238 w 2044700"/>
                <a:gd name="connsiteY182" fmla="*/ 437248 h 800786"/>
                <a:gd name="connsiteX183" fmla="*/ 1273176 w 2044700"/>
                <a:gd name="connsiteY183" fmla="*/ 435661 h 800786"/>
                <a:gd name="connsiteX184" fmla="*/ 1268413 w 2044700"/>
                <a:gd name="connsiteY184" fmla="*/ 434073 h 800786"/>
                <a:gd name="connsiteX185" fmla="*/ 1270000 w 2044700"/>
                <a:gd name="connsiteY185" fmla="*/ 430898 h 800786"/>
                <a:gd name="connsiteX186" fmla="*/ 1279526 w 2044700"/>
                <a:gd name="connsiteY186" fmla="*/ 429310 h 800786"/>
                <a:gd name="connsiteX187" fmla="*/ 1833944 w 2044700"/>
                <a:gd name="connsiteY187" fmla="*/ 419786 h 800786"/>
                <a:gd name="connsiteX188" fmla="*/ 1838897 w 2044700"/>
                <a:gd name="connsiteY188" fmla="*/ 421373 h 800786"/>
                <a:gd name="connsiteX189" fmla="*/ 1847152 w 2044700"/>
                <a:gd name="connsiteY189" fmla="*/ 424548 h 800786"/>
                <a:gd name="connsiteX190" fmla="*/ 1853756 w 2044700"/>
                <a:gd name="connsiteY190" fmla="*/ 426136 h 800786"/>
                <a:gd name="connsiteX191" fmla="*/ 1860360 w 2044700"/>
                <a:gd name="connsiteY191" fmla="*/ 427723 h 800786"/>
                <a:gd name="connsiteX192" fmla="*/ 1863662 w 2044700"/>
                <a:gd name="connsiteY192" fmla="*/ 432486 h 800786"/>
                <a:gd name="connsiteX193" fmla="*/ 1862011 w 2044700"/>
                <a:gd name="connsiteY193" fmla="*/ 435661 h 800786"/>
                <a:gd name="connsiteX194" fmla="*/ 1865313 w 2044700"/>
                <a:gd name="connsiteY194" fmla="*/ 442011 h 800786"/>
                <a:gd name="connsiteX195" fmla="*/ 1855407 w 2044700"/>
                <a:gd name="connsiteY195" fmla="*/ 442011 h 800786"/>
                <a:gd name="connsiteX196" fmla="*/ 1847152 w 2044700"/>
                <a:gd name="connsiteY196" fmla="*/ 437248 h 800786"/>
                <a:gd name="connsiteX197" fmla="*/ 1840548 w 2044700"/>
                <a:gd name="connsiteY197" fmla="*/ 432486 h 800786"/>
                <a:gd name="connsiteX198" fmla="*/ 1835595 w 2044700"/>
                <a:gd name="connsiteY198" fmla="*/ 432486 h 800786"/>
                <a:gd name="connsiteX199" fmla="*/ 1827340 w 2044700"/>
                <a:gd name="connsiteY199" fmla="*/ 426136 h 800786"/>
                <a:gd name="connsiteX200" fmla="*/ 1828991 w 2044700"/>
                <a:gd name="connsiteY200" fmla="*/ 421373 h 800786"/>
                <a:gd name="connsiteX201" fmla="*/ 1833944 w 2044700"/>
                <a:gd name="connsiteY201" fmla="*/ 419786 h 800786"/>
                <a:gd name="connsiteX202" fmla="*/ 1263650 w 2044700"/>
                <a:gd name="connsiteY202" fmla="*/ 419786 h 800786"/>
                <a:gd name="connsiteX203" fmla="*/ 1274763 w 2044700"/>
                <a:gd name="connsiteY203" fmla="*/ 422961 h 800786"/>
                <a:gd name="connsiteX204" fmla="*/ 1266825 w 2044700"/>
                <a:gd name="connsiteY204" fmla="*/ 424548 h 800786"/>
                <a:gd name="connsiteX205" fmla="*/ 1257300 w 2044700"/>
                <a:gd name="connsiteY205" fmla="*/ 422961 h 800786"/>
                <a:gd name="connsiteX206" fmla="*/ 1263650 w 2044700"/>
                <a:gd name="connsiteY206" fmla="*/ 419786 h 800786"/>
                <a:gd name="connsiteX207" fmla="*/ 1830541 w 2044700"/>
                <a:gd name="connsiteY207" fmla="*/ 410261 h 800786"/>
                <a:gd name="connsiteX208" fmla="*/ 1835458 w 2044700"/>
                <a:gd name="connsiteY208" fmla="*/ 410261 h 800786"/>
                <a:gd name="connsiteX209" fmla="*/ 1845290 w 2044700"/>
                <a:gd name="connsiteY209" fmla="*/ 410261 h 800786"/>
                <a:gd name="connsiteX210" fmla="*/ 1851845 w 2044700"/>
                <a:gd name="connsiteY210" fmla="*/ 413436 h 800786"/>
                <a:gd name="connsiteX211" fmla="*/ 1871509 w 2044700"/>
                <a:gd name="connsiteY211" fmla="*/ 419786 h 800786"/>
                <a:gd name="connsiteX212" fmla="*/ 1869870 w 2044700"/>
                <a:gd name="connsiteY212" fmla="*/ 424548 h 800786"/>
                <a:gd name="connsiteX213" fmla="*/ 1858399 w 2044700"/>
                <a:gd name="connsiteY213" fmla="*/ 424548 h 800786"/>
                <a:gd name="connsiteX214" fmla="*/ 1850206 w 2044700"/>
                <a:gd name="connsiteY214" fmla="*/ 424548 h 800786"/>
                <a:gd name="connsiteX215" fmla="*/ 1843651 w 2044700"/>
                <a:gd name="connsiteY215" fmla="*/ 422961 h 800786"/>
                <a:gd name="connsiteX216" fmla="*/ 1835458 w 2044700"/>
                <a:gd name="connsiteY216" fmla="*/ 418198 h 800786"/>
                <a:gd name="connsiteX217" fmla="*/ 1828903 w 2044700"/>
                <a:gd name="connsiteY217" fmla="*/ 415023 h 800786"/>
                <a:gd name="connsiteX218" fmla="*/ 1830541 w 2044700"/>
                <a:gd name="connsiteY218" fmla="*/ 410261 h 800786"/>
                <a:gd name="connsiteX219" fmla="*/ 817990 w 2044700"/>
                <a:gd name="connsiteY219" fmla="*/ 389692 h 800786"/>
                <a:gd name="connsiteX220" fmla="*/ 821287 w 2044700"/>
                <a:gd name="connsiteY220" fmla="*/ 393006 h 800786"/>
                <a:gd name="connsiteX221" fmla="*/ 824584 w 2044700"/>
                <a:gd name="connsiteY221" fmla="*/ 391349 h 800786"/>
                <a:gd name="connsiteX222" fmla="*/ 827881 w 2044700"/>
                <a:gd name="connsiteY222" fmla="*/ 391349 h 800786"/>
                <a:gd name="connsiteX223" fmla="*/ 832827 w 2044700"/>
                <a:gd name="connsiteY223" fmla="*/ 394662 h 800786"/>
                <a:gd name="connsiteX224" fmla="*/ 839421 w 2044700"/>
                <a:gd name="connsiteY224" fmla="*/ 393006 h 800786"/>
                <a:gd name="connsiteX225" fmla="*/ 842718 w 2044700"/>
                <a:gd name="connsiteY225" fmla="*/ 393006 h 800786"/>
                <a:gd name="connsiteX226" fmla="*/ 847664 w 2044700"/>
                <a:gd name="connsiteY226" fmla="*/ 391349 h 800786"/>
                <a:gd name="connsiteX227" fmla="*/ 854258 w 2044700"/>
                <a:gd name="connsiteY227" fmla="*/ 394662 h 800786"/>
                <a:gd name="connsiteX228" fmla="*/ 859204 w 2044700"/>
                <a:gd name="connsiteY228" fmla="*/ 394662 h 800786"/>
                <a:gd name="connsiteX229" fmla="*/ 864149 w 2044700"/>
                <a:gd name="connsiteY229" fmla="*/ 394662 h 800786"/>
                <a:gd name="connsiteX230" fmla="*/ 869095 w 2044700"/>
                <a:gd name="connsiteY230" fmla="*/ 397975 h 800786"/>
                <a:gd name="connsiteX231" fmla="*/ 874041 w 2044700"/>
                <a:gd name="connsiteY231" fmla="*/ 399632 h 800786"/>
                <a:gd name="connsiteX232" fmla="*/ 878986 w 2044700"/>
                <a:gd name="connsiteY232" fmla="*/ 402945 h 800786"/>
                <a:gd name="connsiteX233" fmla="*/ 882283 w 2044700"/>
                <a:gd name="connsiteY233" fmla="*/ 404601 h 800786"/>
                <a:gd name="connsiteX234" fmla="*/ 885581 w 2044700"/>
                <a:gd name="connsiteY234" fmla="*/ 407914 h 800786"/>
                <a:gd name="connsiteX235" fmla="*/ 887229 w 2044700"/>
                <a:gd name="connsiteY235" fmla="*/ 414540 h 800786"/>
                <a:gd name="connsiteX236" fmla="*/ 892175 w 2044700"/>
                <a:gd name="connsiteY236" fmla="*/ 421166 h 800786"/>
                <a:gd name="connsiteX237" fmla="*/ 887229 w 2044700"/>
                <a:gd name="connsiteY237" fmla="*/ 422823 h 800786"/>
                <a:gd name="connsiteX238" fmla="*/ 874041 w 2044700"/>
                <a:gd name="connsiteY238" fmla="*/ 419510 h 800786"/>
                <a:gd name="connsiteX239" fmla="*/ 867446 w 2044700"/>
                <a:gd name="connsiteY239" fmla="*/ 419510 h 800786"/>
                <a:gd name="connsiteX240" fmla="*/ 864149 w 2044700"/>
                <a:gd name="connsiteY240" fmla="*/ 417853 h 800786"/>
                <a:gd name="connsiteX241" fmla="*/ 857555 w 2044700"/>
                <a:gd name="connsiteY241" fmla="*/ 417853 h 800786"/>
                <a:gd name="connsiteX242" fmla="*/ 854258 w 2044700"/>
                <a:gd name="connsiteY242" fmla="*/ 417853 h 800786"/>
                <a:gd name="connsiteX243" fmla="*/ 846015 w 2044700"/>
                <a:gd name="connsiteY243" fmla="*/ 422823 h 800786"/>
                <a:gd name="connsiteX244" fmla="*/ 839421 w 2044700"/>
                <a:gd name="connsiteY244" fmla="*/ 424479 h 800786"/>
                <a:gd name="connsiteX245" fmla="*/ 832827 w 2044700"/>
                <a:gd name="connsiteY245" fmla="*/ 424479 h 800786"/>
                <a:gd name="connsiteX246" fmla="*/ 829530 w 2044700"/>
                <a:gd name="connsiteY246" fmla="*/ 424479 h 800786"/>
                <a:gd name="connsiteX247" fmla="*/ 826232 w 2044700"/>
                <a:gd name="connsiteY247" fmla="*/ 421166 h 800786"/>
                <a:gd name="connsiteX248" fmla="*/ 821287 w 2044700"/>
                <a:gd name="connsiteY248" fmla="*/ 417853 h 800786"/>
                <a:gd name="connsiteX249" fmla="*/ 819638 w 2044700"/>
                <a:gd name="connsiteY249" fmla="*/ 414540 h 800786"/>
                <a:gd name="connsiteX250" fmla="*/ 819638 w 2044700"/>
                <a:gd name="connsiteY250" fmla="*/ 409571 h 800786"/>
                <a:gd name="connsiteX251" fmla="*/ 816341 w 2044700"/>
                <a:gd name="connsiteY251" fmla="*/ 406258 h 800786"/>
                <a:gd name="connsiteX252" fmla="*/ 813044 w 2044700"/>
                <a:gd name="connsiteY252" fmla="*/ 404601 h 800786"/>
                <a:gd name="connsiteX253" fmla="*/ 809747 w 2044700"/>
                <a:gd name="connsiteY253" fmla="*/ 404601 h 800786"/>
                <a:gd name="connsiteX254" fmla="*/ 808098 w 2044700"/>
                <a:gd name="connsiteY254" fmla="*/ 401288 h 800786"/>
                <a:gd name="connsiteX255" fmla="*/ 806450 w 2044700"/>
                <a:gd name="connsiteY255" fmla="*/ 396319 h 800786"/>
                <a:gd name="connsiteX256" fmla="*/ 808098 w 2044700"/>
                <a:gd name="connsiteY256" fmla="*/ 391349 h 800786"/>
                <a:gd name="connsiteX257" fmla="*/ 817990 w 2044700"/>
                <a:gd name="connsiteY257" fmla="*/ 389692 h 800786"/>
                <a:gd name="connsiteX258" fmla="*/ 371195 w 2044700"/>
                <a:gd name="connsiteY258" fmla="*/ 388036 h 800786"/>
                <a:gd name="connsiteX259" fmla="*/ 379327 w 2044700"/>
                <a:gd name="connsiteY259" fmla="*/ 391300 h 800786"/>
                <a:gd name="connsiteX260" fmla="*/ 380953 w 2044700"/>
                <a:gd name="connsiteY260" fmla="*/ 392932 h 800786"/>
                <a:gd name="connsiteX261" fmla="*/ 382580 w 2044700"/>
                <a:gd name="connsiteY261" fmla="*/ 401092 h 800786"/>
                <a:gd name="connsiteX262" fmla="*/ 382580 w 2044700"/>
                <a:gd name="connsiteY262" fmla="*/ 404356 h 800786"/>
                <a:gd name="connsiteX263" fmla="*/ 377701 w 2044700"/>
                <a:gd name="connsiteY263" fmla="*/ 409252 h 800786"/>
                <a:gd name="connsiteX264" fmla="*/ 374448 w 2044700"/>
                <a:gd name="connsiteY264" fmla="*/ 415780 h 800786"/>
                <a:gd name="connsiteX265" fmla="*/ 371195 w 2044700"/>
                <a:gd name="connsiteY265" fmla="*/ 419044 h 800786"/>
                <a:gd name="connsiteX266" fmla="*/ 364689 w 2044700"/>
                <a:gd name="connsiteY266" fmla="*/ 419044 h 800786"/>
                <a:gd name="connsiteX267" fmla="*/ 366316 w 2044700"/>
                <a:gd name="connsiteY267" fmla="*/ 420676 h 800786"/>
                <a:gd name="connsiteX268" fmla="*/ 367942 w 2044700"/>
                <a:gd name="connsiteY268" fmla="*/ 425572 h 800786"/>
                <a:gd name="connsiteX269" fmla="*/ 369569 w 2044700"/>
                <a:gd name="connsiteY269" fmla="*/ 433732 h 800786"/>
                <a:gd name="connsiteX270" fmla="*/ 374448 w 2044700"/>
                <a:gd name="connsiteY270" fmla="*/ 440260 h 800786"/>
                <a:gd name="connsiteX271" fmla="*/ 376074 w 2044700"/>
                <a:gd name="connsiteY271" fmla="*/ 445156 h 800786"/>
                <a:gd name="connsiteX272" fmla="*/ 382580 w 2044700"/>
                <a:gd name="connsiteY272" fmla="*/ 453316 h 800786"/>
                <a:gd name="connsiteX273" fmla="*/ 387459 w 2044700"/>
                <a:gd name="connsiteY273" fmla="*/ 459844 h 800786"/>
                <a:gd name="connsiteX274" fmla="*/ 387459 w 2044700"/>
                <a:gd name="connsiteY274" fmla="*/ 468004 h 800786"/>
                <a:gd name="connsiteX275" fmla="*/ 384206 w 2044700"/>
                <a:gd name="connsiteY275" fmla="*/ 471268 h 800786"/>
                <a:gd name="connsiteX276" fmla="*/ 382580 w 2044700"/>
                <a:gd name="connsiteY276" fmla="*/ 477796 h 800786"/>
                <a:gd name="connsiteX277" fmla="*/ 390712 w 2044700"/>
                <a:gd name="connsiteY277" fmla="*/ 481061 h 800786"/>
                <a:gd name="connsiteX278" fmla="*/ 395591 w 2044700"/>
                <a:gd name="connsiteY278" fmla="*/ 487589 h 800786"/>
                <a:gd name="connsiteX279" fmla="*/ 400470 w 2044700"/>
                <a:gd name="connsiteY279" fmla="*/ 494117 h 800786"/>
                <a:gd name="connsiteX280" fmla="*/ 408602 w 2044700"/>
                <a:gd name="connsiteY280" fmla="*/ 490853 h 800786"/>
                <a:gd name="connsiteX281" fmla="*/ 411855 w 2044700"/>
                <a:gd name="connsiteY281" fmla="*/ 492485 h 800786"/>
                <a:gd name="connsiteX282" fmla="*/ 416735 w 2044700"/>
                <a:gd name="connsiteY282" fmla="*/ 495749 h 800786"/>
                <a:gd name="connsiteX283" fmla="*/ 421614 w 2044700"/>
                <a:gd name="connsiteY283" fmla="*/ 500645 h 800786"/>
                <a:gd name="connsiteX284" fmla="*/ 423240 w 2044700"/>
                <a:gd name="connsiteY284" fmla="*/ 503909 h 800786"/>
                <a:gd name="connsiteX285" fmla="*/ 431372 w 2044700"/>
                <a:gd name="connsiteY285" fmla="*/ 502277 h 800786"/>
                <a:gd name="connsiteX286" fmla="*/ 434625 w 2044700"/>
                <a:gd name="connsiteY286" fmla="*/ 505541 h 800786"/>
                <a:gd name="connsiteX287" fmla="*/ 436251 w 2044700"/>
                <a:gd name="connsiteY287" fmla="*/ 508805 h 800786"/>
                <a:gd name="connsiteX288" fmla="*/ 442757 w 2044700"/>
                <a:gd name="connsiteY288" fmla="*/ 508805 h 800786"/>
                <a:gd name="connsiteX289" fmla="*/ 447636 w 2044700"/>
                <a:gd name="connsiteY289" fmla="*/ 512069 h 800786"/>
                <a:gd name="connsiteX290" fmla="*/ 449263 w 2044700"/>
                <a:gd name="connsiteY290" fmla="*/ 518597 h 800786"/>
                <a:gd name="connsiteX291" fmla="*/ 447636 w 2044700"/>
                <a:gd name="connsiteY291" fmla="*/ 523493 h 800786"/>
                <a:gd name="connsiteX292" fmla="*/ 444384 w 2044700"/>
                <a:gd name="connsiteY292" fmla="*/ 523493 h 800786"/>
                <a:gd name="connsiteX293" fmla="*/ 436251 w 2044700"/>
                <a:gd name="connsiteY293" fmla="*/ 523493 h 800786"/>
                <a:gd name="connsiteX294" fmla="*/ 431372 w 2044700"/>
                <a:gd name="connsiteY294" fmla="*/ 523493 h 800786"/>
                <a:gd name="connsiteX295" fmla="*/ 429746 w 2044700"/>
                <a:gd name="connsiteY295" fmla="*/ 520229 h 800786"/>
                <a:gd name="connsiteX296" fmla="*/ 424867 w 2044700"/>
                <a:gd name="connsiteY296" fmla="*/ 520229 h 800786"/>
                <a:gd name="connsiteX297" fmla="*/ 418361 w 2044700"/>
                <a:gd name="connsiteY297" fmla="*/ 520229 h 800786"/>
                <a:gd name="connsiteX298" fmla="*/ 416735 w 2044700"/>
                <a:gd name="connsiteY298" fmla="*/ 526757 h 800786"/>
                <a:gd name="connsiteX299" fmla="*/ 416735 w 2044700"/>
                <a:gd name="connsiteY299" fmla="*/ 528389 h 800786"/>
                <a:gd name="connsiteX300" fmla="*/ 411855 w 2044700"/>
                <a:gd name="connsiteY300" fmla="*/ 528389 h 800786"/>
                <a:gd name="connsiteX301" fmla="*/ 408602 w 2044700"/>
                <a:gd name="connsiteY301" fmla="*/ 530021 h 800786"/>
                <a:gd name="connsiteX302" fmla="*/ 413482 w 2044700"/>
                <a:gd name="connsiteY302" fmla="*/ 530021 h 800786"/>
                <a:gd name="connsiteX303" fmla="*/ 411855 w 2044700"/>
                <a:gd name="connsiteY303" fmla="*/ 533285 h 800786"/>
                <a:gd name="connsiteX304" fmla="*/ 413482 w 2044700"/>
                <a:gd name="connsiteY304" fmla="*/ 536549 h 800786"/>
                <a:gd name="connsiteX305" fmla="*/ 416735 w 2044700"/>
                <a:gd name="connsiteY305" fmla="*/ 533285 h 800786"/>
                <a:gd name="connsiteX306" fmla="*/ 419987 w 2044700"/>
                <a:gd name="connsiteY306" fmla="*/ 531653 h 800786"/>
                <a:gd name="connsiteX307" fmla="*/ 426493 w 2044700"/>
                <a:gd name="connsiteY307" fmla="*/ 533285 h 800786"/>
                <a:gd name="connsiteX308" fmla="*/ 428119 w 2044700"/>
                <a:gd name="connsiteY308" fmla="*/ 536549 h 800786"/>
                <a:gd name="connsiteX309" fmla="*/ 434625 w 2044700"/>
                <a:gd name="connsiteY309" fmla="*/ 541445 h 800786"/>
                <a:gd name="connsiteX310" fmla="*/ 432999 w 2044700"/>
                <a:gd name="connsiteY310" fmla="*/ 543077 h 800786"/>
                <a:gd name="connsiteX311" fmla="*/ 429746 w 2044700"/>
                <a:gd name="connsiteY311" fmla="*/ 544709 h 800786"/>
                <a:gd name="connsiteX312" fmla="*/ 426493 w 2044700"/>
                <a:gd name="connsiteY312" fmla="*/ 546341 h 800786"/>
                <a:gd name="connsiteX313" fmla="*/ 421614 w 2044700"/>
                <a:gd name="connsiteY313" fmla="*/ 549605 h 800786"/>
                <a:gd name="connsiteX314" fmla="*/ 416735 w 2044700"/>
                <a:gd name="connsiteY314" fmla="*/ 549605 h 800786"/>
                <a:gd name="connsiteX315" fmla="*/ 410229 w 2044700"/>
                <a:gd name="connsiteY315" fmla="*/ 551237 h 800786"/>
                <a:gd name="connsiteX316" fmla="*/ 393965 w 2044700"/>
                <a:gd name="connsiteY316" fmla="*/ 551237 h 800786"/>
                <a:gd name="connsiteX317" fmla="*/ 389086 w 2044700"/>
                <a:gd name="connsiteY317" fmla="*/ 549605 h 800786"/>
                <a:gd name="connsiteX318" fmla="*/ 384206 w 2044700"/>
                <a:gd name="connsiteY318" fmla="*/ 549605 h 800786"/>
                <a:gd name="connsiteX319" fmla="*/ 380953 w 2044700"/>
                <a:gd name="connsiteY319" fmla="*/ 551237 h 800786"/>
                <a:gd name="connsiteX320" fmla="*/ 377701 w 2044700"/>
                <a:gd name="connsiteY320" fmla="*/ 549605 h 800786"/>
                <a:gd name="connsiteX321" fmla="*/ 371195 w 2044700"/>
                <a:gd name="connsiteY321" fmla="*/ 544709 h 800786"/>
                <a:gd name="connsiteX322" fmla="*/ 366316 w 2044700"/>
                <a:gd name="connsiteY322" fmla="*/ 541445 h 800786"/>
                <a:gd name="connsiteX323" fmla="*/ 358184 w 2044700"/>
                <a:gd name="connsiteY323" fmla="*/ 541445 h 800786"/>
                <a:gd name="connsiteX324" fmla="*/ 351678 w 2044700"/>
                <a:gd name="connsiteY324" fmla="*/ 541445 h 800786"/>
                <a:gd name="connsiteX325" fmla="*/ 351678 w 2044700"/>
                <a:gd name="connsiteY325" fmla="*/ 536549 h 800786"/>
                <a:gd name="connsiteX326" fmla="*/ 346799 w 2044700"/>
                <a:gd name="connsiteY326" fmla="*/ 533285 h 800786"/>
                <a:gd name="connsiteX327" fmla="*/ 341920 w 2044700"/>
                <a:gd name="connsiteY327" fmla="*/ 536549 h 800786"/>
                <a:gd name="connsiteX328" fmla="*/ 340293 w 2044700"/>
                <a:gd name="connsiteY328" fmla="*/ 541445 h 800786"/>
                <a:gd name="connsiteX329" fmla="*/ 335414 w 2044700"/>
                <a:gd name="connsiteY329" fmla="*/ 544709 h 800786"/>
                <a:gd name="connsiteX330" fmla="*/ 328908 w 2044700"/>
                <a:gd name="connsiteY330" fmla="*/ 546341 h 800786"/>
                <a:gd name="connsiteX331" fmla="*/ 322403 w 2044700"/>
                <a:gd name="connsiteY331" fmla="*/ 547973 h 800786"/>
                <a:gd name="connsiteX332" fmla="*/ 312644 w 2044700"/>
                <a:gd name="connsiteY332" fmla="*/ 549605 h 800786"/>
                <a:gd name="connsiteX333" fmla="*/ 307765 w 2044700"/>
                <a:gd name="connsiteY333" fmla="*/ 552869 h 800786"/>
                <a:gd name="connsiteX334" fmla="*/ 299633 w 2044700"/>
                <a:gd name="connsiteY334" fmla="*/ 556133 h 800786"/>
                <a:gd name="connsiteX335" fmla="*/ 288248 w 2044700"/>
                <a:gd name="connsiteY335" fmla="*/ 556133 h 800786"/>
                <a:gd name="connsiteX336" fmla="*/ 267105 w 2044700"/>
                <a:gd name="connsiteY336" fmla="*/ 557765 h 800786"/>
                <a:gd name="connsiteX337" fmla="*/ 258973 w 2044700"/>
                <a:gd name="connsiteY337" fmla="*/ 559397 h 800786"/>
                <a:gd name="connsiteX338" fmla="*/ 255720 w 2044700"/>
                <a:gd name="connsiteY338" fmla="*/ 561029 h 800786"/>
                <a:gd name="connsiteX339" fmla="*/ 245961 w 2044700"/>
                <a:gd name="connsiteY339" fmla="*/ 561029 h 800786"/>
                <a:gd name="connsiteX340" fmla="*/ 241082 w 2044700"/>
                <a:gd name="connsiteY340" fmla="*/ 561029 h 800786"/>
                <a:gd name="connsiteX341" fmla="*/ 232950 w 2044700"/>
                <a:gd name="connsiteY341" fmla="*/ 561029 h 800786"/>
                <a:gd name="connsiteX342" fmla="*/ 228071 w 2044700"/>
                <a:gd name="connsiteY342" fmla="*/ 559397 h 800786"/>
                <a:gd name="connsiteX343" fmla="*/ 223192 w 2044700"/>
                <a:gd name="connsiteY343" fmla="*/ 556133 h 800786"/>
                <a:gd name="connsiteX344" fmla="*/ 219939 w 2044700"/>
                <a:gd name="connsiteY344" fmla="*/ 554501 h 800786"/>
                <a:gd name="connsiteX345" fmla="*/ 219939 w 2044700"/>
                <a:gd name="connsiteY345" fmla="*/ 552869 h 800786"/>
                <a:gd name="connsiteX346" fmla="*/ 219939 w 2044700"/>
                <a:gd name="connsiteY346" fmla="*/ 547973 h 800786"/>
                <a:gd name="connsiteX347" fmla="*/ 219939 w 2044700"/>
                <a:gd name="connsiteY347" fmla="*/ 541445 h 800786"/>
                <a:gd name="connsiteX348" fmla="*/ 215060 w 2044700"/>
                <a:gd name="connsiteY348" fmla="*/ 539813 h 800786"/>
                <a:gd name="connsiteX349" fmla="*/ 210180 w 2044700"/>
                <a:gd name="connsiteY349" fmla="*/ 539813 h 800786"/>
                <a:gd name="connsiteX350" fmla="*/ 203675 w 2044700"/>
                <a:gd name="connsiteY350" fmla="*/ 539813 h 800786"/>
                <a:gd name="connsiteX351" fmla="*/ 200422 w 2044700"/>
                <a:gd name="connsiteY351" fmla="*/ 541445 h 800786"/>
                <a:gd name="connsiteX352" fmla="*/ 190663 w 2044700"/>
                <a:gd name="connsiteY352" fmla="*/ 538181 h 800786"/>
                <a:gd name="connsiteX353" fmla="*/ 179279 w 2044700"/>
                <a:gd name="connsiteY353" fmla="*/ 538181 h 800786"/>
                <a:gd name="connsiteX354" fmla="*/ 174399 w 2044700"/>
                <a:gd name="connsiteY354" fmla="*/ 534917 h 800786"/>
                <a:gd name="connsiteX355" fmla="*/ 171146 w 2044700"/>
                <a:gd name="connsiteY355" fmla="*/ 533285 h 800786"/>
                <a:gd name="connsiteX356" fmla="*/ 158135 w 2044700"/>
                <a:gd name="connsiteY356" fmla="*/ 525125 h 800786"/>
                <a:gd name="connsiteX357" fmla="*/ 154882 w 2044700"/>
                <a:gd name="connsiteY357" fmla="*/ 516965 h 800786"/>
                <a:gd name="connsiteX358" fmla="*/ 153256 w 2044700"/>
                <a:gd name="connsiteY358" fmla="*/ 510437 h 800786"/>
                <a:gd name="connsiteX359" fmla="*/ 156509 w 2044700"/>
                <a:gd name="connsiteY359" fmla="*/ 508805 h 800786"/>
                <a:gd name="connsiteX360" fmla="*/ 164641 w 2044700"/>
                <a:gd name="connsiteY360" fmla="*/ 507173 h 800786"/>
                <a:gd name="connsiteX361" fmla="*/ 172773 w 2044700"/>
                <a:gd name="connsiteY361" fmla="*/ 507173 h 800786"/>
                <a:gd name="connsiteX362" fmla="*/ 185784 w 2044700"/>
                <a:gd name="connsiteY362" fmla="*/ 505541 h 800786"/>
                <a:gd name="connsiteX363" fmla="*/ 193916 w 2044700"/>
                <a:gd name="connsiteY363" fmla="*/ 505541 h 800786"/>
                <a:gd name="connsiteX364" fmla="*/ 203675 w 2044700"/>
                <a:gd name="connsiteY364" fmla="*/ 503909 h 800786"/>
                <a:gd name="connsiteX365" fmla="*/ 211807 w 2044700"/>
                <a:gd name="connsiteY365" fmla="*/ 503909 h 800786"/>
                <a:gd name="connsiteX366" fmla="*/ 226444 w 2044700"/>
                <a:gd name="connsiteY366" fmla="*/ 502277 h 800786"/>
                <a:gd name="connsiteX367" fmla="*/ 236203 w 2044700"/>
                <a:gd name="connsiteY367" fmla="*/ 503909 h 800786"/>
                <a:gd name="connsiteX368" fmla="*/ 245961 w 2044700"/>
                <a:gd name="connsiteY368" fmla="*/ 500645 h 800786"/>
                <a:gd name="connsiteX369" fmla="*/ 241082 w 2044700"/>
                <a:gd name="connsiteY369" fmla="*/ 497381 h 800786"/>
                <a:gd name="connsiteX370" fmla="*/ 224818 w 2044700"/>
                <a:gd name="connsiteY370" fmla="*/ 495749 h 800786"/>
                <a:gd name="connsiteX371" fmla="*/ 213433 w 2044700"/>
                <a:gd name="connsiteY371" fmla="*/ 492485 h 800786"/>
                <a:gd name="connsiteX372" fmla="*/ 203675 w 2044700"/>
                <a:gd name="connsiteY372" fmla="*/ 494117 h 800786"/>
                <a:gd name="connsiteX373" fmla="*/ 193916 w 2044700"/>
                <a:gd name="connsiteY373" fmla="*/ 494117 h 800786"/>
                <a:gd name="connsiteX374" fmla="*/ 185784 w 2044700"/>
                <a:gd name="connsiteY374" fmla="*/ 494117 h 800786"/>
                <a:gd name="connsiteX375" fmla="*/ 172773 w 2044700"/>
                <a:gd name="connsiteY375" fmla="*/ 494117 h 800786"/>
                <a:gd name="connsiteX376" fmla="*/ 166267 w 2044700"/>
                <a:gd name="connsiteY376" fmla="*/ 494117 h 800786"/>
                <a:gd name="connsiteX377" fmla="*/ 158135 w 2044700"/>
                <a:gd name="connsiteY377" fmla="*/ 495749 h 800786"/>
                <a:gd name="connsiteX378" fmla="*/ 153256 w 2044700"/>
                <a:gd name="connsiteY378" fmla="*/ 495749 h 800786"/>
                <a:gd name="connsiteX379" fmla="*/ 143497 w 2044700"/>
                <a:gd name="connsiteY379" fmla="*/ 490853 h 800786"/>
                <a:gd name="connsiteX380" fmla="*/ 133739 w 2044700"/>
                <a:gd name="connsiteY380" fmla="*/ 485957 h 800786"/>
                <a:gd name="connsiteX381" fmla="*/ 136992 w 2044700"/>
                <a:gd name="connsiteY381" fmla="*/ 479429 h 800786"/>
                <a:gd name="connsiteX382" fmla="*/ 146750 w 2044700"/>
                <a:gd name="connsiteY382" fmla="*/ 476164 h 800786"/>
                <a:gd name="connsiteX383" fmla="*/ 153256 w 2044700"/>
                <a:gd name="connsiteY383" fmla="*/ 476164 h 800786"/>
                <a:gd name="connsiteX384" fmla="*/ 161388 w 2044700"/>
                <a:gd name="connsiteY384" fmla="*/ 472900 h 800786"/>
                <a:gd name="connsiteX385" fmla="*/ 167894 w 2044700"/>
                <a:gd name="connsiteY385" fmla="*/ 471268 h 800786"/>
                <a:gd name="connsiteX386" fmla="*/ 176026 w 2044700"/>
                <a:gd name="connsiteY386" fmla="*/ 469636 h 800786"/>
                <a:gd name="connsiteX387" fmla="*/ 185784 w 2044700"/>
                <a:gd name="connsiteY387" fmla="*/ 464740 h 800786"/>
                <a:gd name="connsiteX388" fmla="*/ 182531 w 2044700"/>
                <a:gd name="connsiteY388" fmla="*/ 464740 h 800786"/>
                <a:gd name="connsiteX389" fmla="*/ 174399 w 2044700"/>
                <a:gd name="connsiteY389" fmla="*/ 464740 h 800786"/>
                <a:gd name="connsiteX390" fmla="*/ 164641 w 2044700"/>
                <a:gd name="connsiteY390" fmla="*/ 466372 h 800786"/>
                <a:gd name="connsiteX391" fmla="*/ 156509 w 2044700"/>
                <a:gd name="connsiteY391" fmla="*/ 468004 h 800786"/>
                <a:gd name="connsiteX392" fmla="*/ 148377 w 2044700"/>
                <a:gd name="connsiteY392" fmla="*/ 469636 h 800786"/>
                <a:gd name="connsiteX393" fmla="*/ 141871 w 2044700"/>
                <a:gd name="connsiteY393" fmla="*/ 468004 h 800786"/>
                <a:gd name="connsiteX394" fmla="*/ 138618 w 2044700"/>
                <a:gd name="connsiteY394" fmla="*/ 466372 h 800786"/>
                <a:gd name="connsiteX395" fmla="*/ 143497 w 2044700"/>
                <a:gd name="connsiteY395" fmla="*/ 461476 h 800786"/>
                <a:gd name="connsiteX396" fmla="*/ 136992 w 2044700"/>
                <a:gd name="connsiteY396" fmla="*/ 461476 h 800786"/>
                <a:gd name="connsiteX397" fmla="*/ 125607 w 2044700"/>
                <a:gd name="connsiteY397" fmla="*/ 461476 h 800786"/>
                <a:gd name="connsiteX398" fmla="*/ 120728 w 2044700"/>
                <a:gd name="connsiteY398" fmla="*/ 459844 h 800786"/>
                <a:gd name="connsiteX399" fmla="*/ 122354 w 2044700"/>
                <a:gd name="connsiteY399" fmla="*/ 454948 h 800786"/>
                <a:gd name="connsiteX400" fmla="*/ 123981 w 2044700"/>
                <a:gd name="connsiteY400" fmla="*/ 450052 h 800786"/>
                <a:gd name="connsiteX401" fmla="*/ 127233 w 2044700"/>
                <a:gd name="connsiteY401" fmla="*/ 445156 h 800786"/>
                <a:gd name="connsiteX402" fmla="*/ 132113 w 2044700"/>
                <a:gd name="connsiteY402" fmla="*/ 445156 h 800786"/>
                <a:gd name="connsiteX403" fmla="*/ 140245 w 2044700"/>
                <a:gd name="connsiteY403" fmla="*/ 440260 h 800786"/>
                <a:gd name="connsiteX404" fmla="*/ 133739 w 2044700"/>
                <a:gd name="connsiteY404" fmla="*/ 438628 h 800786"/>
                <a:gd name="connsiteX405" fmla="*/ 130486 w 2044700"/>
                <a:gd name="connsiteY405" fmla="*/ 435364 h 800786"/>
                <a:gd name="connsiteX406" fmla="*/ 135365 w 2044700"/>
                <a:gd name="connsiteY406" fmla="*/ 428836 h 800786"/>
                <a:gd name="connsiteX407" fmla="*/ 141871 w 2044700"/>
                <a:gd name="connsiteY407" fmla="*/ 423940 h 800786"/>
                <a:gd name="connsiteX408" fmla="*/ 146750 w 2044700"/>
                <a:gd name="connsiteY408" fmla="*/ 420676 h 800786"/>
                <a:gd name="connsiteX409" fmla="*/ 153256 w 2044700"/>
                <a:gd name="connsiteY409" fmla="*/ 419044 h 800786"/>
                <a:gd name="connsiteX410" fmla="*/ 156509 w 2044700"/>
                <a:gd name="connsiteY410" fmla="*/ 419044 h 800786"/>
                <a:gd name="connsiteX411" fmla="*/ 161388 w 2044700"/>
                <a:gd name="connsiteY411" fmla="*/ 415780 h 800786"/>
                <a:gd name="connsiteX412" fmla="*/ 164641 w 2044700"/>
                <a:gd name="connsiteY412" fmla="*/ 412516 h 800786"/>
                <a:gd name="connsiteX413" fmla="*/ 169520 w 2044700"/>
                <a:gd name="connsiteY413" fmla="*/ 412516 h 800786"/>
                <a:gd name="connsiteX414" fmla="*/ 174399 w 2044700"/>
                <a:gd name="connsiteY414" fmla="*/ 410884 h 800786"/>
                <a:gd name="connsiteX415" fmla="*/ 177652 w 2044700"/>
                <a:gd name="connsiteY415" fmla="*/ 409252 h 800786"/>
                <a:gd name="connsiteX416" fmla="*/ 182531 w 2044700"/>
                <a:gd name="connsiteY416" fmla="*/ 407620 h 800786"/>
                <a:gd name="connsiteX417" fmla="*/ 187411 w 2044700"/>
                <a:gd name="connsiteY417" fmla="*/ 407620 h 800786"/>
                <a:gd name="connsiteX418" fmla="*/ 193916 w 2044700"/>
                <a:gd name="connsiteY418" fmla="*/ 405988 h 800786"/>
                <a:gd name="connsiteX419" fmla="*/ 197169 w 2044700"/>
                <a:gd name="connsiteY419" fmla="*/ 402724 h 800786"/>
                <a:gd name="connsiteX420" fmla="*/ 205301 w 2044700"/>
                <a:gd name="connsiteY420" fmla="*/ 401092 h 800786"/>
                <a:gd name="connsiteX421" fmla="*/ 210180 w 2044700"/>
                <a:gd name="connsiteY421" fmla="*/ 402724 h 800786"/>
                <a:gd name="connsiteX422" fmla="*/ 213433 w 2044700"/>
                <a:gd name="connsiteY422" fmla="*/ 407620 h 800786"/>
                <a:gd name="connsiteX423" fmla="*/ 213433 w 2044700"/>
                <a:gd name="connsiteY423" fmla="*/ 412516 h 800786"/>
                <a:gd name="connsiteX424" fmla="*/ 211807 w 2044700"/>
                <a:gd name="connsiteY424" fmla="*/ 419044 h 800786"/>
                <a:gd name="connsiteX425" fmla="*/ 211807 w 2044700"/>
                <a:gd name="connsiteY425" fmla="*/ 422308 h 800786"/>
                <a:gd name="connsiteX426" fmla="*/ 205301 w 2044700"/>
                <a:gd name="connsiteY426" fmla="*/ 425572 h 800786"/>
                <a:gd name="connsiteX427" fmla="*/ 205301 w 2044700"/>
                <a:gd name="connsiteY427" fmla="*/ 428836 h 800786"/>
                <a:gd name="connsiteX428" fmla="*/ 210180 w 2044700"/>
                <a:gd name="connsiteY428" fmla="*/ 428836 h 800786"/>
                <a:gd name="connsiteX429" fmla="*/ 213433 w 2044700"/>
                <a:gd name="connsiteY429" fmla="*/ 428836 h 800786"/>
                <a:gd name="connsiteX430" fmla="*/ 219939 w 2044700"/>
                <a:gd name="connsiteY430" fmla="*/ 425572 h 800786"/>
                <a:gd name="connsiteX431" fmla="*/ 216686 w 2044700"/>
                <a:gd name="connsiteY431" fmla="*/ 425572 h 800786"/>
                <a:gd name="connsiteX432" fmla="*/ 219939 w 2044700"/>
                <a:gd name="connsiteY432" fmla="*/ 422308 h 800786"/>
                <a:gd name="connsiteX433" fmla="*/ 224818 w 2044700"/>
                <a:gd name="connsiteY433" fmla="*/ 417412 h 800786"/>
                <a:gd name="connsiteX434" fmla="*/ 228071 w 2044700"/>
                <a:gd name="connsiteY434" fmla="*/ 415780 h 800786"/>
                <a:gd name="connsiteX435" fmla="*/ 231324 w 2044700"/>
                <a:gd name="connsiteY435" fmla="*/ 415780 h 800786"/>
                <a:gd name="connsiteX436" fmla="*/ 234577 w 2044700"/>
                <a:gd name="connsiteY436" fmla="*/ 415780 h 800786"/>
                <a:gd name="connsiteX437" fmla="*/ 239456 w 2044700"/>
                <a:gd name="connsiteY437" fmla="*/ 415780 h 800786"/>
                <a:gd name="connsiteX438" fmla="*/ 244335 w 2044700"/>
                <a:gd name="connsiteY438" fmla="*/ 417412 h 800786"/>
                <a:gd name="connsiteX439" fmla="*/ 249214 w 2044700"/>
                <a:gd name="connsiteY439" fmla="*/ 419044 h 800786"/>
                <a:gd name="connsiteX440" fmla="*/ 252467 w 2044700"/>
                <a:gd name="connsiteY440" fmla="*/ 420676 h 800786"/>
                <a:gd name="connsiteX441" fmla="*/ 260599 w 2044700"/>
                <a:gd name="connsiteY441" fmla="*/ 423940 h 800786"/>
                <a:gd name="connsiteX442" fmla="*/ 263852 w 2044700"/>
                <a:gd name="connsiteY442" fmla="*/ 425572 h 800786"/>
                <a:gd name="connsiteX443" fmla="*/ 262225 w 2044700"/>
                <a:gd name="connsiteY443" fmla="*/ 430468 h 800786"/>
                <a:gd name="connsiteX444" fmla="*/ 257346 w 2044700"/>
                <a:gd name="connsiteY444" fmla="*/ 436996 h 800786"/>
                <a:gd name="connsiteX445" fmla="*/ 260599 w 2044700"/>
                <a:gd name="connsiteY445" fmla="*/ 436996 h 800786"/>
                <a:gd name="connsiteX446" fmla="*/ 265478 w 2044700"/>
                <a:gd name="connsiteY446" fmla="*/ 433732 h 800786"/>
                <a:gd name="connsiteX447" fmla="*/ 271984 w 2044700"/>
                <a:gd name="connsiteY447" fmla="*/ 430468 h 800786"/>
                <a:gd name="connsiteX448" fmla="*/ 275237 w 2044700"/>
                <a:gd name="connsiteY448" fmla="*/ 432100 h 800786"/>
                <a:gd name="connsiteX449" fmla="*/ 280116 w 2044700"/>
                <a:gd name="connsiteY449" fmla="*/ 428836 h 800786"/>
                <a:gd name="connsiteX450" fmla="*/ 283369 w 2044700"/>
                <a:gd name="connsiteY450" fmla="*/ 428836 h 800786"/>
                <a:gd name="connsiteX451" fmla="*/ 286622 w 2044700"/>
                <a:gd name="connsiteY451" fmla="*/ 428836 h 800786"/>
                <a:gd name="connsiteX452" fmla="*/ 283369 w 2044700"/>
                <a:gd name="connsiteY452" fmla="*/ 425572 h 800786"/>
                <a:gd name="connsiteX453" fmla="*/ 280116 w 2044700"/>
                <a:gd name="connsiteY453" fmla="*/ 423940 h 800786"/>
                <a:gd name="connsiteX454" fmla="*/ 273610 w 2044700"/>
                <a:gd name="connsiteY454" fmla="*/ 419044 h 800786"/>
                <a:gd name="connsiteX455" fmla="*/ 273610 w 2044700"/>
                <a:gd name="connsiteY455" fmla="*/ 415780 h 800786"/>
                <a:gd name="connsiteX456" fmla="*/ 276863 w 2044700"/>
                <a:gd name="connsiteY456" fmla="*/ 414148 h 800786"/>
                <a:gd name="connsiteX457" fmla="*/ 280116 w 2044700"/>
                <a:gd name="connsiteY457" fmla="*/ 414148 h 800786"/>
                <a:gd name="connsiteX458" fmla="*/ 284995 w 2044700"/>
                <a:gd name="connsiteY458" fmla="*/ 415780 h 800786"/>
                <a:gd name="connsiteX459" fmla="*/ 288248 w 2044700"/>
                <a:gd name="connsiteY459" fmla="*/ 417412 h 800786"/>
                <a:gd name="connsiteX460" fmla="*/ 291501 w 2044700"/>
                <a:gd name="connsiteY460" fmla="*/ 420676 h 800786"/>
                <a:gd name="connsiteX461" fmla="*/ 299633 w 2044700"/>
                <a:gd name="connsiteY461" fmla="*/ 425572 h 800786"/>
                <a:gd name="connsiteX462" fmla="*/ 304512 w 2044700"/>
                <a:gd name="connsiteY462" fmla="*/ 427204 h 800786"/>
                <a:gd name="connsiteX463" fmla="*/ 307765 w 2044700"/>
                <a:gd name="connsiteY463" fmla="*/ 432100 h 800786"/>
                <a:gd name="connsiteX464" fmla="*/ 309391 w 2044700"/>
                <a:gd name="connsiteY464" fmla="*/ 436996 h 800786"/>
                <a:gd name="connsiteX465" fmla="*/ 311018 w 2044700"/>
                <a:gd name="connsiteY465" fmla="*/ 443524 h 800786"/>
                <a:gd name="connsiteX466" fmla="*/ 315897 w 2044700"/>
                <a:gd name="connsiteY466" fmla="*/ 446788 h 800786"/>
                <a:gd name="connsiteX467" fmla="*/ 315897 w 2044700"/>
                <a:gd name="connsiteY467" fmla="*/ 453316 h 800786"/>
                <a:gd name="connsiteX468" fmla="*/ 320776 w 2044700"/>
                <a:gd name="connsiteY468" fmla="*/ 458212 h 800786"/>
                <a:gd name="connsiteX469" fmla="*/ 324029 w 2044700"/>
                <a:gd name="connsiteY469" fmla="*/ 459844 h 800786"/>
                <a:gd name="connsiteX470" fmla="*/ 327282 w 2044700"/>
                <a:gd name="connsiteY470" fmla="*/ 456580 h 800786"/>
                <a:gd name="connsiteX471" fmla="*/ 332161 w 2044700"/>
                <a:gd name="connsiteY471" fmla="*/ 454948 h 800786"/>
                <a:gd name="connsiteX472" fmla="*/ 330535 w 2044700"/>
                <a:gd name="connsiteY472" fmla="*/ 450052 h 800786"/>
                <a:gd name="connsiteX473" fmla="*/ 330535 w 2044700"/>
                <a:gd name="connsiteY473" fmla="*/ 441892 h 800786"/>
                <a:gd name="connsiteX474" fmla="*/ 327282 w 2044700"/>
                <a:gd name="connsiteY474" fmla="*/ 436996 h 800786"/>
                <a:gd name="connsiteX475" fmla="*/ 320776 w 2044700"/>
                <a:gd name="connsiteY475" fmla="*/ 430468 h 800786"/>
                <a:gd name="connsiteX476" fmla="*/ 319150 w 2044700"/>
                <a:gd name="connsiteY476" fmla="*/ 425572 h 800786"/>
                <a:gd name="connsiteX477" fmla="*/ 317523 w 2044700"/>
                <a:gd name="connsiteY477" fmla="*/ 422308 h 800786"/>
                <a:gd name="connsiteX478" fmla="*/ 317523 w 2044700"/>
                <a:gd name="connsiteY478" fmla="*/ 412516 h 800786"/>
                <a:gd name="connsiteX479" fmla="*/ 319150 w 2044700"/>
                <a:gd name="connsiteY479" fmla="*/ 407620 h 800786"/>
                <a:gd name="connsiteX480" fmla="*/ 324029 w 2044700"/>
                <a:gd name="connsiteY480" fmla="*/ 402724 h 800786"/>
                <a:gd name="connsiteX481" fmla="*/ 327282 w 2044700"/>
                <a:gd name="connsiteY481" fmla="*/ 404356 h 800786"/>
                <a:gd name="connsiteX482" fmla="*/ 338667 w 2044700"/>
                <a:gd name="connsiteY482" fmla="*/ 407620 h 800786"/>
                <a:gd name="connsiteX483" fmla="*/ 340293 w 2044700"/>
                <a:gd name="connsiteY483" fmla="*/ 402724 h 800786"/>
                <a:gd name="connsiteX484" fmla="*/ 346799 w 2044700"/>
                <a:gd name="connsiteY484" fmla="*/ 407620 h 800786"/>
                <a:gd name="connsiteX485" fmla="*/ 351678 w 2044700"/>
                <a:gd name="connsiteY485" fmla="*/ 410884 h 800786"/>
                <a:gd name="connsiteX486" fmla="*/ 356557 w 2044700"/>
                <a:gd name="connsiteY486" fmla="*/ 414148 h 800786"/>
                <a:gd name="connsiteX487" fmla="*/ 356557 w 2044700"/>
                <a:gd name="connsiteY487" fmla="*/ 407620 h 800786"/>
                <a:gd name="connsiteX488" fmla="*/ 353304 w 2044700"/>
                <a:gd name="connsiteY488" fmla="*/ 404356 h 800786"/>
                <a:gd name="connsiteX489" fmla="*/ 345172 w 2044700"/>
                <a:gd name="connsiteY489" fmla="*/ 399460 h 800786"/>
                <a:gd name="connsiteX490" fmla="*/ 340293 w 2044700"/>
                <a:gd name="connsiteY490" fmla="*/ 396196 h 800786"/>
                <a:gd name="connsiteX491" fmla="*/ 345172 w 2044700"/>
                <a:gd name="connsiteY491" fmla="*/ 392932 h 800786"/>
                <a:gd name="connsiteX492" fmla="*/ 351678 w 2044700"/>
                <a:gd name="connsiteY492" fmla="*/ 389668 h 800786"/>
                <a:gd name="connsiteX493" fmla="*/ 358184 w 2044700"/>
                <a:gd name="connsiteY493" fmla="*/ 389668 h 800786"/>
                <a:gd name="connsiteX494" fmla="*/ 371195 w 2044700"/>
                <a:gd name="connsiteY494" fmla="*/ 388036 h 800786"/>
                <a:gd name="connsiteX495" fmla="*/ 496434 w 2044700"/>
                <a:gd name="connsiteY495" fmla="*/ 378564 h 800786"/>
                <a:gd name="connsiteX496" fmla="*/ 499654 w 2044700"/>
                <a:gd name="connsiteY496" fmla="*/ 378564 h 800786"/>
                <a:gd name="connsiteX497" fmla="*/ 504485 w 2044700"/>
                <a:gd name="connsiteY497" fmla="*/ 378564 h 800786"/>
                <a:gd name="connsiteX498" fmla="*/ 506095 w 2044700"/>
                <a:gd name="connsiteY498" fmla="*/ 383488 h 800786"/>
                <a:gd name="connsiteX499" fmla="*/ 502875 w 2044700"/>
                <a:gd name="connsiteY499" fmla="*/ 385130 h 800786"/>
                <a:gd name="connsiteX500" fmla="*/ 507705 w 2044700"/>
                <a:gd name="connsiteY500" fmla="*/ 386771 h 800786"/>
                <a:gd name="connsiteX501" fmla="*/ 510926 w 2044700"/>
                <a:gd name="connsiteY501" fmla="*/ 385130 h 800786"/>
                <a:gd name="connsiteX502" fmla="*/ 517366 w 2044700"/>
                <a:gd name="connsiteY502" fmla="*/ 390054 h 800786"/>
                <a:gd name="connsiteX503" fmla="*/ 517366 w 2044700"/>
                <a:gd name="connsiteY503" fmla="*/ 394977 h 800786"/>
                <a:gd name="connsiteX504" fmla="*/ 515756 w 2044700"/>
                <a:gd name="connsiteY504" fmla="*/ 398260 h 800786"/>
                <a:gd name="connsiteX505" fmla="*/ 512536 w 2044700"/>
                <a:gd name="connsiteY505" fmla="*/ 398260 h 800786"/>
                <a:gd name="connsiteX506" fmla="*/ 510926 w 2044700"/>
                <a:gd name="connsiteY506" fmla="*/ 403184 h 800786"/>
                <a:gd name="connsiteX507" fmla="*/ 504485 w 2044700"/>
                <a:gd name="connsiteY507" fmla="*/ 406467 h 800786"/>
                <a:gd name="connsiteX508" fmla="*/ 501265 w 2044700"/>
                <a:gd name="connsiteY508" fmla="*/ 409749 h 800786"/>
                <a:gd name="connsiteX509" fmla="*/ 498044 w 2044700"/>
                <a:gd name="connsiteY509" fmla="*/ 413032 h 800786"/>
                <a:gd name="connsiteX510" fmla="*/ 496434 w 2044700"/>
                <a:gd name="connsiteY510" fmla="*/ 416315 h 800786"/>
                <a:gd name="connsiteX511" fmla="*/ 494824 w 2044700"/>
                <a:gd name="connsiteY511" fmla="*/ 417956 h 800786"/>
                <a:gd name="connsiteX512" fmla="*/ 498044 w 2044700"/>
                <a:gd name="connsiteY512" fmla="*/ 416315 h 800786"/>
                <a:gd name="connsiteX513" fmla="*/ 504485 w 2044700"/>
                <a:gd name="connsiteY513" fmla="*/ 413032 h 800786"/>
                <a:gd name="connsiteX514" fmla="*/ 506095 w 2044700"/>
                <a:gd name="connsiteY514" fmla="*/ 413032 h 800786"/>
                <a:gd name="connsiteX515" fmla="*/ 510926 w 2044700"/>
                <a:gd name="connsiteY515" fmla="*/ 416315 h 800786"/>
                <a:gd name="connsiteX516" fmla="*/ 514146 w 2044700"/>
                <a:gd name="connsiteY516" fmla="*/ 421239 h 800786"/>
                <a:gd name="connsiteX517" fmla="*/ 515756 w 2044700"/>
                <a:gd name="connsiteY517" fmla="*/ 424521 h 800786"/>
                <a:gd name="connsiteX518" fmla="*/ 520587 w 2044700"/>
                <a:gd name="connsiteY518" fmla="*/ 421239 h 800786"/>
                <a:gd name="connsiteX519" fmla="*/ 518977 w 2044700"/>
                <a:gd name="connsiteY519" fmla="*/ 417956 h 800786"/>
                <a:gd name="connsiteX520" fmla="*/ 515756 w 2044700"/>
                <a:gd name="connsiteY520" fmla="*/ 417956 h 800786"/>
                <a:gd name="connsiteX521" fmla="*/ 517366 w 2044700"/>
                <a:gd name="connsiteY521" fmla="*/ 411391 h 800786"/>
                <a:gd name="connsiteX522" fmla="*/ 520587 w 2044700"/>
                <a:gd name="connsiteY522" fmla="*/ 411391 h 800786"/>
                <a:gd name="connsiteX523" fmla="*/ 525417 w 2044700"/>
                <a:gd name="connsiteY523" fmla="*/ 411391 h 800786"/>
                <a:gd name="connsiteX524" fmla="*/ 527028 w 2044700"/>
                <a:gd name="connsiteY524" fmla="*/ 414673 h 800786"/>
                <a:gd name="connsiteX525" fmla="*/ 525417 w 2044700"/>
                <a:gd name="connsiteY525" fmla="*/ 419597 h 800786"/>
                <a:gd name="connsiteX526" fmla="*/ 523807 w 2044700"/>
                <a:gd name="connsiteY526" fmla="*/ 424521 h 800786"/>
                <a:gd name="connsiteX527" fmla="*/ 527028 w 2044700"/>
                <a:gd name="connsiteY527" fmla="*/ 426163 h 800786"/>
                <a:gd name="connsiteX528" fmla="*/ 528638 w 2044700"/>
                <a:gd name="connsiteY528" fmla="*/ 429445 h 800786"/>
                <a:gd name="connsiteX529" fmla="*/ 525417 w 2044700"/>
                <a:gd name="connsiteY529" fmla="*/ 436011 h 800786"/>
                <a:gd name="connsiteX530" fmla="*/ 523807 w 2044700"/>
                <a:gd name="connsiteY530" fmla="*/ 437652 h 800786"/>
                <a:gd name="connsiteX531" fmla="*/ 525417 w 2044700"/>
                <a:gd name="connsiteY531" fmla="*/ 442576 h 800786"/>
                <a:gd name="connsiteX532" fmla="*/ 527028 w 2044700"/>
                <a:gd name="connsiteY532" fmla="*/ 447500 h 800786"/>
                <a:gd name="connsiteX533" fmla="*/ 525417 w 2044700"/>
                <a:gd name="connsiteY533" fmla="*/ 452424 h 800786"/>
                <a:gd name="connsiteX534" fmla="*/ 522197 w 2044700"/>
                <a:gd name="connsiteY534" fmla="*/ 455706 h 800786"/>
                <a:gd name="connsiteX535" fmla="*/ 517366 w 2044700"/>
                <a:gd name="connsiteY535" fmla="*/ 457348 h 800786"/>
                <a:gd name="connsiteX536" fmla="*/ 515756 w 2044700"/>
                <a:gd name="connsiteY536" fmla="*/ 460630 h 800786"/>
                <a:gd name="connsiteX537" fmla="*/ 509316 w 2044700"/>
                <a:gd name="connsiteY537" fmla="*/ 462272 h 800786"/>
                <a:gd name="connsiteX538" fmla="*/ 504485 w 2044700"/>
                <a:gd name="connsiteY538" fmla="*/ 462272 h 800786"/>
                <a:gd name="connsiteX539" fmla="*/ 501265 w 2044700"/>
                <a:gd name="connsiteY539" fmla="*/ 463913 h 800786"/>
                <a:gd name="connsiteX540" fmla="*/ 498044 w 2044700"/>
                <a:gd name="connsiteY540" fmla="*/ 458989 h 800786"/>
                <a:gd name="connsiteX541" fmla="*/ 496434 w 2044700"/>
                <a:gd name="connsiteY541" fmla="*/ 455706 h 800786"/>
                <a:gd name="connsiteX542" fmla="*/ 494824 w 2044700"/>
                <a:gd name="connsiteY542" fmla="*/ 458989 h 800786"/>
                <a:gd name="connsiteX543" fmla="*/ 498044 w 2044700"/>
                <a:gd name="connsiteY543" fmla="*/ 463913 h 800786"/>
                <a:gd name="connsiteX544" fmla="*/ 496434 w 2044700"/>
                <a:gd name="connsiteY544" fmla="*/ 468837 h 800786"/>
                <a:gd name="connsiteX545" fmla="*/ 491603 w 2044700"/>
                <a:gd name="connsiteY545" fmla="*/ 473761 h 800786"/>
                <a:gd name="connsiteX546" fmla="*/ 488383 w 2044700"/>
                <a:gd name="connsiteY546" fmla="*/ 472120 h 800786"/>
                <a:gd name="connsiteX547" fmla="*/ 483553 w 2044700"/>
                <a:gd name="connsiteY547" fmla="*/ 472120 h 800786"/>
                <a:gd name="connsiteX548" fmla="*/ 480332 w 2044700"/>
                <a:gd name="connsiteY548" fmla="*/ 470478 h 800786"/>
                <a:gd name="connsiteX549" fmla="*/ 477112 w 2044700"/>
                <a:gd name="connsiteY549" fmla="*/ 465554 h 800786"/>
                <a:gd name="connsiteX550" fmla="*/ 473891 w 2044700"/>
                <a:gd name="connsiteY550" fmla="*/ 462272 h 800786"/>
                <a:gd name="connsiteX551" fmla="*/ 469061 w 2044700"/>
                <a:gd name="connsiteY551" fmla="*/ 457348 h 800786"/>
                <a:gd name="connsiteX552" fmla="*/ 464230 w 2044700"/>
                <a:gd name="connsiteY552" fmla="*/ 452424 h 800786"/>
                <a:gd name="connsiteX553" fmla="*/ 459400 w 2044700"/>
                <a:gd name="connsiteY553" fmla="*/ 452424 h 800786"/>
                <a:gd name="connsiteX554" fmla="*/ 456179 w 2044700"/>
                <a:gd name="connsiteY554" fmla="*/ 447500 h 800786"/>
                <a:gd name="connsiteX555" fmla="*/ 451349 w 2044700"/>
                <a:gd name="connsiteY555" fmla="*/ 444217 h 800786"/>
                <a:gd name="connsiteX556" fmla="*/ 446518 w 2044700"/>
                <a:gd name="connsiteY556" fmla="*/ 442576 h 800786"/>
                <a:gd name="connsiteX557" fmla="*/ 444908 w 2044700"/>
                <a:gd name="connsiteY557" fmla="*/ 442576 h 800786"/>
                <a:gd name="connsiteX558" fmla="*/ 443298 w 2044700"/>
                <a:gd name="connsiteY558" fmla="*/ 439293 h 800786"/>
                <a:gd name="connsiteX559" fmla="*/ 436857 w 2044700"/>
                <a:gd name="connsiteY559" fmla="*/ 439293 h 800786"/>
                <a:gd name="connsiteX560" fmla="*/ 433637 w 2044700"/>
                <a:gd name="connsiteY560" fmla="*/ 439293 h 800786"/>
                <a:gd name="connsiteX561" fmla="*/ 430416 w 2044700"/>
                <a:gd name="connsiteY561" fmla="*/ 437652 h 800786"/>
                <a:gd name="connsiteX562" fmla="*/ 428806 w 2044700"/>
                <a:gd name="connsiteY562" fmla="*/ 434369 h 800786"/>
                <a:gd name="connsiteX563" fmla="*/ 422365 w 2044700"/>
                <a:gd name="connsiteY563" fmla="*/ 431087 h 800786"/>
                <a:gd name="connsiteX564" fmla="*/ 419145 w 2044700"/>
                <a:gd name="connsiteY564" fmla="*/ 426163 h 800786"/>
                <a:gd name="connsiteX565" fmla="*/ 415925 w 2044700"/>
                <a:gd name="connsiteY565" fmla="*/ 422880 h 800786"/>
                <a:gd name="connsiteX566" fmla="*/ 415925 w 2044700"/>
                <a:gd name="connsiteY566" fmla="*/ 419597 h 800786"/>
                <a:gd name="connsiteX567" fmla="*/ 420755 w 2044700"/>
                <a:gd name="connsiteY567" fmla="*/ 416315 h 800786"/>
                <a:gd name="connsiteX568" fmla="*/ 428806 w 2044700"/>
                <a:gd name="connsiteY568" fmla="*/ 413032 h 800786"/>
                <a:gd name="connsiteX569" fmla="*/ 433637 w 2044700"/>
                <a:gd name="connsiteY569" fmla="*/ 416315 h 800786"/>
                <a:gd name="connsiteX570" fmla="*/ 441688 w 2044700"/>
                <a:gd name="connsiteY570" fmla="*/ 424521 h 800786"/>
                <a:gd name="connsiteX571" fmla="*/ 444908 w 2044700"/>
                <a:gd name="connsiteY571" fmla="*/ 426163 h 800786"/>
                <a:gd name="connsiteX572" fmla="*/ 449739 w 2044700"/>
                <a:gd name="connsiteY572" fmla="*/ 426163 h 800786"/>
                <a:gd name="connsiteX573" fmla="*/ 454569 w 2044700"/>
                <a:gd name="connsiteY573" fmla="*/ 422880 h 800786"/>
                <a:gd name="connsiteX574" fmla="*/ 457790 w 2044700"/>
                <a:gd name="connsiteY574" fmla="*/ 421239 h 800786"/>
                <a:gd name="connsiteX575" fmla="*/ 456179 w 2044700"/>
                <a:gd name="connsiteY575" fmla="*/ 416315 h 800786"/>
                <a:gd name="connsiteX576" fmla="*/ 459400 w 2044700"/>
                <a:gd name="connsiteY576" fmla="*/ 414673 h 800786"/>
                <a:gd name="connsiteX577" fmla="*/ 456179 w 2044700"/>
                <a:gd name="connsiteY577" fmla="*/ 411391 h 800786"/>
                <a:gd name="connsiteX578" fmla="*/ 452959 w 2044700"/>
                <a:gd name="connsiteY578" fmla="*/ 409749 h 800786"/>
                <a:gd name="connsiteX579" fmla="*/ 449739 w 2044700"/>
                <a:gd name="connsiteY579" fmla="*/ 409749 h 800786"/>
                <a:gd name="connsiteX580" fmla="*/ 441688 w 2044700"/>
                <a:gd name="connsiteY580" fmla="*/ 408108 h 800786"/>
                <a:gd name="connsiteX581" fmla="*/ 440078 w 2044700"/>
                <a:gd name="connsiteY581" fmla="*/ 404825 h 800786"/>
                <a:gd name="connsiteX582" fmla="*/ 436857 w 2044700"/>
                <a:gd name="connsiteY582" fmla="*/ 401543 h 800786"/>
                <a:gd name="connsiteX583" fmla="*/ 435247 w 2044700"/>
                <a:gd name="connsiteY583" fmla="*/ 399901 h 800786"/>
                <a:gd name="connsiteX584" fmla="*/ 436857 w 2044700"/>
                <a:gd name="connsiteY584" fmla="*/ 396619 h 800786"/>
                <a:gd name="connsiteX585" fmla="*/ 441688 w 2044700"/>
                <a:gd name="connsiteY585" fmla="*/ 393336 h 800786"/>
                <a:gd name="connsiteX586" fmla="*/ 443298 w 2044700"/>
                <a:gd name="connsiteY586" fmla="*/ 394977 h 800786"/>
                <a:gd name="connsiteX587" fmla="*/ 446518 w 2044700"/>
                <a:gd name="connsiteY587" fmla="*/ 391695 h 800786"/>
                <a:gd name="connsiteX588" fmla="*/ 446518 w 2044700"/>
                <a:gd name="connsiteY588" fmla="*/ 388412 h 800786"/>
                <a:gd name="connsiteX589" fmla="*/ 449739 w 2044700"/>
                <a:gd name="connsiteY589" fmla="*/ 386771 h 800786"/>
                <a:gd name="connsiteX590" fmla="*/ 452959 w 2044700"/>
                <a:gd name="connsiteY590" fmla="*/ 388412 h 800786"/>
                <a:gd name="connsiteX591" fmla="*/ 459400 w 2044700"/>
                <a:gd name="connsiteY591" fmla="*/ 388412 h 800786"/>
                <a:gd name="connsiteX592" fmla="*/ 462620 w 2044700"/>
                <a:gd name="connsiteY592" fmla="*/ 386771 h 800786"/>
                <a:gd name="connsiteX593" fmla="*/ 462620 w 2044700"/>
                <a:gd name="connsiteY593" fmla="*/ 383488 h 800786"/>
                <a:gd name="connsiteX594" fmla="*/ 465841 w 2044700"/>
                <a:gd name="connsiteY594" fmla="*/ 383488 h 800786"/>
                <a:gd name="connsiteX595" fmla="*/ 470671 w 2044700"/>
                <a:gd name="connsiteY595" fmla="*/ 386771 h 800786"/>
                <a:gd name="connsiteX596" fmla="*/ 475502 w 2044700"/>
                <a:gd name="connsiteY596" fmla="*/ 390054 h 800786"/>
                <a:gd name="connsiteX597" fmla="*/ 481942 w 2044700"/>
                <a:gd name="connsiteY597" fmla="*/ 391695 h 800786"/>
                <a:gd name="connsiteX598" fmla="*/ 483553 w 2044700"/>
                <a:gd name="connsiteY598" fmla="*/ 390054 h 800786"/>
                <a:gd name="connsiteX599" fmla="*/ 480332 w 2044700"/>
                <a:gd name="connsiteY599" fmla="*/ 386771 h 800786"/>
                <a:gd name="connsiteX600" fmla="*/ 477112 w 2044700"/>
                <a:gd name="connsiteY600" fmla="*/ 383488 h 800786"/>
                <a:gd name="connsiteX601" fmla="*/ 481942 w 2044700"/>
                <a:gd name="connsiteY601" fmla="*/ 381847 h 800786"/>
                <a:gd name="connsiteX602" fmla="*/ 485163 w 2044700"/>
                <a:gd name="connsiteY602" fmla="*/ 381847 h 800786"/>
                <a:gd name="connsiteX603" fmla="*/ 489993 w 2044700"/>
                <a:gd name="connsiteY603" fmla="*/ 381847 h 800786"/>
                <a:gd name="connsiteX604" fmla="*/ 493214 w 2044700"/>
                <a:gd name="connsiteY604" fmla="*/ 380206 h 800786"/>
                <a:gd name="connsiteX605" fmla="*/ 496434 w 2044700"/>
                <a:gd name="connsiteY605" fmla="*/ 378564 h 800786"/>
                <a:gd name="connsiteX606" fmla="*/ 55336 w 2044700"/>
                <a:gd name="connsiteY606" fmla="*/ 361091 h 800786"/>
                <a:gd name="connsiteX607" fmla="*/ 61846 w 2044700"/>
                <a:gd name="connsiteY607" fmla="*/ 362721 h 800786"/>
                <a:gd name="connsiteX608" fmla="*/ 69983 w 2044700"/>
                <a:gd name="connsiteY608" fmla="*/ 364350 h 800786"/>
                <a:gd name="connsiteX609" fmla="*/ 79748 w 2044700"/>
                <a:gd name="connsiteY609" fmla="*/ 365980 h 800786"/>
                <a:gd name="connsiteX610" fmla="*/ 86258 w 2044700"/>
                <a:gd name="connsiteY610" fmla="*/ 362721 h 800786"/>
                <a:gd name="connsiteX611" fmla="*/ 100906 w 2044700"/>
                <a:gd name="connsiteY611" fmla="*/ 374129 h 800786"/>
                <a:gd name="connsiteX612" fmla="*/ 105789 w 2044700"/>
                <a:gd name="connsiteY612" fmla="*/ 372500 h 800786"/>
                <a:gd name="connsiteX613" fmla="*/ 117181 w 2044700"/>
                <a:gd name="connsiteY613" fmla="*/ 372500 h 800786"/>
                <a:gd name="connsiteX614" fmla="*/ 123691 w 2044700"/>
                <a:gd name="connsiteY614" fmla="*/ 377389 h 800786"/>
                <a:gd name="connsiteX615" fmla="*/ 130202 w 2044700"/>
                <a:gd name="connsiteY615" fmla="*/ 374129 h 800786"/>
                <a:gd name="connsiteX616" fmla="*/ 138339 w 2044700"/>
                <a:gd name="connsiteY616" fmla="*/ 372500 h 800786"/>
                <a:gd name="connsiteX617" fmla="*/ 144849 w 2044700"/>
                <a:gd name="connsiteY617" fmla="*/ 372500 h 800786"/>
                <a:gd name="connsiteX618" fmla="*/ 154614 w 2044700"/>
                <a:gd name="connsiteY618" fmla="*/ 374129 h 800786"/>
                <a:gd name="connsiteX619" fmla="*/ 164379 w 2044700"/>
                <a:gd name="connsiteY619" fmla="*/ 375759 h 800786"/>
                <a:gd name="connsiteX620" fmla="*/ 170890 w 2044700"/>
                <a:gd name="connsiteY620" fmla="*/ 385538 h 800786"/>
                <a:gd name="connsiteX621" fmla="*/ 192047 w 2044700"/>
                <a:gd name="connsiteY621" fmla="*/ 395317 h 800786"/>
                <a:gd name="connsiteX622" fmla="*/ 187165 w 2044700"/>
                <a:gd name="connsiteY622" fmla="*/ 400207 h 800786"/>
                <a:gd name="connsiteX623" fmla="*/ 179027 w 2044700"/>
                <a:gd name="connsiteY623" fmla="*/ 403467 h 800786"/>
                <a:gd name="connsiteX624" fmla="*/ 169262 w 2044700"/>
                <a:gd name="connsiteY624" fmla="*/ 406726 h 800786"/>
                <a:gd name="connsiteX625" fmla="*/ 159497 w 2044700"/>
                <a:gd name="connsiteY625" fmla="*/ 413246 h 800786"/>
                <a:gd name="connsiteX626" fmla="*/ 149732 w 2044700"/>
                <a:gd name="connsiteY626" fmla="*/ 418135 h 800786"/>
                <a:gd name="connsiteX627" fmla="*/ 143222 w 2044700"/>
                <a:gd name="connsiteY627" fmla="*/ 419765 h 800786"/>
                <a:gd name="connsiteX628" fmla="*/ 130202 w 2044700"/>
                <a:gd name="connsiteY628" fmla="*/ 426284 h 800786"/>
                <a:gd name="connsiteX629" fmla="*/ 123691 w 2044700"/>
                <a:gd name="connsiteY629" fmla="*/ 429544 h 800786"/>
                <a:gd name="connsiteX630" fmla="*/ 115554 w 2044700"/>
                <a:gd name="connsiteY630" fmla="*/ 439323 h 800786"/>
                <a:gd name="connsiteX631" fmla="*/ 105789 w 2044700"/>
                <a:gd name="connsiteY631" fmla="*/ 445842 h 800786"/>
                <a:gd name="connsiteX632" fmla="*/ 102534 w 2044700"/>
                <a:gd name="connsiteY632" fmla="*/ 450732 h 800786"/>
                <a:gd name="connsiteX633" fmla="*/ 100906 w 2044700"/>
                <a:gd name="connsiteY633" fmla="*/ 455621 h 800786"/>
                <a:gd name="connsiteX634" fmla="*/ 99279 w 2044700"/>
                <a:gd name="connsiteY634" fmla="*/ 462141 h 800786"/>
                <a:gd name="connsiteX635" fmla="*/ 94396 w 2044700"/>
                <a:gd name="connsiteY635" fmla="*/ 468660 h 800786"/>
                <a:gd name="connsiteX636" fmla="*/ 86258 w 2044700"/>
                <a:gd name="connsiteY636" fmla="*/ 468660 h 800786"/>
                <a:gd name="connsiteX637" fmla="*/ 78121 w 2044700"/>
                <a:gd name="connsiteY637" fmla="*/ 470290 h 800786"/>
                <a:gd name="connsiteX638" fmla="*/ 66728 w 2044700"/>
                <a:gd name="connsiteY638" fmla="*/ 476809 h 800786"/>
                <a:gd name="connsiteX639" fmla="*/ 61846 w 2044700"/>
                <a:gd name="connsiteY639" fmla="*/ 478439 h 800786"/>
                <a:gd name="connsiteX640" fmla="*/ 56963 w 2044700"/>
                <a:gd name="connsiteY640" fmla="*/ 480069 h 800786"/>
                <a:gd name="connsiteX641" fmla="*/ 48826 w 2044700"/>
                <a:gd name="connsiteY641" fmla="*/ 478439 h 800786"/>
                <a:gd name="connsiteX642" fmla="*/ 42315 w 2044700"/>
                <a:gd name="connsiteY642" fmla="*/ 470290 h 800786"/>
                <a:gd name="connsiteX643" fmla="*/ 34178 w 2044700"/>
                <a:gd name="connsiteY643" fmla="*/ 467030 h 800786"/>
                <a:gd name="connsiteX644" fmla="*/ 30923 w 2044700"/>
                <a:gd name="connsiteY644" fmla="*/ 458881 h 800786"/>
                <a:gd name="connsiteX645" fmla="*/ 24413 w 2044700"/>
                <a:gd name="connsiteY645" fmla="*/ 457251 h 800786"/>
                <a:gd name="connsiteX646" fmla="*/ 14648 w 2044700"/>
                <a:gd name="connsiteY646" fmla="*/ 452362 h 800786"/>
                <a:gd name="connsiteX647" fmla="*/ 3255 w 2044700"/>
                <a:gd name="connsiteY647" fmla="*/ 452362 h 800786"/>
                <a:gd name="connsiteX648" fmla="*/ 0 w 2044700"/>
                <a:gd name="connsiteY648" fmla="*/ 450732 h 800786"/>
                <a:gd name="connsiteX649" fmla="*/ 9765 w 2044700"/>
                <a:gd name="connsiteY649" fmla="*/ 436063 h 800786"/>
                <a:gd name="connsiteX650" fmla="*/ 11393 w 2044700"/>
                <a:gd name="connsiteY650" fmla="*/ 429544 h 800786"/>
                <a:gd name="connsiteX651" fmla="*/ 14648 w 2044700"/>
                <a:gd name="connsiteY651" fmla="*/ 423025 h 800786"/>
                <a:gd name="connsiteX652" fmla="*/ 21158 w 2044700"/>
                <a:gd name="connsiteY652" fmla="*/ 418135 h 800786"/>
                <a:gd name="connsiteX653" fmla="*/ 19530 w 2044700"/>
                <a:gd name="connsiteY653" fmla="*/ 411616 h 800786"/>
                <a:gd name="connsiteX654" fmla="*/ 26040 w 2044700"/>
                <a:gd name="connsiteY654" fmla="*/ 403467 h 800786"/>
                <a:gd name="connsiteX655" fmla="*/ 30923 w 2044700"/>
                <a:gd name="connsiteY655" fmla="*/ 395317 h 800786"/>
                <a:gd name="connsiteX656" fmla="*/ 34178 w 2044700"/>
                <a:gd name="connsiteY656" fmla="*/ 390428 h 800786"/>
                <a:gd name="connsiteX657" fmla="*/ 30923 w 2044700"/>
                <a:gd name="connsiteY657" fmla="*/ 382279 h 800786"/>
                <a:gd name="connsiteX658" fmla="*/ 27668 w 2044700"/>
                <a:gd name="connsiteY658" fmla="*/ 375759 h 800786"/>
                <a:gd name="connsiteX659" fmla="*/ 19530 w 2044700"/>
                <a:gd name="connsiteY659" fmla="*/ 369240 h 800786"/>
                <a:gd name="connsiteX660" fmla="*/ 35805 w 2044700"/>
                <a:gd name="connsiteY660" fmla="*/ 364350 h 800786"/>
                <a:gd name="connsiteX661" fmla="*/ 40688 w 2044700"/>
                <a:gd name="connsiteY661" fmla="*/ 367610 h 800786"/>
                <a:gd name="connsiteX662" fmla="*/ 55336 w 2044700"/>
                <a:gd name="connsiteY662" fmla="*/ 361091 h 800786"/>
                <a:gd name="connsiteX663" fmla="*/ 543918 w 2044700"/>
                <a:gd name="connsiteY663" fmla="*/ 357873 h 800786"/>
                <a:gd name="connsiteX664" fmla="*/ 547490 w 2044700"/>
                <a:gd name="connsiteY664" fmla="*/ 361048 h 800786"/>
                <a:gd name="connsiteX665" fmla="*/ 547490 w 2044700"/>
                <a:gd name="connsiteY665" fmla="*/ 365810 h 800786"/>
                <a:gd name="connsiteX666" fmla="*/ 543918 w 2044700"/>
                <a:gd name="connsiteY666" fmla="*/ 365810 h 800786"/>
                <a:gd name="connsiteX667" fmla="*/ 540346 w 2044700"/>
                <a:gd name="connsiteY667" fmla="*/ 364223 h 800786"/>
                <a:gd name="connsiteX668" fmla="*/ 536774 w 2044700"/>
                <a:gd name="connsiteY668" fmla="*/ 362635 h 800786"/>
                <a:gd name="connsiteX669" fmla="*/ 536774 w 2044700"/>
                <a:gd name="connsiteY669" fmla="*/ 361048 h 800786"/>
                <a:gd name="connsiteX670" fmla="*/ 540346 w 2044700"/>
                <a:gd name="connsiteY670" fmla="*/ 359460 h 800786"/>
                <a:gd name="connsiteX671" fmla="*/ 543918 w 2044700"/>
                <a:gd name="connsiteY671" fmla="*/ 357873 h 800786"/>
                <a:gd name="connsiteX672" fmla="*/ 386329 w 2044700"/>
                <a:gd name="connsiteY672" fmla="*/ 332473 h 800786"/>
                <a:gd name="connsiteX673" fmla="*/ 398236 w 2044700"/>
                <a:gd name="connsiteY673" fmla="*/ 335648 h 800786"/>
                <a:gd name="connsiteX674" fmla="*/ 399937 w 2044700"/>
                <a:gd name="connsiteY674" fmla="*/ 340410 h 800786"/>
                <a:gd name="connsiteX675" fmla="*/ 398236 w 2044700"/>
                <a:gd name="connsiteY675" fmla="*/ 346760 h 800786"/>
                <a:gd name="connsiteX676" fmla="*/ 391432 w 2044700"/>
                <a:gd name="connsiteY676" fmla="*/ 348348 h 800786"/>
                <a:gd name="connsiteX677" fmla="*/ 386329 w 2044700"/>
                <a:gd name="connsiteY677" fmla="*/ 346760 h 800786"/>
                <a:gd name="connsiteX678" fmla="*/ 381227 w 2044700"/>
                <a:gd name="connsiteY678" fmla="*/ 346760 h 800786"/>
                <a:gd name="connsiteX679" fmla="*/ 377825 w 2044700"/>
                <a:gd name="connsiteY679" fmla="*/ 341998 h 800786"/>
                <a:gd name="connsiteX680" fmla="*/ 377825 w 2044700"/>
                <a:gd name="connsiteY680" fmla="*/ 337235 h 800786"/>
                <a:gd name="connsiteX681" fmla="*/ 386329 w 2044700"/>
                <a:gd name="connsiteY681" fmla="*/ 332473 h 800786"/>
                <a:gd name="connsiteX682" fmla="*/ 546717 w 2044700"/>
                <a:gd name="connsiteY682" fmla="*/ 324602 h 800786"/>
                <a:gd name="connsiteX683" fmla="*/ 554875 w 2044700"/>
                <a:gd name="connsiteY683" fmla="*/ 324602 h 800786"/>
                <a:gd name="connsiteX684" fmla="*/ 559770 w 2044700"/>
                <a:gd name="connsiteY684" fmla="*/ 324602 h 800786"/>
                <a:gd name="connsiteX685" fmla="*/ 564665 w 2044700"/>
                <a:gd name="connsiteY685" fmla="*/ 326255 h 800786"/>
                <a:gd name="connsiteX686" fmla="*/ 567928 w 2044700"/>
                <a:gd name="connsiteY686" fmla="*/ 326255 h 800786"/>
                <a:gd name="connsiteX687" fmla="*/ 572823 w 2044700"/>
                <a:gd name="connsiteY687" fmla="*/ 332870 h 800786"/>
                <a:gd name="connsiteX688" fmla="*/ 576086 w 2044700"/>
                <a:gd name="connsiteY688" fmla="*/ 334524 h 800786"/>
                <a:gd name="connsiteX689" fmla="*/ 579350 w 2044700"/>
                <a:gd name="connsiteY689" fmla="*/ 346099 h 800786"/>
                <a:gd name="connsiteX690" fmla="*/ 580981 w 2044700"/>
                <a:gd name="connsiteY690" fmla="*/ 349407 h 800786"/>
                <a:gd name="connsiteX691" fmla="*/ 580981 w 2044700"/>
                <a:gd name="connsiteY691" fmla="*/ 354368 h 800786"/>
                <a:gd name="connsiteX692" fmla="*/ 577718 w 2044700"/>
                <a:gd name="connsiteY692" fmla="*/ 360982 h 800786"/>
                <a:gd name="connsiteX693" fmla="*/ 574455 w 2044700"/>
                <a:gd name="connsiteY693" fmla="*/ 360982 h 800786"/>
                <a:gd name="connsiteX694" fmla="*/ 567928 w 2044700"/>
                <a:gd name="connsiteY694" fmla="*/ 360982 h 800786"/>
                <a:gd name="connsiteX695" fmla="*/ 564665 w 2044700"/>
                <a:gd name="connsiteY695" fmla="*/ 360982 h 800786"/>
                <a:gd name="connsiteX696" fmla="*/ 558139 w 2044700"/>
                <a:gd name="connsiteY696" fmla="*/ 359329 h 800786"/>
                <a:gd name="connsiteX697" fmla="*/ 545086 w 2044700"/>
                <a:gd name="connsiteY697" fmla="*/ 354368 h 800786"/>
                <a:gd name="connsiteX698" fmla="*/ 540191 w 2044700"/>
                <a:gd name="connsiteY698" fmla="*/ 352714 h 800786"/>
                <a:gd name="connsiteX699" fmla="*/ 533664 w 2044700"/>
                <a:gd name="connsiteY699" fmla="*/ 351060 h 800786"/>
                <a:gd name="connsiteX700" fmla="*/ 530401 w 2044700"/>
                <a:gd name="connsiteY700" fmla="*/ 349407 h 800786"/>
                <a:gd name="connsiteX701" fmla="*/ 527138 w 2044700"/>
                <a:gd name="connsiteY701" fmla="*/ 346099 h 800786"/>
                <a:gd name="connsiteX702" fmla="*/ 527138 w 2044700"/>
                <a:gd name="connsiteY702" fmla="*/ 341138 h 800786"/>
                <a:gd name="connsiteX703" fmla="*/ 530401 w 2044700"/>
                <a:gd name="connsiteY703" fmla="*/ 337831 h 800786"/>
                <a:gd name="connsiteX704" fmla="*/ 533664 w 2044700"/>
                <a:gd name="connsiteY704" fmla="*/ 334524 h 800786"/>
                <a:gd name="connsiteX705" fmla="*/ 538559 w 2044700"/>
                <a:gd name="connsiteY705" fmla="*/ 332870 h 800786"/>
                <a:gd name="connsiteX706" fmla="*/ 541822 w 2044700"/>
                <a:gd name="connsiteY706" fmla="*/ 329563 h 800786"/>
                <a:gd name="connsiteX707" fmla="*/ 546717 w 2044700"/>
                <a:gd name="connsiteY707" fmla="*/ 324602 h 800786"/>
                <a:gd name="connsiteX708" fmla="*/ 533034 w 2044700"/>
                <a:gd name="connsiteY708" fmla="*/ 323147 h 800786"/>
                <a:gd name="connsiteX709" fmla="*/ 538163 w 2044700"/>
                <a:gd name="connsiteY709" fmla="*/ 326719 h 800786"/>
                <a:gd name="connsiteX710" fmla="*/ 536453 w 2044700"/>
                <a:gd name="connsiteY710" fmla="*/ 330291 h 800786"/>
                <a:gd name="connsiteX711" fmla="*/ 527905 w 2044700"/>
                <a:gd name="connsiteY711" fmla="*/ 332077 h 800786"/>
                <a:gd name="connsiteX712" fmla="*/ 524486 w 2044700"/>
                <a:gd name="connsiteY712" fmla="*/ 333863 h 800786"/>
                <a:gd name="connsiteX713" fmla="*/ 521067 w 2044700"/>
                <a:gd name="connsiteY713" fmla="*/ 333863 h 800786"/>
                <a:gd name="connsiteX714" fmla="*/ 517647 w 2044700"/>
                <a:gd name="connsiteY714" fmla="*/ 330291 h 800786"/>
                <a:gd name="connsiteX715" fmla="*/ 517647 w 2044700"/>
                <a:gd name="connsiteY715" fmla="*/ 328505 h 800786"/>
                <a:gd name="connsiteX716" fmla="*/ 526195 w 2044700"/>
                <a:gd name="connsiteY716" fmla="*/ 324933 h 800786"/>
                <a:gd name="connsiteX717" fmla="*/ 533034 w 2044700"/>
                <a:gd name="connsiteY717" fmla="*/ 323147 h 800786"/>
                <a:gd name="connsiteX718" fmla="*/ 558800 w 2044700"/>
                <a:gd name="connsiteY718" fmla="*/ 311836 h 800786"/>
                <a:gd name="connsiteX719" fmla="*/ 561975 w 2044700"/>
                <a:gd name="connsiteY719" fmla="*/ 311836 h 800786"/>
                <a:gd name="connsiteX720" fmla="*/ 565150 w 2044700"/>
                <a:gd name="connsiteY720" fmla="*/ 315011 h 800786"/>
                <a:gd name="connsiteX721" fmla="*/ 566737 w 2044700"/>
                <a:gd name="connsiteY721" fmla="*/ 318186 h 800786"/>
                <a:gd name="connsiteX722" fmla="*/ 563562 w 2044700"/>
                <a:gd name="connsiteY722" fmla="*/ 318186 h 800786"/>
                <a:gd name="connsiteX723" fmla="*/ 558800 w 2044700"/>
                <a:gd name="connsiteY723" fmla="*/ 318186 h 800786"/>
                <a:gd name="connsiteX724" fmla="*/ 555625 w 2044700"/>
                <a:gd name="connsiteY724" fmla="*/ 315011 h 800786"/>
                <a:gd name="connsiteX725" fmla="*/ 558800 w 2044700"/>
                <a:gd name="connsiteY725" fmla="*/ 311836 h 800786"/>
                <a:gd name="connsiteX726" fmla="*/ 143688 w 2044700"/>
                <a:gd name="connsiteY726" fmla="*/ 304412 h 800786"/>
                <a:gd name="connsiteX727" fmla="*/ 145762 w 2044700"/>
                <a:gd name="connsiteY727" fmla="*/ 305673 h 800786"/>
                <a:gd name="connsiteX728" fmla="*/ 152401 w 2044700"/>
                <a:gd name="connsiteY728" fmla="*/ 310715 h 800786"/>
                <a:gd name="connsiteX729" fmla="*/ 147422 w 2044700"/>
                <a:gd name="connsiteY729" fmla="*/ 317439 h 800786"/>
                <a:gd name="connsiteX730" fmla="*/ 142443 w 2044700"/>
                <a:gd name="connsiteY730" fmla="*/ 324162 h 800786"/>
                <a:gd name="connsiteX731" fmla="*/ 139123 w 2044700"/>
                <a:gd name="connsiteY731" fmla="*/ 325843 h 800786"/>
                <a:gd name="connsiteX732" fmla="*/ 134144 w 2044700"/>
                <a:gd name="connsiteY732" fmla="*/ 329205 h 800786"/>
                <a:gd name="connsiteX733" fmla="*/ 127506 w 2044700"/>
                <a:gd name="connsiteY733" fmla="*/ 329205 h 800786"/>
                <a:gd name="connsiteX734" fmla="*/ 122527 w 2044700"/>
                <a:gd name="connsiteY734" fmla="*/ 327524 h 800786"/>
                <a:gd name="connsiteX735" fmla="*/ 119207 w 2044700"/>
                <a:gd name="connsiteY735" fmla="*/ 324162 h 800786"/>
                <a:gd name="connsiteX736" fmla="*/ 125846 w 2044700"/>
                <a:gd name="connsiteY736" fmla="*/ 317439 h 800786"/>
                <a:gd name="connsiteX737" fmla="*/ 135804 w 2044700"/>
                <a:gd name="connsiteY737" fmla="*/ 310715 h 800786"/>
                <a:gd name="connsiteX738" fmla="*/ 139123 w 2044700"/>
                <a:gd name="connsiteY738" fmla="*/ 307354 h 800786"/>
                <a:gd name="connsiteX739" fmla="*/ 144102 w 2044700"/>
                <a:gd name="connsiteY739" fmla="*/ 305673 h 800786"/>
                <a:gd name="connsiteX740" fmla="*/ 143688 w 2044700"/>
                <a:gd name="connsiteY740" fmla="*/ 304412 h 800786"/>
                <a:gd name="connsiteX741" fmla="*/ 613554 w 2044700"/>
                <a:gd name="connsiteY741" fmla="*/ 284848 h 800786"/>
                <a:gd name="connsiteX742" fmla="*/ 618439 w 2044700"/>
                <a:gd name="connsiteY742" fmla="*/ 284848 h 800786"/>
                <a:gd name="connsiteX743" fmla="*/ 621696 w 2044700"/>
                <a:gd name="connsiteY743" fmla="*/ 284848 h 800786"/>
                <a:gd name="connsiteX744" fmla="*/ 626581 w 2044700"/>
                <a:gd name="connsiteY744" fmla="*/ 288085 h 800786"/>
                <a:gd name="connsiteX745" fmla="*/ 633095 w 2044700"/>
                <a:gd name="connsiteY745" fmla="*/ 291322 h 800786"/>
                <a:gd name="connsiteX746" fmla="*/ 634724 w 2044700"/>
                <a:gd name="connsiteY746" fmla="*/ 294560 h 800786"/>
                <a:gd name="connsiteX747" fmla="*/ 637981 w 2044700"/>
                <a:gd name="connsiteY747" fmla="*/ 296178 h 800786"/>
                <a:gd name="connsiteX748" fmla="*/ 644495 w 2044700"/>
                <a:gd name="connsiteY748" fmla="*/ 299416 h 800786"/>
                <a:gd name="connsiteX749" fmla="*/ 649380 w 2044700"/>
                <a:gd name="connsiteY749" fmla="*/ 299416 h 800786"/>
                <a:gd name="connsiteX750" fmla="*/ 655894 w 2044700"/>
                <a:gd name="connsiteY750" fmla="*/ 301034 h 800786"/>
                <a:gd name="connsiteX751" fmla="*/ 654265 w 2044700"/>
                <a:gd name="connsiteY751" fmla="*/ 305890 h 800786"/>
                <a:gd name="connsiteX752" fmla="*/ 651009 w 2044700"/>
                <a:gd name="connsiteY752" fmla="*/ 305890 h 800786"/>
                <a:gd name="connsiteX753" fmla="*/ 647752 w 2044700"/>
                <a:gd name="connsiteY753" fmla="*/ 305890 h 800786"/>
                <a:gd name="connsiteX754" fmla="*/ 641238 w 2044700"/>
                <a:gd name="connsiteY754" fmla="*/ 305890 h 800786"/>
                <a:gd name="connsiteX755" fmla="*/ 637981 w 2044700"/>
                <a:gd name="connsiteY755" fmla="*/ 304271 h 800786"/>
                <a:gd name="connsiteX756" fmla="*/ 633095 w 2044700"/>
                <a:gd name="connsiteY756" fmla="*/ 304271 h 800786"/>
                <a:gd name="connsiteX757" fmla="*/ 629838 w 2044700"/>
                <a:gd name="connsiteY757" fmla="*/ 307509 h 800786"/>
                <a:gd name="connsiteX758" fmla="*/ 634724 w 2044700"/>
                <a:gd name="connsiteY758" fmla="*/ 309127 h 800786"/>
                <a:gd name="connsiteX759" fmla="*/ 634724 w 2044700"/>
                <a:gd name="connsiteY759" fmla="*/ 312365 h 800786"/>
                <a:gd name="connsiteX760" fmla="*/ 639609 w 2044700"/>
                <a:gd name="connsiteY760" fmla="*/ 310746 h 800786"/>
                <a:gd name="connsiteX761" fmla="*/ 642866 w 2044700"/>
                <a:gd name="connsiteY761" fmla="*/ 310746 h 800786"/>
                <a:gd name="connsiteX762" fmla="*/ 646123 w 2044700"/>
                <a:gd name="connsiteY762" fmla="*/ 312365 h 800786"/>
                <a:gd name="connsiteX763" fmla="*/ 646123 w 2044700"/>
                <a:gd name="connsiteY763" fmla="*/ 315602 h 800786"/>
                <a:gd name="connsiteX764" fmla="*/ 649380 w 2044700"/>
                <a:gd name="connsiteY764" fmla="*/ 315602 h 800786"/>
                <a:gd name="connsiteX765" fmla="*/ 654265 w 2044700"/>
                <a:gd name="connsiteY765" fmla="*/ 315602 h 800786"/>
                <a:gd name="connsiteX766" fmla="*/ 657522 w 2044700"/>
                <a:gd name="connsiteY766" fmla="*/ 318839 h 800786"/>
                <a:gd name="connsiteX767" fmla="*/ 657522 w 2044700"/>
                <a:gd name="connsiteY767" fmla="*/ 320458 h 800786"/>
                <a:gd name="connsiteX768" fmla="*/ 659151 w 2044700"/>
                <a:gd name="connsiteY768" fmla="*/ 326932 h 800786"/>
                <a:gd name="connsiteX769" fmla="*/ 662408 w 2044700"/>
                <a:gd name="connsiteY769" fmla="*/ 330170 h 800786"/>
                <a:gd name="connsiteX770" fmla="*/ 662408 w 2044700"/>
                <a:gd name="connsiteY770" fmla="*/ 326932 h 800786"/>
                <a:gd name="connsiteX771" fmla="*/ 664036 w 2044700"/>
                <a:gd name="connsiteY771" fmla="*/ 325314 h 800786"/>
                <a:gd name="connsiteX772" fmla="*/ 668922 w 2044700"/>
                <a:gd name="connsiteY772" fmla="*/ 323695 h 800786"/>
                <a:gd name="connsiteX773" fmla="*/ 672179 w 2044700"/>
                <a:gd name="connsiteY773" fmla="*/ 323695 h 800786"/>
                <a:gd name="connsiteX774" fmla="*/ 675436 w 2044700"/>
                <a:gd name="connsiteY774" fmla="*/ 326932 h 800786"/>
                <a:gd name="connsiteX775" fmla="*/ 680321 w 2044700"/>
                <a:gd name="connsiteY775" fmla="*/ 325314 h 800786"/>
                <a:gd name="connsiteX776" fmla="*/ 683578 w 2044700"/>
                <a:gd name="connsiteY776" fmla="*/ 325314 h 800786"/>
                <a:gd name="connsiteX777" fmla="*/ 686835 w 2044700"/>
                <a:gd name="connsiteY777" fmla="*/ 325314 h 800786"/>
                <a:gd name="connsiteX778" fmla="*/ 691720 w 2044700"/>
                <a:gd name="connsiteY778" fmla="*/ 325314 h 800786"/>
                <a:gd name="connsiteX779" fmla="*/ 694977 w 2044700"/>
                <a:gd name="connsiteY779" fmla="*/ 325314 h 800786"/>
                <a:gd name="connsiteX780" fmla="*/ 699863 w 2044700"/>
                <a:gd name="connsiteY780" fmla="*/ 328551 h 800786"/>
                <a:gd name="connsiteX781" fmla="*/ 704748 w 2044700"/>
                <a:gd name="connsiteY781" fmla="*/ 331788 h 800786"/>
                <a:gd name="connsiteX782" fmla="*/ 712890 w 2044700"/>
                <a:gd name="connsiteY782" fmla="*/ 331788 h 800786"/>
                <a:gd name="connsiteX783" fmla="*/ 711262 w 2044700"/>
                <a:gd name="connsiteY783" fmla="*/ 328551 h 800786"/>
                <a:gd name="connsiteX784" fmla="*/ 714519 w 2044700"/>
                <a:gd name="connsiteY784" fmla="*/ 326932 h 800786"/>
                <a:gd name="connsiteX785" fmla="*/ 717776 w 2044700"/>
                <a:gd name="connsiteY785" fmla="*/ 325314 h 800786"/>
                <a:gd name="connsiteX786" fmla="*/ 724290 w 2044700"/>
                <a:gd name="connsiteY786" fmla="*/ 326932 h 800786"/>
                <a:gd name="connsiteX787" fmla="*/ 729175 w 2044700"/>
                <a:gd name="connsiteY787" fmla="*/ 325314 h 800786"/>
                <a:gd name="connsiteX788" fmla="*/ 735689 w 2044700"/>
                <a:gd name="connsiteY788" fmla="*/ 323695 h 800786"/>
                <a:gd name="connsiteX789" fmla="*/ 743831 w 2044700"/>
                <a:gd name="connsiteY789" fmla="*/ 320458 h 800786"/>
                <a:gd name="connsiteX790" fmla="*/ 748717 w 2044700"/>
                <a:gd name="connsiteY790" fmla="*/ 317220 h 800786"/>
                <a:gd name="connsiteX791" fmla="*/ 751974 w 2044700"/>
                <a:gd name="connsiteY791" fmla="*/ 317220 h 800786"/>
                <a:gd name="connsiteX792" fmla="*/ 755231 w 2044700"/>
                <a:gd name="connsiteY792" fmla="*/ 317220 h 800786"/>
                <a:gd name="connsiteX793" fmla="*/ 760116 w 2044700"/>
                <a:gd name="connsiteY793" fmla="*/ 318839 h 800786"/>
                <a:gd name="connsiteX794" fmla="*/ 763373 w 2044700"/>
                <a:gd name="connsiteY794" fmla="*/ 322076 h 800786"/>
                <a:gd name="connsiteX795" fmla="*/ 765002 w 2044700"/>
                <a:gd name="connsiteY795" fmla="*/ 322076 h 800786"/>
                <a:gd name="connsiteX796" fmla="*/ 768258 w 2044700"/>
                <a:gd name="connsiteY796" fmla="*/ 320458 h 800786"/>
                <a:gd name="connsiteX797" fmla="*/ 771515 w 2044700"/>
                <a:gd name="connsiteY797" fmla="*/ 318839 h 800786"/>
                <a:gd name="connsiteX798" fmla="*/ 776401 w 2044700"/>
                <a:gd name="connsiteY798" fmla="*/ 315602 h 800786"/>
                <a:gd name="connsiteX799" fmla="*/ 781286 w 2044700"/>
                <a:gd name="connsiteY799" fmla="*/ 317220 h 800786"/>
                <a:gd name="connsiteX800" fmla="*/ 787800 w 2044700"/>
                <a:gd name="connsiteY800" fmla="*/ 315602 h 800786"/>
                <a:gd name="connsiteX801" fmla="*/ 789429 w 2044700"/>
                <a:gd name="connsiteY801" fmla="*/ 318839 h 800786"/>
                <a:gd name="connsiteX802" fmla="*/ 794314 w 2044700"/>
                <a:gd name="connsiteY802" fmla="*/ 318839 h 800786"/>
                <a:gd name="connsiteX803" fmla="*/ 802456 w 2044700"/>
                <a:gd name="connsiteY803" fmla="*/ 322076 h 800786"/>
                <a:gd name="connsiteX804" fmla="*/ 805713 w 2044700"/>
                <a:gd name="connsiteY804" fmla="*/ 323695 h 800786"/>
                <a:gd name="connsiteX805" fmla="*/ 812227 w 2044700"/>
                <a:gd name="connsiteY805" fmla="*/ 323695 h 800786"/>
                <a:gd name="connsiteX806" fmla="*/ 817113 w 2044700"/>
                <a:gd name="connsiteY806" fmla="*/ 323695 h 800786"/>
                <a:gd name="connsiteX807" fmla="*/ 820370 w 2044700"/>
                <a:gd name="connsiteY807" fmla="*/ 325314 h 800786"/>
                <a:gd name="connsiteX808" fmla="*/ 821998 w 2044700"/>
                <a:gd name="connsiteY808" fmla="*/ 330170 h 800786"/>
                <a:gd name="connsiteX809" fmla="*/ 828512 w 2044700"/>
                <a:gd name="connsiteY809" fmla="*/ 330170 h 800786"/>
                <a:gd name="connsiteX810" fmla="*/ 831769 w 2044700"/>
                <a:gd name="connsiteY810" fmla="*/ 331788 h 800786"/>
                <a:gd name="connsiteX811" fmla="*/ 831769 w 2044700"/>
                <a:gd name="connsiteY811" fmla="*/ 338263 h 800786"/>
                <a:gd name="connsiteX812" fmla="*/ 828512 w 2044700"/>
                <a:gd name="connsiteY812" fmla="*/ 339881 h 800786"/>
                <a:gd name="connsiteX813" fmla="*/ 826883 w 2044700"/>
                <a:gd name="connsiteY813" fmla="*/ 344737 h 800786"/>
                <a:gd name="connsiteX814" fmla="*/ 828512 w 2044700"/>
                <a:gd name="connsiteY814" fmla="*/ 347974 h 800786"/>
                <a:gd name="connsiteX815" fmla="*/ 833397 w 2044700"/>
                <a:gd name="connsiteY815" fmla="*/ 347974 h 800786"/>
                <a:gd name="connsiteX816" fmla="*/ 831769 w 2044700"/>
                <a:gd name="connsiteY816" fmla="*/ 351212 h 800786"/>
                <a:gd name="connsiteX817" fmla="*/ 825255 w 2044700"/>
                <a:gd name="connsiteY817" fmla="*/ 351212 h 800786"/>
                <a:gd name="connsiteX818" fmla="*/ 820370 w 2044700"/>
                <a:gd name="connsiteY818" fmla="*/ 351212 h 800786"/>
                <a:gd name="connsiteX819" fmla="*/ 820370 w 2044700"/>
                <a:gd name="connsiteY819" fmla="*/ 354449 h 800786"/>
                <a:gd name="connsiteX820" fmla="*/ 818741 w 2044700"/>
                <a:gd name="connsiteY820" fmla="*/ 360923 h 800786"/>
                <a:gd name="connsiteX821" fmla="*/ 815484 w 2044700"/>
                <a:gd name="connsiteY821" fmla="*/ 362542 h 800786"/>
                <a:gd name="connsiteX822" fmla="*/ 808970 w 2044700"/>
                <a:gd name="connsiteY822" fmla="*/ 362542 h 800786"/>
                <a:gd name="connsiteX823" fmla="*/ 800828 w 2044700"/>
                <a:gd name="connsiteY823" fmla="*/ 364161 h 800786"/>
                <a:gd name="connsiteX824" fmla="*/ 794314 w 2044700"/>
                <a:gd name="connsiteY824" fmla="*/ 367398 h 800786"/>
                <a:gd name="connsiteX825" fmla="*/ 784543 w 2044700"/>
                <a:gd name="connsiteY825" fmla="*/ 365779 h 800786"/>
                <a:gd name="connsiteX826" fmla="*/ 778029 w 2044700"/>
                <a:gd name="connsiteY826" fmla="*/ 364161 h 800786"/>
                <a:gd name="connsiteX827" fmla="*/ 774772 w 2044700"/>
                <a:gd name="connsiteY827" fmla="*/ 364161 h 800786"/>
                <a:gd name="connsiteX828" fmla="*/ 766630 w 2044700"/>
                <a:gd name="connsiteY828" fmla="*/ 360923 h 800786"/>
                <a:gd name="connsiteX829" fmla="*/ 766630 w 2044700"/>
                <a:gd name="connsiteY829" fmla="*/ 357686 h 800786"/>
                <a:gd name="connsiteX830" fmla="*/ 761745 w 2044700"/>
                <a:gd name="connsiteY830" fmla="*/ 356068 h 800786"/>
                <a:gd name="connsiteX831" fmla="*/ 761745 w 2044700"/>
                <a:gd name="connsiteY831" fmla="*/ 359305 h 800786"/>
                <a:gd name="connsiteX832" fmla="*/ 761745 w 2044700"/>
                <a:gd name="connsiteY832" fmla="*/ 362542 h 800786"/>
                <a:gd name="connsiteX833" fmla="*/ 753602 w 2044700"/>
                <a:gd name="connsiteY833" fmla="*/ 362542 h 800786"/>
                <a:gd name="connsiteX834" fmla="*/ 748717 w 2044700"/>
                <a:gd name="connsiteY834" fmla="*/ 364161 h 800786"/>
                <a:gd name="connsiteX835" fmla="*/ 742203 w 2044700"/>
                <a:gd name="connsiteY835" fmla="*/ 365779 h 800786"/>
                <a:gd name="connsiteX836" fmla="*/ 737317 w 2044700"/>
                <a:gd name="connsiteY836" fmla="*/ 362542 h 800786"/>
                <a:gd name="connsiteX837" fmla="*/ 734061 w 2044700"/>
                <a:gd name="connsiteY837" fmla="*/ 362542 h 800786"/>
                <a:gd name="connsiteX838" fmla="*/ 730804 w 2044700"/>
                <a:gd name="connsiteY838" fmla="*/ 364161 h 800786"/>
                <a:gd name="connsiteX839" fmla="*/ 727547 w 2044700"/>
                <a:gd name="connsiteY839" fmla="*/ 362542 h 800786"/>
                <a:gd name="connsiteX840" fmla="*/ 724290 w 2044700"/>
                <a:gd name="connsiteY840" fmla="*/ 362542 h 800786"/>
                <a:gd name="connsiteX841" fmla="*/ 722661 w 2044700"/>
                <a:gd name="connsiteY841" fmla="*/ 364161 h 800786"/>
                <a:gd name="connsiteX842" fmla="*/ 719404 w 2044700"/>
                <a:gd name="connsiteY842" fmla="*/ 364161 h 800786"/>
                <a:gd name="connsiteX843" fmla="*/ 716147 w 2044700"/>
                <a:gd name="connsiteY843" fmla="*/ 362542 h 800786"/>
                <a:gd name="connsiteX844" fmla="*/ 711262 w 2044700"/>
                <a:gd name="connsiteY844" fmla="*/ 364161 h 800786"/>
                <a:gd name="connsiteX845" fmla="*/ 708005 w 2044700"/>
                <a:gd name="connsiteY845" fmla="*/ 365779 h 800786"/>
                <a:gd name="connsiteX846" fmla="*/ 703120 w 2044700"/>
                <a:gd name="connsiteY846" fmla="*/ 364161 h 800786"/>
                <a:gd name="connsiteX847" fmla="*/ 696606 w 2044700"/>
                <a:gd name="connsiteY847" fmla="*/ 364161 h 800786"/>
                <a:gd name="connsiteX848" fmla="*/ 694977 w 2044700"/>
                <a:gd name="connsiteY848" fmla="*/ 362542 h 800786"/>
                <a:gd name="connsiteX849" fmla="*/ 691720 w 2044700"/>
                <a:gd name="connsiteY849" fmla="*/ 362542 h 800786"/>
                <a:gd name="connsiteX850" fmla="*/ 686835 w 2044700"/>
                <a:gd name="connsiteY850" fmla="*/ 365779 h 800786"/>
                <a:gd name="connsiteX851" fmla="*/ 680321 w 2044700"/>
                <a:gd name="connsiteY851" fmla="*/ 365779 h 800786"/>
                <a:gd name="connsiteX852" fmla="*/ 677064 w 2044700"/>
                <a:gd name="connsiteY852" fmla="*/ 365779 h 800786"/>
                <a:gd name="connsiteX853" fmla="*/ 670550 w 2044700"/>
                <a:gd name="connsiteY853" fmla="*/ 365779 h 800786"/>
                <a:gd name="connsiteX854" fmla="*/ 668922 w 2044700"/>
                <a:gd name="connsiteY854" fmla="*/ 360923 h 800786"/>
                <a:gd name="connsiteX855" fmla="*/ 668922 w 2044700"/>
                <a:gd name="connsiteY855" fmla="*/ 354449 h 800786"/>
                <a:gd name="connsiteX856" fmla="*/ 665665 w 2044700"/>
                <a:gd name="connsiteY856" fmla="*/ 356068 h 800786"/>
                <a:gd name="connsiteX857" fmla="*/ 662408 w 2044700"/>
                <a:gd name="connsiteY857" fmla="*/ 359305 h 800786"/>
                <a:gd name="connsiteX858" fmla="*/ 655894 w 2044700"/>
                <a:gd name="connsiteY858" fmla="*/ 362542 h 800786"/>
                <a:gd name="connsiteX859" fmla="*/ 654265 w 2044700"/>
                <a:gd name="connsiteY859" fmla="*/ 362542 h 800786"/>
                <a:gd name="connsiteX860" fmla="*/ 649380 w 2044700"/>
                <a:gd name="connsiteY860" fmla="*/ 364161 h 800786"/>
                <a:gd name="connsiteX861" fmla="*/ 646123 w 2044700"/>
                <a:gd name="connsiteY861" fmla="*/ 364161 h 800786"/>
                <a:gd name="connsiteX862" fmla="*/ 642866 w 2044700"/>
                <a:gd name="connsiteY862" fmla="*/ 364161 h 800786"/>
                <a:gd name="connsiteX863" fmla="*/ 639609 w 2044700"/>
                <a:gd name="connsiteY863" fmla="*/ 364161 h 800786"/>
                <a:gd name="connsiteX864" fmla="*/ 634724 w 2044700"/>
                <a:gd name="connsiteY864" fmla="*/ 362542 h 800786"/>
                <a:gd name="connsiteX865" fmla="*/ 631467 w 2044700"/>
                <a:gd name="connsiteY865" fmla="*/ 360923 h 800786"/>
                <a:gd name="connsiteX866" fmla="*/ 628210 w 2044700"/>
                <a:gd name="connsiteY866" fmla="*/ 357686 h 800786"/>
                <a:gd name="connsiteX867" fmla="*/ 628210 w 2044700"/>
                <a:gd name="connsiteY867" fmla="*/ 354449 h 800786"/>
                <a:gd name="connsiteX868" fmla="*/ 624953 w 2044700"/>
                <a:gd name="connsiteY868" fmla="*/ 354449 h 800786"/>
                <a:gd name="connsiteX869" fmla="*/ 624953 w 2044700"/>
                <a:gd name="connsiteY869" fmla="*/ 357686 h 800786"/>
                <a:gd name="connsiteX870" fmla="*/ 621696 w 2044700"/>
                <a:gd name="connsiteY870" fmla="*/ 359305 h 800786"/>
                <a:gd name="connsiteX871" fmla="*/ 618439 w 2044700"/>
                <a:gd name="connsiteY871" fmla="*/ 359305 h 800786"/>
                <a:gd name="connsiteX872" fmla="*/ 615182 w 2044700"/>
                <a:gd name="connsiteY872" fmla="*/ 357686 h 800786"/>
                <a:gd name="connsiteX873" fmla="*/ 611925 w 2044700"/>
                <a:gd name="connsiteY873" fmla="*/ 354449 h 800786"/>
                <a:gd name="connsiteX874" fmla="*/ 608668 w 2044700"/>
                <a:gd name="connsiteY874" fmla="*/ 354449 h 800786"/>
                <a:gd name="connsiteX875" fmla="*/ 605411 w 2044700"/>
                <a:gd name="connsiteY875" fmla="*/ 347974 h 800786"/>
                <a:gd name="connsiteX876" fmla="*/ 605411 w 2044700"/>
                <a:gd name="connsiteY876" fmla="*/ 344737 h 800786"/>
                <a:gd name="connsiteX877" fmla="*/ 602154 w 2044700"/>
                <a:gd name="connsiteY877" fmla="*/ 339881 h 800786"/>
                <a:gd name="connsiteX878" fmla="*/ 600526 w 2044700"/>
                <a:gd name="connsiteY878" fmla="*/ 336644 h 800786"/>
                <a:gd name="connsiteX879" fmla="*/ 600526 w 2044700"/>
                <a:gd name="connsiteY879" fmla="*/ 333407 h 800786"/>
                <a:gd name="connsiteX880" fmla="*/ 602154 w 2044700"/>
                <a:gd name="connsiteY880" fmla="*/ 330170 h 800786"/>
                <a:gd name="connsiteX881" fmla="*/ 607040 w 2044700"/>
                <a:gd name="connsiteY881" fmla="*/ 325314 h 800786"/>
                <a:gd name="connsiteX882" fmla="*/ 605411 w 2044700"/>
                <a:gd name="connsiteY882" fmla="*/ 320458 h 800786"/>
                <a:gd name="connsiteX883" fmla="*/ 605411 w 2044700"/>
                <a:gd name="connsiteY883" fmla="*/ 317220 h 800786"/>
                <a:gd name="connsiteX884" fmla="*/ 602154 w 2044700"/>
                <a:gd name="connsiteY884" fmla="*/ 313983 h 800786"/>
                <a:gd name="connsiteX885" fmla="*/ 598897 w 2044700"/>
                <a:gd name="connsiteY885" fmla="*/ 312365 h 800786"/>
                <a:gd name="connsiteX886" fmla="*/ 595641 w 2044700"/>
                <a:gd name="connsiteY886" fmla="*/ 309127 h 800786"/>
                <a:gd name="connsiteX887" fmla="*/ 592384 w 2044700"/>
                <a:gd name="connsiteY887" fmla="*/ 309127 h 800786"/>
                <a:gd name="connsiteX888" fmla="*/ 589127 w 2044700"/>
                <a:gd name="connsiteY888" fmla="*/ 305890 h 800786"/>
                <a:gd name="connsiteX889" fmla="*/ 587498 w 2044700"/>
                <a:gd name="connsiteY889" fmla="*/ 301034 h 800786"/>
                <a:gd name="connsiteX890" fmla="*/ 584241 w 2044700"/>
                <a:gd name="connsiteY890" fmla="*/ 297797 h 800786"/>
                <a:gd name="connsiteX891" fmla="*/ 584241 w 2044700"/>
                <a:gd name="connsiteY891" fmla="*/ 296178 h 800786"/>
                <a:gd name="connsiteX892" fmla="*/ 587498 w 2044700"/>
                <a:gd name="connsiteY892" fmla="*/ 291322 h 800786"/>
                <a:gd name="connsiteX893" fmla="*/ 590755 w 2044700"/>
                <a:gd name="connsiteY893" fmla="*/ 288085 h 800786"/>
                <a:gd name="connsiteX894" fmla="*/ 595641 w 2044700"/>
                <a:gd name="connsiteY894" fmla="*/ 288085 h 800786"/>
                <a:gd name="connsiteX895" fmla="*/ 600526 w 2044700"/>
                <a:gd name="connsiteY895" fmla="*/ 288085 h 800786"/>
                <a:gd name="connsiteX896" fmla="*/ 603783 w 2044700"/>
                <a:gd name="connsiteY896" fmla="*/ 286467 h 800786"/>
                <a:gd name="connsiteX897" fmla="*/ 613554 w 2044700"/>
                <a:gd name="connsiteY897" fmla="*/ 284848 h 800786"/>
                <a:gd name="connsiteX898" fmla="*/ 471065 w 2044700"/>
                <a:gd name="connsiteY898" fmla="*/ 282116 h 800786"/>
                <a:gd name="connsiteX899" fmla="*/ 473707 w 2044700"/>
                <a:gd name="connsiteY899" fmla="*/ 283335 h 800786"/>
                <a:gd name="connsiteX900" fmla="*/ 473707 w 2044700"/>
                <a:gd name="connsiteY900" fmla="*/ 289832 h 800786"/>
                <a:gd name="connsiteX901" fmla="*/ 476958 w 2044700"/>
                <a:gd name="connsiteY901" fmla="*/ 291457 h 800786"/>
                <a:gd name="connsiteX902" fmla="*/ 483461 w 2044700"/>
                <a:gd name="connsiteY902" fmla="*/ 289832 h 800786"/>
                <a:gd name="connsiteX903" fmla="*/ 486713 w 2044700"/>
                <a:gd name="connsiteY903" fmla="*/ 288208 h 800786"/>
                <a:gd name="connsiteX904" fmla="*/ 494842 w 2044700"/>
                <a:gd name="connsiteY904" fmla="*/ 286584 h 800786"/>
                <a:gd name="connsiteX905" fmla="*/ 499719 w 2044700"/>
                <a:gd name="connsiteY905" fmla="*/ 289832 h 800786"/>
                <a:gd name="connsiteX906" fmla="*/ 507848 w 2044700"/>
                <a:gd name="connsiteY906" fmla="*/ 293081 h 800786"/>
                <a:gd name="connsiteX907" fmla="*/ 506222 w 2044700"/>
                <a:gd name="connsiteY907" fmla="*/ 296330 h 800786"/>
                <a:gd name="connsiteX908" fmla="*/ 506222 w 2044700"/>
                <a:gd name="connsiteY908" fmla="*/ 299579 h 800786"/>
                <a:gd name="connsiteX909" fmla="*/ 507848 w 2044700"/>
                <a:gd name="connsiteY909" fmla="*/ 302828 h 800786"/>
                <a:gd name="connsiteX910" fmla="*/ 507848 w 2044700"/>
                <a:gd name="connsiteY910" fmla="*/ 310950 h 800786"/>
                <a:gd name="connsiteX911" fmla="*/ 506222 w 2044700"/>
                <a:gd name="connsiteY911" fmla="*/ 314199 h 800786"/>
                <a:gd name="connsiteX912" fmla="*/ 507848 w 2044700"/>
                <a:gd name="connsiteY912" fmla="*/ 317448 h 800786"/>
                <a:gd name="connsiteX913" fmla="*/ 509473 w 2044700"/>
                <a:gd name="connsiteY913" fmla="*/ 320696 h 800786"/>
                <a:gd name="connsiteX914" fmla="*/ 509473 w 2044700"/>
                <a:gd name="connsiteY914" fmla="*/ 322321 h 800786"/>
                <a:gd name="connsiteX915" fmla="*/ 512725 w 2044700"/>
                <a:gd name="connsiteY915" fmla="*/ 325570 h 800786"/>
                <a:gd name="connsiteX916" fmla="*/ 511099 w 2044700"/>
                <a:gd name="connsiteY916" fmla="*/ 328818 h 800786"/>
                <a:gd name="connsiteX917" fmla="*/ 512725 w 2044700"/>
                <a:gd name="connsiteY917" fmla="*/ 333692 h 800786"/>
                <a:gd name="connsiteX918" fmla="*/ 507848 w 2044700"/>
                <a:gd name="connsiteY918" fmla="*/ 333692 h 800786"/>
                <a:gd name="connsiteX919" fmla="*/ 506222 w 2044700"/>
                <a:gd name="connsiteY919" fmla="*/ 330443 h 800786"/>
                <a:gd name="connsiteX920" fmla="*/ 501345 w 2044700"/>
                <a:gd name="connsiteY920" fmla="*/ 332067 h 800786"/>
                <a:gd name="connsiteX921" fmla="*/ 501345 w 2044700"/>
                <a:gd name="connsiteY921" fmla="*/ 336941 h 800786"/>
                <a:gd name="connsiteX922" fmla="*/ 506222 w 2044700"/>
                <a:gd name="connsiteY922" fmla="*/ 336941 h 800786"/>
                <a:gd name="connsiteX923" fmla="*/ 506222 w 2044700"/>
                <a:gd name="connsiteY923" fmla="*/ 340189 h 800786"/>
                <a:gd name="connsiteX924" fmla="*/ 501345 w 2044700"/>
                <a:gd name="connsiteY924" fmla="*/ 345063 h 800786"/>
                <a:gd name="connsiteX925" fmla="*/ 498093 w 2044700"/>
                <a:gd name="connsiteY925" fmla="*/ 348312 h 800786"/>
                <a:gd name="connsiteX926" fmla="*/ 491590 w 2044700"/>
                <a:gd name="connsiteY926" fmla="*/ 349936 h 800786"/>
                <a:gd name="connsiteX927" fmla="*/ 488339 w 2044700"/>
                <a:gd name="connsiteY927" fmla="*/ 348312 h 800786"/>
                <a:gd name="connsiteX928" fmla="*/ 485087 w 2044700"/>
                <a:gd name="connsiteY928" fmla="*/ 348312 h 800786"/>
                <a:gd name="connsiteX929" fmla="*/ 480210 w 2044700"/>
                <a:gd name="connsiteY929" fmla="*/ 348312 h 800786"/>
                <a:gd name="connsiteX930" fmla="*/ 475333 w 2044700"/>
                <a:gd name="connsiteY930" fmla="*/ 348312 h 800786"/>
                <a:gd name="connsiteX931" fmla="*/ 472081 w 2044700"/>
                <a:gd name="connsiteY931" fmla="*/ 349936 h 800786"/>
                <a:gd name="connsiteX932" fmla="*/ 457449 w 2044700"/>
                <a:gd name="connsiteY932" fmla="*/ 348312 h 800786"/>
                <a:gd name="connsiteX933" fmla="*/ 455823 w 2044700"/>
                <a:gd name="connsiteY933" fmla="*/ 341814 h 800786"/>
                <a:gd name="connsiteX934" fmla="*/ 455823 w 2044700"/>
                <a:gd name="connsiteY934" fmla="*/ 336941 h 800786"/>
                <a:gd name="connsiteX935" fmla="*/ 452572 w 2044700"/>
                <a:gd name="connsiteY935" fmla="*/ 332067 h 800786"/>
                <a:gd name="connsiteX936" fmla="*/ 455823 w 2044700"/>
                <a:gd name="connsiteY936" fmla="*/ 328818 h 800786"/>
                <a:gd name="connsiteX937" fmla="*/ 460701 w 2044700"/>
                <a:gd name="connsiteY937" fmla="*/ 327194 h 800786"/>
                <a:gd name="connsiteX938" fmla="*/ 462326 w 2044700"/>
                <a:gd name="connsiteY938" fmla="*/ 323945 h 800786"/>
                <a:gd name="connsiteX939" fmla="*/ 455823 w 2044700"/>
                <a:gd name="connsiteY939" fmla="*/ 323945 h 800786"/>
                <a:gd name="connsiteX940" fmla="*/ 450946 w 2044700"/>
                <a:gd name="connsiteY940" fmla="*/ 325570 h 800786"/>
                <a:gd name="connsiteX941" fmla="*/ 447695 w 2044700"/>
                <a:gd name="connsiteY941" fmla="*/ 328818 h 800786"/>
                <a:gd name="connsiteX942" fmla="*/ 442817 w 2044700"/>
                <a:gd name="connsiteY942" fmla="*/ 328818 h 800786"/>
                <a:gd name="connsiteX943" fmla="*/ 436314 w 2044700"/>
                <a:gd name="connsiteY943" fmla="*/ 328818 h 800786"/>
                <a:gd name="connsiteX944" fmla="*/ 429811 w 2044700"/>
                <a:gd name="connsiteY944" fmla="*/ 325570 h 800786"/>
                <a:gd name="connsiteX945" fmla="*/ 424934 w 2044700"/>
                <a:gd name="connsiteY945" fmla="*/ 328818 h 800786"/>
                <a:gd name="connsiteX946" fmla="*/ 421682 w 2044700"/>
                <a:gd name="connsiteY946" fmla="*/ 330443 h 800786"/>
                <a:gd name="connsiteX947" fmla="*/ 413554 w 2044700"/>
                <a:gd name="connsiteY947" fmla="*/ 327194 h 800786"/>
                <a:gd name="connsiteX948" fmla="*/ 413554 w 2044700"/>
                <a:gd name="connsiteY948" fmla="*/ 323945 h 800786"/>
                <a:gd name="connsiteX949" fmla="*/ 415179 w 2044700"/>
                <a:gd name="connsiteY949" fmla="*/ 320696 h 800786"/>
                <a:gd name="connsiteX950" fmla="*/ 411928 w 2044700"/>
                <a:gd name="connsiteY950" fmla="*/ 319072 h 800786"/>
                <a:gd name="connsiteX951" fmla="*/ 408676 w 2044700"/>
                <a:gd name="connsiteY951" fmla="*/ 319072 h 800786"/>
                <a:gd name="connsiteX952" fmla="*/ 403799 w 2044700"/>
                <a:gd name="connsiteY952" fmla="*/ 319072 h 800786"/>
                <a:gd name="connsiteX953" fmla="*/ 400548 w 2044700"/>
                <a:gd name="connsiteY953" fmla="*/ 315823 h 800786"/>
                <a:gd name="connsiteX954" fmla="*/ 397296 w 2044700"/>
                <a:gd name="connsiteY954" fmla="*/ 317448 h 800786"/>
                <a:gd name="connsiteX955" fmla="*/ 395670 w 2044700"/>
                <a:gd name="connsiteY955" fmla="*/ 312574 h 800786"/>
                <a:gd name="connsiteX956" fmla="*/ 395670 w 2044700"/>
                <a:gd name="connsiteY956" fmla="*/ 309325 h 800786"/>
                <a:gd name="connsiteX957" fmla="*/ 387542 w 2044700"/>
                <a:gd name="connsiteY957" fmla="*/ 310950 h 800786"/>
                <a:gd name="connsiteX958" fmla="*/ 384290 w 2044700"/>
                <a:gd name="connsiteY958" fmla="*/ 307701 h 800786"/>
                <a:gd name="connsiteX959" fmla="*/ 385916 w 2044700"/>
                <a:gd name="connsiteY959" fmla="*/ 299579 h 800786"/>
                <a:gd name="connsiteX960" fmla="*/ 381039 w 2044700"/>
                <a:gd name="connsiteY960" fmla="*/ 294706 h 800786"/>
                <a:gd name="connsiteX961" fmla="*/ 381039 w 2044700"/>
                <a:gd name="connsiteY961" fmla="*/ 288208 h 800786"/>
                <a:gd name="connsiteX962" fmla="*/ 397296 w 2044700"/>
                <a:gd name="connsiteY962" fmla="*/ 288208 h 800786"/>
                <a:gd name="connsiteX963" fmla="*/ 403799 w 2044700"/>
                <a:gd name="connsiteY963" fmla="*/ 293081 h 800786"/>
                <a:gd name="connsiteX964" fmla="*/ 407051 w 2044700"/>
                <a:gd name="connsiteY964" fmla="*/ 294706 h 800786"/>
                <a:gd name="connsiteX965" fmla="*/ 408676 w 2044700"/>
                <a:gd name="connsiteY965" fmla="*/ 297955 h 800786"/>
                <a:gd name="connsiteX966" fmla="*/ 415179 w 2044700"/>
                <a:gd name="connsiteY966" fmla="*/ 299579 h 800786"/>
                <a:gd name="connsiteX967" fmla="*/ 416805 w 2044700"/>
                <a:gd name="connsiteY967" fmla="*/ 304452 h 800786"/>
                <a:gd name="connsiteX968" fmla="*/ 420057 w 2044700"/>
                <a:gd name="connsiteY968" fmla="*/ 307701 h 800786"/>
                <a:gd name="connsiteX969" fmla="*/ 420057 w 2044700"/>
                <a:gd name="connsiteY969" fmla="*/ 309325 h 800786"/>
                <a:gd name="connsiteX970" fmla="*/ 423308 w 2044700"/>
                <a:gd name="connsiteY970" fmla="*/ 310950 h 800786"/>
                <a:gd name="connsiteX971" fmla="*/ 429811 w 2044700"/>
                <a:gd name="connsiteY971" fmla="*/ 310950 h 800786"/>
                <a:gd name="connsiteX972" fmla="*/ 429811 w 2044700"/>
                <a:gd name="connsiteY972" fmla="*/ 314199 h 800786"/>
                <a:gd name="connsiteX973" fmla="*/ 434689 w 2044700"/>
                <a:gd name="connsiteY973" fmla="*/ 317448 h 800786"/>
                <a:gd name="connsiteX974" fmla="*/ 436314 w 2044700"/>
                <a:gd name="connsiteY974" fmla="*/ 319072 h 800786"/>
                <a:gd name="connsiteX975" fmla="*/ 439566 w 2044700"/>
                <a:gd name="connsiteY975" fmla="*/ 319072 h 800786"/>
                <a:gd name="connsiteX976" fmla="*/ 444443 w 2044700"/>
                <a:gd name="connsiteY976" fmla="*/ 319072 h 800786"/>
                <a:gd name="connsiteX977" fmla="*/ 437940 w 2044700"/>
                <a:gd name="connsiteY977" fmla="*/ 315823 h 800786"/>
                <a:gd name="connsiteX978" fmla="*/ 436314 w 2044700"/>
                <a:gd name="connsiteY978" fmla="*/ 310950 h 800786"/>
                <a:gd name="connsiteX979" fmla="*/ 433063 w 2044700"/>
                <a:gd name="connsiteY979" fmla="*/ 310950 h 800786"/>
                <a:gd name="connsiteX980" fmla="*/ 429811 w 2044700"/>
                <a:gd name="connsiteY980" fmla="*/ 307701 h 800786"/>
                <a:gd name="connsiteX981" fmla="*/ 423308 w 2044700"/>
                <a:gd name="connsiteY981" fmla="*/ 302828 h 800786"/>
                <a:gd name="connsiteX982" fmla="*/ 426560 w 2044700"/>
                <a:gd name="connsiteY982" fmla="*/ 296330 h 800786"/>
                <a:gd name="connsiteX983" fmla="*/ 431437 w 2044700"/>
                <a:gd name="connsiteY983" fmla="*/ 294706 h 800786"/>
                <a:gd name="connsiteX984" fmla="*/ 436314 w 2044700"/>
                <a:gd name="connsiteY984" fmla="*/ 296330 h 800786"/>
                <a:gd name="connsiteX985" fmla="*/ 442817 w 2044700"/>
                <a:gd name="connsiteY985" fmla="*/ 297955 h 800786"/>
                <a:gd name="connsiteX986" fmla="*/ 447695 w 2044700"/>
                <a:gd name="connsiteY986" fmla="*/ 302828 h 800786"/>
                <a:gd name="connsiteX987" fmla="*/ 452572 w 2044700"/>
                <a:gd name="connsiteY987" fmla="*/ 306077 h 800786"/>
                <a:gd name="connsiteX988" fmla="*/ 457449 w 2044700"/>
                <a:gd name="connsiteY988" fmla="*/ 307701 h 800786"/>
                <a:gd name="connsiteX989" fmla="*/ 460701 w 2044700"/>
                <a:gd name="connsiteY989" fmla="*/ 310950 h 800786"/>
                <a:gd name="connsiteX990" fmla="*/ 467204 w 2044700"/>
                <a:gd name="connsiteY990" fmla="*/ 312574 h 800786"/>
                <a:gd name="connsiteX991" fmla="*/ 467204 w 2044700"/>
                <a:gd name="connsiteY991" fmla="*/ 310950 h 800786"/>
                <a:gd name="connsiteX992" fmla="*/ 463952 w 2044700"/>
                <a:gd name="connsiteY992" fmla="*/ 307701 h 800786"/>
                <a:gd name="connsiteX993" fmla="*/ 460701 w 2044700"/>
                <a:gd name="connsiteY993" fmla="*/ 302828 h 800786"/>
                <a:gd name="connsiteX994" fmla="*/ 457449 w 2044700"/>
                <a:gd name="connsiteY994" fmla="*/ 299579 h 800786"/>
                <a:gd name="connsiteX995" fmla="*/ 452572 w 2044700"/>
                <a:gd name="connsiteY995" fmla="*/ 297955 h 800786"/>
                <a:gd name="connsiteX996" fmla="*/ 447695 w 2044700"/>
                <a:gd name="connsiteY996" fmla="*/ 297955 h 800786"/>
                <a:gd name="connsiteX997" fmla="*/ 447695 w 2044700"/>
                <a:gd name="connsiteY997" fmla="*/ 293081 h 800786"/>
                <a:gd name="connsiteX998" fmla="*/ 442817 w 2044700"/>
                <a:gd name="connsiteY998" fmla="*/ 291457 h 800786"/>
                <a:gd name="connsiteX999" fmla="*/ 437940 w 2044700"/>
                <a:gd name="connsiteY999" fmla="*/ 291457 h 800786"/>
                <a:gd name="connsiteX1000" fmla="*/ 441192 w 2044700"/>
                <a:gd name="connsiteY1000" fmla="*/ 284959 h 800786"/>
                <a:gd name="connsiteX1001" fmla="*/ 449320 w 2044700"/>
                <a:gd name="connsiteY1001" fmla="*/ 283335 h 800786"/>
                <a:gd name="connsiteX1002" fmla="*/ 449320 w 2044700"/>
                <a:gd name="connsiteY1002" fmla="*/ 288208 h 800786"/>
                <a:gd name="connsiteX1003" fmla="*/ 457449 w 2044700"/>
                <a:gd name="connsiteY1003" fmla="*/ 283335 h 800786"/>
                <a:gd name="connsiteX1004" fmla="*/ 460701 w 2044700"/>
                <a:gd name="connsiteY1004" fmla="*/ 286584 h 800786"/>
                <a:gd name="connsiteX1005" fmla="*/ 465578 w 2044700"/>
                <a:gd name="connsiteY1005" fmla="*/ 286584 h 800786"/>
                <a:gd name="connsiteX1006" fmla="*/ 467204 w 2044700"/>
                <a:gd name="connsiteY1006" fmla="*/ 283335 h 800786"/>
                <a:gd name="connsiteX1007" fmla="*/ 471065 w 2044700"/>
                <a:gd name="connsiteY1007" fmla="*/ 282116 h 800786"/>
                <a:gd name="connsiteX1008" fmla="*/ 301777 w 2044700"/>
                <a:gd name="connsiteY1008" fmla="*/ 280114 h 800786"/>
                <a:gd name="connsiteX1009" fmla="*/ 308267 w 2044700"/>
                <a:gd name="connsiteY1009" fmla="*/ 280114 h 800786"/>
                <a:gd name="connsiteX1010" fmla="*/ 311512 w 2044700"/>
                <a:gd name="connsiteY1010" fmla="*/ 281730 h 800786"/>
                <a:gd name="connsiteX1011" fmla="*/ 313135 w 2044700"/>
                <a:gd name="connsiteY1011" fmla="*/ 289809 h 800786"/>
                <a:gd name="connsiteX1012" fmla="*/ 314758 w 2044700"/>
                <a:gd name="connsiteY1012" fmla="*/ 297888 h 800786"/>
                <a:gd name="connsiteX1013" fmla="*/ 318003 w 2044700"/>
                <a:gd name="connsiteY1013" fmla="*/ 304352 h 800786"/>
                <a:gd name="connsiteX1014" fmla="*/ 316380 w 2044700"/>
                <a:gd name="connsiteY1014" fmla="*/ 305968 h 800786"/>
                <a:gd name="connsiteX1015" fmla="*/ 326115 w 2044700"/>
                <a:gd name="connsiteY1015" fmla="*/ 309199 h 800786"/>
                <a:gd name="connsiteX1016" fmla="*/ 327738 w 2044700"/>
                <a:gd name="connsiteY1016" fmla="*/ 312431 h 800786"/>
                <a:gd name="connsiteX1017" fmla="*/ 322870 w 2044700"/>
                <a:gd name="connsiteY1017" fmla="*/ 315663 h 800786"/>
                <a:gd name="connsiteX1018" fmla="*/ 330983 w 2044700"/>
                <a:gd name="connsiteY1018" fmla="*/ 314047 h 800786"/>
                <a:gd name="connsiteX1019" fmla="*/ 337473 w 2044700"/>
                <a:gd name="connsiteY1019" fmla="*/ 314047 h 800786"/>
                <a:gd name="connsiteX1020" fmla="*/ 342340 w 2044700"/>
                <a:gd name="connsiteY1020" fmla="*/ 317279 h 800786"/>
                <a:gd name="connsiteX1021" fmla="*/ 343963 w 2044700"/>
                <a:gd name="connsiteY1021" fmla="*/ 312431 h 800786"/>
                <a:gd name="connsiteX1022" fmla="*/ 347208 w 2044700"/>
                <a:gd name="connsiteY1022" fmla="*/ 310815 h 800786"/>
                <a:gd name="connsiteX1023" fmla="*/ 356943 w 2044700"/>
                <a:gd name="connsiteY1023" fmla="*/ 309199 h 800786"/>
                <a:gd name="connsiteX1024" fmla="*/ 366678 w 2044700"/>
                <a:gd name="connsiteY1024" fmla="*/ 312431 h 800786"/>
                <a:gd name="connsiteX1025" fmla="*/ 368301 w 2044700"/>
                <a:gd name="connsiteY1025" fmla="*/ 317279 h 800786"/>
                <a:gd name="connsiteX1026" fmla="*/ 368301 w 2044700"/>
                <a:gd name="connsiteY1026" fmla="*/ 322126 h 800786"/>
                <a:gd name="connsiteX1027" fmla="*/ 365056 w 2044700"/>
                <a:gd name="connsiteY1027" fmla="*/ 325358 h 800786"/>
                <a:gd name="connsiteX1028" fmla="*/ 365056 w 2044700"/>
                <a:gd name="connsiteY1028" fmla="*/ 328590 h 800786"/>
                <a:gd name="connsiteX1029" fmla="*/ 361811 w 2044700"/>
                <a:gd name="connsiteY1029" fmla="*/ 336669 h 800786"/>
                <a:gd name="connsiteX1030" fmla="*/ 356943 w 2044700"/>
                <a:gd name="connsiteY1030" fmla="*/ 339901 h 800786"/>
                <a:gd name="connsiteX1031" fmla="*/ 356943 w 2044700"/>
                <a:gd name="connsiteY1031" fmla="*/ 344748 h 800786"/>
                <a:gd name="connsiteX1032" fmla="*/ 352076 w 2044700"/>
                <a:gd name="connsiteY1032" fmla="*/ 346364 h 800786"/>
                <a:gd name="connsiteX1033" fmla="*/ 347208 w 2044700"/>
                <a:gd name="connsiteY1033" fmla="*/ 349596 h 800786"/>
                <a:gd name="connsiteX1034" fmla="*/ 342340 w 2044700"/>
                <a:gd name="connsiteY1034" fmla="*/ 349596 h 800786"/>
                <a:gd name="connsiteX1035" fmla="*/ 339095 w 2044700"/>
                <a:gd name="connsiteY1035" fmla="*/ 351212 h 800786"/>
                <a:gd name="connsiteX1036" fmla="*/ 334228 w 2044700"/>
                <a:gd name="connsiteY1036" fmla="*/ 351212 h 800786"/>
                <a:gd name="connsiteX1037" fmla="*/ 329360 w 2044700"/>
                <a:gd name="connsiteY1037" fmla="*/ 349596 h 800786"/>
                <a:gd name="connsiteX1038" fmla="*/ 327738 w 2044700"/>
                <a:gd name="connsiteY1038" fmla="*/ 346364 h 800786"/>
                <a:gd name="connsiteX1039" fmla="*/ 322870 w 2044700"/>
                <a:gd name="connsiteY1039" fmla="*/ 347980 h 800786"/>
                <a:gd name="connsiteX1040" fmla="*/ 319625 w 2044700"/>
                <a:gd name="connsiteY1040" fmla="*/ 351212 h 800786"/>
                <a:gd name="connsiteX1041" fmla="*/ 316380 w 2044700"/>
                <a:gd name="connsiteY1041" fmla="*/ 349596 h 800786"/>
                <a:gd name="connsiteX1042" fmla="*/ 311512 w 2044700"/>
                <a:gd name="connsiteY1042" fmla="*/ 347980 h 800786"/>
                <a:gd name="connsiteX1043" fmla="*/ 301777 w 2044700"/>
                <a:gd name="connsiteY1043" fmla="*/ 349596 h 800786"/>
                <a:gd name="connsiteX1044" fmla="*/ 298532 w 2044700"/>
                <a:gd name="connsiteY1044" fmla="*/ 349596 h 800786"/>
                <a:gd name="connsiteX1045" fmla="*/ 292042 w 2044700"/>
                <a:gd name="connsiteY1045" fmla="*/ 354443 h 800786"/>
                <a:gd name="connsiteX1046" fmla="*/ 288797 w 2044700"/>
                <a:gd name="connsiteY1046" fmla="*/ 354443 h 800786"/>
                <a:gd name="connsiteX1047" fmla="*/ 280685 w 2044700"/>
                <a:gd name="connsiteY1047" fmla="*/ 356059 h 800786"/>
                <a:gd name="connsiteX1048" fmla="*/ 280685 w 2044700"/>
                <a:gd name="connsiteY1048" fmla="*/ 354443 h 800786"/>
                <a:gd name="connsiteX1049" fmla="*/ 279062 w 2044700"/>
                <a:gd name="connsiteY1049" fmla="*/ 354443 h 800786"/>
                <a:gd name="connsiteX1050" fmla="*/ 272572 w 2044700"/>
                <a:gd name="connsiteY1050" fmla="*/ 357675 h 800786"/>
                <a:gd name="connsiteX1051" fmla="*/ 269327 w 2044700"/>
                <a:gd name="connsiteY1051" fmla="*/ 359291 h 800786"/>
                <a:gd name="connsiteX1052" fmla="*/ 256347 w 2044700"/>
                <a:gd name="connsiteY1052" fmla="*/ 364138 h 800786"/>
                <a:gd name="connsiteX1053" fmla="*/ 241744 w 2044700"/>
                <a:gd name="connsiteY1053" fmla="*/ 367370 h 800786"/>
                <a:gd name="connsiteX1054" fmla="*/ 232009 w 2044700"/>
                <a:gd name="connsiteY1054" fmla="*/ 368986 h 800786"/>
                <a:gd name="connsiteX1055" fmla="*/ 222274 w 2044700"/>
                <a:gd name="connsiteY1055" fmla="*/ 367370 h 800786"/>
                <a:gd name="connsiteX1056" fmla="*/ 214161 w 2044700"/>
                <a:gd name="connsiteY1056" fmla="*/ 364138 h 800786"/>
                <a:gd name="connsiteX1057" fmla="*/ 209294 w 2044700"/>
                <a:gd name="connsiteY1057" fmla="*/ 360907 h 800786"/>
                <a:gd name="connsiteX1058" fmla="*/ 207671 w 2044700"/>
                <a:gd name="connsiteY1058" fmla="*/ 357675 h 800786"/>
                <a:gd name="connsiteX1059" fmla="*/ 220651 w 2044700"/>
                <a:gd name="connsiteY1059" fmla="*/ 352827 h 800786"/>
                <a:gd name="connsiteX1060" fmla="*/ 225519 w 2044700"/>
                <a:gd name="connsiteY1060" fmla="*/ 351212 h 800786"/>
                <a:gd name="connsiteX1061" fmla="*/ 232009 w 2044700"/>
                <a:gd name="connsiteY1061" fmla="*/ 347980 h 800786"/>
                <a:gd name="connsiteX1062" fmla="*/ 238499 w 2044700"/>
                <a:gd name="connsiteY1062" fmla="*/ 346364 h 800786"/>
                <a:gd name="connsiteX1063" fmla="*/ 249857 w 2044700"/>
                <a:gd name="connsiteY1063" fmla="*/ 346364 h 800786"/>
                <a:gd name="connsiteX1064" fmla="*/ 257969 w 2044700"/>
                <a:gd name="connsiteY1064" fmla="*/ 344748 h 800786"/>
                <a:gd name="connsiteX1065" fmla="*/ 261214 w 2044700"/>
                <a:gd name="connsiteY1065" fmla="*/ 343132 h 800786"/>
                <a:gd name="connsiteX1066" fmla="*/ 267704 w 2044700"/>
                <a:gd name="connsiteY1066" fmla="*/ 339901 h 800786"/>
                <a:gd name="connsiteX1067" fmla="*/ 267704 w 2044700"/>
                <a:gd name="connsiteY1067" fmla="*/ 336669 h 800786"/>
                <a:gd name="connsiteX1068" fmla="*/ 262837 w 2044700"/>
                <a:gd name="connsiteY1068" fmla="*/ 338285 h 800786"/>
                <a:gd name="connsiteX1069" fmla="*/ 257969 w 2044700"/>
                <a:gd name="connsiteY1069" fmla="*/ 339901 h 800786"/>
                <a:gd name="connsiteX1070" fmla="*/ 254724 w 2044700"/>
                <a:gd name="connsiteY1070" fmla="*/ 341516 h 800786"/>
                <a:gd name="connsiteX1071" fmla="*/ 248234 w 2044700"/>
                <a:gd name="connsiteY1071" fmla="*/ 344748 h 800786"/>
                <a:gd name="connsiteX1072" fmla="*/ 244989 w 2044700"/>
                <a:gd name="connsiteY1072" fmla="*/ 341516 h 800786"/>
                <a:gd name="connsiteX1073" fmla="*/ 241744 w 2044700"/>
                <a:gd name="connsiteY1073" fmla="*/ 341516 h 800786"/>
                <a:gd name="connsiteX1074" fmla="*/ 238499 w 2044700"/>
                <a:gd name="connsiteY1074" fmla="*/ 339901 h 800786"/>
                <a:gd name="connsiteX1075" fmla="*/ 233632 w 2044700"/>
                <a:gd name="connsiteY1075" fmla="*/ 343132 h 800786"/>
                <a:gd name="connsiteX1076" fmla="*/ 230386 w 2044700"/>
                <a:gd name="connsiteY1076" fmla="*/ 343132 h 800786"/>
                <a:gd name="connsiteX1077" fmla="*/ 225519 w 2044700"/>
                <a:gd name="connsiteY1077" fmla="*/ 344748 h 800786"/>
                <a:gd name="connsiteX1078" fmla="*/ 220651 w 2044700"/>
                <a:gd name="connsiteY1078" fmla="*/ 347980 h 800786"/>
                <a:gd name="connsiteX1079" fmla="*/ 215784 w 2044700"/>
                <a:gd name="connsiteY1079" fmla="*/ 346364 h 800786"/>
                <a:gd name="connsiteX1080" fmla="*/ 215784 w 2044700"/>
                <a:gd name="connsiteY1080" fmla="*/ 343132 h 800786"/>
                <a:gd name="connsiteX1081" fmla="*/ 219029 w 2044700"/>
                <a:gd name="connsiteY1081" fmla="*/ 336669 h 800786"/>
                <a:gd name="connsiteX1082" fmla="*/ 212539 w 2044700"/>
                <a:gd name="connsiteY1082" fmla="*/ 333437 h 800786"/>
                <a:gd name="connsiteX1083" fmla="*/ 210916 w 2044700"/>
                <a:gd name="connsiteY1083" fmla="*/ 341516 h 800786"/>
                <a:gd name="connsiteX1084" fmla="*/ 206049 w 2044700"/>
                <a:gd name="connsiteY1084" fmla="*/ 339901 h 800786"/>
                <a:gd name="connsiteX1085" fmla="*/ 206049 w 2044700"/>
                <a:gd name="connsiteY1085" fmla="*/ 344748 h 800786"/>
                <a:gd name="connsiteX1086" fmla="*/ 201181 w 2044700"/>
                <a:gd name="connsiteY1086" fmla="*/ 347980 h 800786"/>
                <a:gd name="connsiteX1087" fmla="*/ 191446 w 2044700"/>
                <a:gd name="connsiteY1087" fmla="*/ 347980 h 800786"/>
                <a:gd name="connsiteX1088" fmla="*/ 188201 w 2044700"/>
                <a:gd name="connsiteY1088" fmla="*/ 346364 h 800786"/>
                <a:gd name="connsiteX1089" fmla="*/ 184956 w 2044700"/>
                <a:gd name="connsiteY1089" fmla="*/ 344748 h 800786"/>
                <a:gd name="connsiteX1090" fmla="*/ 180088 w 2044700"/>
                <a:gd name="connsiteY1090" fmla="*/ 346364 h 800786"/>
                <a:gd name="connsiteX1091" fmla="*/ 176843 w 2044700"/>
                <a:gd name="connsiteY1091" fmla="*/ 346364 h 800786"/>
                <a:gd name="connsiteX1092" fmla="*/ 171976 w 2044700"/>
                <a:gd name="connsiteY1092" fmla="*/ 343132 h 800786"/>
                <a:gd name="connsiteX1093" fmla="*/ 170353 w 2044700"/>
                <a:gd name="connsiteY1093" fmla="*/ 339901 h 800786"/>
                <a:gd name="connsiteX1094" fmla="*/ 165486 w 2044700"/>
                <a:gd name="connsiteY1094" fmla="*/ 341516 h 800786"/>
                <a:gd name="connsiteX1095" fmla="*/ 163863 w 2044700"/>
                <a:gd name="connsiteY1095" fmla="*/ 343132 h 800786"/>
                <a:gd name="connsiteX1096" fmla="*/ 157373 w 2044700"/>
                <a:gd name="connsiteY1096" fmla="*/ 343132 h 800786"/>
                <a:gd name="connsiteX1097" fmla="*/ 154128 w 2044700"/>
                <a:gd name="connsiteY1097" fmla="*/ 339901 h 800786"/>
                <a:gd name="connsiteX1098" fmla="*/ 150883 w 2044700"/>
                <a:gd name="connsiteY1098" fmla="*/ 339901 h 800786"/>
                <a:gd name="connsiteX1099" fmla="*/ 149260 w 2044700"/>
                <a:gd name="connsiteY1099" fmla="*/ 333437 h 800786"/>
                <a:gd name="connsiteX1100" fmla="*/ 152505 w 2044700"/>
                <a:gd name="connsiteY1100" fmla="*/ 331821 h 800786"/>
                <a:gd name="connsiteX1101" fmla="*/ 155750 w 2044700"/>
                <a:gd name="connsiteY1101" fmla="*/ 330205 h 800786"/>
                <a:gd name="connsiteX1102" fmla="*/ 163863 w 2044700"/>
                <a:gd name="connsiteY1102" fmla="*/ 330205 h 800786"/>
                <a:gd name="connsiteX1103" fmla="*/ 170353 w 2044700"/>
                <a:gd name="connsiteY1103" fmla="*/ 331821 h 800786"/>
                <a:gd name="connsiteX1104" fmla="*/ 175221 w 2044700"/>
                <a:gd name="connsiteY1104" fmla="*/ 331821 h 800786"/>
                <a:gd name="connsiteX1105" fmla="*/ 176843 w 2044700"/>
                <a:gd name="connsiteY1105" fmla="*/ 330205 h 800786"/>
                <a:gd name="connsiteX1106" fmla="*/ 183333 w 2044700"/>
                <a:gd name="connsiteY1106" fmla="*/ 326974 h 800786"/>
                <a:gd name="connsiteX1107" fmla="*/ 188201 w 2044700"/>
                <a:gd name="connsiteY1107" fmla="*/ 325358 h 800786"/>
                <a:gd name="connsiteX1108" fmla="*/ 181711 w 2044700"/>
                <a:gd name="connsiteY1108" fmla="*/ 325358 h 800786"/>
                <a:gd name="connsiteX1109" fmla="*/ 173598 w 2044700"/>
                <a:gd name="connsiteY1109" fmla="*/ 326974 h 800786"/>
                <a:gd name="connsiteX1110" fmla="*/ 168731 w 2044700"/>
                <a:gd name="connsiteY1110" fmla="*/ 328590 h 800786"/>
                <a:gd name="connsiteX1111" fmla="*/ 162241 w 2044700"/>
                <a:gd name="connsiteY1111" fmla="*/ 326974 h 800786"/>
                <a:gd name="connsiteX1112" fmla="*/ 155750 w 2044700"/>
                <a:gd name="connsiteY1112" fmla="*/ 325358 h 800786"/>
                <a:gd name="connsiteX1113" fmla="*/ 158996 w 2044700"/>
                <a:gd name="connsiteY1113" fmla="*/ 322126 h 800786"/>
                <a:gd name="connsiteX1114" fmla="*/ 163863 w 2044700"/>
                <a:gd name="connsiteY1114" fmla="*/ 318894 h 800786"/>
                <a:gd name="connsiteX1115" fmla="*/ 168731 w 2044700"/>
                <a:gd name="connsiteY1115" fmla="*/ 317279 h 800786"/>
                <a:gd name="connsiteX1116" fmla="*/ 175221 w 2044700"/>
                <a:gd name="connsiteY1116" fmla="*/ 318894 h 800786"/>
                <a:gd name="connsiteX1117" fmla="*/ 181711 w 2044700"/>
                <a:gd name="connsiteY1117" fmla="*/ 317279 h 800786"/>
                <a:gd name="connsiteX1118" fmla="*/ 188201 w 2044700"/>
                <a:gd name="connsiteY1118" fmla="*/ 317279 h 800786"/>
                <a:gd name="connsiteX1119" fmla="*/ 194691 w 2044700"/>
                <a:gd name="connsiteY1119" fmla="*/ 315663 h 800786"/>
                <a:gd name="connsiteX1120" fmla="*/ 194691 w 2044700"/>
                <a:gd name="connsiteY1120" fmla="*/ 314047 h 800786"/>
                <a:gd name="connsiteX1121" fmla="*/ 188201 w 2044700"/>
                <a:gd name="connsiteY1121" fmla="*/ 314047 h 800786"/>
                <a:gd name="connsiteX1122" fmla="*/ 176843 w 2044700"/>
                <a:gd name="connsiteY1122" fmla="*/ 315663 h 800786"/>
                <a:gd name="connsiteX1123" fmla="*/ 171976 w 2044700"/>
                <a:gd name="connsiteY1123" fmla="*/ 315663 h 800786"/>
                <a:gd name="connsiteX1124" fmla="*/ 167108 w 2044700"/>
                <a:gd name="connsiteY1124" fmla="*/ 312431 h 800786"/>
                <a:gd name="connsiteX1125" fmla="*/ 167108 w 2044700"/>
                <a:gd name="connsiteY1125" fmla="*/ 307583 h 800786"/>
                <a:gd name="connsiteX1126" fmla="*/ 171976 w 2044700"/>
                <a:gd name="connsiteY1126" fmla="*/ 304352 h 800786"/>
                <a:gd name="connsiteX1127" fmla="*/ 176843 w 2044700"/>
                <a:gd name="connsiteY1127" fmla="*/ 304352 h 800786"/>
                <a:gd name="connsiteX1128" fmla="*/ 181711 w 2044700"/>
                <a:gd name="connsiteY1128" fmla="*/ 304352 h 800786"/>
                <a:gd name="connsiteX1129" fmla="*/ 180088 w 2044700"/>
                <a:gd name="connsiteY1129" fmla="*/ 301120 h 800786"/>
                <a:gd name="connsiteX1130" fmla="*/ 184956 w 2044700"/>
                <a:gd name="connsiteY1130" fmla="*/ 297888 h 800786"/>
                <a:gd name="connsiteX1131" fmla="*/ 186578 w 2044700"/>
                <a:gd name="connsiteY1131" fmla="*/ 294657 h 800786"/>
                <a:gd name="connsiteX1132" fmla="*/ 193068 w 2044700"/>
                <a:gd name="connsiteY1132" fmla="*/ 293041 h 800786"/>
                <a:gd name="connsiteX1133" fmla="*/ 201181 w 2044700"/>
                <a:gd name="connsiteY1133" fmla="*/ 293041 h 800786"/>
                <a:gd name="connsiteX1134" fmla="*/ 209294 w 2044700"/>
                <a:gd name="connsiteY1134" fmla="*/ 291425 h 800786"/>
                <a:gd name="connsiteX1135" fmla="*/ 212539 w 2044700"/>
                <a:gd name="connsiteY1135" fmla="*/ 296272 h 800786"/>
                <a:gd name="connsiteX1136" fmla="*/ 214161 w 2044700"/>
                <a:gd name="connsiteY1136" fmla="*/ 302736 h 800786"/>
                <a:gd name="connsiteX1137" fmla="*/ 217406 w 2044700"/>
                <a:gd name="connsiteY1137" fmla="*/ 302736 h 800786"/>
                <a:gd name="connsiteX1138" fmla="*/ 223896 w 2044700"/>
                <a:gd name="connsiteY1138" fmla="*/ 301120 h 800786"/>
                <a:gd name="connsiteX1139" fmla="*/ 227141 w 2044700"/>
                <a:gd name="connsiteY1139" fmla="*/ 301120 h 800786"/>
                <a:gd name="connsiteX1140" fmla="*/ 235254 w 2044700"/>
                <a:gd name="connsiteY1140" fmla="*/ 302736 h 800786"/>
                <a:gd name="connsiteX1141" fmla="*/ 240122 w 2044700"/>
                <a:gd name="connsiteY1141" fmla="*/ 307583 h 800786"/>
                <a:gd name="connsiteX1142" fmla="*/ 246612 w 2044700"/>
                <a:gd name="connsiteY1142" fmla="*/ 309199 h 800786"/>
                <a:gd name="connsiteX1143" fmla="*/ 249857 w 2044700"/>
                <a:gd name="connsiteY1143" fmla="*/ 312431 h 800786"/>
                <a:gd name="connsiteX1144" fmla="*/ 254724 w 2044700"/>
                <a:gd name="connsiteY1144" fmla="*/ 314047 h 800786"/>
                <a:gd name="connsiteX1145" fmla="*/ 259592 w 2044700"/>
                <a:gd name="connsiteY1145" fmla="*/ 315663 h 800786"/>
                <a:gd name="connsiteX1146" fmla="*/ 264459 w 2044700"/>
                <a:gd name="connsiteY1146" fmla="*/ 318894 h 800786"/>
                <a:gd name="connsiteX1147" fmla="*/ 262837 w 2044700"/>
                <a:gd name="connsiteY1147" fmla="*/ 323742 h 800786"/>
                <a:gd name="connsiteX1148" fmla="*/ 264459 w 2044700"/>
                <a:gd name="connsiteY1148" fmla="*/ 326974 h 800786"/>
                <a:gd name="connsiteX1149" fmla="*/ 270949 w 2044700"/>
                <a:gd name="connsiteY1149" fmla="*/ 325358 h 800786"/>
                <a:gd name="connsiteX1150" fmla="*/ 275817 w 2044700"/>
                <a:gd name="connsiteY1150" fmla="*/ 325358 h 800786"/>
                <a:gd name="connsiteX1151" fmla="*/ 279062 w 2044700"/>
                <a:gd name="connsiteY1151" fmla="*/ 325358 h 800786"/>
                <a:gd name="connsiteX1152" fmla="*/ 279062 w 2044700"/>
                <a:gd name="connsiteY1152" fmla="*/ 328590 h 800786"/>
                <a:gd name="connsiteX1153" fmla="*/ 285552 w 2044700"/>
                <a:gd name="connsiteY1153" fmla="*/ 328590 h 800786"/>
                <a:gd name="connsiteX1154" fmla="*/ 290420 w 2044700"/>
                <a:gd name="connsiteY1154" fmla="*/ 326974 h 800786"/>
                <a:gd name="connsiteX1155" fmla="*/ 295287 w 2044700"/>
                <a:gd name="connsiteY1155" fmla="*/ 326974 h 800786"/>
                <a:gd name="connsiteX1156" fmla="*/ 298532 w 2044700"/>
                <a:gd name="connsiteY1156" fmla="*/ 325358 h 800786"/>
                <a:gd name="connsiteX1157" fmla="*/ 301777 w 2044700"/>
                <a:gd name="connsiteY1157" fmla="*/ 325358 h 800786"/>
                <a:gd name="connsiteX1158" fmla="*/ 298532 w 2044700"/>
                <a:gd name="connsiteY1158" fmla="*/ 322126 h 800786"/>
                <a:gd name="connsiteX1159" fmla="*/ 295287 w 2044700"/>
                <a:gd name="connsiteY1159" fmla="*/ 320510 h 800786"/>
                <a:gd name="connsiteX1160" fmla="*/ 292042 w 2044700"/>
                <a:gd name="connsiteY1160" fmla="*/ 318894 h 800786"/>
                <a:gd name="connsiteX1161" fmla="*/ 287175 w 2044700"/>
                <a:gd name="connsiteY1161" fmla="*/ 318894 h 800786"/>
                <a:gd name="connsiteX1162" fmla="*/ 283930 w 2044700"/>
                <a:gd name="connsiteY1162" fmla="*/ 317279 h 800786"/>
                <a:gd name="connsiteX1163" fmla="*/ 287175 w 2044700"/>
                <a:gd name="connsiteY1163" fmla="*/ 314047 h 800786"/>
                <a:gd name="connsiteX1164" fmla="*/ 290420 w 2044700"/>
                <a:gd name="connsiteY1164" fmla="*/ 314047 h 800786"/>
                <a:gd name="connsiteX1165" fmla="*/ 293665 w 2044700"/>
                <a:gd name="connsiteY1165" fmla="*/ 310815 h 800786"/>
                <a:gd name="connsiteX1166" fmla="*/ 295287 w 2044700"/>
                <a:gd name="connsiteY1166" fmla="*/ 309199 h 800786"/>
                <a:gd name="connsiteX1167" fmla="*/ 292042 w 2044700"/>
                <a:gd name="connsiteY1167" fmla="*/ 305968 h 800786"/>
                <a:gd name="connsiteX1168" fmla="*/ 288797 w 2044700"/>
                <a:gd name="connsiteY1168" fmla="*/ 304352 h 800786"/>
                <a:gd name="connsiteX1169" fmla="*/ 285552 w 2044700"/>
                <a:gd name="connsiteY1169" fmla="*/ 302736 h 800786"/>
                <a:gd name="connsiteX1170" fmla="*/ 280685 w 2044700"/>
                <a:gd name="connsiteY1170" fmla="*/ 301120 h 800786"/>
                <a:gd name="connsiteX1171" fmla="*/ 282307 w 2044700"/>
                <a:gd name="connsiteY1171" fmla="*/ 296272 h 800786"/>
                <a:gd name="connsiteX1172" fmla="*/ 285552 w 2044700"/>
                <a:gd name="connsiteY1172" fmla="*/ 291425 h 800786"/>
                <a:gd name="connsiteX1173" fmla="*/ 288797 w 2044700"/>
                <a:gd name="connsiteY1173" fmla="*/ 289809 h 800786"/>
                <a:gd name="connsiteX1174" fmla="*/ 293665 w 2044700"/>
                <a:gd name="connsiteY1174" fmla="*/ 284961 h 800786"/>
                <a:gd name="connsiteX1175" fmla="*/ 296910 w 2044700"/>
                <a:gd name="connsiteY1175" fmla="*/ 281730 h 800786"/>
                <a:gd name="connsiteX1176" fmla="*/ 301777 w 2044700"/>
                <a:gd name="connsiteY1176" fmla="*/ 280114 h 800786"/>
                <a:gd name="connsiteX1177" fmla="*/ 201612 w 2044700"/>
                <a:gd name="connsiteY1177" fmla="*/ 278498 h 800786"/>
                <a:gd name="connsiteX1178" fmla="*/ 209550 w 2044700"/>
                <a:gd name="connsiteY1178" fmla="*/ 278498 h 800786"/>
                <a:gd name="connsiteX1179" fmla="*/ 214313 w 2044700"/>
                <a:gd name="connsiteY1179" fmla="*/ 278498 h 800786"/>
                <a:gd name="connsiteX1180" fmla="*/ 223838 w 2044700"/>
                <a:gd name="connsiteY1180" fmla="*/ 280085 h 800786"/>
                <a:gd name="connsiteX1181" fmla="*/ 223838 w 2044700"/>
                <a:gd name="connsiteY1181" fmla="*/ 283260 h 800786"/>
                <a:gd name="connsiteX1182" fmla="*/ 222250 w 2044700"/>
                <a:gd name="connsiteY1182" fmla="*/ 286435 h 800786"/>
                <a:gd name="connsiteX1183" fmla="*/ 219075 w 2044700"/>
                <a:gd name="connsiteY1183" fmla="*/ 286435 h 800786"/>
                <a:gd name="connsiteX1184" fmla="*/ 214313 w 2044700"/>
                <a:gd name="connsiteY1184" fmla="*/ 286435 h 800786"/>
                <a:gd name="connsiteX1185" fmla="*/ 209550 w 2044700"/>
                <a:gd name="connsiteY1185" fmla="*/ 286435 h 800786"/>
                <a:gd name="connsiteX1186" fmla="*/ 204787 w 2044700"/>
                <a:gd name="connsiteY1186" fmla="*/ 286435 h 800786"/>
                <a:gd name="connsiteX1187" fmla="*/ 201612 w 2044700"/>
                <a:gd name="connsiteY1187" fmla="*/ 283260 h 800786"/>
                <a:gd name="connsiteX1188" fmla="*/ 201612 w 2044700"/>
                <a:gd name="connsiteY1188" fmla="*/ 278498 h 800786"/>
                <a:gd name="connsiteX1189" fmla="*/ 533702 w 2044700"/>
                <a:gd name="connsiteY1189" fmla="*/ 273736 h 800786"/>
                <a:gd name="connsiteX1190" fmla="*/ 545079 w 2044700"/>
                <a:gd name="connsiteY1190" fmla="*/ 273736 h 800786"/>
                <a:gd name="connsiteX1191" fmla="*/ 553206 w 2044700"/>
                <a:gd name="connsiteY1191" fmla="*/ 275323 h 800786"/>
                <a:gd name="connsiteX1192" fmla="*/ 559707 w 2044700"/>
                <a:gd name="connsiteY1192" fmla="*/ 276911 h 800786"/>
                <a:gd name="connsiteX1193" fmla="*/ 562958 w 2044700"/>
                <a:gd name="connsiteY1193" fmla="*/ 276911 h 800786"/>
                <a:gd name="connsiteX1194" fmla="*/ 564583 w 2044700"/>
                <a:gd name="connsiteY1194" fmla="*/ 278499 h 800786"/>
                <a:gd name="connsiteX1195" fmla="*/ 569459 w 2044700"/>
                <a:gd name="connsiteY1195" fmla="*/ 276911 h 800786"/>
                <a:gd name="connsiteX1196" fmla="*/ 574335 w 2044700"/>
                <a:gd name="connsiteY1196" fmla="*/ 278499 h 800786"/>
                <a:gd name="connsiteX1197" fmla="*/ 580836 w 2044700"/>
                <a:gd name="connsiteY1197" fmla="*/ 280086 h 800786"/>
                <a:gd name="connsiteX1198" fmla="*/ 585712 w 2044700"/>
                <a:gd name="connsiteY1198" fmla="*/ 286436 h 800786"/>
                <a:gd name="connsiteX1199" fmla="*/ 584087 w 2044700"/>
                <a:gd name="connsiteY1199" fmla="*/ 291199 h 800786"/>
                <a:gd name="connsiteX1200" fmla="*/ 580836 w 2044700"/>
                <a:gd name="connsiteY1200" fmla="*/ 294374 h 800786"/>
                <a:gd name="connsiteX1201" fmla="*/ 582462 w 2044700"/>
                <a:gd name="connsiteY1201" fmla="*/ 297549 h 800786"/>
                <a:gd name="connsiteX1202" fmla="*/ 580836 w 2044700"/>
                <a:gd name="connsiteY1202" fmla="*/ 300724 h 800786"/>
                <a:gd name="connsiteX1203" fmla="*/ 577586 w 2044700"/>
                <a:gd name="connsiteY1203" fmla="*/ 302311 h 800786"/>
                <a:gd name="connsiteX1204" fmla="*/ 569459 w 2044700"/>
                <a:gd name="connsiteY1204" fmla="*/ 303899 h 800786"/>
                <a:gd name="connsiteX1205" fmla="*/ 564583 w 2044700"/>
                <a:gd name="connsiteY1205" fmla="*/ 303899 h 800786"/>
                <a:gd name="connsiteX1206" fmla="*/ 559707 w 2044700"/>
                <a:gd name="connsiteY1206" fmla="*/ 302311 h 800786"/>
                <a:gd name="connsiteX1207" fmla="*/ 554831 w 2044700"/>
                <a:gd name="connsiteY1207" fmla="*/ 300724 h 800786"/>
                <a:gd name="connsiteX1208" fmla="*/ 551581 w 2044700"/>
                <a:gd name="connsiteY1208" fmla="*/ 299136 h 800786"/>
                <a:gd name="connsiteX1209" fmla="*/ 548330 w 2044700"/>
                <a:gd name="connsiteY1209" fmla="*/ 297549 h 800786"/>
                <a:gd name="connsiteX1210" fmla="*/ 546705 w 2044700"/>
                <a:gd name="connsiteY1210" fmla="*/ 297549 h 800786"/>
                <a:gd name="connsiteX1211" fmla="*/ 541829 w 2044700"/>
                <a:gd name="connsiteY1211" fmla="*/ 297549 h 800786"/>
                <a:gd name="connsiteX1212" fmla="*/ 536953 w 2044700"/>
                <a:gd name="connsiteY1212" fmla="*/ 295961 h 800786"/>
                <a:gd name="connsiteX1213" fmla="*/ 538578 w 2044700"/>
                <a:gd name="connsiteY1213" fmla="*/ 292786 h 800786"/>
                <a:gd name="connsiteX1214" fmla="*/ 535328 w 2044700"/>
                <a:gd name="connsiteY1214" fmla="*/ 291199 h 800786"/>
                <a:gd name="connsiteX1215" fmla="*/ 530452 w 2044700"/>
                <a:gd name="connsiteY1215" fmla="*/ 291199 h 800786"/>
                <a:gd name="connsiteX1216" fmla="*/ 527201 w 2044700"/>
                <a:gd name="connsiteY1216" fmla="*/ 288024 h 800786"/>
                <a:gd name="connsiteX1217" fmla="*/ 522325 w 2044700"/>
                <a:gd name="connsiteY1217" fmla="*/ 286436 h 800786"/>
                <a:gd name="connsiteX1218" fmla="*/ 520700 w 2044700"/>
                <a:gd name="connsiteY1218" fmla="*/ 283261 h 800786"/>
                <a:gd name="connsiteX1219" fmla="*/ 522325 w 2044700"/>
                <a:gd name="connsiteY1219" fmla="*/ 278499 h 800786"/>
                <a:gd name="connsiteX1220" fmla="*/ 525576 w 2044700"/>
                <a:gd name="connsiteY1220" fmla="*/ 276911 h 800786"/>
                <a:gd name="connsiteX1221" fmla="*/ 533702 w 2044700"/>
                <a:gd name="connsiteY1221" fmla="*/ 273736 h 800786"/>
                <a:gd name="connsiteX1222" fmla="*/ 159994 w 2044700"/>
                <a:gd name="connsiteY1222" fmla="*/ 253137 h 800786"/>
                <a:gd name="connsiteX1223" fmla="*/ 169633 w 2044700"/>
                <a:gd name="connsiteY1223" fmla="*/ 254763 h 800786"/>
                <a:gd name="connsiteX1224" fmla="*/ 177666 w 2044700"/>
                <a:gd name="connsiteY1224" fmla="*/ 253137 h 800786"/>
                <a:gd name="connsiteX1225" fmla="*/ 182486 w 2044700"/>
                <a:gd name="connsiteY1225" fmla="*/ 256390 h 800786"/>
                <a:gd name="connsiteX1226" fmla="*/ 188913 w 2044700"/>
                <a:gd name="connsiteY1226" fmla="*/ 261268 h 800786"/>
                <a:gd name="connsiteX1227" fmla="*/ 182486 w 2044700"/>
                <a:gd name="connsiteY1227" fmla="*/ 266147 h 800786"/>
                <a:gd name="connsiteX1228" fmla="*/ 176060 w 2044700"/>
                <a:gd name="connsiteY1228" fmla="*/ 267773 h 800786"/>
                <a:gd name="connsiteX1229" fmla="*/ 176060 w 2044700"/>
                <a:gd name="connsiteY1229" fmla="*/ 271026 h 800786"/>
                <a:gd name="connsiteX1230" fmla="*/ 179273 w 2044700"/>
                <a:gd name="connsiteY1230" fmla="*/ 277530 h 800786"/>
                <a:gd name="connsiteX1231" fmla="*/ 174453 w 2044700"/>
                <a:gd name="connsiteY1231" fmla="*/ 279157 h 800786"/>
                <a:gd name="connsiteX1232" fmla="*/ 177666 w 2044700"/>
                <a:gd name="connsiteY1232" fmla="*/ 284035 h 800786"/>
                <a:gd name="connsiteX1233" fmla="*/ 177666 w 2044700"/>
                <a:gd name="connsiteY1233" fmla="*/ 287288 h 800786"/>
                <a:gd name="connsiteX1234" fmla="*/ 169633 w 2044700"/>
                <a:gd name="connsiteY1234" fmla="*/ 290540 h 800786"/>
                <a:gd name="connsiteX1235" fmla="*/ 164813 w 2044700"/>
                <a:gd name="connsiteY1235" fmla="*/ 290540 h 800786"/>
                <a:gd name="connsiteX1236" fmla="*/ 161600 w 2044700"/>
                <a:gd name="connsiteY1236" fmla="*/ 290540 h 800786"/>
                <a:gd name="connsiteX1237" fmla="*/ 159994 w 2044700"/>
                <a:gd name="connsiteY1237" fmla="*/ 295419 h 800786"/>
                <a:gd name="connsiteX1238" fmla="*/ 159994 w 2044700"/>
                <a:gd name="connsiteY1238" fmla="*/ 298671 h 800786"/>
                <a:gd name="connsiteX1239" fmla="*/ 153567 w 2044700"/>
                <a:gd name="connsiteY1239" fmla="*/ 300298 h 800786"/>
                <a:gd name="connsiteX1240" fmla="*/ 145534 w 2044700"/>
                <a:gd name="connsiteY1240" fmla="*/ 300298 h 800786"/>
                <a:gd name="connsiteX1241" fmla="*/ 142321 w 2044700"/>
                <a:gd name="connsiteY1241" fmla="*/ 295419 h 800786"/>
                <a:gd name="connsiteX1242" fmla="*/ 142321 w 2044700"/>
                <a:gd name="connsiteY1242" fmla="*/ 290540 h 800786"/>
                <a:gd name="connsiteX1243" fmla="*/ 143927 w 2044700"/>
                <a:gd name="connsiteY1243" fmla="*/ 285662 h 800786"/>
                <a:gd name="connsiteX1244" fmla="*/ 137501 w 2044700"/>
                <a:gd name="connsiteY1244" fmla="*/ 284035 h 800786"/>
                <a:gd name="connsiteX1245" fmla="*/ 135894 w 2044700"/>
                <a:gd name="connsiteY1245" fmla="*/ 287288 h 800786"/>
                <a:gd name="connsiteX1246" fmla="*/ 134288 w 2044700"/>
                <a:gd name="connsiteY1246" fmla="*/ 288914 h 800786"/>
                <a:gd name="connsiteX1247" fmla="*/ 129468 w 2044700"/>
                <a:gd name="connsiteY1247" fmla="*/ 292166 h 800786"/>
                <a:gd name="connsiteX1248" fmla="*/ 129468 w 2044700"/>
                <a:gd name="connsiteY1248" fmla="*/ 295419 h 800786"/>
                <a:gd name="connsiteX1249" fmla="*/ 129468 w 2044700"/>
                <a:gd name="connsiteY1249" fmla="*/ 298671 h 800786"/>
                <a:gd name="connsiteX1250" fmla="*/ 126254 w 2044700"/>
                <a:gd name="connsiteY1250" fmla="*/ 300298 h 800786"/>
                <a:gd name="connsiteX1251" fmla="*/ 124648 w 2044700"/>
                <a:gd name="connsiteY1251" fmla="*/ 303550 h 800786"/>
                <a:gd name="connsiteX1252" fmla="*/ 121435 w 2044700"/>
                <a:gd name="connsiteY1252" fmla="*/ 306802 h 800786"/>
                <a:gd name="connsiteX1253" fmla="*/ 118221 w 2044700"/>
                <a:gd name="connsiteY1253" fmla="*/ 306802 h 800786"/>
                <a:gd name="connsiteX1254" fmla="*/ 113401 w 2044700"/>
                <a:gd name="connsiteY1254" fmla="*/ 306802 h 800786"/>
                <a:gd name="connsiteX1255" fmla="*/ 113401 w 2044700"/>
                <a:gd name="connsiteY1255" fmla="*/ 310055 h 800786"/>
                <a:gd name="connsiteX1256" fmla="*/ 115008 w 2044700"/>
                <a:gd name="connsiteY1256" fmla="*/ 311681 h 800786"/>
                <a:gd name="connsiteX1257" fmla="*/ 108582 w 2044700"/>
                <a:gd name="connsiteY1257" fmla="*/ 314933 h 800786"/>
                <a:gd name="connsiteX1258" fmla="*/ 103762 w 2044700"/>
                <a:gd name="connsiteY1258" fmla="*/ 318186 h 800786"/>
                <a:gd name="connsiteX1259" fmla="*/ 97335 w 2044700"/>
                <a:gd name="connsiteY1259" fmla="*/ 316560 h 800786"/>
                <a:gd name="connsiteX1260" fmla="*/ 95729 w 2044700"/>
                <a:gd name="connsiteY1260" fmla="*/ 313307 h 800786"/>
                <a:gd name="connsiteX1261" fmla="*/ 92515 w 2044700"/>
                <a:gd name="connsiteY1261" fmla="*/ 306802 h 800786"/>
                <a:gd name="connsiteX1262" fmla="*/ 89302 w 2044700"/>
                <a:gd name="connsiteY1262" fmla="*/ 308429 h 800786"/>
                <a:gd name="connsiteX1263" fmla="*/ 89302 w 2044700"/>
                <a:gd name="connsiteY1263" fmla="*/ 311681 h 800786"/>
                <a:gd name="connsiteX1264" fmla="*/ 84482 w 2044700"/>
                <a:gd name="connsiteY1264" fmla="*/ 314933 h 800786"/>
                <a:gd name="connsiteX1265" fmla="*/ 78056 w 2044700"/>
                <a:gd name="connsiteY1265" fmla="*/ 313307 h 800786"/>
                <a:gd name="connsiteX1266" fmla="*/ 73236 w 2044700"/>
                <a:gd name="connsiteY1266" fmla="*/ 311681 h 800786"/>
                <a:gd name="connsiteX1267" fmla="*/ 68416 w 2044700"/>
                <a:gd name="connsiteY1267" fmla="*/ 311681 h 800786"/>
                <a:gd name="connsiteX1268" fmla="*/ 63596 w 2044700"/>
                <a:gd name="connsiteY1268" fmla="*/ 316560 h 800786"/>
                <a:gd name="connsiteX1269" fmla="*/ 60383 w 2044700"/>
                <a:gd name="connsiteY1269" fmla="*/ 314933 h 800786"/>
                <a:gd name="connsiteX1270" fmla="*/ 58776 w 2044700"/>
                <a:gd name="connsiteY1270" fmla="*/ 311681 h 800786"/>
                <a:gd name="connsiteX1271" fmla="*/ 60383 w 2044700"/>
                <a:gd name="connsiteY1271" fmla="*/ 305176 h 800786"/>
                <a:gd name="connsiteX1272" fmla="*/ 57170 w 2044700"/>
                <a:gd name="connsiteY1272" fmla="*/ 303550 h 800786"/>
                <a:gd name="connsiteX1273" fmla="*/ 61989 w 2044700"/>
                <a:gd name="connsiteY1273" fmla="*/ 295419 h 800786"/>
                <a:gd name="connsiteX1274" fmla="*/ 76449 w 2044700"/>
                <a:gd name="connsiteY1274" fmla="*/ 293793 h 800786"/>
                <a:gd name="connsiteX1275" fmla="*/ 84482 w 2044700"/>
                <a:gd name="connsiteY1275" fmla="*/ 288914 h 800786"/>
                <a:gd name="connsiteX1276" fmla="*/ 89302 w 2044700"/>
                <a:gd name="connsiteY1276" fmla="*/ 285662 h 800786"/>
                <a:gd name="connsiteX1277" fmla="*/ 95729 w 2044700"/>
                <a:gd name="connsiteY1277" fmla="*/ 282409 h 800786"/>
                <a:gd name="connsiteX1278" fmla="*/ 98942 w 2044700"/>
                <a:gd name="connsiteY1278" fmla="*/ 279157 h 800786"/>
                <a:gd name="connsiteX1279" fmla="*/ 103762 w 2044700"/>
                <a:gd name="connsiteY1279" fmla="*/ 275904 h 800786"/>
                <a:gd name="connsiteX1280" fmla="*/ 116615 w 2044700"/>
                <a:gd name="connsiteY1280" fmla="*/ 266147 h 800786"/>
                <a:gd name="connsiteX1281" fmla="*/ 126254 w 2044700"/>
                <a:gd name="connsiteY1281" fmla="*/ 259642 h 800786"/>
                <a:gd name="connsiteX1282" fmla="*/ 129468 w 2044700"/>
                <a:gd name="connsiteY1282" fmla="*/ 259642 h 800786"/>
                <a:gd name="connsiteX1283" fmla="*/ 142321 w 2044700"/>
                <a:gd name="connsiteY1283" fmla="*/ 259642 h 800786"/>
                <a:gd name="connsiteX1284" fmla="*/ 148747 w 2044700"/>
                <a:gd name="connsiteY1284" fmla="*/ 259642 h 800786"/>
                <a:gd name="connsiteX1285" fmla="*/ 155174 w 2044700"/>
                <a:gd name="connsiteY1285" fmla="*/ 261268 h 800786"/>
                <a:gd name="connsiteX1286" fmla="*/ 158387 w 2044700"/>
                <a:gd name="connsiteY1286" fmla="*/ 256390 h 800786"/>
                <a:gd name="connsiteX1287" fmla="*/ 159994 w 2044700"/>
                <a:gd name="connsiteY1287" fmla="*/ 253137 h 800786"/>
                <a:gd name="connsiteX1288" fmla="*/ 642739 w 2044700"/>
                <a:gd name="connsiteY1288" fmla="*/ 248244 h 800786"/>
                <a:gd name="connsiteX1289" fmla="*/ 642937 w 2044700"/>
                <a:gd name="connsiteY1289" fmla="*/ 251877 h 800786"/>
                <a:gd name="connsiteX1290" fmla="*/ 646112 w 2044700"/>
                <a:gd name="connsiteY1290" fmla="*/ 255296 h 800786"/>
                <a:gd name="connsiteX1291" fmla="*/ 649287 w 2044700"/>
                <a:gd name="connsiteY1291" fmla="*/ 258715 h 800786"/>
                <a:gd name="connsiteX1292" fmla="*/ 649287 w 2044700"/>
                <a:gd name="connsiteY1292" fmla="*/ 267263 h 800786"/>
                <a:gd name="connsiteX1293" fmla="*/ 644525 w 2044700"/>
                <a:gd name="connsiteY1293" fmla="*/ 268973 h 800786"/>
                <a:gd name="connsiteX1294" fmla="*/ 638175 w 2044700"/>
                <a:gd name="connsiteY1294" fmla="*/ 267263 h 800786"/>
                <a:gd name="connsiteX1295" fmla="*/ 635000 w 2044700"/>
                <a:gd name="connsiteY1295" fmla="*/ 265554 h 800786"/>
                <a:gd name="connsiteX1296" fmla="*/ 631825 w 2044700"/>
                <a:gd name="connsiteY1296" fmla="*/ 263844 h 800786"/>
                <a:gd name="connsiteX1297" fmla="*/ 630237 w 2044700"/>
                <a:gd name="connsiteY1297" fmla="*/ 267263 h 800786"/>
                <a:gd name="connsiteX1298" fmla="*/ 627062 w 2044700"/>
                <a:gd name="connsiteY1298" fmla="*/ 268973 h 800786"/>
                <a:gd name="connsiteX1299" fmla="*/ 623887 w 2044700"/>
                <a:gd name="connsiteY1299" fmla="*/ 267263 h 800786"/>
                <a:gd name="connsiteX1300" fmla="*/ 622300 w 2044700"/>
                <a:gd name="connsiteY1300" fmla="*/ 263844 h 800786"/>
                <a:gd name="connsiteX1301" fmla="*/ 623887 w 2044700"/>
                <a:gd name="connsiteY1301" fmla="*/ 260425 h 800786"/>
                <a:gd name="connsiteX1302" fmla="*/ 620712 w 2044700"/>
                <a:gd name="connsiteY1302" fmla="*/ 257006 h 800786"/>
                <a:gd name="connsiteX1303" fmla="*/ 631825 w 2044700"/>
                <a:gd name="connsiteY1303" fmla="*/ 248458 h 800786"/>
                <a:gd name="connsiteX1304" fmla="*/ 642739 w 2044700"/>
                <a:gd name="connsiteY1304" fmla="*/ 248244 h 800786"/>
                <a:gd name="connsiteX1305" fmla="*/ 364728 w 2044700"/>
                <a:gd name="connsiteY1305" fmla="*/ 244918 h 800786"/>
                <a:gd name="connsiteX1306" fmla="*/ 368300 w 2044700"/>
                <a:gd name="connsiteY1306" fmla="*/ 247013 h 800786"/>
                <a:gd name="connsiteX1307" fmla="*/ 373063 w 2044700"/>
                <a:gd name="connsiteY1307" fmla="*/ 250365 h 800786"/>
                <a:gd name="connsiteX1308" fmla="*/ 377825 w 2044700"/>
                <a:gd name="connsiteY1308" fmla="*/ 257067 h 800786"/>
                <a:gd name="connsiteX1309" fmla="*/ 382588 w 2044700"/>
                <a:gd name="connsiteY1309" fmla="*/ 262095 h 800786"/>
                <a:gd name="connsiteX1310" fmla="*/ 387350 w 2044700"/>
                <a:gd name="connsiteY1310" fmla="*/ 267122 h 800786"/>
                <a:gd name="connsiteX1311" fmla="*/ 387350 w 2044700"/>
                <a:gd name="connsiteY1311" fmla="*/ 270473 h 800786"/>
                <a:gd name="connsiteX1312" fmla="*/ 381000 w 2044700"/>
                <a:gd name="connsiteY1312" fmla="*/ 270473 h 800786"/>
                <a:gd name="connsiteX1313" fmla="*/ 374650 w 2044700"/>
                <a:gd name="connsiteY1313" fmla="*/ 272149 h 800786"/>
                <a:gd name="connsiteX1314" fmla="*/ 369887 w 2044700"/>
                <a:gd name="connsiteY1314" fmla="*/ 268797 h 800786"/>
                <a:gd name="connsiteX1315" fmla="*/ 360362 w 2044700"/>
                <a:gd name="connsiteY1315" fmla="*/ 260419 h 800786"/>
                <a:gd name="connsiteX1316" fmla="*/ 357187 w 2044700"/>
                <a:gd name="connsiteY1316" fmla="*/ 253716 h 800786"/>
                <a:gd name="connsiteX1317" fmla="*/ 358775 w 2044700"/>
                <a:gd name="connsiteY1317" fmla="*/ 245337 h 800786"/>
                <a:gd name="connsiteX1318" fmla="*/ 364728 w 2044700"/>
                <a:gd name="connsiteY1318" fmla="*/ 244918 h 800786"/>
                <a:gd name="connsiteX1319" fmla="*/ 564533 w 2044700"/>
                <a:gd name="connsiteY1319" fmla="*/ 243718 h 800786"/>
                <a:gd name="connsiteX1320" fmla="*/ 569836 w 2044700"/>
                <a:gd name="connsiteY1320" fmla="*/ 243718 h 800786"/>
                <a:gd name="connsiteX1321" fmla="*/ 572691 w 2044700"/>
                <a:gd name="connsiteY1321" fmla="*/ 243718 h 800786"/>
                <a:gd name="connsiteX1322" fmla="*/ 580849 w 2044700"/>
                <a:gd name="connsiteY1322" fmla="*/ 245450 h 800786"/>
                <a:gd name="connsiteX1323" fmla="*/ 585744 w 2044700"/>
                <a:gd name="connsiteY1323" fmla="*/ 250645 h 800786"/>
                <a:gd name="connsiteX1324" fmla="*/ 584113 w 2044700"/>
                <a:gd name="connsiteY1324" fmla="*/ 254109 h 800786"/>
                <a:gd name="connsiteX1325" fmla="*/ 582481 w 2044700"/>
                <a:gd name="connsiteY1325" fmla="*/ 257572 h 800786"/>
                <a:gd name="connsiteX1326" fmla="*/ 574323 w 2044700"/>
                <a:gd name="connsiteY1326" fmla="*/ 259304 h 800786"/>
                <a:gd name="connsiteX1327" fmla="*/ 569428 w 2044700"/>
                <a:gd name="connsiteY1327" fmla="*/ 259304 h 800786"/>
                <a:gd name="connsiteX1328" fmla="*/ 561270 w 2044700"/>
                <a:gd name="connsiteY1328" fmla="*/ 257572 h 800786"/>
                <a:gd name="connsiteX1329" fmla="*/ 553112 w 2044700"/>
                <a:gd name="connsiteY1329" fmla="*/ 259304 h 800786"/>
                <a:gd name="connsiteX1330" fmla="*/ 544954 w 2044700"/>
                <a:gd name="connsiteY1330" fmla="*/ 261036 h 800786"/>
                <a:gd name="connsiteX1331" fmla="*/ 541691 w 2044700"/>
                <a:gd name="connsiteY1331" fmla="*/ 257572 h 800786"/>
                <a:gd name="connsiteX1332" fmla="*/ 536796 w 2044700"/>
                <a:gd name="connsiteY1332" fmla="*/ 257572 h 800786"/>
                <a:gd name="connsiteX1333" fmla="*/ 530269 w 2044700"/>
                <a:gd name="connsiteY1333" fmla="*/ 254109 h 800786"/>
                <a:gd name="connsiteX1334" fmla="*/ 530269 w 2044700"/>
                <a:gd name="connsiteY1334" fmla="*/ 250645 h 800786"/>
                <a:gd name="connsiteX1335" fmla="*/ 536796 w 2044700"/>
                <a:gd name="connsiteY1335" fmla="*/ 245450 h 800786"/>
                <a:gd name="connsiteX1336" fmla="*/ 543322 w 2044700"/>
                <a:gd name="connsiteY1336" fmla="*/ 245450 h 800786"/>
                <a:gd name="connsiteX1337" fmla="*/ 546585 w 2044700"/>
                <a:gd name="connsiteY1337" fmla="*/ 247181 h 800786"/>
                <a:gd name="connsiteX1338" fmla="*/ 551480 w 2044700"/>
                <a:gd name="connsiteY1338" fmla="*/ 245450 h 800786"/>
                <a:gd name="connsiteX1339" fmla="*/ 564533 w 2044700"/>
                <a:gd name="connsiteY1339" fmla="*/ 243718 h 800786"/>
                <a:gd name="connsiteX1340" fmla="*/ 428625 w 2044700"/>
                <a:gd name="connsiteY1340" fmla="*/ 238811 h 800786"/>
                <a:gd name="connsiteX1341" fmla="*/ 433387 w 2044700"/>
                <a:gd name="connsiteY1341" fmla="*/ 238811 h 800786"/>
                <a:gd name="connsiteX1342" fmla="*/ 439737 w 2044700"/>
                <a:gd name="connsiteY1342" fmla="*/ 241986 h 800786"/>
                <a:gd name="connsiteX1343" fmla="*/ 444500 w 2044700"/>
                <a:gd name="connsiteY1343" fmla="*/ 245161 h 800786"/>
                <a:gd name="connsiteX1344" fmla="*/ 444500 w 2044700"/>
                <a:gd name="connsiteY1344" fmla="*/ 248336 h 800786"/>
                <a:gd name="connsiteX1345" fmla="*/ 434975 w 2044700"/>
                <a:gd name="connsiteY1345" fmla="*/ 249924 h 800786"/>
                <a:gd name="connsiteX1346" fmla="*/ 431800 w 2044700"/>
                <a:gd name="connsiteY1346" fmla="*/ 248336 h 800786"/>
                <a:gd name="connsiteX1347" fmla="*/ 427037 w 2044700"/>
                <a:gd name="connsiteY1347" fmla="*/ 248336 h 800786"/>
                <a:gd name="connsiteX1348" fmla="*/ 422275 w 2044700"/>
                <a:gd name="connsiteY1348" fmla="*/ 248336 h 800786"/>
                <a:gd name="connsiteX1349" fmla="*/ 420687 w 2044700"/>
                <a:gd name="connsiteY1349" fmla="*/ 245161 h 800786"/>
                <a:gd name="connsiteX1350" fmla="*/ 420687 w 2044700"/>
                <a:gd name="connsiteY1350" fmla="*/ 241986 h 800786"/>
                <a:gd name="connsiteX1351" fmla="*/ 423862 w 2044700"/>
                <a:gd name="connsiteY1351" fmla="*/ 240399 h 800786"/>
                <a:gd name="connsiteX1352" fmla="*/ 428625 w 2044700"/>
                <a:gd name="connsiteY1352" fmla="*/ 238811 h 800786"/>
                <a:gd name="connsiteX1353" fmla="*/ 204788 w 2044700"/>
                <a:gd name="connsiteY1353" fmla="*/ 234048 h 800786"/>
                <a:gd name="connsiteX1354" fmla="*/ 209551 w 2044700"/>
                <a:gd name="connsiteY1354" fmla="*/ 234048 h 800786"/>
                <a:gd name="connsiteX1355" fmla="*/ 214313 w 2044700"/>
                <a:gd name="connsiteY1355" fmla="*/ 237223 h 800786"/>
                <a:gd name="connsiteX1356" fmla="*/ 219076 w 2044700"/>
                <a:gd name="connsiteY1356" fmla="*/ 240398 h 800786"/>
                <a:gd name="connsiteX1357" fmla="*/ 220663 w 2044700"/>
                <a:gd name="connsiteY1357" fmla="*/ 241986 h 800786"/>
                <a:gd name="connsiteX1358" fmla="*/ 217488 w 2044700"/>
                <a:gd name="connsiteY1358" fmla="*/ 245161 h 800786"/>
                <a:gd name="connsiteX1359" fmla="*/ 211138 w 2044700"/>
                <a:gd name="connsiteY1359" fmla="*/ 246748 h 800786"/>
                <a:gd name="connsiteX1360" fmla="*/ 203201 w 2044700"/>
                <a:gd name="connsiteY1360" fmla="*/ 245161 h 800786"/>
                <a:gd name="connsiteX1361" fmla="*/ 198438 w 2044700"/>
                <a:gd name="connsiteY1361" fmla="*/ 245161 h 800786"/>
                <a:gd name="connsiteX1362" fmla="*/ 195263 w 2044700"/>
                <a:gd name="connsiteY1362" fmla="*/ 241986 h 800786"/>
                <a:gd name="connsiteX1363" fmla="*/ 195263 w 2044700"/>
                <a:gd name="connsiteY1363" fmla="*/ 238811 h 800786"/>
                <a:gd name="connsiteX1364" fmla="*/ 200025 w 2044700"/>
                <a:gd name="connsiteY1364" fmla="*/ 235635 h 800786"/>
                <a:gd name="connsiteX1365" fmla="*/ 204788 w 2044700"/>
                <a:gd name="connsiteY1365" fmla="*/ 234048 h 800786"/>
                <a:gd name="connsiteX1366" fmla="*/ 262807 w 2044700"/>
                <a:gd name="connsiteY1366" fmla="*/ 232461 h 800786"/>
                <a:gd name="connsiteX1367" fmla="*/ 270933 w 2044700"/>
                <a:gd name="connsiteY1367" fmla="*/ 232461 h 800786"/>
                <a:gd name="connsiteX1368" fmla="*/ 279060 w 2044700"/>
                <a:gd name="connsiteY1368" fmla="*/ 232461 h 800786"/>
                <a:gd name="connsiteX1369" fmla="*/ 287187 w 2044700"/>
                <a:gd name="connsiteY1369" fmla="*/ 234137 h 800786"/>
                <a:gd name="connsiteX1370" fmla="*/ 292062 w 2044700"/>
                <a:gd name="connsiteY1370" fmla="*/ 234137 h 800786"/>
                <a:gd name="connsiteX1371" fmla="*/ 290437 w 2044700"/>
                <a:gd name="connsiteY1371" fmla="*/ 239164 h 800786"/>
                <a:gd name="connsiteX1372" fmla="*/ 283936 w 2044700"/>
                <a:gd name="connsiteY1372" fmla="*/ 239164 h 800786"/>
                <a:gd name="connsiteX1373" fmla="*/ 280685 w 2044700"/>
                <a:gd name="connsiteY1373" fmla="*/ 239164 h 800786"/>
                <a:gd name="connsiteX1374" fmla="*/ 274184 w 2044700"/>
                <a:gd name="connsiteY1374" fmla="*/ 244191 h 800786"/>
                <a:gd name="connsiteX1375" fmla="*/ 280685 w 2044700"/>
                <a:gd name="connsiteY1375" fmla="*/ 245867 h 800786"/>
                <a:gd name="connsiteX1376" fmla="*/ 283936 w 2044700"/>
                <a:gd name="connsiteY1376" fmla="*/ 247542 h 800786"/>
                <a:gd name="connsiteX1377" fmla="*/ 283936 w 2044700"/>
                <a:gd name="connsiteY1377" fmla="*/ 249218 h 800786"/>
                <a:gd name="connsiteX1378" fmla="*/ 285561 w 2044700"/>
                <a:gd name="connsiteY1378" fmla="*/ 252570 h 800786"/>
                <a:gd name="connsiteX1379" fmla="*/ 283936 w 2044700"/>
                <a:gd name="connsiteY1379" fmla="*/ 255921 h 800786"/>
                <a:gd name="connsiteX1380" fmla="*/ 274184 w 2044700"/>
                <a:gd name="connsiteY1380" fmla="*/ 257597 h 800786"/>
                <a:gd name="connsiteX1381" fmla="*/ 269308 w 2044700"/>
                <a:gd name="connsiteY1381" fmla="*/ 259272 h 800786"/>
                <a:gd name="connsiteX1382" fmla="*/ 264432 w 2044700"/>
                <a:gd name="connsiteY1382" fmla="*/ 260948 h 800786"/>
                <a:gd name="connsiteX1383" fmla="*/ 261182 w 2044700"/>
                <a:gd name="connsiteY1383" fmla="*/ 260948 h 800786"/>
                <a:gd name="connsiteX1384" fmla="*/ 254680 w 2044700"/>
                <a:gd name="connsiteY1384" fmla="*/ 260948 h 800786"/>
                <a:gd name="connsiteX1385" fmla="*/ 249805 w 2044700"/>
                <a:gd name="connsiteY1385" fmla="*/ 262624 h 800786"/>
                <a:gd name="connsiteX1386" fmla="*/ 244929 w 2044700"/>
                <a:gd name="connsiteY1386" fmla="*/ 262624 h 800786"/>
                <a:gd name="connsiteX1387" fmla="*/ 241678 w 2044700"/>
                <a:gd name="connsiteY1387" fmla="*/ 260948 h 800786"/>
                <a:gd name="connsiteX1388" fmla="*/ 236802 w 2044700"/>
                <a:gd name="connsiteY1388" fmla="*/ 259272 h 800786"/>
                <a:gd name="connsiteX1389" fmla="*/ 227050 w 2044700"/>
                <a:gd name="connsiteY1389" fmla="*/ 257597 h 800786"/>
                <a:gd name="connsiteX1390" fmla="*/ 225425 w 2044700"/>
                <a:gd name="connsiteY1390" fmla="*/ 250894 h 800786"/>
                <a:gd name="connsiteX1391" fmla="*/ 227050 w 2044700"/>
                <a:gd name="connsiteY1391" fmla="*/ 242515 h 800786"/>
                <a:gd name="connsiteX1392" fmla="*/ 228675 w 2044700"/>
                <a:gd name="connsiteY1392" fmla="*/ 240840 h 800786"/>
                <a:gd name="connsiteX1393" fmla="*/ 231926 w 2044700"/>
                <a:gd name="connsiteY1393" fmla="*/ 237488 h 800786"/>
                <a:gd name="connsiteX1394" fmla="*/ 236802 w 2044700"/>
                <a:gd name="connsiteY1394" fmla="*/ 237488 h 800786"/>
                <a:gd name="connsiteX1395" fmla="*/ 240053 w 2044700"/>
                <a:gd name="connsiteY1395" fmla="*/ 235812 h 800786"/>
                <a:gd name="connsiteX1396" fmla="*/ 246554 w 2044700"/>
                <a:gd name="connsiteY1396" fmla="*/ 234137 h 800786"/>
                <a:gd name="connsiteX1397" fmla="*/ 253055 w 2044700"/>
                <a:gd name="connsiteY1397" fmla="*/ 235812 h 800786"/>
                <a:gd name="connsiteX1398" fmla="*/ 257931 w 2044700"/>
                <a:gd name="connsiteY1398" fmla="*/ 234137 h 800786"/>
                <a:gd name="connsiteX1399" fmla="*/ 262807 w 2044700"/>
                <a:gd name="connsiteY1399" fmla="*/ 232461 h 800786"/>
                <a:gd name="connsiteX1400" fmla="*/ 275742 w 2044700"/>
                <a:gd name="connsiteY1400" fmla="*/ 207061 h 800786"/>
                <a:gd name="connsiteX1401" fmla="*/ 282231 w 2044700"/>
                <a:gd name="connsiteY1401" fmla="*/ 207061 h 800786"/>
                <a:gd name="connsiteX1402" fmla="*/ 287097 w 2044700"/>
                <a:gd name="connsiteY1402" fmla="*/ 210236 h 800786"/>
                <a:gd name="connsiteX1403" fmla="*/ 293585 w 2044700"/>
                <a:gd name="connsiteY1403" fmla="*/ 213411 h 800786"/>
                <a:gd name="connsiteX1404" fmla="*/ 298451 w 2044700"/>
                <a:gd name="connsiteY1404" fmla="*/ 216586 h 800786"/>
                <a:gd name="connsiteX1405" fmla="*/ 296829 w 2044700"/>
                <a:gd name="connsiteY1405" fmla="*/ 224524 h 800786"/>
                <a:gd name="connsiteX1406" fmla="*/ 291963 w 2044700"/>
                <a:gd name="connsiteY1406" fmla="*/ 226111 h 800786"/>
                <a:gd name="connsiteX1407" fmla="*/ 283853 w 2044700"/>
                <a:gd name="connsiteY1407" fmla="*/ 226111 h 800786"/>
                <a:gd name="connsiteX1408" fmla="*/ 275742 w 2044700"/>
                <a:gd name="connsiteY1408" fmla="*/ 226111 h 800786"/>
                <a:gd name="connsiteX1409" fmla="*/ 267632 w 2044700"/>
                <a:gd name="connsiteY1409" fmla="*/ 224524 h 800786"/>
                <a:gd name="connsiteX1410" fmla="*/ 264388 w 2044700"/>
                <a:gd name="connsiteY1410" fmla="*/ 224524 h 800786"/>
                <a:gd name="connsiteX1411" fmla="*/ 261144 w 2044700"/>
                <a:gd name="connsiteY1411" fmla="*/ 224524 h 800786"/>
                <a:gd name="connsiteX1412" fmla="*/ 256278 w 2044700"/>
                <a:gd name="connsiteY1412" fmla="*/ 227699 h 800786"/>
                <a:gd name="connsiteX1413" fmla="*/ 251412 w 2044700"/>
                <a:gd name="connsiteY1413" fmla="*/ 226111 h 800786"/>
                <a:gd name="connsiteX1414" fmla="*/ 248168 w 2044700"/>
                <a:gd name="connsiteY1414" fmla="*/ 224524 h 800786"/>
                <a:gd name="connsiteX1415" fmla="*/ 244924 w 2044700"/>
                <a:gd name="connsiteY1415" fmla="*/ 224524 h 800786"/>
                <a:gd name="connsiteX1416" fmla="*/ 240058 w 2044700"/>
                <a:gd name="connsiteY1416" fmla="*/ 226111 h 800786"/>
                <a:gd name="connsiteX1417" fmla="*/ 236814 w 2044700"/>
                <a:gd name="connsiteY1417" fmla="*/ 227699 h 800786"/>
                <a:gd name="connsiteX1418" fmla="*/ 228704 w 2044700"/>
                <a:gd name="connsiteY1418" fmla="*/ 226111 h 800786"/>
                <a:gd name="connsiteX1419" fmla="*/ 225460 w 2044700"/>
                <a:gd name="connsiteY1419" fmla="*/ 226111 h 800786"/>
                <a:gd name="connsiteX1420" fmla="*/ 225460 w 2044700"/>
                <a:gd name="connsiteY1420" fmla="*/ 224524 h 800786"/>
                <a:gd name="connsiteX1421" fmla="*/ 233570 w 2044700"/>
                <a:gd name="connsiteY1421" fmla="*/ 219761 h 800786"/>
                <a:gd name="connsiteX1422" fmla="*/ 236814 w 2044700"/>
                <a:gd name="connsiteY1422" fmla="*/ 218174 h 800786"/>
                <a:gd name="connsiteX1423" fmla="*/ 240058 w 2044700"/>
                <a:gd name="connsiteY1423" fmla="*/ 216586 h 800786"/>
                <a:gd name="connsiteX1424" fmla="*/ 243302 w 2044700"/>
                <a:gd name="connsiteY1424" fmla="*/ 216586 h 800786"/>
                <a:gd name="connsiteX1425" fmla="*/ 248168 w 2044700"/>
                <a:gd name="connsiteY1425" fmla="*/ 216586 h 800786"/>
                <a:gd name="connsiteX1426" fmla="*/ 253034 w 2044700"/>
                <a:gd name="connsiteY1426" fmla="*/ 214999 h 800786"/>
                <a:gd name="connsiteX1427" fmla="*/ 257900 w 2044700"/>
                <a:gd name="connsiteY1427" fmla="*/ 213411 h 800786"/>
                <a:gd name="connsiteX1428" fmla="*/ 264388 w 2044700"/>
                <a:gd name="connsiteY1428" fmla="*/ 210236 h 800786"/>
                <a:gd name="connsiteX1429" fmla="*/ 267632 w 2044700"/>
                <a:gd name="connsiteY1429" fmla="*/ 208648 h 800786"/>
                <a:gd name="connsiteX1430" fmla="*/ 275742 w 2044700"/>
                <a:gd name="connsiteY1430" fmla="*/ 207061 h 800786"/>
                <a:gd name="connsiteX1431" fmla="*/ 495342 w 2044700"/>
                <a:gd name="connsiteY1431" fmla="*/ 205473 h 800786"/>
                <a:gd name="connsiteX1432" fmla="*/ 505118 w 2044700"/>
                <a:gd name="connsiteY1432" fmla="*/ 205473 h 800786"/>
                <a:gd name="connsiteX1433" fmla="*/ 513264 w 2044700"/>
                <a:gd name="connsiteY1433" fmla="*/ 208648 h 800786"/>
                <a:gd name="connsiteX1434" fmla="*/ 519781 w 2044700"/>
                <a:gd name="connsiteY1434" fmla="*/ 210236 h 800786"/>
                <a:gd name="connsiteX1435" fmla="*/ 531186 w 2044700"/>
                <a:gd name="connsiteY1435" fmla="*/ 211823 h 800786"/>
                <a:gd name="connsiteX1436" fmla="*/ 532816 w 2044700"/>
                <a:gd name="connsiteY1436" fmla="*/ 214998 h 800786"/>
                <a:gd name="connsiteX1437" fmla="*/ 536074 w 2044700"/>
                <a:gd name="connsiteY1437" fmla="*/ 218173 h 800786"/>
                <a:gd name="connsiteX1438" fmla="*/ 540962 w 2044700"/>
                <a:gd name="connsiteY1438" fmla="*/ 218173 h 800786"/>
                <a:gd name="connsiteX1439" fmla="*/ 550738 w 2044700"/>
                <a:gd name="connsiteY1439" fmla="*/ 219761 h 800786"/>
                <a:gd name="connsiteX1440" fmla="*/ 553996 w 2044700"/>
                <a:gd name="connsiteY1440" fmla="*/ 222936 h 800786"/>
                <a:gd name="connsiteX1441" fmla="*/ 555626 w 2044700"/>
                <a:gd name="connsiteY1441" fmla="*/ 224523 h 800786"/>
                <a:gd name="connsiteX1442" fmla="*/ 550738 w 2044700"/>
                <a:gd name="connsiteY1442" fmla="*/ 229286 h 800786"/>
                <a:gd name="connsiteX1443" fmla="*/ 555626 w 2044700"/>
                <a:gd name="connsiteY1443" fmla="*/ 232461 h 800786"/>
                <a:gd name="connsiteX1444" fmla="*/ 553996 w 2044700"/>
                <a:gd name="connsiteY1444" fmla="*/ 237223 h 800786"/>
                <a:gd name="connsiteX1445" fmla="*/ 547479 w 2044700"/>
                <a:gd name="connsiteY1445" fmla="*/ 240398 h 800786"/>
                <a:gd name="connsiteX1446" fmla="*/ 540962 w 2044700"/>
                <a:gd name="connsiteY1446" fmla="*/ 240398 h 800786"/>
                <a:gd name="connsiteX1447" fmla="*/ 532816 w 2044700"/>
                <a:gd name="connsiteY1447" fmla="*/ 243573 h 800786"/>
                <a:gd name="connsiteX1448" fmla="*/ 529557 w 2044700"/>
                <a:gd name="connsiteY1448" fmla="*/ 240398 h 800786"/>
                <a:gd name="connsiteX1449" fmla="*/ 526299 w 2044700"/>
                <a:gd name="connsiteY1449" fmla="*/ 241986 h 800786"/>
                <a:gd name="connsiteX1450" fmla="*/ 523040 w 2044700"/>
                <a:gd name="connsiteY1450" fmla="*/ 245161 h 800786"/>
                <a:gd name="connsiteX1451" fmla="*/ 514894 w 2044700"/>
                <a:gd name="connsiteY1451" fmla="*/ 241986 h 800786"/>
                <a:gd name="connsiteX1452" fmla="*/ 511635 w 2044700"/>
                <a:gd name="connsiteY1452" fmla="*/ 238811 h 800786"/>
                <a:gd name="connsiteX1453" fmla="*/ 510006 w 2044700"/>
                <a:gd name="connsiteY1453" fmla="*/ 235636 h 800786"/>
                <a:gd name="connsiteX1454" fmla="*/ 505118 w 2044700"/>
                <a:gd name="connsiteY1454" fmla="*/ 234048 h 800786"/>
                <a:gd name="connsiteX1455" fmla="*/ 514894 w 2044700"/>
                <a:gd name="connsiteY1455" fmla="*/ 232461 h 800786"/>
                <a:gd name="connsiteX1456" fmla="*/ 508376 w 2044700"/>
                <a:gd name="connsiteY1456" fmla="*/ 227698 h 800786"/>
                <a:gd name="connsiteX1457" fmla="*/ 503488 w 2044700"/>
                <a:gd name="connsiteY1457" fmla="*/ 227698 h 800786"/>
                <a:gd name="connsiteX1458" fmla="*/ 498601 w 2044700"/>
                <a:gd name="connsiteY1458" fmla="*/ 224523 h 800786"/>
                <a:gd name="connsiteX1459" fmla="*/ 495342 w 2044700"/>
                <a:gd name="connsiteY1459" fmla="*/ 216586 h 800786"/>
                <a:gd name="connsiteX1460" fmla="*/ 495342 w 2044700"/>
                <a:gd name="connsiteY1460" fmla="*/ 210236 h 800786"/>
                <a:gd name="connsiteX1461" fmla="*/ 495342 w 2044700"/>
                <a:gd name="connsiteY1461" fmla="*/ 205473 h 800786"/>
                <a:gd name="connsiteX1462" fmla="*/ 383165 w 2044700"/>
                <a:gd name="connsiteY1462" fmla="*/ 184835 h 800786"/>
                <a:gd name="connsiteX1463" fmla="*/ 389680 w 2044700"/>
                <a:gd name="connsiteY1463" fmla="*/ 186423 h 800786"/>
                <a:gd name="connsiteX1464" fmla="*/ 396195 w 2044700"/>
                <a:gd name="connsiteY1464" fmla="*/ 184835 h 800786"/>
                <a:gd name="connsiteX1465" fmla="*/ 401081 w 2044700"/>
                <a:gd name="connsiteY1465" fmla="*/ 184835 h 800786"/>
                <a:gd name="connsiteX1466" fmla="*/ 407596 w 2044700"/>
                <a:gd name="connsiteY1466" fmla="*/ 188010 h 800786"/>
                <a:gd name="connsiteX1467" fmla="*/ 412482 w 2044700"/>
                <a:gd name="connsiteY1467" fmla="*/ 189598 h 800786"/>
                <a:gd name="connsiteX1468" fmla="*/ 415740 w 2044700"/>
                <a:gd name="connsiteY1468" fmla="*/ 191185 h 800786"/>
                <a:gd name="connsiteX1469" fmla="*/ 415740 w 2044700"/>
                <a:gd name="connsiteY1469" fmla="*/ 199123 h 800786"/>
                <a:gd name="connsiteX1470" fmla="*/ 418997 w 2044700"/>
                <a:gd name="connsiteY1470" fmla="*/ 199123 h 800786"/>
                <a:gd name="connsiteX1471" fmla="*/ 425512 w 2044700"/>
                <a:gd name="connsiteY1471" fmla="*/ 195948 h 800786"/>
                <a:gd name="connsiteX1472" fmla="*/ 430399 w 2044700"/>
                <a:gd name="connsiteY1472" fmla="*/ 195948 h 800786"/>
                <a:gd name="connsiteX1473" fmla="*/ 436914 w 2044700"/>
                <a:gd name="connsiteY1473" fmla="*/ 195948 h 800786"/>
                <a:gd name="connsiteX1474" fmla="*/ 441800 w 2044700"/>
                <a:gd name="connsiteY1474" fmla="*/ 197535 h 800786"/>
                <a:gd name="connsiteX1475" fmla="*/ 445057 w 2044700"/>
                <a:gd name="connsiteY1475" fmla="*/ 200710 h 800786"/>
                <a:gd name="connsiteX1476" fmla="*/ 449943 w 2044700"/>
                <a:gd name="connsiteY1476" fmla="*/ 207060 h 800786"/>
                <a:gd name="connsiteX1477" fmla="*/ 454830 w 2044700"/>
                <a:gd name="connsiteY1477" fmla="*/ 203885 h 800786"/>
                <a:gd name="connsiteX1478" fmla="*/ 461345 w 2044700"/>
                <a:gd name="connsiteY1478" fmla="*/ 205473 h 800786"/>
                <a:gd name="connsiteX1479" fmla="*/ 464602 w 2044700"/>
                <a:gd name="connsiteY1479" fmla="*/ 208648 h 800786"/>
                <a:gd name="connsiteX1480" fmla="*/ 467860 w 2044700"/>
                <a:gd name="connsiteY1480" fmla="*/ 213410 h 800786"/>
                <a:gd name="connsiteX1481" fmla="*/ 472746 w 2044700"/>
                <a:gd name="connsiteY1481" fmla="*/ 213410 h 800786"/>
                <a:gd name="connsiteX1482" fmla="*/ 472746 w 2044700"/>
                <a:gd name="connsiteY1482" fmla="*/ 216585 h 800786"/>
                <a:gd name="connsiteX1483" fmla="*/ 471117 w 2044700"/>
                <a:gd name="connsiteY1483" fmla="*/ 219760 h 800786"/>
                <a:gd name="connsiteX1484" fmla="*/ 474375 w 2044700"/>
                <a:gd name="connsiteY1484" fmla="*/ 226110 h 800786"/>
                <a:gd name="connsiteX1485" fmla="*/ 477632 w 2044700"/>
                <a:gd name="connsiteY1485" fmla="*/ 227698 h 800786"/>
                <a:gd name="connsiteX1486" fmla="*/ 482518 w 2044700"/>
                <a:gd name="connsiteY1486" fmla="*/ 230873 h 800786"/>
                <a:gd name="connsiteX1487" fmla="*/ 482518 w 2044700"/>
                <a:gd name="connsiteY1487" fmla="*/ 235635 h 800786"/>
                <a:gd name="connsiteX1488" fmla="*/ 484147 w 2044700"/>
                <a:gd name="connsiteY1488" fmla="*/ 240398 h 800786"/>
                <a:gd name="connsiteX1489" fmla="*/ 479261 w 2044700"/>
                <a:gd name="connsiteY1489" fmla="*/ 245160 h 800786"/>
                <a:gd name="connsiteX1490" fmla="*/ 467860 w 2044700"/>
                <a:gd name="connsiteY1490" fmla="*/ 243573 h 800786"/>
                <a:gd name="connsiteX1491" fmla="*/ 462973 w 2044700"/>
                <a:gd name="connsiteY1491" fmla="*/ 243573 h 800786"/>
                <a:gd name="connsiteX1492" fmla="*/ 453201 w 2044700"/>
                <a:gd name="connsiteY1492" fmla="*/ 241985 h 800786"/>
                <a:gd name="connsiteX1493" fmla="*/ 448315 w 2044700"/>
                <a:gd name="connsiteY1493" fmla="*/ 240398 h 800786"/>
                <a:gd name="connsiteX1494" fmla="*/ 448315 w 2044700"/>
                <a:gd name="connsiteY1494" fmla="*/ 235635 h 800786"/>
                <a:gd name="connsiteX1495" fmla="*/ 445057 w 2044700"/>
                <a:gd name="connsiteY1495" fmla="*/ 234048 h 800786"/>
                <a:gd name="connsiteX1496" fmla="*/ 445057 w 2044700"/>
                <a:gd name="connsiteY1496" fmla="*/ 232460 h 800786"/>
                <a:gd name="connsiteX1497" fmla="*/ 438542 w 2044700"/>
                <a:gd name="connsiteY1497" fmla="*/ 230873 h 800786"/>
                <a:gd name="connsiteX1498" fmla="*/ 435285 w 2044700"/>
                <a:gd name="connsiteY1498" fmla="*/ 230873 h 800786"/>
                <a:gd name="connsiteX1499" fmla="*/ 430399 w 2044700"/>
                <a:gd name="connsiteY1499" fmla="*/ 230873 h 800786"/>
                <a:gd name="connsiteX1500" fmla="*/ 430399 w 2044700"/>
                <a:gd name="connsiteY1500" fmla="*/ 227698 h 800786"/>
                <a:gd name="connsiteX1501" fmla="*/ 425512 w 2044700"/>
                <a:gd name="connsiteY1501" fmla="*/ 226110 h 800786"/>
                <a:gd name="connsiteX1502" fmla="*/ 422255 w 2044700"/>
                <a:gd name="connsiteY1502" fmla="*/ 226110 h 800786"/>
                <a:gd name="connsiteX1503" fmla="*/ 417369 w 2044700"/>
                <a:gd name="connsiteY1503" fmla="*/ 226110 h 800786"/>
                <a:gd name="connsiteX1504" fmla="*/ 414111 w 2044700"/>
                <a:gd name="connsiteY1504" fmla="*/ 226110 h 800786"/>
                <a:gd name="connsiteX1505" fmla="*/ 412482 w 2044700"/>
                <a:gd name="connsiteY1505" fmla="*/ 222935 h 800786"/>
                <a:gd name="connsiteX1506" fmla="*/ 407596 w 2044700"/>
                <a:gd name="connsiteY1506" fmla="*/ 224523 h 800786"/>
                <a:gd name="connsiteX1507" fmla="*/ 402710 w 2044700"/>
                <a:gd name="connsiteY1507" fmla="*/ 226110 h 800786"/>
                <a:gd name="connsiteX1508" fmla="*/ 399453 w 2044700"/>
                <a:gd name="connsiteY1508" fmla="*/ 227698 h 800786"/>
                <a:gd name="connsiteX1509" fmla="*/ 394566 w 2044700"/>
                <a:gd name="connsiteY1509" fmla="*/ 226110 h 800786"/>
                <a:gd name="connsiteX1510" fmla="*/ 388051 w 2044700"/>
                <a:gd name="connsiteY1510" fmla="*/ 227698 h 800786"/>
                <a:gd name="connsiteX1511" fmla="*/ 384794 w 2044700"/>
                <a:gd name="connsiteY1511" fmla="*/ 226110 h 800786"/>
                <a:gd name="connsiteX1512" fmla="*/ 379908 w 2044700"/>
                <a:gd name="connsiteY1512" fmla="*/ 224523 h 800786"/>
                <a:gd name="connsiteX1513" fmla="*/ 375021 w 2044700"/>
                <a:gd name="connsiteY1513" fmla="*/ 221348 h 800786"/>
                <a:gd name="connsiteX1514" fmla="*/ 375021 w 2044700"/>
                <a:gd name="connsiteY1514" fmla="*/ 214998 h 800786"/>
                <a:gd name="connsiteX1515" fmla="*/ 381536 w 2044700"/>
                <a:gd name="connsiteY1515" fmla="*/ 213410 h 800786"/>
                <a:gd name="connsiteX1516" fmla="*/ 388051 w 2044700"/>
                <a:gd name="connsiteY1516" fmla="*/ 211823 h 800786"/>
                <a:gd name="connsiteX1517" fmla="*/ 391309 w 2044700"/>
                <a:gd name="connsiteY1517" fmla="*/ 214998 h 800786"/>
                <a:gd name="connsiteX1518" fmla="*/ 394566 w 2044700"/>
                <a:gd name="connsiteY1518" fmla="*/ 216585 h 800786"/>
                <a:gd name="connsiteX1519" fmla="*/ 399453 w 2044700"/>
                <a:gd name="connsiteY1519" fmla="*/ 216585 h 800786"/>
                <a:gd name="connsiteX1520" fmla="*/ 399453 w 2044700"/>
                <a:gd name="connsiteY1520" fmla="*/ 213410 h 800786"/>
                <a:gd name="connsiteX1521" fmla="*/ 394566 w 2044700"/>
                <a:gd name="connsiteY1521" fmla="*/ 211823 h 800786"/>
                <a:gd name="connsiteX1522" fmla="*/ 399453 w 2044700"/>
                <a:gd name="connsiteY1522" fmla="*/ 211823 h 800786"/>
                <a:gd name="connsiteX1523" fmla="*/ 402710 w 2044700"/>
                <a:gd name="connsiteY1523" fmla="*/ 213410 h 800786"/>
                <a:gd name="connsiteX1524" fmla="*/ 401081 w 2044700"/>
                <a:gd name="connsiteY1524" fmla="*/ 207060 h 800786"/>
                <a:gd name="connsiteX1525" fmla="*/ 394566 w 2044700"/>
                <a:gd name="connsiteY1525" fmla="*/ 207060 h 800786"/>
                <a:gd name="connsiteX1526" fmla="*/ 391309 w 2044700"/>
                <a:gd name="connsiteY1526" fmla="*/ 203885 h 800786"/>
                <a:gd name="connsiteX1527" fmla="*/ 392938 w 2044700"/>
                <a:gd name="connsiteY1527" fmla="*/ 200710 h 800786"/>
                <a:gd name="connsiteX1528" fmla="*/ 388051 w 2044700"/>
                <a:gd name="connsiteY1528" fmla="*/ 200710 h 800786"/>
                <a:gd name="connsiteX1529" fmla="*/ 384794 w 2044700"/>
                <a:gd name="connsiteY1529" fmla="*/ 200710 h 800786"/>
                <a:gd name="connsiteX1530" fmla="*/ 384794 w 2044700"/>
                <a:gd name="connsiteY1530" fmla="*/ 203885 h 800786"/>
                <a:gd name="connsiteX1531" fmla="*/ 378279 w 2044700"/>
                <a:gd name="connsiteY1531" fmla="*/ 205473 h 800786"/>
                <a:gd name="connsiteX1532" fmla="*/ 375021 w 2044700"/>
                <a:gd name="connsiteY1532" fmla="*/ 202298 h 800786"/>
                <a:gd name="connsiteX1533" fmla="*/ 376650 w 2044700"/>
                <a:gd name="connsiteY1533" fmla="*/ 200710 h 800786"/>
                <a:gd name="connsiteX1534" fmla="*/ 375021 w 2044700"/>
                <a:gd name="connsiteY1534" fmla="*/ 197535 h 800786"/>
                <a:gd name="connsiteX1535" fmla="*/ 368506 w 2044700"/>
                <a:gd name="connsiteY1535" fmla="*/ 197535 h 800786"/>
                <a:gd name="connsiteX1536" fmla="*/ 361991 w 2044700"/>
                <a:gd name="connsiteY1536" fmla="*/ 194360 h 800786"/>
                <a:gd name="connsiteX1537" fmla="*/ 363620 w 2044700"/>
                <a:gd name="connsiteY1537" fmla="*/ 189598 h 800786"/>
                <a:gd name="connsiteX1538" fmla="*/ 368506 w 2044700"/>
                <a:gd name="connsiteY1538" fmla="*/ 186423 h 800786"/>
                <a:gd name="connsiteX1539" fmla="*/ 375021 w 2044700"/>
                <a:gd name="connsiteY1539" fmla="*/ 186423 h 800786"/>
                <a:gd name="connsiteX1540" fmla="*/ 383165 w 2044700"/>
                <a:gd name="connsiteY1540" fmla="*/ 184835 h 800786"/>
                <a:gd name="connsiteX1541" fmla="*/ 468842 w 2044700"/>
                <a:gd name="connsiteY1541" fmla="*/ 151498 h 800786"/>
                <a:gd name="connsiteX1542" fmla="*/ 473869 w 2044700"/>
                <a:gd name="connsiteY1542" fmla="*/ 153085 h 800786"/>
                <a:gd name="connsiteX1543" fmla="*/ 480572 w 2044700"/>
                <a:gd name="connsiteY1543" fmla="*/ 153085 h 800786"/>
                <a:gd name="connsiteX1544" fmla="*/ 487275 w 2044700"/>
                <a:gd name="connsiteY1544" fmla="*/ 157848 h 800786"/>
                <a:gd name="connsiteX1545" fmla="*/ 488951 w 2044700"/>
                <a:gd name="connsiteY1545" fmla="*/ 162610 h 800786"/>
                <a:gd name="connsiteX1546" fmla="*/ 485599 w 2044700"/>
                <a:gd name="connsiteY1546" fmla="*/ 168960 h 800786"/>
                <a:gd name="connsiteX1547" fmla="*/ 477221 w 2044700"/>
                <a:gd name="connsiteY1547" fmla="*/ 168960 h 800786"/>
                <a:gd name="connsiteX1548" fmla="*/ 470518 w 2044700"/>
                <a:gd name="connsiteY1548" fmla="*/ 164198 h 800786"/>
                <a:gd name="connsiteX1549" fmla="*/ 465491 w 2044700"/>
                <a:gd name="connsiteY1549" fmla="*/ 165785 h 800786"/>
                <a:gd name="connsiteX1550" fmla="*/ 460463 w 2044700"/>
                <a:gd name="connsiteY1550" fmla="*/ 159435 h 800786"/>
                <a:gd name="connsiteX1551" fmla="*/ 465491 w 2044700"/>
                <a:gd name="connsiteY1551" fmla="*/ 153085 h 800786"/>
                <a:gd name="connsiteX1552" fmla="*/ 468842 w 2044700"/>
                <a:gd name="connsiteY1552" fmla="*/ 151498 h 800786"/>
                <a:gd name="connsiteX1553" fmla="*/ 572616 w 2044700"/>
                <a:gd name="connsiteY1553" fmla="*/ 100698 h 800786"/>
                <a:gd name="connsiteX1554" fmla="*/ 579115 w 2044700"/>
                <a:gd name="connsiteY1554" fmla="*/ 100698 h 800786"/>
                <a:gd name="connsiteX1555" fmla="*/ 585614 w 2044700"/>
                <a:gd name="connsiteY1555" fmla="*/ 100698 h 800786"/>
                <a:gd name="connsiteX1556" fmla="*/ 592113 w 2044700"/>
                <a:gd name="connsiteY1556" fmla="*/ 103949 h 800786"/>
                <a:gd name="connsiteX1557" fmla="*/ 600236 w 2044700"/>
                <a:gd name="connsiteY1557" fmla="*/ 103949 h 800786"/>
                <a:gd name="connsiteX1558" fmla="*/ 605110 w 2044700"/>
                <a:gd name="connsiteY1558" fmla="*/ 107199 h 800786"/>
                <a:gd name="connsiteX1559" fmla="*/ 609984 w 2044700"/>
                <a:gd name="connsiteY1559" fmla="*/ 108824 h 800786"/>
                <a:gd name="connsiteX1560" fmla="*/ 614859 w 2044700"/>
                <a:gd name="connsiteY1560" fmla="*/ 115326 h 800786"/>
                <a:gd name="connsiteX1561" fmla="*/ 619733 w 2044700"/>
                <a:gd name="connsiteY1561" fmla="*/ 120202 h 800786"/>
                <a:gd name="connsiteX1562" fmla="*/ 626232 w 2044700"/>
                <a:gd name="connsiteY1562" fmla="*/ 123452 h 800786"/>
                <a:gd name="connsiteX1563" fmla="*/ 631106 w 2044700"/>
                <a:gd name="connsiteY1563" fmla="*/ 128328 h 800786"/>
                <a:gd name="connsiteX1564" fmla="*/ 632730 w 2044700"/>
                <a:gd name="connsiteY1564" fmla="*/ 134829 h 800786"/>
                <a:gd name="connsiteX1565" fmla="*/ 644103 w 2044700"/>
                <a:gd name="connsiteY1565" fmla="*/ 134829 h 800786"/>
                <a:gd name="connsiteX1566" fmla="*/ 652227 w 2044700"/>
                <a:gd name="connsiteY1566" fmla="*/ 136454 h 800786"/>
                <a:gd name="connsiteX1567" fmla="*/ 657101 w 2044700"/>
                <a:gd name="connsiteY1567" fmla="*/ 138080 h 800786"/>
                <a:gd name="connsiteX1568" fmla="*/ 658726 w 2044700"/>
                <a:gd name="connsiteY1568" fmla="*/ 142956 h 800786"/>
                <a:gd name="connsiteX1569" fmla="*/ 658726 w 2044700"/>
                <a:gd name="connsiteY1569" fmla="*/ 147832 h 800786"/>
                <a:gd name="connsiteX1570" fmla="*/ 661975 w 2044700"/>
                <a:gd name="connsiteY1570" fmla="*/ 151082 h 800786"/>
                <a:gd name="connsiteX1571" fmla="*/ 668474 w 2044700"/>
                <a:gd name="connsiteY1571" fmla="*/ 154333 h 800786"/>
                <a:gd name="connsiteX1572" fmla="*/ 671723 w 2044700"/>
                <a:gd name="connsiteY1572" fmla="*/ 151082 h 800786"/>
                <a:gd name="connsiteX1573" fmla="*/ 666849 w 2044700"/>
                <a:gd name="connsiteY1573" fmla="*/ 146206 h 800786"/>
                <a:gd name="connsiteX1574" fmla="*/ 666849 w 2044700"/>
                <a:gd name="connsiteY1574" fmla="*/ 141330 h 800786"/>
                <a:gd name="connsiteX1575" fmla="*/ 671723 w 2044700"/>
                <a:gd name="connsiteY1575" fmla="*/ 139705 h 800786"/>
                <a:gd name="connsiteX1576" fmla="*/ 683096 w 2044700"/>
                <a:gd name="connsiteY1576" fmla="*/ 142956 h 800786"/>
                <a:gd name="connsiteX1577" fmla="*/ 686346 w 2044700"/>
                <a:gd name="connsiteY1577" fmla="*/ 146206 h 800786"/>
                <a:gd name="connsiteX1578" fmla="*/ 687971 w 2044700"/>
                <a:gd name="connsiteY1578" fmla="*/ 149457 h 800786"/>
                <a:gd name="connsiteX1579" fmla="*/ 676598 w 2044700"/>
                <a:gd name="connsiteY1579" fmla="*/ 154333 h 800786"/>
                <a:gd name="connsiteX1580" fmla="*/ 683096 w 2044700"/>
                <a:gd name="connsiteY1580" fmla="*/ 152707 h 800786"/>
                <a:gd name="connsiteX1581" fmla="*/ 691220 w 2044700"/>
                <a:gd name="connsiteY1581" fmla="*/ 157583 h 800786"/>
                <a:gd name="connsiteX1582" fmla="*/ 696094 w 2044700"/>
                <a:gd name="connsiteY1582" fmla="*/ 159209 h 800786"/>
                <a:gd name="connsiteX1583" fmla="*/ 692845 w 2044700"/>
                <a:gd name="connsiteY1583" fmla="*/ 164085 h 800786"/>
                <a:gd name="connsiteX1584" fmla="*/ 696094 w 2044700"/>
                <a:gd name="connsiteY1584" fmla="*/ 165710 h 800786"/>
                <a:gd name="connsiteX1585" fmla="*/ 697719 w 2044700"/>
                <a:gd name="connsiteY1585" fmla="*/ 167335 h 800786"/>
                <a:gd name="connsiteX1586" fmla="*/ 696094 w 2044700"/>
                <a:gd name="connsiteY1586" fmla="*/ 170586 h 800786"/>
                <a:gd name="connsiteX1587" fmla="*/ 696094 w 2044700"/>
                <a:gd name="connsiteY1587" fmla="*/ 175462 h 800786"/>
                <a:gd name="connsiteX1588" fmla="*/ 702593 w 2044700"/>
                <a:gd name="connsiteY1588" fmla="*/ 173836 h 800786"/>
                <a:gd name="connsiteX1589" fmla="*/ 709092 w 2044700"/>
                <a:gd name="connsiteY1589" fmla="*/ 173836 h 800786"/>
                <a:gd name="connsiteX1590" fmla="*/ 712341 w 2044700"/>
                <a:gd name="connsiteY1590" fmla="*/ 175462 h 800786"/>
                <a:gd name="connsiteX1591" fmla="*/ 715591 w 2044700"/>
                <a:gd name="connsiteY1591" fmla="*/ 177087 h 800786"/>
                <a:gd name="connsiteX1592" fmla="*/ 717215 w 2044700"/>
                <a:gd name="connsiteY1592" fmla="*/ 173836 h 800786"/>
                <a:gd name="connsiteX1593" fmla="*/ 722089 w 2044700"/>
                <a:gd name="connsiteY1593" fmla="*/ 173836 h 800786"/>
                <a:gd name="connsiteX1594" fmla="*/ 725339 w 2044700"/>
                <a:gd name="connsiteY1594" fmla="*/ 177087 h 800786"/>
                <a:gd name="connsiteX1595" fmla="*/ 726964 w 2044700"/>
                <a:gd name="connsiteY1595" fmla="*/ 180338 h 800786"/>
                <a:gd name="connsiteX1596" fmla="*/ 728588 w 2044700"/>
                <a:gd name="connsiteY1596" fmla="*/ 183588 h 800786"/>
                <a:gd name="connsiteX1597" fmla="*/ 730213 w 2044700"/>
                <a:gd name="connsiteY1597" fmla="*/ 186839 h 800786"/>
                <a:gd name="connsiteX1598" fmla="*/ 726964 w 2044700"/>
                <a:gd name="connsiteY1598" fmla="*/ 190089 h 800786"/>
                <a:gd name="connsiteX1599" fmla="*/ 730213 w 2044700"/>
                <a:gd name="connsiteY1599" fmla="*/ 190089 h 800786"/>
                <a:gd name="connsiteX1600" fmla="*/ 723714 w 2044700"/>
                <a:gd name="connsiteY1600" fmla="*/ 193340 h 800786"/>
                <a:gd name="connsiteX1601" fmla="*/ 718840 w 2044700"/>
                <a:gd name="connsiteY1601" fmla="*/ 194965 h 800786"/>
                <a:gd name="connsiteX1602" fmla="*/ 704218 w 2044700"/>
                <a:gd name="connsiteY1602" fmla="*/ 199841 h 800786"/>
                <a:gd name="connsiteX1603" fmla="*/ 696094 w 2044700"/>
                <a:gd name="connsiteY1603" fmla="*/ 204717 h 800786"/>
                <a:gd name="connsiteX1604" fmla="*/ 692845 w 2044700"/>
                <a:gd name="connsiteY1604" fmla="*/ 206342 h 800786"/>
                <a:gd name="connsiteX1605" fmla="*/ 686346 w 2044700"/>
                <a:gd name="connsiteY1605" fmla="*/ 211218 h 800786"/>
                <a:gd name="connsiteX1606" fmla="*/ 681472 w 2044700"/>
                <a:gd name="connsiteY1606" fmla="*/ 211218 h 800786"/>
                <a:gd name="connsiteX1607" fmla="*/ 679847 w 2044700"/>
                <a:gd name="connsiteY1607" fmla="*/ 206342 h 800786"/>
                <a:gd name="connsiteX1608" fmla="*/ 683096 w 2044700"/>
                <a:gd name="connsiteY1608" fmla="*/ 201466 h 800786"/>
                <a:gd name="connsiteX1609" fmla="*/ 678222 w 2044700"/>
                <a:gd name="connsiteY1609" fmla="*/ 199841 h 800786"/>
                <a:gd name="connsiteX1610" fmla="*/ 674973 w 2044700"/>
                <a:gd name="connsiteY1610" fmla="*/ 203092 h 800786"/>
                <a:gd name="connsiteX1611" fmla="*/ 676598 w 2044700"/>
                <a:gd name="connsiteY1611" fmla="*/ 209593 h 800786"/>
                <a:gd name="connsiteX1612" fmla="*/ 679847 w 2044700"/>
                <a:gd name="connsiteY1612" fmla="*/ 212843 h 800786"/>
                <a:gd name="connsiteX1613" fmla="*/ 681472 w 2044700"/>
                <a:gd name="connsiteY1613" fmla="*/ 216094 h 800786"/>
                <a:gd name="connsiteX1614" fmla="*/ 678222 w 2044700"/>
                <a:gd name="connsiteY1614" fmla="*/ 220970 h 800786"/>
                <a:gd name="connsiteX1615" fmla="*/ 678222 w 2044700"/>
                <a:gd name="connsiteY1615" fmla="*/ 219345 h 800786"/>
                <a:gd name="connsiteX1616" fmla="*/ 670099 w 2044700"/>
                <a:gd name="connsiteY1616" fmla="*/ 217719 h 800786"/>
                <a:gd name="connsiteX1617" fmla="*/ 670099 w 2044700"/>
                <a:gd name="connsiteY1617" fmla="*/ 220970 h 800786"/>
                <a:gd name="connsiteX1618" fmla="*/ 668474 w 2044700"/>
                <a:gd name="connsiteY1618" fmla="*/ 229096 h 800786"/>
                <a:gd name="connsiteX1619" fmla="*/ 665225 w 2044700"/>
                <a:gd name="connsiteY1619" fmla="*/ 230722 h 800786"/>
                <a:gd name="connsiteX1620" fmla="*/ 658726 w 2044700"/>
                <a:gd name="connsiteY1620" fmla="*/ 227471 h 800786"/>
                <a:gd name="connsiteX1621" fmla="*/ 653852 w 2044700"/>
                <a:gd name="connsiteY1621" fmla="*/ 224221 h 800786"/>
                <a:gd name="connsiteX1622" fmla="*/ 653852 w 2044700"/>
                <a:gd name="connsiteY1622" fmla="*/ 227471 h 800786"/>
                <a:gd name="connsiteX1623" fmla="*/ 652227 w 2044700"/>
                <a:gd name="connsiteY1623" fmla="*/ 230722 h 800786"/>
                <a:gd name="connsiteX1624" fmla="*/ 648977 w 2044700"/>
                <a:gd name="connsiteY1624" fmla="*/ 227471 h 800786"/>
                <a:gd name="connsiteX1625" fmla="*/ 644103 w 2044700"/>
                <a:gd name="connsiteY1625" fmla="*/ 222595 h 800786"/>
                <a:gd name="connsiteX1626" fmla="*/ 637605 w 2044700"/>
                <a:gd name="connsiteY1626" fmla="*/ 224221 h 800786"/>
                <a:gd name="connsiteX1627" fmla="*/ 639229 w 2044700"/>
                <a:gd name="connsiteY1627" fmla="*/ 230722 h 800786"/>
                <a:gd name="connsiteX1628" fmla="*/ 631106 w 2044700"/>
                <a:gd name="connsiteY1628" fmla="*/ 230722 h 800786"/>
                <a:gd name="connsiteX1629" fmla="*/ 624607 w 2044700"/>
                <a:gd name="connsiteY1629" fmla="*/ 232347 h 800786"/>
                <a:gd name="connsiteX1630" fmla="*/ 618108 w 2044700"/>
                <a:gd name="connsiteY1630" fmla="*/ 232347 h 800786"/>
                <a:gd name="connsiteX1631" fmla="*/ 613234 w 2044700"/>
                <a:gd name="connsiteY1631" fmla="*/ 229096 h 800786"/>
                <a:gd name="connsiteX1632" fmla="*/ 606735 w 2044700"/>
                <a:gd name="connsiteY1632" fmla="*/ 227471 h 800786"/>
                <a:gd name="connsiteX1633" fmla="*/ 598611 w 2044700"/>
                <a:gd name="connsiteY1633" fmla="*/ 225846 h 800786"/>
                <a:gd name="connsiteX1634" fmla="*/ 592113 w 2044700"/>
                <a:gd name="connsiteY1634" fmla="*/ 217719 h 800786"/>
                <a:gd name="connsiteX1635" fmla="*/ 598611 w 2044700"/>
                <a:gd name="connsiteY1635" fmla="*/ 217719 h 800786"/>
                <a:gd name="connsiteX1636" fmla="*/ 609984 w 2044700"/>
                <a:gd name="connsiteY1636" fmla="*/ 216094 h 800786"/>
                <a:gd name="connsiteX1637" fmla="*/ 603486 w 2044700"/>
                <a:gd name="connsiteY1637" fmla="*/ 212843 h 800786"/>
                <a:gd name="connsiteX1638" fmla="*/ 598611 w 2044700"/>
                <a:gd name="connsiteY1638" fmla="*/ 214469 h 800786"/>
                <a:gd name="connsiteX1639" fmla="*/ 592113 w 2044700"/>
                <a:gd name="connsiteY1639" fmla="*/ 214469 h 800786"/>
                <a:gd name="connsiteX1640" fmla="*/ 588863 w 2044700"/>
                <a:gd name="connsiteY1640" fmla="*/ 212843 h 800786"/>
                <a:gd name="connsiteX1641" fmla="*/ 587238 w 2044700"/>
                <a:gd name="connsiteY1641" fmla="*/ 207968 h 800786"/>
                <a:gd name="connsiteX1642" fmla="*/ 580740 w 2044700"/>
                <a:gd name="connsiteY1642" fmla="*/ 207968 h 800786"/>
                <a:gd name="connsiteX1643" fmla="*/ 575866 w 2044700"/>
                <a:gd name="connsiteY1643" fmla="*/ 206342 h 800786"/>
                <a:gd name="connsiteX1644" fmla="*/ 566117 w 2044700"/>
                <a:gd name="connsiteY1644" fmla="*/ 196590 h 800786"/>
                <a:gd name="connsiteX1645" fmla="*/ 570991 w 2044700"/>
                <a:gd name="connsiteY1645" fmla="*/ 196590 h 800786"/>
                <a:gd name="connsiteX1646" fmla="*/ 577490 w 2044700"/>
                <a:gd name="connsiteY1646" fmla="*/ 194965 h 800786"/>
                <a:gd name="connsiteX1647" fmla="*/ 580740 w 2044700"/>
                <a:gd name="connsiteY1647" fmla="*/ 194965 h 800786"/>
                <a:gd name="connsiteX1648" fmla="*/ 588863 w 2044700"/>
                <a:gd name="connsiteY1648" fmla="*/ 193340 h 800786"/>
                <a:gd name="connsiteX1649" fmla="*/ 596987 w 2044700"/>
                <a:gd name="connsiteY1649" fmla="*/ 193340 h 800786"/>
                <a:gd name="connsiteX1650" fmla="*/ 609984 w 2044700"/>
                <a:gd name="connsiteY1650" fmla="*/ 193340 h 800786"/>
                <a:gd name="connsiteX1651" fmla="*/ 619733 w 2044700"/>
                <a:gd name="connsiteY1651" fmla="*/ 188464 h 800786"/>
                <a:gd name="connsiteX1652" fmla="*/ 614859 w 2044700"/>
                <a:gd name="connsiteY1652" fmla="*/ 190089 h 800786"/>
                <a:gd name="connsiteX1653" fmla="*/ 601861 w 2044700"/>
                <a:gd name="connsiteY1653" fmla="*/ 190089 h 800786"/>
                <a:gd name="connsiteX1654" fmla="*/ 595362 w 2044700"/>
                <a:gd name="connsiteY1654" fmla="*/ 188464 h 800786"/>
                <a:gd name="connsiteX1655" fmla="*/ 598611 w 2044700"/>
                <a:gd name="connsiteY1655" fmla="*/ 188464 h 800786"/>
                <a:gd name="connsiteX1656" fmla="*/ 606735 w 2044700"/>
                <a:gd name="connsiteY1656" fmla="*/ 186839 h 800786"/>
                <a:gd name="connsiteX1657" fmla="*/ 609984 w 2044700"/>
                <a:gd name="connsiteY1657" fmla="*/ 183588 h 800786"/>
                <a:gd name="connsiteX1658" fmla="*/ 603486 w 2044700"/>
                <a:gd name="connsiteY1658" fmla="*/ 185213 h 800786"/>
                <a:gd name="connsiteX1659" fmla="*/ 600236 w 2044700"/>
                <a:gd name="connsiteY1659" fmla="*/ 183588 h 800786"/>
                <a:gd name="connsiteX1660" fmla="*/ 593737 w 2044700"/>
                <a:gd name="connsiteY1660" fmla="*/ 180338 h 800786"/>
                <a:gd name="connsiteX1661" fmla="*/ 588863 w 2044700"/>
                <a:gd name="connsiteY1661" fmla="*/ 180338 h 800786"/>
                <a:gd name="connsiteX1662" fmla="*/ 582364 w 2044700"/>
                <a:gd name="connsiteY1662" fmla="*/ 183588 h 800786"/>
                <a:gd name="connsiteX1663" fmla="*/ 579115 w 2044700"/>
                <a:gd name="connsiteY1663" fmla="*/ 185213 h 800786"/>
                <a:gd name="connsiteX1664" fmla="*/ 570991 w 2044700"/>
                <a:gd name="connsiteY1664" fmla="*/ 188464 h 800786"/>
                <a:gd name="connsiteX1665" fmla="*/ 569367 w 2044700"/>
                <a:gd name="connsiteY1665" fmla="*/ 183588 h 800786"/>
                <a:gd name="connsiteX1666" fmla="*/ 567742 w 2044700"/>
                <a:gd name="connsiteY1666" fmla="*/ 183588 h 800786"/>
                <a:gd name="connsiteX1667" fmla="*/ 562868 w 2044700"/>
                <a:gd name="connsiteY1667" fmla="*/ 185213 h 800786"/>
                <a:gd name="connsiteX1668" fmla="*/ 557994 w 2044700"/>
                <a:gd name="connsiteY1668" fmla="*/ 188464 h 800786"/>
                <a:gd name="connsiteX1669" fmla="*/ 556369 w 2044700"/>
                <a:gd name="connsiteY1669" fmla="*/ 186839 h 800786"/>
                <a:gd name="connsiteX1670" fmla="*/ 548245 w 2044700"/>
                <a:gd name="connsiteY1670" fmla="*/ 183588 h 800786"/>
                <a:gd name="connsiteX1671" fmla="*/ 543371 w 2044700"/>
                <a:gd name="connsiteY1671" fmla="*/ 175462 h 800786"/>
                <a:gd name="connsiteX1672" fmla="*/ 549870 w 2044700"/>
                <a:gd name="connsiteY1672" fmla="*/ 173836 h 800786"/>
                <a:gd name="connsiteX1673" fmla="*/ 561243 w 2044700"/>
                <a:gd name="connsiteY1673" fmla="*/ 172211 h 800786"/>
                <a:gd name="connsiteX1674" fmla="*/ 562868 w 2044700"/>
                <a:gd name="connsiteY1674" fmla="*/ 168960 h 800786"/>
                <a:gd name="connsiteX1675" fmla="*/ 556369 w 2044700"/>
                <a:gd name="connsiteY1675" fmla="*/ 170586 h 800786"/>
                <a:gd name="connsiteX1676" fmla="*/ 549870 w 2044700"/>
                <a:gd name="connsiteY1676" fmla="*/ 172211 h 800786"/>
                <a:gd name="connsiteX1677" fmla="*/ 540122 w 2044700"/>
                <a:gd name="connsiteY1677" fmla="*/ 173836 h 800786"/>
                <a:gd name="connsiteX1678" fmla="*/ 535248 w 2044700"/>
                <a:gd name="connsiteY1678" fmla="*/ 172211 h 800786"/>
                <a:gd name="connsiteX1679" fmla="*/ 531998 w 2044700"/>
                <a:gd name="connsiteY1679" fmla="*/ 165710 h 800786"/>
                <a:gd name="connsiteX1680" fmla="*/ 525499 w 2044700"/>
                <a:gd name="connsiteY1680" fmla="*/ 155958 h 800786"/>
                <a:gd name="connsiteX1681" fmla="*/ 525499 w 2044700"/>
                <a:gd name="connsiteY1681" fmla="*/ 152707 h 800786"/>
                <a:gd name="connsiteX1682" fmla="*/ 533623 w 2044700"/>
                <a:gd name="connsiteY1682" fmla="*/ 152707 h 800786"/>
                <a:gd name="connsiteX1683" fmla="*/ 538497 w 2044700"/>
                <a:gd name="connsiteY1683" fmla="*/ 155958 h 800786"/>
                <a:gd name="connsiteX1684" fmla="*/ 544996 w 2044700"/>
                <a:gd name="connsiteY1684" fmla="*/ 155958 h 800786"/>
                <a:gd name="connsiteX1685" fmla="*/ 556369 w 2044700"/>
                <a:gd name="connsiteY1685" fmla="*/ 155958 h 800786"/>
                <a:gd name="connsiteX1686" fmla="*/ 567742 w 2044700"/>
                <a:gd name="connsiteY1686" fmla="*/ 149457 h 800786"/>
                <a:gd name="connsiteX1687" fmla="*/ 561243 w 2044700"/>
                <a:gd name="connsiteY1687" fmla="*/ 152707 h 800786"/>
                <a:gd name="connsiteX1688" fmla="*/ 551495 w 2044700"/>
                <a:gd name="connsiteY1688" fmla="*/ 151082 h 800786"/>
                <a:gd name="connsiteX1689" fmla="*/ 546621 w 2044700"/>
                <a:gd name="connsiteY1689" fmla="*/ 151082 h 800786"/>
                <a:gd name="connsiteX1690" fmla="*/ 540122 w 2044700"/>
                <a:gd name="connsiteY1690" fmla="*/ 151082 h 800786"/>
                <a:gd name="connsiteX1691" fmla="*/ 528749 w 2044700"/>
                <a:gd name="connsiteY1691" fmla="*/ 149457 h 800786"/>
                <a:gd name="connsiteX1692" fmla="*/ 527124 w 2044700"/>
                <a:gd name="connsiteY1692" fmla="*/ 144581 h 800786"/>
                <a:gd name="connsiteX1693" fmla="*/ 528749 w 2044700"/>
                <a:gd name="connsiteY1693" fmla="*/ 142956 h 800786"/>
                <a:gd name="connsiteX1694" fmla="*/ 538497 w 2044700"/>
                <a:gd name="connsiteY1694" fmla="*/ 142956 h 800786"/>
                <a:gd name="connsiteX1695" fmla="*/ 535248 w 2044700"/>
                <a:gd name="connsiteY1695" fmla="*/ 139705 h 800786"/>
                <a:gd name="connsiteX1696" fmla="*/ 540122 w 2044700"/>
                <a:gd name="connsiteY1696" fmla="*/ 134829 h 800786"/>
                <a:gd name="connsiteX1697" fmla="*/ 535248 w 2044700"/>
                <a:gd name="connsiteY1697" fmla="*/ 131579 h 800786"/>
                <a:gd name="connsiteX1698" fmla="*/ 541747 w 2044700"/>
                <a:gd name="connsiteY1698" fmla="*/ 129953 h 800786"/>
                <a:gd name="connsiteX1699" fmla="*/ 546621 w 2044700"/>
                <a:gd name="connsiteY1699" fmla="*/ 129953 h 800786"/>
                <a:gd name="connsiteX1700" fmla="*/ 553120 w 2044700"/>
                <a:gd name="connsiteY1700" fmla="*/ 129953 h 800786"/>
                <a:gd name="connsiteX1701" fmla="*/ 557994 w 2044700"/>
                <a:gd name="connsiteY1701" fmla="*/ 134829 h 800786"/>
                <a:gd name="connsiteX1702" fmla="*/ 561243 w 2044700"/>
                <a:gd name="connsiteY1702" fmla="*/ 133204 h 800786"/>
                <a:gd name="connsiteX1703" fmla="*/ 566117 w 2044700"/>
                <a:gd name="connsiteY1703" fmla="*/ 131579 h 800786"/>
                <a:gd name="connsiteX1704" fmla="*/ 564493 w 2044700"/>
                <a:gd name="connsiteY1704" fmla="*/ 128328 h 800786"/>
                <a:gd name="connsiteX1705" fmla="*/ 557994 w 2044700"/>
                <a:gd name="connsiteY1705" fmla="*/ 128328 h 800786"/>
                <a:gd name="connsiteX1706" fmla="*/ 549870 w 2044700"/>
                <a:gd name="connsiteY1706" fmla="*/ 126703 h 800786"/>
                <a:gd name="connsiteX1707" fmla="*/ 546621 w 2044700"/>
                <a:gd name="connsiteY1707" fmla="*/ 123452 h 800786"/>
                <a:gd name="connsiteX1708" fmla="*/ 546621 w 2044700"/>
                <a:gd name="connsiteY1708" fmla="*/ 118576 h 800786"/>
                <a:gd name="connsiteX1709" fmla="*/ 551495 w 2044700"/>
                <a:gd name="connsiteY1709" fmla="*/ 115326 h 800786"/>
                <a:gd name="connsiteX1710" fmla="*/ 561243 w 2044700"/>
                <a:gd name="connsiteY1710" fmla="*/ 118576 h 800786"/>
                <a:gd name="connsiteX1711" fmla="*/ 564493 w 2044700"/>
                <a:gd name="connsiteY1711" fmla="*/ 118576 h 800786"/>
                <a:gd name="connsiteX1712" fmla="*/ 567742 w 2044700"/>
                <a:gd name="connsiteY1712" fmla="*/ 113700 h 800786"/>
                <a:gd name="connsiteX1713" fmla="*/ 570991 w 2044700"/>
                <a:gd name="connsiteY1713" fmla="*/ 113700 h 800786"/>
                <a:gd name="connsiteX1714" fmla="*/ 579115 w 2044700"/>
                <a:gd name="connsiteY1714" fmla="*/ 113700 h 800786"/>
                <a:gd name="connsiteX1715" fmla="*/ 588863 w 2044700"/>
                <a:gd name="connsiteY1715" fmla="*/ 113700 h 800786"/>
                <a:gd name="connsiteX1716" fmla="*/ 583989 w 2044700"/>
                <a:gd name="connsiteY1716" fmla="*/ 110450 h 800786"/>
                <a:gd name="connsiteX1717" fmla="*/ 577490 w 2044700"/>
                <a:gd name="connsiteY1717" fmla="*/ 110450 h 800786"/>
                <a:gd name="connsiteX1718" fmla="*/ 567742 w 2044700"/>
                <a:gd name="connsiteY1718" fmla="*/ 108824 h 800786"/>
                <a:gd name="connsiteX1719" fmla="*/ 566117 w 2044700"/>
                <a:gd name="connsiteY1719" fmla="*/ 103949 h 800786"/>
                <a:gd name="connsiteX1720" fmla="*/ 572616 w 2044700"/>
                <a:gd name="connsiteY1720" fmla="*/ 100698 h 800786"/>
                <a:gd name="connsiteX1721" fmla="*/ 991378 w 2044700"/>
                <a:gd name="connsiteY1721" fmla="*/ 24498 h 800786"/>
                <a:gd name="connsiteX1722" fmla="*/ 996252 w 2044700"/>
                <a:gd name="connsiteY1722" fmla="*/ 26122 h 800786"/>
                <a:gd name="connsiteX1723" fmla="*/ 997877 w 2044700"/>
                <a:gd name="connsiteY1723" fmla="*/ 26122 h 800786"/>
                <a:gd name="connsiteX1724" fmla="*/ 1001127 w 2044700"/>
                <a:gd name="connsiteY1724" fmla="*/ 27746 h 800786"/>
                <a:gd name="connsiteX1725" fmla="*/ 1009250 w 2044700"/>
                <a:gd name="connsiteY1725" fmla="*/ 29371 h 800786"/>
                <a:gd name="connsiteX1726" fmla="*/ 1012500 w 2044700"/>
                <a:gd name="connsiteY1726" fmla="*/ 29371 h 800786"/>
                <a:gd name="connsiteX1727" fmla="*/ 1015749 w 2044700"/>
                <a:gd name="connsiteY1727" fmla="*/ 30995 h 800786"/>
                <a:gd name="connsiteX1728" fmla="*/ 1020623 w 2044700"/>
                <a:gd name="connsiteY1728" fmla="*/ 30995 h 800786"/>
                <a:gd name="connsiteX1729" fmla="*/ 1023873 w 2044700"/>
                <a:gd name="connsiteY1729" fmla="*/ 32619 h 800786"/>
                <a:gd name="connsiteX1730" fmla="*/ 1028747 w 2044700"/>
                <a:gd name="connsiteY1730" fmla="*/ 30995 h 800786"/>
                <a:gd name="connsiteX1731" fmla="*/ 1033621 w 2044700"/>
                <a:gd name="connsiteY1731" fmla="*/ 30995 h 800786"/>
                <a:gd name="connsiteX1732" fmla="*/ 1040120 w 2044700"/>
                <a:gd name="connsiteY1732" fmla="*/ 32619 h 800786"/>
                <a:gd name="connsiteX1733" fmla="*/ 1041745 w 2044700"/>
                <a:gd name="connsiteY1733" fmla="*/ 34243 h 800786"/>
                <a:gd name="connsiteX1734" fmla="*/ 1044995 w 2044700"/>
                <a:gd name="connsiteY1734" fmla="*/ 34243 h 800786"/>
                <a:gd name="connsiteX1735" fmla="*/ 1054743 w 2044700"/>
                <a:gd name="connsiteY1735" fmla="*/ 35867 h 800786"/>
                <a:gd name="connsiteX1736" fmla="*/ 1059617 w 2044700"/>
                <a:gd name="connsiteY1736" fmla="*/ 34243 h 800786"/>
                <a:gd name="connsiteX1737" fmla="*/ 1066116 w 2044700"/>
                <a:gd name="connsiteY1737" fmla="*/ 35867 h 800786"/>
                <a:gd name="connsiteX1738" fmla="*/ 1066116 w 2044700"/>
                <a:gd name="connsiteY1738" fmla="*/ 37492 h 800786"/>
                <a:gd name="connsiteX1739" fmla="*/ 1062867 w 2044700"/>
                <a:gd name="connsiteY1739" fmla="*/ 39116 h 800786"/>
                <a:gd name="connsiteX1740" fmla="*/ 1053118 w 2044700"/>
                <a:gd name="connsiteY1740" fmla="*/ 42364 h 800786"/>
                <a:gd name="connsiteX1741" fmla="*/ 1043370 w 2044700"/>
                <a:gd name="connsiteY1741" fmla="*/ 42364 h 800786"/>
                <a:gd name="connsiteX1742" fmla="*/ 1023873 w 2044700"/>
                <a:gd name="connsiteY1742" fmla="*/ 50485 h 800786"/>
                <a:gd name="connsiteX1743" fmla="*/ 1031997 w 2044700"/>
                <a:gd name="connsiteY1743" fmla="*/ 47237 h 800786"/>
                <a:gd name="connsiteX1744" fmla="*/ 1040120 w 2044700"/>
                <a:gd name="connsiteY1744" fmla="*/ 47237 h 800786"/>
                <a:gd name="connsiteX1745" fmla="*/ 1044995 w 2044700"/>
                <a:gd name="connsiteY1745" fmla="*/ 47237 h 800786"/>
                <a:gd name="connsiteX1746" fmla="*/ 1057993 w 2044700"/>
                <a:gd name="connsiteY1746" fmla="*/ 43988 h 800786"/>
                <a:gd name="connsiteX1747" fmla="*/ 1064492 w 2044700"/>
                <a:gd name="connsiteY1747" fmla="*/ 42364 h 800786"/>
                <a:gd name="connsiteX1748" fmla="*/ 1070991 w 2044700"/>
                <a:gd name="connsiteY1748" fmla="*/ 39116 h 800786"/>
                <a:gd name="connsiteX1749" fmla="*/ 1077490 w 2044700"/>
                <a:gd name="connsiteY1749" fmla="*/ 40740 h 800786"/>
                <a:gd name="connsiteX1750" fmla="*/ 1082364 w 2044700"/>
                <a:gd name="connsiteY1750" fmla="*/ 40740 h 800786"/>
                <a:gd name="connsiteX1751" fmla="*/ 1085613 w 2044700"/>
                <a:gd name="connsiteY1751" fmla="*/ 35867 h 800786"/>
                <a:gd name="connsiteX1752" fmla="*/ 1096986 w 2044700"/>
                <a:gd name="connsiteY1752" fmla="*/ 37492 h 800786"/>
                <a:gd name="connsiteX1753" fmla="*/ 1108360 w 2044700"/>
                <a:gd name="connsiteY1753" fmla="*/ 37492 h 800786"/>
                <a:gd name="connsiteX1754" fmla="*/ 1119733 w 2044700"/>
                <a:gd name="connsiteY1754" fmla="*/ 37492 h 800786"/>
                <a:gd name="connsiteX1755" fmla="*/ 1116483 w 2044700"/>
                <a:gd name="connsiteY1755" fmla="*/ 45613 h 800786"/>
                <a:gd name="connsiteX1756" fmla="*/ 1127857 w 2044700"/>
                <a:gd name="connsiteY1756" fmla="*/ 53734 h 800786"/>
                <a:gd name="connsiteX1757" fmla="*/ 1135980 w 2044700"/>
                <a:gd name="connsiteY1757" fmla="*/ 53734 h 800786"/>
                <a:gd name="connsiteX1758" fmla="*/ 1145729 w 2044700"/>
                <a:gd name="connsiteY1758" fmla="*/ 53734 h 800786"/>
                <a:gd name="connsiteX1759" fmla="*/ 1157102 w 2044700"/>
                <a:gd name="connsiteY1759" fmla="*/ 56982 h 800786"/>
                <a:gd name="connsiteX1760" fmla="*/ 1163601 w 2044700"/>
                <a:gd name="connsiteY1760" fmla="*/ 61855 h 800786"/>
                <a:gd name="connsiteX1761" fmla="*/ 1161976 w 2044700"/>
                <a:gd name="connsiteY1761" fmla="*/ 65103 h 800786"/>
                <a:gd name="connsiteX1762" fmla="*/ 1157102 w 2044700"/>
                <a:gd name="connsiteY1762" fmla="*/ 66727 h 800786"/>
                <a:gd name="connsiteX1763" fmla="*/ 1155477 w 2044700"/>
                <a:gd name="connsiteY1763" fmla="*/ 68352 h 800786"/>
                <a:gd name="connsiteX1764" fmla="*/ 1153853 w 2044700"/>
                <a:gd name="connsiteY1764" fmla="*/ 69976 h 800786"/>
                <a:gd name="connsiteX1765" fmla="*/ 1150603 w 2044700"/>
                <a:gd name="connsiteY1765" fmla="*/ 73224 h 800786"/>
                <a:gd name="connsiteX1766" fmla="*/ 1144104 w 2044700"/>
                <a:gd name="connsiteY1766" fmla="*/ 73224 h 800786"/>
                <a:gd name="connsiteX1767" fmla="*/ 1137605 w 2044700"/>
                <a:gd name="connsiteY1767" fmla="*/ 78097 h 800786"/>
                <a:gd name="connsiteX1768" fmla="*/ 1132731 w 2044700"/>
                <a:gd name="connsiteY1768" fmla="*/ 79721 h 800786"/>
                <a:gd name="connsiteX1769" fmla="*/ 1124607 w 2044700"/>
                <a:gd name="connsiteY1769" fmla="*/ 81345 h 800786"/>
                <a:gd name="connsiteX1770" fmla="*/ 1121358 w 2044700"/>
                <a:gd name="connsiteY1770" fmla="*/ 81345 h 800786"/>
                <a:gd name="connsiteX1771" fmla="*/ 1118108 w 2044700"/>
                <a:gd name="connsiteY1771" fmla="*/ 82969 h 800786"/>
                <a:gd name="connsiteX1772" fmla="*/ 1114859 w 2044700"/>
                <a:gd name="connsiteY1772" fmla="*/ 82969 h 800786"/>
                <a:gd name="connsiteX1773" fmla="*/ 1108360 w 2044700"/>
                <a:gd name="connsiteY1773" fmla="*/ 84594 h 800786"/>
                <a:gd name="connsiteX1774" fmla="*/ 1106735 w 2044700"/>
                <a:gd name="connsiteY1774" fmla="*/ 86218 h 800786"/>
                <a:gd name="connsiteX1775" fmla="*/ 1096986 w 2044700"/>
                <a:gd name="connsiteY1775" fmla="*/ 87842 h 800786"/>
                <a:gd name="connsiteX1776" fmla="*/ 1092112 w 2044700"/>
                <a:gd name="connsiteY1776" fmla="*/ 89466 h 800786"/>
                <a:gd name="connsiteX1777" fmla="*/ 1075865 w 2044700"/>
                <a:gd name="connsiteY1777" fmla="*/ 92715 h 800786"/>
                <a:gd name="connsiteX1778" fmla="*/ 1069366 w 2044700"/>
                <a:gd name="connsiteY1778" fmla="*/ 94339 h 800786"/>
                <a:gd name="connsiteX1779" fmla="*/ 1059617 w 2044700"/>
                <a:gd name="connsiteY1779" fmla="*/ 97587 h 800786"/>
                <a:gd name="connsiteX1780" fmla="*/ 1056368 w 2044700"/>
                <a:gd name="connsiteY1780" fmla="*/ 99212 h 800786"/>
                <a:gd name="connsiteX1781" fmla="*/ 1062867 w 2044700"/>
                <a:gd name="connsiteY1781" fmla="*/ 100836 h 800786"/>
                <a:gd name="connsiteX1782" fmla="*/ 1070991 w 2044700"/>
                <a:gd name="connsiteY1782" fmla="*/ 97587 h 800786"/>
                <a:gd name="connsiteX1783" fmla="*/ 1075865 w 2044700"/>
                <a:gd name="connsiteY1783" fmla="*/ 95963 h 800786"/>
                <a:gd name="connsiteX1784" fmla="*/ 1082364 w 2044700"/>
                <a:gd name="connsiteY1784" fmla="*/ 95963 h 800786"/>
                <a:gd name="connsiteX1785" fmla="*/ 1092112 w 2044700"/>
                <a:gd name="connsiteY1785" fmla="*/ 94339 h 800786"/>
                <a:gd name="connsiteX1786" fmla="*/ 1100236 w 2044700"/>
                <a:gd name="connsiteY1786" fmla="*/ 92715 h 800786"/>
                <a:gd name="connsiteX1787" fmla="*/ 1105110 w 2044700"/>
                <a:gd name="connsiteY1787" fmla="*/ 94339 h 800786"/>
                <a:gd name="connsiteX1788" fmla="*/ 1105110 w 2044700"/>
                <a:gd name="connsiteY1788" fmla="*/ 95963 h 800786"/>
                <a:gd name="connsiteX1789" fmla="*/ 1077490 w 2044700"/>
                <a:gd name="connsiteY1789" fmla="*/ 107333 h 800786"/>
                <a:gd name="connsiteX1790" fmla="*/ 1074240 w 2044700"/>
                <a:gd name="connsiteY1790" fmla="*/ 108957 h 800786"/>
                <a:gd name="connsiteX1791" fmla="*/ 1069366 w 2044700"/>
                <a:gd name="connsiteY1791" fmla="*/ 112205 h 800786"/>
                <a:gd name="connsiteX1792" fmla="*/ 1064492 w 2044700"/>
                <a:gd name="connsiteY1792" fmla="*/ 113829 h 800786"/>
                <a:gd name="connsiteX1793" fmla="*/ 1059617 w 2044700"/>
                <a:gd name="connsiteY1793" fmla="*/ 117078 h 800786"/>
                <a:gd name="connsiteX1794" fmla="*/ 1053118 w 2044700"/>
                <a:gd name="connsiteY1794" fmla="*/ 117078 h 800786"/>
                <a:gd name="connsiteX1795" fmla="*/ 1048244 w 2044700"/>
                <a:gd name="connsiteY1795" fmla="*/ 120326 h 800786"/>
                <a:gd name="connsiteX1796" fmla="*/ 1041745 w 2044700"/>
                <a:gd name="connsiteY1796" fmla="*/ 120326 h 800786"/>
                <a:gd name="connsiteX1797" fmla="*/ 1025498 w 2044700"/>
                <a:gd name="connsiteY1797" fmla="*/ 133320 h 800786"/>
                <a:gd name="connsiteX1798" fmla="*/ 1017374 w 2044700"/>
                <a:gd name="connsiteY1798" fmla="*/ 139817 h 800786"/>
                <a:gd name="connsiteX1799" fmla="*/ 1012500 w 2044700"/>
                <a:gd name="connsiteY1799" fmla="*/ 141441 h 800786"/>
                <a:gd name="connsiteX1800" fmla="*/ 1007626 w 2044700"/>
                <a:gd name="connsiteY1800" fmla="*/ 141441 h 800786"/>
                <a:gd name="connsiteX1801" fmla="*/ 1001127 w 2044700"/>
                <a:gd name="connsiteY1801" fmla="*/ 141441 h 800786"/>
                <a:gd name="connsiteX1802" fmla="*/ 997877 w 2044700"/>
                <a:gd name="connsiteY1802" fmla="*/ 143065 h 800786"/>
                <a:gd name="connsiteX1803" fmla="*/ 1001127 w 2044700"/>
                <a:gd name="connsiteY1803" fmla="*/ 146314 h 800786"/>
                <a:gd name="connsiteX1804" fmla="*/ 999502 w 2044700"/>
                <a:gd name="connsiteY1804" fmla="*/ 147938 h 800786"/>
                <a:gd name="connsiteX1805" fmla="*/ 997877 w 2044700"/>
                <a:gd name="connsiteY1805" fmla="*/ 149562 h 800786"/>
                <a:gd name="connsiteX1806" fmla="*/ 991378 w 2044700"/>
                <a:gd name="connsiteY1806" fmla="*/ 149562 h 800786"/>
                <a:gd name="connsiteX1807" fmla="*/ 978380 w 2044700"/>
                <a:gd name="connsiteY1807" fmla="*/ 152810 h 800786"/>
                <a:gd name="connsiteX1808" fmla="*/ 980005 w 2044700"/>
                <a:gd name="connsiteY1808" fmla="*/ 152810 h 800786"/>
                <a:gd name="connsiteX1809" fmla="*/ 984879 w 2044700"/>
                <a:gd name="connsiteY1809" fmla="*/ 152810 h 800786"/>
                <a:gd name="connsiteX1810" fmla="*/ 991378 w 2044700"/>
                <a:gd name="connsiteY1810" fmla="*/ 152810 h 800786"/>
                <a:gd name="connsiteX1811" fmla="*/ 993003 w 2044700"/>
                <a:gd name="connsiteY1811" fmla="*/ 154435 h 800786"/>
                <a:gd name="connsiteX1812" fmla="*/ 984879 w 2044700"/>
                <a:gd name="connsiteY1812" fmla="*/ 156059 h 800786"/>
                <a:gd name="connsiteX1813" fmla="*/ 986504 w 2044700"/>
                <a:gd name="connsiteY1813" fmla="*/ 157683 h 800786"/>
                <a:gd name="connsiteX1814" fmla="*/ 986504 w 2044700"/>
                <a:gd name="connsiteY1814" fmla="*/ 160931 h 800786"/>
                <a:gd name="connsiteX1815" fmla="*/ 986504 w 2044700"/>
                <a:gd name="connsiteY1815" fmla="*/ 162556 h 800786"/>
                <a:gd name="connsiteX1816" fmla="*/ 980005 w 2044700"/>
                <a:gd name="connsiteY1816" fmla="*/ 169052 h 800786"/>
                <a:gd name="connsiteX1817" fmla="*/ 975131 w 2044700"/>
                <a:gd name="connsiteY1817" fmla="*/ 170677 h 800786"/>
                <a:gd name="connsiteX1818" fmla="*/ 971881 w 2044700"/>
                <a:gd name="connsiteY1818" fmla="*/ 170677 h 800786"/>
                <a:gd name="connsiteX1819" fmla="*/ 967007 w 2044700"/>
                <a:gd name="connsiteY1819" fmla="*/ 170677 h 800786"/>
                <a:gd name="connsiteX1820" fmla="*/ 963757 w 2044700"/>
                <a:gd name="connsiteY1820" fmla="*/ 170677 h 800786"/>
                <a:gd name="connsiteX1821" fmla="*/ 955634 w 2044700"/>
                <a:gd name="connsiteY1821" fmla="*/ 170677 h 800786"/>
                <a:gd name="connsiteX1822" fmla="*/ 950759 w 2044700"/>
                <a:gd name="connsiteY1822" fmla="*/ 169052 h 800786"/>
                <a:gd name="connsiteX1823" fmla="*/ 947510 w 2044700"/>
                <a:gd name="connsiteY1823" fmla="*/ 167428 h 800786"/>
                <a:gd name="connsiteX1824" fmla="*/ 944260 w 2044700"/>
                <a:gd name="connsiteY1824" fmla="*/ 167428 h 800786"/>
                <a:gd name="connsiteX1825" fmla="*/ 937761 w 2044700"/>
                <a:gd name="connsiteY1825" fmla="*/ 165804 h 800786"/>
                <a:gd name="connsiteX1826" fmla="*/ 941011 w 2044700"/>
                <a:gd name="connsiteY1826" fmla="*/ 169052 h 800786"/>
                <a:gd name="connsiteX1827" fmla="*/ 944260 w 2044700"/>
                <a:gd name="connsiteY1827" fmla="*/ 170677 h 800786"/>
                <a:gd name="connsiteX1828" fmla="*/ 947510 w 2044700"/>
                <a:gd name="connsiteY1828" fmla="*/ 173925 h 800786"/>
                <a:gd name="connsiteX1829" fmla="*/ 945885 w 2044700"/>
                <a:gd name="connsiteY1829" fmla="*/ 177173 h 800786"/>
                <a:gd name="connsiteX1830" fmla="*/ 942636 w 2044700"/>
                <a:gd name="connsiteY1830" fmla="*/ 177173 h 800786"/>
                <a:gd name="connsiteX1831" fmla="*/ 939386 w 2044700"/>
                <a:gd name="connsiteY1831" fmla="*/ 178798 h 800786"/>
                <a:gd name="connsiteX1832" fmla="*/ 934512 w 2044700"/>
                <a:gd name="connsiteY1832" fmla="*/ 180422 h 800786"/>
                <a:gd name="connsiteX1833" fmla="*/ 929638 w 2044700"/>
                <a:gd name="connsiteY1833" fmla="*/ 180422 h 800786"/>
                <a:gd name="connsiteX1834" fmla="*/ 924764 w 2044700"/>
                <a:gd name="connsiteY1834" fmla="*/ 182046 h 800786"/>
                <a:gd name="connsiteX1835" fmla="*/ 921514 w 2044700"/>
                <a:gd name="connsiteY1835" fmla="*/ 180422 h 800786"/>
                <a:gd name="connsiteX1836" fmla="*/ 915015 w 2044700"/>
                <a:gd name="connsiteY1836" fmla="*/ 183670 h 800786"/>
                <a:gd name="connsiteX1837" fmla="*/ 910141 w 2044700"/>
                <a:gd name="connsiteY1837" fmla="*/ 183670 h 800786"/>
                <a:gd name="connsiteX1838" fmla="*/ 905267 w 2044700"/>
                <a:gd name="connsiteY1838" fmla="*/ 183670 h 800786"/>
                <a:gd name="connsiteX1839" fmla="*/ 900392 w 2044700"/>
                <a:gd name="connsiteY1839" fmla="*/ 183670 h 800786"/>
                <a:gd name="connsiteX1840" fmla="*/ 895518 w 2044700"/>
                <a:gd name="connsiteY1840" fmla="*/ 182046 h 800786"/>
                <a:gd name="connsiteX1841" fmla="*/ 893893 w 2044700"/>
                <a:gd name="connsiteY1841" fmla="*/ 180422 h 800786"/>
                <a:gd name="connsiteX1842" fmla="*/ 890644 w 2044700"/>
                <a:gd name="connsiteY1842" fmla="*/ 180422 h 800786"/>
                <a:gd name="connsiteX1843" fmla="*/ 888091 w 2044700"/>
                <a:gd name="connsiteY1843" fmla="*/ 179784 h 800786"/>
                <a:gd name="connsiteX1844" fmla="*/ 888207 w 2044700"/>
                <a:gd name="connsiteY1844" fmla="*/ 179407 h 800786"/>
                <a:gd name="connsiteX1845" fmla="*/ 887394 w 2044700"/>
                <a:gd name="connsiteY1845" fmla="*/ 179610 h 800786"/>
                <a:gd name="connsiteX1846" fmla="*/ 884145 w 2044700"/>
                <a:gd name="connsiteY1846" fmla="*/ 178798 h 800786"/>
                <a:gd name="connsiteX1847" fmla="*/ 879271 w 2044700"/>
                <a:gd name="connsiteY1847" fmla="*/ 178798 h 800786"/>
                <a:gd name="connsiteX1848" fmla="*/ 874396 w 2044700"/>
                <a:gd name="connsiteY1848" fmla="*/ 182046 h 800786"/>
                <a:gd name="connsiteX1849" fmla="*/ 874396 w 2044700"/>
                <a:gd name="connsiteY1849" fmla="*/ 183670 h 800786"/>
                <a:gd name="connsiteX1850" fmla="*/ 884145 w 2044700"/>
                <a:gd name="connsiteY1850" fmla="*/ 180422 h 800786"/>
                <a:gd name="connsiteX1851" fmla="*/ 887394 w 2044700"/>
                <a:gd name="connsiteY1851" fmla="*/ 179610 h 800786"/>
                <a:gd name="connsiteX1852" fmla="*/ 888091 w 2044700"/>
                <a:gd name="connsiteY1852" fmla="*/ 179784 h 800786"/>
                <a:gd name="connsiteX1853" fmla="*/ 887394 w 2044700"/>
                <a:gd name="connsiteY1853" fmla="*/ 182046 h 800786"/>
                <a:gd name="connsiteX1854" fmla="*/ 887394 w 2044700"/>
                <a:gd name="connsiteY1854" fmla="*/ 183670 h 800786"/>
                <a:gd name="connsiteX1855" fmla="*/ 892269 w 2044700"/>
                <a:gd name="connsiteY1855" fmla="*/ 185295 h 800786"/>
                <a:gd name="connsiteX1856" fmla="*/ 895518 w 2044700"/>
                <a:gd name="connsiteY1856" fmla="*/ 185295 h 800786"/>
                <a:gd name="connsiteX1857" fmla="*/ 898768 w 2044700"/>
                <a:gd name="connsiteY1857" fmla="*/ 186919 h 800786"/>
                <a:gd name="connsiteX1858" fmla="*/ 902017 w 2044700"/>
                <a:gd name="connsiteY1858" fmla="*/ 186919 h 800786"/>
                <a:gd name="connsiteX1859" fmla="*/ 908516 w 2044700"/>
                <a:gd name="connsiteY1859" fmla="*/ 186919 h 800786"/>
                <a:gd name="connsiteX1860" fmla="*/ 915015 w 2044700"/>
                <a:gd name="connsiteY1860" fmla="*/ 186919 h 800786"/>
                <a:gd name="connsiteX1861" fmla="*/ 919889 w 2044700"/>
                <a:gd name="connsiteY1861" fmla="*/ 188543 h 800786"/>
                <a:gd name="connsiteX1862" fmla="*/ 919889 w 2044700"/>
                <a:gd name="connsiteY1862" fmla="*/ 191791 h 800786"/>
                <a:gd name="connsiteX1863" fmla="*/ 919889 w 2044700"/>
                <a:gd name="connsiteY1863" fmla="*/ 198288 h 800786"/>
                <a:gd name="connsiteX1864" fmla="*/ 915015 w 2044700"/>
                <a:gd name="connsiteY1864" fmla="*/ 198288 h 800786"/>
                <a:gd name="connsiteX1865" fmla="*/ 910141 w 2044700"/>
                <a:gd name="connsiteY1865" fmla="*/ 198288 h 800786"/>
                <a:gd name="connsiteX1866" fmla="*/ 902017 w 2044700"/>
                <a:gd name="connsiteY1866" fmla="*/ 198288 h 800786"/>
                <a:gd name="connsiteX1867" fmla="*/ 898768 w 2044700"/>
                <a:gd name="connsiteY1867" fmla="*/ 198288 h 800786"/>
                <a:gd name="connsiteX1868" fmla="*/ 908516 w 2044700"/>
                <a:gd name="connsiteY1868" fmla="*/ 201537 h 800786"/>
                <a:gd name="connsiteX1869" fmla="*/ 913390 w 2044700"/>
                <a:gd name="connsiteY1869" fmla="*/ 203161 h 800786"/>
                <a:gd name="connsiteX1870" fmla="*/ 916640 w 2044700"/>
                <a:gd name="connsiteY1870" fmla="*/ 206409 h 800786"/>
                <a:gd name="connsiteX1871" fmla="*/ 924764 w 2044700"/>
                <a:gd name="connsiteY1871" fmla="*/ 208033 h 800786"/>
                <a:gd name="connsiteX1872" fmla="*/ 921514 w 2044700"/>
                <a:gd name="connsiteY1872" fmla="*/ 209658 h 800786"/>
                <a:gd name="connsiteX1873" fmla="*/ 918265 w 2044700"/>
                <a:gd name="connsiteY1873" fmla="*/ 209658 h 800786"/>
                <a:gd name="connsiteX1874" fmla="*/ 918265 w 2044700"/>
                <a:gd name="connsiteY1874" fmla="*/ 212906 h 800786"/>
                <a:gd name="connsiteX1875" fmla="*/ 918265 w 2044700"/>
                <a:gd name="connsiteY1875" fmla="*/ 214530 h 800786"/>
                <a:gd name="connsiteX1876" fmla="*/ 915015 w 2044700"/>
                <a:gd name="connsiteY1876" fmla="*/ 216154 h 800786"/>
                <a:gd name="connsiteX1877" fmla="*/ 911766 w 2044700"/>
                <a:gd name="connsiteY1877" fmla="*/ 216154 h 800786"/>
                <a:gd name="connsiteX1878" fmla="*/ 905267 w 2044700"/>
                <a:gd name="connsiteY1878" fmla="*/ 216154 h 800786"/>
                <a:gd name="connsiteX1879" fmla="*/ 902017 w 2044700"/>
                <a:gd name="connsiteY1879" fmla="*/ 216154 h 800786"/>
                <a:gd name="connsiteX1880" fmla="*/ 902017 w 2044700"/>
                <a:gd name="connsiteY1880" fmla="*/ 219403 h 800786"/>
                <a:gd name="connsiteX1881" fmla="*/ 905267 w 2044700"/>
                <a:gd name="connsiteY1881" fmla="*/ 219403 h 800786"/>
                <a:gd name="connsiteX1882" fmla="*/ 910141 w 2044700"/>
                <a:gd name="connsiteY1882" fmla="*/ 224276 h 800786"/>
                <a:gd name="connsiteX1883" fmla="*/ 906891 w 2044700"/>
                <a:gd name="connsiteY1883" fmla="*/ 225900 h 800786"/>
                <a:gd name="connsiteX1884" fmla="*/ 903642 w 2044700"/>
                <a:gd name="connsiteY1884" fmla="*/ 227524 h 800786"/>
                <a:gd name="connsiteX1885" fmla="*/ 903642 w 2044700"/>
                <a:gd name="connsiteY1885" fmla="*/ 230772 h 800786"/>
                <a:gd name="connsiteX1886" fmla="*/ 903642 w 2044700"/>
                <a:gd name="connsiteY1886" fmla="*/ 235645 h 800786"/>
                <a:gd name="connsiteX1887" fmla="*/ 900392 w 2044700"/>
                <a:gd name="connsiteY1887" fmla="*/ 237269 h 800786"/>
                <a:gd name="connsiteX1888" fmla="*/ 893893 w 2044700"/>
                <a:gd name="connsiteY1888" fmla="*/ 237269 h 800786"/>
                <a:gd name="connsiteX1889" fmla="*/ 892269 w 2044700"/>
                <a:gd name="connsiteY1889" fmla="*/ 238893 h 800786"/>
                <a:gd name="connsiteX1890" fmla="*/ 887394 w 2044700"/>
                <a:gd name="connsiteY1890" fmla="*/ 240518 h 800786"/>
                <a:gd name="connsiteX1891" fmla="*/ 880895 w 2044700"/>
                <a:gd name="connsiteY1891" fmla="*/ 240518 h 800786"/>
                <a:gd name="connsiteX1892" fmla="*/ 877646 w 2044700"/>
                <a:gd name="connsiteY1892" fmla="*/ 240518 h 800786"/>
                <a:gd name="connsiteX1893" fmla="*/ 874396 w 2044700"/>
                <a:gd name="connsiteY1893" fmla="*/ 240518 h 800786"/>
                <a:gd name="connsiteX1894" fmla="*/ 869522 w 2044700"/>
                <a:gd name="connsiteY1894" fmla="*/ 240518 h 800786"/>
                <a:gd name="connsiteX1895" fmla="*/ 866273 w 2044700"/>
                <a:gd name="connsiteY1895" fmla="*/ 240518 h 800786"/>
                <a:gd name="connsiteX1896" fmla="*/ 861398 w 2044700"/>
                <a:gd name="connsiteY1896" fmla="*/ 238893 h 800786"/>
                <a:gd name="connsiteX1897" fmla="*/ 856524 w 2044700"/>
                <a:gd name="connsiteY1897" fmla="*/ 240518 h 800786"/>
                <a:gd name="connsiteX1898" fmla="*/ 856524 w 2044700"/>
                <a:gd name="connsiteY1898" fmla="*/ 242142 h 800786"/>
                <a:gd name="connsiteX1899" fmla="*/ 861398 w 2044700"/>
                <a:gd name="connsiteY1899" fmla="*/ 250263 h 800786"/>
                <a:gd name="connsiteX1900" fmla="*/ 863023 w 2044700"/>
                <a:gd name="connsiteY1900" fmla="*/ 253511 h 800786"/>
                <a:gd name="connsiteX1901" fmla="*/ 861398 w 2044700"/>
                <a:gd name="connsiteY1901" fmla="*/ 255135 h 800786"/>
                <a:gd name="connsiteX1902" fmla="*/ 851650 w 2044700"/>
                <a:gd name="connsiteY1902" fmla="*/ 261632 h 800786"/>
                <a:gd name="connsiteX1903" fmla="*/ 846776 w 2044700"/>
                <a:gd name="connsiteY1903" fmla="*/ 261632 h 800786"/>
                <a:gd name="connsiteX1904" fmla="*/ 845151 w 2044700"/>
                <a:gd name="connsiteY1904" fmla="*/ 263257 h 800786"/>
                <a:gd name="connsiteX1905" fmla="*/ 841902 w 2044700"/>
                <a:gd name="connsiteY1905" fmla="*/ 263257 h 800786"/>
                <a:gd name="connsiteX1906" fmla="*/ 838652 w 2044700"/>
                <a:gd name="connsiteY1906" fmla="*/ 266505 h 800786"/>
                <a:gd name="connsiteX1907" fmla="*/ 840277 w 2044700"/>
                <a:gd name="connsiteY1907" fmla="*/ 268129 h 800786"/>
                <a:gd name="connsiteX1908" fmla="*/ 838652 w 2044700"/>
                <a:gd name="connsiteY1908" fmla="*/ 271378 h 800786"/>
                <a:gd name="connsiteX1909" fmla="*/ 835403 w 2044700"/>
                <a:gd name="connsiteY1909" fmla="*/ 274626 h 800786"/>
                <a:gd name="connsiteX1910" fmla="*/ 837027 w 2044700"/>
                <a:gd name="connsiteY1910" fmla="*/ 276250 h 800786"/>
                <a:gd name="connsiteX1911" fmla="*/ 843526 w 2044700"/>
                <a:gd name="connsiteY1911" fmla="*/ 277874 h 800786"/>
                <a:gd name="connsiteX1912" fmla="*/ 846776 w 2044700"/>
                <a:gd name="connsiteY1912" fmla="*/ 279499 h 800786"/>
                <a:gd name="connsiteX1913" fmla="*/ 850025 w 2044700"/>
                <a:gd name="connsiteY1913" fmla="*/ 276250 h 800786"/>
                <a:gd name="connsiteX1914" fmla="*/ 854899 w 2044700"/>
                <a:gd name="connsiteY1914" fmla="*/ 273002 h 800786"/>
                <a:gd name="connsiteX1915" fmla="*/ 856524 w 2044700"/>
                <a:gd name="connsiteY1915" fmla="*/ 273002 h 800786"/>
                <a:gd name="connsiteX1916" fmla="*/ 863023 w 2044700"/>
                <a:gd name="connsiteY1916" fmla="*/ 281123 h 800786"/>
                <a:gd name="connsiteX1917" fmla="*/ 864648 w 2044700"/>
                <a:gd name="connsiteY1917" fmla="*/ 284371 h 800786"/>
                <a:gd name="connsiteX1918" fmla="*/ 863023 w 2044700"/>
                <a:gd name="connsiteY1918" fmla="*/ 287620 h 800786"/>
                <a:gd name="connsiteX1919" fmla="*/ 861398 w 2044700"/>
                <a:gd name="connsiteY1919" fmla="*/ 289244 h 800786"/>
                <a:gd name="connsiteX1920" fmla="*/ 851650 w 2044700"/>
                <a:gd name="connsiteY1920" fmla="*/ 294116 h 800786"/>
                <a:gd name="connsiteX1921" fmla="*/ 850025 w 2044700"/>
                <a:gd name="connsiteY1921" fmla="*/ 292492 h 800786"/>
                <a:gd name="connsiteX1922" fmla="*/ 848401 w 2044700"/>
                <a:gd name="connsiteY1922" fmla="*/ 290868 h 800786"/>
                <a:gd name="connsiteX1923" fmla="*/ 845151 w 2044700"/>
                <a:gd name="connsiteY1923" fmla="*/ 290868 h 800786"/>
                <a:gd name="connsiteX1924" fmla="*/ 845151 w 2044700"/>
                <a:gd name="connsiteY1924" fmla="*/ 294116 h 800786"/>
                <a:gd name="connsiteX1925" fmla="*/ 843526 w 2044700"/>
                <a:gd name="connsiteY1925" fmla="*/ 295741 h 800786"/>
                <a:gd name="connsiteX1926" fmla="*/ 838652 w 2044700"/>
                <a:gd name="connsiteY1926" fmla="*/ 298989 h 800786"/>
                <a:gd name="connsiteX1927" fmla="*/ 832153 w 2044700"/>
                <a:gd name="connsiteY1927" fmla="*/ 300613 h 800786"/>
                <a:gd name="connsiteX1928" fmla="*/ 828904 w 2044700"/>
                <a:gd name="connsiteY1928" fmla="*/ 300613 h 800786"/>
                <a:gd name="connsiteX1929" fmla="*/ 825654 w 2044700"/>
                <a:gd name="connsiteY1929" fmla="*/ 300613 h 800786"/>
                <a:gd name="connsiteX1930" fmla="*/ 822405 w 2044700"/>
                <a:gd name="connsiteY1930" fmla="*/ 302238 h 800786"/>
                <a:gd name="connsiteX1931" fmla="*/ 820780 w 2044700"/>
                <a:gd name="connsiteY1931" fmla="*/ 302238 h 800786"/>
                <a:gd name="connsiteX1932" fmla="*/ 817530 w 2044700"/>
                <a:gd name="connsiteY1932" fmla="*/ 305486 h 800786"/>
                <a:gd name="connsiteX1933" fmla="*/ 812656 w 2044700"/>
                <a:gd name="connsiteY1933" fmla="*/ 305486 h 800786"/>
                <a:gd name="connsiteX1934" fmla="*/ 807782 w 2044700"/>
                <a:gd name="connsiteY1934" fmla="*/ 305486 h 800786"/>
                <a:gd name="connsiteX1935" fmla="*/ 806157 w 2044700"/>
                <a:gd name="connsiteY1935" fmla="*/ 302238 h 800786"/>
                <a:gd name="connsiteX1936" fmla="*/ 807782 w 2044700"/>
                <a:gd name="connsiteY1936" fmla="*/ 300613 h 800786"/>
                <a:gd name="connsiteX1937" fmla="*/ 809407 w 2044700"/>
                <a:gd name="connsiteY1937" fmla="*/ 295741 h 800786"/>
                <a:gd name="connsiteX1938" fmla="*/ 806157 w 2044700"/>
                <a:gd name="connsiteY1938" fmla="*/ 294116 h 800786"/>
                <a:gd name="connsiteX1939" fmla="*/ 804532 w 2044700"/>
                <a:gd name="connsiteY1939" fmla="*/ 294116 h 800786"/>
                <a:gd name="connsiteX1940" fmla="*/ 799658 w 2044700"/>
                <a:gd name="connsiteY1940" fmla="*/ 294116 h 800786"/>
                <a:gd name="connsiteX1941" fmla="*/ 798033 w 2044700"/>
                <a:gd name="connsiteY1941" fmla="*/ 294116 h 800786"/>
                <a:gd name="connsiteX1942" fmla="*/ 796409 w 2044700"/>
                <a:gd name="connsiteY1942" fmla="*/ 292492 h 800786"/>
                <a:gd name="connsiteX1943" fmla="*/ 793159 w 2044700"/>
                <a:gd name="connsiteY1943" fmla="*/ 292492 h 800786"/>
                <a:gd name="connsiteX1944" fmla="*/ 789910 w 2044700"/>
                <a:gd name="connsiteY1944" fmla="*/ 289244 h 800786"/>
                <a:gd name="connsiteX1945" fmla="*/ 786660 w 2044700"/>
                <a:gd name="connsiteY1945" fmla="*/ 285995 h 800786"/>
                <a:gd name="connsiteX1946" fmla="*/ 783411 w 2044700"/>
                <a:gd name="connsiteY1946" fmla="*/ 287620 h 800786"/>
                <a:gd name="connsiteX1947" fmla="*/ 785035 w 2044700"/>
                <a:gd name="connsiteY1947" fmla="*/ 290868 h 800786"/>
                <a:gd name="connsiteX1948" fmla="*/ 788285 w 2044700"/>
                <a:gd name="connsiteY1948" fmla="*/ 292492 h 800786"/>
                <a:gd name="connsiteX1949" fmla="*/ 791534 w 2044700"/>
                <a:gd name="connsiteY1949" fmla="*/ 294116 h 800786"/>
                <a:gd name="connsiteX1950" fmla="*/ 791534 w 2044700"/>
                <a:gd name="connsiteY1950" fmla="*/ 295741 h 800786"/>
                <a:gd name="connsiteX1951" fmla="*/ 788285 w 2044700"/>
                <a:gd name="connsiteY1951" fmla="*/ 300613 h 800786"/>
                <a:gd name="connsiteX1952" fmla="*/ 786660 w 2044700"/>
                <a:gd name="connsiteY1952" fmla="*/ 302238 h 800786"/>
                <a:gd name="connsiteX1953" fmla="*/ 785035 w 2044700"/>
                <a:gd name="connsiteY1953" fmla="*/ 303862 h 800786"/>
                <a:gd name="connsiteX1954" fmla="*/ 781786 w 2044700"/>
                <a:gd name="connsiteY1954" fmla="*/ 303862 h 800786"/>
                <a:gd name="connsiteX1955" fmla="*/ 776912 w 2044700"/>
                <a:gd name="connsiteY1955" fmla="*/ 302238 h 800786"/>
                <a:gd name="connsiteX1956" fmla="*/ 775287 w 2044700"/>
                <a:gd name="connsiteY1956" fmla="*/ 300613 h 800786"/>
                <a:gd name="connsiteX1957" fmla="*/ 772037 w 2044700"/>
                <a:gd name="connsiteY1957" fmla="*/ 298989 h 800786"/>
                <a:gd name="connsiteX1958" fmla="*/ 772037 w 2044700"/>
                <a:gd name="connsiteY1958" fmla="*/ 297365 h 800786"/>
                <a:gd name="connsiteX1959" fmla="*/ 770413 w 2044700"/>
                <a:gd name="connsiteY1959" fmla="*/ 295741 h 800786"/>
                <a:gd name="connsiteX1960" fmla="*/ 768788 w 2044700"/>
                <a:gd name="connsiteY1960" fmla="*/ 295741 h 800786"/>
                <a:gd name="connsiteX1961" fmla="*/ 765539 w 2044700"/>
                <a:gd name="connsiteY1961" fmla="*/ 294116 h 800786"/>
                <a:gd name="connsiteX1962" fmla="*/ 763914 w 2044700"/>
                <a:gd name="connsiteY1962" fmla="*/ 294116 h 800786"/>
                <a:gd name="connsiteX1963" fmla="*/ 762289 w 2044700"/>
                <a:gd name="connsiteY1963" fmla="*/ 295741 h 800786"/>
                <a:gd name="connsiteX1964" fmla="*/ 757415 w 2044700"/>
                <a:gd name="connsiteY1964" fmla="*/ 294116 h 800786"/>
                <a:gd name="connsiteX1965" fmla="*/ 754165 w 2044700"/>
                <a:gd name="connsiteY1965" fmla="*/ 294116 h 800786"/>
                <a:gd name="connsiteX1966" fmla="*/ 754165 w 2044700"/>
                <a:gd name="connsiteY1966" fmla="*/ 292492 h 800786"/>
                <a:gd name="connsiteX1967" fmla="*/ 750916 w 2044700"/>
                <a:gd name="connsiteY1967" fmla="*/ 289244 h 800786"/>
                <a:gd name="connsiteX1968" fmla="*/ 749291 w 2044700"/>
                <a:gd name="connsiteY1968" fmla="*/ 289244 h 800786"/>
                <a:gd name="connsiteX1969" fmla="*/ 749291 w 2044700"/>
                <a:gd name="connsiteY1969" fmla="*/ 294116 h 800786"/>
                <a:gd name="connsiteX1970" fmla="*/ 747666 w 2044700"/>
                <a:gd name="connsiteY1970" fmla="*/ 295741 h 800786"/>
                <a:gd name="connsiteX1971" fmla="*/ 744417 w 2044700"/>
                <a:gd name="connsiteY1971" fmla="*/ 295741 h 800786"/>
                <a:gd name="connsiteX1972" fmla="*/ 742792 w 2044700"/>
                <a:gd name="connsiteY1972" fmla="*/ 295741 h 800786"/>
                <a:gd name="connsiteX1973" fmla="*/ 739543 w 2044700"/>
                <a:gd name="connsiteY1973" fmla="*/ 294116 h 800786"/>
                <a:gd name="connsiteX1974" fmla="*/ 737918 w 2044700"/>
                <a:gd name="connsiteY1974" fmla="*/ 294116 h 800786"/>
                <a:gd name="connsiteX1975" fmla="*/ 736293 w 2044700"/>
                <a:gd name="connsiteY1975" fmla="*/ 294116 h 800786"/>
                <a:gd name="connsiteX1976" fmla="*/ 737918 w 2044700"/>
                <a:gd name="connsiteY1976" fmla="*/ 297365 h 800786"/>
                <a:gd name="connsiteX1977" fmla="*/ 737918 w 2044700"/>
                <a:gd name="connsiteY1977" fmla="*/ 298989 h 800786"/>
                <a:gd name="connsiteX1978" fmla="*/ 736293 w 2044700"/>
                <a:gd name="connsiteY1978" fmla="*/ 298989 h 800786"/>
                <a:gd name="connsiteX1979" fmla="*/ 734668 w 2044700"/>
                <a:gd name="connsiteY1979" fmla="*/ 300613 h 800786"/>
                <a:gd name="connsiteX1980" fmla="*/ 731419 w 2044700"/>
                <a:gd name="connsiteY1980" fmla="*/ 298989 h 800786"/>
                <a:gd name="connsiteX1981" fmla="*/ 728169 w 2044700"/>
                <a:gd name="connsiteY1981" fmla="*/ 300613 h 800786"/>
                <a:gd name="connsiteX1982" fmla="*/ 724920 w 2044700"/>
                <a:gd name="connsiteY1982" fmla="*/ 300613 h 800786"/>
                <a:gd name="connsiteX1983" fmla="*/ 721670 w 2044700"/>
                <a:gd name="connsiteY1983" fmla="*/ 298989 h 800786"/>
                <a:gd name="connsiteX1984" fmla="*/ 715171 w 2044700"/>
                <a:gd name="connsiteY1984" fmla="*/ 297365 h 800786"/>
                <a:gd name="connsiteX1985" fmla="*/ 711922 w 2044700"/>
                <a:gd name="connsiteY1985" fmla="*/ 295741 h 800786"/>
                <a:gd name="connsiteX1986" fmla="*/ 711922 w 2044700"/>
                <a:gd name="connsiteY1986" fmla="*/ 294116 h 800786"/>
                <a:gd name="connsiteX1987" fmla="*/ 708672 w 2044700"/>
                <a:gd name="connsiteY1987" fmla="*/ 292492 h 800786"/>
                <a:gd name="connsiteX1988" fmla="*/ 707048 w 2044700"/>
                <a:gd name="connsiteY1988" fmla="*/ 297365 h 800786"/>
                <a:gd name="connsiteX1989" fmla="*/ 697299 w 2044700"/>
                <a:gd name="connsiteY1989" fmla="*/ 297365 h 800786"/>
                <a:gd name="connsiteX1990" fmla="*/ 694050 w 2044700"/>
                <a:gd name="connsiteY1990" fmla="*/ 297365 h 800786"/>
                <a:gd name="connsiteX1991" fmla="*/ 690800 w 2044700"/>
                <a:gd name="connsiteY1991" fmla="*/ 295741 h 800786"/>
                <a:gd name="connsiteX1992" fmla="*/ 687551 w 2044700"/>
                <a:gd name="connsiteY1992" fmla="*/ 292492 h 800786"/>
                <a:gd name="connsiteX1993" fmla="*/ 685926 w 2044700"/>
                <a:gd name="connsiteY1993" fmla="*/ 294116 h 800786"/>
                <a:gd name="connsiteX1994" fmla="*/ 682677 w 2044700"/>
                <a:gd name="connsiteY1994" fmla="*/ 295741 h 800786"/>
                <a:gd name="connsiteX1995" fmla="*/ 681052 w 2044700"/>
                <a:gd name="connsiteY1995" fmla="*/ 297365 h 800786"/>
                <a:gd name="connsiteX1996" fmla="*/ 676178 w 2044700"/>
                <a:gd name="connsiteY1996" fmla="*/ 297365 h 800786"/>
                <a:gd name="connsiteX1997" fmla="*/ 671303 w 2044700"/>
                <a:gd name="connsiteY1997" fmla="*/ 294116 h 800786"/>
                <a:gd name="connsiteX1998" fmla="*/ 671303 w 2044700"/>
                <a:gd name="connsiteY1998" fmla="*/ 290868 h 800786"/>
                <a:gd name="connsiteX1999" fmla="*/ 672928 w 2044700"/>
                <a:gd name="connsiteY1999" fmla="*/ 287620 h 800786"/>
                <a:gd name="connsiteX2000" fmla="*/ 669679 w 2044700"/>
                <a:gd name="connsiteY2000" fmla="*/ 285995 h 800786"/>
                <a:gd name="connsiteX2001" fmla="*/ 668054 w 2044700"/>
                <a:gd name="connsiteY2001" fmla="*/ 292492 h 800786"/>
                <a:gd name="connsiteX2002" fmla="*/ 664804 w 2044700"/>
                <a:gd name="connsiteY2002" fmla="*/ 295741 h 800786"/>
                <a:gd name="connsiteX2003" fmla="*/ 659930 w 2044700"/>
                <a:gd name="connsiteY2003" fmla="*/ 295741 h 800786"/>
                <a:gd name="connsiteX2004" fmla="*/ 655056 w 2044700"/>
                <a:gd name="connsiteY2004" fmla="*/ 290868 h 800786"/>
                <a:gd name="connsiteX2005" fmla="*/ 653431 w 2044700"/>
                <a:gd name="connsiteY2005" fmla="*/ 282747 h 800786"/>
                <a:gd name="connsiteX2006" fmla="*/ 656681 w 2044700"/>
                <a:gd name="connsiteY2006" fmla="*/ 279499 h 800786"/>
                <a:gd name="connsiteX2007" fmla="*/ 663180 w 2044700"/>
                <a:gd name="connsiteY2007" fmla="*/ 276250 h 800786"/>
                <a:gd name="connsiteX2008" fmla="*/ 669679 w 2044700"/>
                <a:gd name="connsiteY2008" fmla="*/ 273002 h 800786"/>
                <a:gd name="connsiteX2009" fmla="*/ 672928 w 2044700"/>
                <a:gd name="connsiteY2009" fmla="*/ 269753 h 800786"/>
                <a:gd name="connsiteX2010" fmla="*/ 679427 w 2044700"/>
                <a:gd name="connsiteY2010" fmla="*/ 268129 h 800786"/>
                <a:gd name="connsiteX2011" fmla="*/ 689176 w 2044700"/>
                <a:gd name="connsiteY2011" fmla="*/ 269753 h 800786"/>
                <a:gd name="connsiteX2012" fmla="*/ 697299 w 2044700"/>
                <a:gd name="connsiteY2012" fmla="*/ 269753 h 800786"/>
                <a:gd name="connsiteX2013" fmla="*/ 697299 w 2044700"/>
                <a:gd name="connsiteY2013" fmla="*/ 264881 h 800786"/>
                <a:gd name="connsiteX2014" fmla="*/ 692425 w 2044700"/>
                <a:gd name="connsiteY2014" fmla="*/ 263257 h 800786"/>
                <a:gd name="connsiteX2015" fmla="*/ 687551 w 2044700"/>
                <a:gd name="connsiteY2015" fmla="*/ 261632 h 800786"/>
                <a:gd name="connsiteX2016" fmla="*/ 685926 w 2044700"/>
                <a:gd name="connsiteY2016" fmla="*/ 258384 h 800786"/>
                <a:gd name="connsiteX2017" fmla="*/ 682677 w 2044700"/>
                <a:gd name="connsiteY2017" fmla="*/ 255135 h 800786"/>
                <a:gd name="connsiteX2018" fmla="*/ 681052 w 2044700"/>
                <a:gd name="connsiteY2018" fmla="*/ 253511 h 800786"/>
                <a:gd name="connsiteX2019" fmla="*/ 679427 w 2044700"/>
                <a:gd name="connsiteY2019" fmla="*/ 247014 h 800786"/>
                <a:gd name="connsiteX2020" fmla="*/ 682677 w 2044700"/>
                <a:gd name="connsiteY2020" fmla="*/ 243766 h 800786"/>
                <a:gd name="connsiteX2021" fmla="*/ 685926 w 2044700"/>
                <a:gd name="connsiteY2021" fmla="*/ 242142 h 800786"/>
                <a:gd name="connsiteX2022" fmla="*/ 690800 w 2044700"/>
                <a:gd name="connsiteY2022" fmla="*/ 240518 h 800786"/>
                <a:gd name="connsiteX2023" fmla="*/ 698924 w 2044700"/>
                <a:gd name="connsiteY2023" fmla="*/ 242142 h 800786"/>
                <a:gd name="connsiteX2024" fmla="*/ 703798 w 2044700"/>
                <a:gd name="connsiteY2024" fmla="*/ 242142 h 800786"/>
                <a:gd name="connsiteX2025" fmla="*/ 707048 w 2044700"/>
                <a:gd name="connsiteY2025" fmla="*/ 243766 h 800786"/>
                <a:gd name="connsiteX2026" fmla="*/ 718421 w 2044700"/>
                <a:gd name="connsiteY2026" fmla="*/ 250263 h 800786"/>
                <a:gd name="connsiteX2027" fmla="*/ 728169 w 2044700"/>
                <a:gd name="connsiteY2027" fmla="*/ 258384 h 800786"/>
                <a:gd name="connsiteX2028" fmla="*/ 733044 w 2044700"/>
                <a:gd name="connsiteY2028" fmla="*/ 260008 h 800786"/>
                <a:gd name="connsiteX2029" fmla="*/ 737918 w 2044700"/>
                <a:gd name="connsiteY2029" fmla="*/ 261632 h 800786"/>
                <a:gd name="connsiteX2030" fmla="*/ 742792 w 2044700"/>
                <a:gd name="connsiteY2030" fmla="*/ 260008 h 800786"/>
                <a:gd name="connsiteX2031" fmla="*/ 754165 w 2044700"/>
                <a:gd name="connsiteY2031" fmla="*/ 260008 h 800786"/>
                <a:gd name="connsiteX2032" fmla="*/ 763914 w 2044700"/>
                <a:gd name="connsiteY2032" fmla="*/ 256760 h 800786"/>
                <a:gd name="connsiteX2033" fmla="*/ 767163 w 2044700"/>
                <a:gd name="connsiteY2033" fmla="*/ 253511 h 800786"/>
                <a:gd name="connsiteX2034" fmla="*/ 770413 w 2044700"/>
                <a:gd name="connsiteY2034" fmla="*/ 248639 h 800786"/>
                <a:gd name="connsiteX2035" fmla="*/ 778536 w 2044700"/>
                <a:gd name="connsiteY2035" fmla="*/ 240518 h 800786"/>
                <a:gd name="connsiteX2036" fmla="*/ 778536 w 2044700"/>
                <a:gd name="connsiteY2036" fmla="*/ 237269 h 800786"/>
                <a:gd name="connsiteX2037" fmla="*/ 772037 w 2044700"/>
                <a:gd name="connsiteY2037" fmla="*/ 238893 h 800786"/>
                <a:gd name="connsiteX2038" fmla="*/ 770413 w 2044700"/>
                <a:gd name="connsiteY2038" fmla="*/ 242142 h 800786"/>
                <a:gd name="connsiteX2039" fmla="*/ 767163 w 2044700"/>
                <a:gd name="connsiteY2039" fmla="*/ 247014 h 800786"/>
                <a:gd name="connsiteX2040" fmla="*/ 763914 w 2044700"/>
                <a:gd name="connsiteY2040" fmla="*/ 251887 h 800786"/>
                <a:gd name="connsiteX2041" fmla="*/ 760664 w 2044700"/>
                <a:gd name="connsiteY2041" fmla="*/ 253511 h 800786"/>
                <a:gd name="connsiteX2042" fmla="*/ 742792 w 2044700"/>
                <a:gd name="connsiteY2042" fmla="*/ 253511 h 800786"/>
                <a:gd name="connsiteX2043" fmla="*/ 739543 w 2044700"/>
                <a:gd name="connsiteY2043" fmla="*/ 253511 h 800786"/>
                <a:gd name="connsiteX2044" fmla="*/ 729794 w 2044700"/>
                <a:gd name="connsiteY2044" fmla="*/ 251887 h 800786"/>
                <a:gd name="connsiteX2045" fmla="*/ 731419 w 2044700"/>
                <a:gd name="connsiteY2045" fmla="*/ 248639 h 800786"/>
                <a:gd name="connsiteX2046" fmla="*/ 734668 w 2044700"/>
                <a:gd name="connsiteY2046" fmla="*/ 247014 h 800786"/>
                <a:gd name="connsiteX2047" fmla="*/ 736293 w 2044700"/>
                <a:gd name="connsiteY2047" fmla="*/ 243766 h 800786"/>
                <a:gd name="connsiteX2048" fmla="*/ 733044 w 2044700"/>
                <a:gd name="connsiteY2048" fmla="*/ 240518 h 800786"/>
                <a:gd name="connsiteX2049" fmla="*/ 729794 w 2044700"/>
                <a:gd name="connsiteY2049" fmla="*/ 242142 h 800786"/>
                <a:gd name="connsiteX2050" fmla="*/ 724920 w 2044700"/>
                <a:gd name="connsiteY2050" fmla="*/ 238893 h 800786"/>
                <a:gd name="connsiteX2051" fmla="*/ 729794 w 2044700"/>
                <a:gd name="connsiteY2051" fmla="*/ 235645 h 800786"/>
                <a:gd name="connsiteX2052" fmla="*/ 734668 w 2044700"/>
                <a:gd name="connsiteY2052" fmla="*/ 234021 h 800786"/>
                <a:gd name="connsiteX2053" fmla="*/ 744417 w 2044700"/>
                <a:gd name="connsiteY2053" fmla="*/ 232397 h 800786"/>
                <a:gd name="connsiteX2054" fmla="*/ 747666 w 2044700"/>
                <a:gd name="connsiteY2054" fmla="*/ 230772 h 800786"/>
                <a:gd name="connsiteX2055" fmla="*/ 742792 w 2044700"/>
                <a:gd name="connsiteY2055" fmla="*/ 227524 h 800786"/>
                <a:gd name="connsiteX2056" fmla="*/ 739543 w 2044700"/>
                <a:gd name="connsiteY2056" fmla="*/ 224276 h 800786"/>
                <a:gd name="connsiteX2057" fmla="*/ 739543 w 2044700"/>
                <a:gd name="connsiteY2057" fmla="*/ 219403 h 800786"/>
                <a:gd name="connsiteX2058" fmla="*/ 736293 w 2044700"/>
                <a:gd name="connsiteY2058" fmla="*/ 217779 h 800786"/>
                <a:gd name="connsiteX2059" fmla="*/ 736293 w 2044700"/>
                <a:gd name="connsiteY2059" fmla="*/ 221027 h 800786"/>
                <a:gd name="connsiteX2060" fmla="*/ 733044 w 2044700"/>
                <a:gd name="connsiteY2060" fmla="*/ 225900 h 800786"/>
                <a:gd name="connsiteX2061" fmla="*/ 734668 w 2044700"/>
                <a:gd name="connsiteY2061" fmla="*/ 227524 h 800786"/>
                <a:gd name="connsiteX2062" fmla="*/ 726545 w 2044700"/>
                <a:gd name="connsiteY2062" fmla="*/ 234021 h 800786"/>
                <a:gd name="connsiteX2063" fmla="*/ 721670 w 2044700"/>
                <a:gd name="connsiteY2063" fmla="*/ 234021 h 800786"/>
                <a:gd name="connsiteX2064" fmla="*/ 716796 w 2044700"/>
                <a:gd name="connsiteY2064" fmla="*/ 234021 h 800786"/>
                <a:gd name="connsiteX2065" fmla="*/ 713547 w 2044700"/>
                <a:gd name="connsiteY2065" fmla="*/ 230772 h 800786"/>
                <a:gd name="connsiteX2066" fmla="*/ 711922 w 2044700"/>
                <a:gd name="connsiteY2066" fmla="*/ 227524 h 800786"/>
                <a:gd name="connsiteX2067" fmla="*/ 708672 w 2044700"/>
                <a:gd name="connsiteY2067" fmla="*/ 229148 h 800786"/>
                <a:gd name="connsiteX2068" fmla="*/ 703798 w 2044700"/>
                <a:gd name="connsiteY2068" fmla="*/ 232397 h 800786"/>
                <a:gd name="connsiteX2069" fmla="*/ 698924 w 2044700"/>
                <a:gd name="connsiteY2069" fmla="*/ 234021 h 800786"/>
                <a:gd name="connsiteX2070" fmla="*/ 697299 w 2044700"/>
                <a:gd name="connsiteY2070" fmla="*/ 230772 h 800786"/>
                <a:gd name="connsiteX2071" fmla="*/ 694050 w 2044700"/>
                <a:gd name="connsiteY2071" fmla="*/ 229148 h 800786"/>
                <a:gd name="connsiteX2072" fmla="*/ 690800 w 2044700"/>
                <a:gd name="connsiteY2072" fmla="*/ 227524 h 800786"/>
                <a:gd name="connsiteX2073" fmla="*/ 690800 w 2044700"/>
                <a:gd name="connsiteY2073" fmla="*/ 222651 h 800786"/>
                <a:gd name="connsiteX2074" fmla="*/ 694050 w 2044700"/>
                <a:gd name="connsiteY2074" fmla="*/ 216154 h 800786"/>
                <a:gd name="connsiteX2075" fmla="*/ 698924 w 2044700"/>
                <a:gd name="connsiteY2075" fmla="*/ 211282 h 800786"/>
                <a:gd name="connsiteX2076" fmla="*/ 707048 w 2044700"/>
                <a:gd name="connsiteY2076" fmla="*/ 206409 h 800786"/>
                <a:gd name="connsiteX2077" fmla="*/ 713547 w 2044700"/>
                <a:gd name="connsiteY2077" fmla="*/ 206409 h 800786"/>
                <a:gd name="connsiteX2078" fmla="*/ 718421 w 2044700"/>
                <a:gd name="connsiteY2078" fmla="*/ 203161 h 800786"/>
                <a:gd name="connsiteX2079" fmla="*/ 728169 w 2044700"/>
                <a:gd name="connsiteY2079" fmla="*/ 203161 h 800786"/>
                <a:gd name="connsiteX2080" fmla="*/ 726545 w 2044700"/>
                <a:gd name="connsiteY2080" fmla="*/ 201537 h 800786"/>
                <a:gd name="connsiteX2081" fmla="*/ 731419 w 2044700"/>
                <a:gd name="connsiteY2081" fmla="*/ 201537 h 800786"/>
                <a:gd name="connsiteX2082" fmla="*/ 737918 w 2044700"/>
                <a:gd name="connsiteY2082" fmla="*/ 203161 h 800786"/>
                <a:gd name="connsiteX2083" fmla="*/ 746042 w 2044700"/>
                <a:gd name="connsiteY2083" fmla="*/ 203161 h 800786"/>
                <a:gd name="connsiteX2084" fmla="*/ 757415 w 2044700"/>
                <a:gd name="connsiteY2084" fmla="*/ 204785 h 800786"/>
                <a:gd name="connsiteX2085" fmla="*/ 760664 w 2044700"/>
                <a:gd name="connsiteY2085" fmla="*/ 206409 h 800786"/>
                <a:gd name="connsiteX2086" fmla="*/ 767163 w 2044700"/>
                <a:gd name="connsiteY2086" fmla="*/ 209658 h 800786"/>
                <a:gd name="connsiteX2087" fmla="*/ 772037 w 2044700"/>
                <a:gd name="connsiteY2087" fmla="*/ 212906 h 800786"/>
                <a:gd name="connsiteX2088" fmla="*/ 776912 w 2044700"/>
                <a:gd name="connsiteY2088" fmla="*/ 214530 h 800786"/>
                <a:gd name="connsiteX2089" fmla="*/ 780161 w 2044700"/>
                <a:gd name="connsiteY2089" fmla="*/ 214530 h 800786"/>
                <a:gd name="connsiteX2090" fmla="*/ 783411 w 2044700"/>
                <a:gd name="connsiteY2090" fmla="*/ 212906 h 800786"/>
                <a:gd name="connsiteX2091" fmla="*/ 781786 w 2044700"/>
                <a:gd name="connsiteY2091" fmla="*/ 209658 h 800786"/>
                <a:gd name="connsiteX2092" fmla="*/ 778536 w 2044700"/>
                <a:gd name="connsiteY2092" fmla="*/ 206409 h 800786"/>
                <a:gd name="connsiteX2093" fmla="*/ 773662 w 2044700"/>
                <a:gd name="connsiteY2093" fmla="*/ 206409 h 800786"/>
                <a:gd name="connsiteX2094" fmla="*/ 781786 w 2044700"/>
                <a:gd name="connsiteY2094" fmla="*/ 204785 h 800786"/>
                <a:gd name="connsiteX2095" fmla="*/ 791534 w 2044700"/>
                <a:gd name="connsiteY2095" fmla="*/ 201537 h 800786"/>
                <a:gd name="connsiteX2096" fmla="*/ 794784 w 2044700"/>
                <a:gd name="connsiteY2096" fmla="*/ 198288 h 800786"/>
                <a:gd name="connsiteX2097" fmla="*/ 793159 w 2044700"/>
                <a:gd name="connsiteY2097" fmla="*/ 198288 h 800786"/>
                <a:gd name="connsiteX2098" fmla="*/ 789910 w 2044700"/>
                <a:gd name="connsiteY2098" fmla="*/ 198288 h 800786"/>
                <a:gd name="connsiteX2099" fmla="*/ 785035 w 2044700"/>
                <a:gd name="connsiteY2099" fmla="*/ 199912 h 800786"/>
                <a:gd name="connsiteX2100" fmla="*/ 780161 w 2044700"/>
                <a:gd name="connsiteY2100" fmla="*/ 199912 h 800786"/>
                <a:gd name="connsiteX2101" fmla="*/ 775287 w 2044700"/>
                <a:gd name="connsiteY2101" fmla="*/ 201537 h 800786"/>
                <a:gd name="connsiteX2102" fmla="*/ 773662 w 2044700"/>
                <a:gd name="connsiteY2102" fmla="*/ 201537 h 800786"/>
                <a:gd name="connsiteX2103" fmla="*/ 770413 w 2044700"/>
                <a:gd name="connsiteY2103" fmla="*/ 199912 h 800786"/>
                <a:gd name="connsiteX2104" fmla="*/ 767163 w 2044700"/>
                <a:gd name="connsiteY2104" fmla="*/ 199912 h 800786"/>
                <a:gd name="connsiteX2105" fmla="*/ 763914 w 2044700"/>
                <a:gd name="connsiteY2105" fmla="*/ 198288 h 800786"/>
                <a:gd name="connsiteX2106" fmla="*/ 760664 w 2044700"/>
                <a:gd name="connsiteY2106" fmla="*/ 196664 h 800786"/>
                <a:gd name="connsiteX2107" fmla="*/ 749291 w 2044700"/>
                <a:gd name="connsiteY2107" fmla="*/ 188543 h 800786"/>
                <a:gd name="connsiteX2108" fmla="*/ 746042 w 2044700"/>
                <a:gd name="connsiteY2108" fmla="*/ 186919 h 800786"/>
                <a:gd name="connsiteX2109" fmla="*/ 742792 w 2044700"/>
                <a:gd name="connsiteY2109" fmla="*/ 183670 h 800786"/>
                <a:gd name="connsiteX2110" fmla="*/ 739543 w 2044700"/>
                <a:gd name="connsiteY2110" fmla="*/ 180422 h 800786"/>
                <a:gd name="connsiteX2111" fmla="*/ 736293 w 2044700"/>
                <a:gd name="connsiteY2111" fmla="*/ 175549 h 800786"/>
                <a:gd name="connsiteX2112" fmla="*/ 721670 w 2044700"/>
                <a:gd name="connsiteY2112" fmla="*/ 170677 h 800786"/>
                <a:gd name="connsiteX2113" fmla="*/ 715171 w 2044700"/>
                <a:gd name="connsiteY2113" fmla="*/ 169052 h 800786"/>
                <a:gd name="connsiteX2114" fmla="*/ 710297 w 2044700"/>
                <a:gd name="connsiteY2114" fmla="*/ 167428 h 800786"/>
                <a:gd name="connsiteX2115" fmla="*/ 710297 w 2044700"/>
                <a:gd name="connsiteY2115" fmla="*/ 164180 h 800786"/>
                <a:gd name="connsiteX2116" fmla="*/ 710297 w 2044700"/>
                <a:gd name="connsiteY2116" fmla="*/ 160931 h 800786"/>
                <a:gd name="connsiteX2117" fmla="*/ 708672 w 2044700"/>
                <a:gd name="connsiteY2117" fmla="*/ 159307 h 800786"/>
                <a:gd name="connsiteX2118" fmla="*/ 703798 w 2044700"/>
                <a:gd name="connsiteY2118" fmla="*/ 156059 h 800786"/>
                <a:gd name="connsiteX2119" fmla="*/ 703798 w 2044700"/>
                <a:gd name="connsiteY2119" fmla="*/ 151186 h 800786"/>
                <a:gd name="connsiteX2120" fmla="*/ 707048 w 2044700"/>
                <a:gd name="connsiteY2120" fmla="*/ 146314 h 800786"/>
                <a:gd name="connsiteX2121" fmla="*/ 710297 w 2044700"/>
                <a:gd name="connsiteY2121" fmla="*/ 144689 h 800786"/>
                <a:gd name="connsiteX2122" fmla="*/ 718421 w 2044700"/>
                <a:gd name="connsiteY2122" fmla="*/ 144689 h 800786"/>
                <a:gd name="connsiteX2123" fmla="*/ 723295 w 2044700"/>
                <a:gd name="connsiteY2123" fmla="*/ 146314 h 800786"/>
                <a:gd name="connsiteX2124" fmla="*/ 728169 w 2044700"/>
                <a:gd name="connsiteY2124" fmla="*/ 147938 h 800786"/>
                <a:gd name="connsiteX2125" fmla="*/ 733044 w 2044700"/>
                <a:gd name="connsiteY2125" fmla="*/ 146314 h 800786"/>
                <a:gd name="connsiteX2126" fmla="*/ 737918 w 2044700"/>
                <a:gd name="connsiteY2126" fmla="*/ 146314 h 800786"/>
                <a:gd name="connsiteX2127" fmla="*/ 744417 w 2044700"/>
                <a:gd name="connsiteY2127" fmla="*/ 146314 h 800786"/>
                <a:gd name="connsiteX2128" fmla="*/ 749291 w 2044700"/>
                <a:gd name="connsiteY2128" fmla="*/ 147938 h 800786"/>
                <a:gd name="connsiteX2129" fmla="*/ 755790 w 2044700"/>
                <a:gd name="connsiteY2129" fmla="*/ 147938 h 800786"/>
                <a:gd name="connsiteX2130" fmla="*/ 759040 w 2044700"/>
                <a:gd name="connsiteY2130" fmla="*/ 151186 h 800786"/>
                <a:gd name="connsiteX2131" fmla="*/ 762289 w 2044700"/>
                <a:gd name="connsiteY2131" fmla="*/ 152810 h 800786"/>
                <a:gd name="connsiteX2132" fmla="*/ 768788 w 2044700"/>
                <a:gd name="connsiteY2132" fmla="*/ 156059 h 800786"/>
                <a:gd name="connsiteX2133" fmla="*/ 773662 w 2044700"/>
                <a:gd name="connsiteY2133" fmla="*/ 157683 h 800786"/>
                <a:gd name="connsiteX2134" fmla="*/ 775287 w 2044700"/>
                <a:gd name="connsiteY2134" fmla="*/ 159307 h 800786"/>
                <a:gd name="connsiteX2135" fmla="*/ 783411 w 2044700"/>
                <a:gd name="connsiteY2135" fmla="*/ 160931 h 800786"/>
                <a:gd name="connsiteX2136" fmla="*/ 786660 w 2044700"/>
                <a:gd name="connsiteY2136" fmla="*/ 167428 h 800786"/>
                <a:gd name="connsiteX2137" fmla="*/ 791534 w 2044700"/>
                <a:gd name="connsiteY2137" fmla="*/ 170677 h 800786"/>
                <a:gd name="connsiteX2138" fmla="*/ 798033 w 2044700"/>
                <a:gd name="connsiteY2138" fmla="*/ 172301 h 800786"/>
                <a:gd name="connsiteX2139" fmla="*/ 804532 w 2044700"/>
                <a:gd name="connsiteY2139" fmla="*/ 172301 h 800786"/>
                <a:gd name="connsiteX2140" fmla="*/ 815906 w 2044700"/>
                <a:gd name="connsiteY2140" fmla="*/ 173925 h 800786"/>
                <a:gd name="connsiteX2141" fmla="*/ 825654 w 2044700"/>
                <a:gd name="connsiteY2141" fmla="*/ 172301 h 800786"/>
                <a:gd name="connsiteX2142" fmla="*/ 817530 w 2044700"/>
                <a:gd name="connsiteY2142" fmla="*/ 170677 h 800786"/>
                <a:gd name="connsiteX2143" fmla="*/ 809407 w 2044700"/>
                <a:gd name="connsiteY2143" fmla="*/ 170677 h 800786"/>
                <a:gd name="connsiteX2144" fmla="*/ 802908 w 2044700"/>
                <a:gd name="connsiteY2144" fmla="*/ 170677 h 800786"/>
                <a:gd name="connsiteX2145" fmla="*/ 798033 w 2044700"/>
                <a:gd name="connsiteY2145" fmla="*/ 170677 h 800786"/>
                <a:gd name="connsiteX2146" fmla="*/ 794784 w 2044700"/>
                <a:gd name="connsiteY2146" fmla="*/ 169052 h 800786"/>
                <a:gd name="connsiteX2147" fmla="*/ 798033 w 2044700"/>
                <a:gd name="connsiteY2147" fmla="*/ 165804 h 800786"/>
                <a:gd name="connsiteX2148" fmla="*/ 794784 w 2044700"/>
                <a:gd name="connsiteY2148" fmla="*/ 162556 h 800786"/>
                <a:gd name="connsiteX2149" fmla="*/ 785035 w 2044700"/>
                <a:gd name="connsiteY2149" fmla="*/ 159307 h 800786"/>
                <a:gd name="connsiteX2150" fmla="*/ 780161 w 2044700"/>
                <a:gd name="connsiteY2150" fmla="*/ 154435 h 800786"/>
                <a:gd name="connsiteX2151" fmla="*/ 775287 w 2044700"/>
                <a:gd name="connsiteY2151" fmla="*/ 152810 h 800786"/>
                <a:gd name="connsiteX2152" fmla="*/ 772037 w 2044700"/>
                <a:gd name="connsiteY2152" fmla="*/ 146314 h 800786"/>
                <a:gd name="connsiteX2153" fmla="*/ 773662 w 2044700"/>
                <a:gd name="connsiteY2153" fmla="*/ 144689 h 800786"/>
                <a:gd name="connsiteX2154" fmla="*/ 778536 w 2044700"/>
                <a:gd name="connsiteY2154" fmla="*/ 143065 h 800786"/>
                <a:gd name="connsiteX2155" fmla="*/ 781786 w 2044700"/>
                <a:gd name="connsiteY2155" fmla="*/ 141441 h 800786"/>
                <a:gd name="connsiteX2156" fmla="*/ 788285 w 2044700"/>
                <a:gd name="connsiteY2156" fmla="*/ 143065 h 800786"/>
                <a:gd name="connsiteX2157" fmla="*/ 794784 w 2044700"/>
                <a:gd name="connsiteY2157" fmla="*/ 143065 h 800786"/>
                <a:gd name="connsiteX2158" fmla="*/ 806157 w 2044700"/>
                <a:gd name="connsiteY2158" fmla="*/ 141441 h 800786"/>
                <a:gd name="connsiteX2159" fmla="*/ 811031 w 2044700"/>
                <a:gd name="connsiteY2159" fmla="*/ 141441 h 800786"/>
                <a:gd name="connsiteX2160" fmla="*/ 815906 w 2044700"/>
                <a:gd name="connsiteY2160" fmla="*/ 139817 h 800786"/>
                <a:gd name="connsiteX2161" fmla="*/ 820780 w 2044700"/>
                <a:gd name="connsiteY2161" fmla="*/ 138193 h 800786"/>
                <a:gd name="connsiteX2162" fmla="*/ 827279 w 2044700"/>
                <a:gd name="connsiteY2162" fmla="*/ 133320 h 800786"/>
                <a:gd name="connsiteX2163" fmla="*/ 830528 w 2044700"/>
                <a:gd name="connsiteY2163" fmla="*/ 131696 h 800786"/>
                <a:gd name="connsiteX2164" fmla="*/ 835403 w 2044700"/>
                <a:gd name="connsiteY2164" fmla="*/ 130071 h 800786"/>
                <a:gd name="connsiteX2165" fmla="*/ 840277 w 2044700"/>
                <a:gd name="connsiteY2165" fmla="*/ 128447 h 800786"/>
                <a:gd name="connsiteX2166" fmla="*/ 845151 w 2044700"/>
                <a:gd name="connsiteY2166" fmla="*/ 126823 h 800786"/>
                <a:gd name="connsiteX2167" fmla="*/ 851650 w 2044700"/>
                <a:gd name="connsiteY2167" fmla="*/ 125199 h 800786"/>
                <a:gd name="connsiteX2168" fmla="*/ 858149 w 2044700"/>
                <a:gd name="connsiteY2168" fmla="*/ 125199 h 800786"/>
                <a:gd name="connsiteX2169" fmla="*/ 864648 w 2044700"/>
                <a:gd name="connsiteY2169" fmla="*/ 125199 h 800786"/>
                <a:gd name="connsiteX2170" fmla="*/ 872772 w 2044700"/>
                <a:gd name="connsiteY2170" fmla="*/ 125199 h 800786"/>
                <a:gd name="connsiteX2171" fmla="*/ 872772 w 2044700"/>
                <a:gd name="connsiteY2171" fmla="*/ 123575 h 800786"/>
                <a:gd name="connsiteX2172" fmla="*/ 863023 w 2044700"/>
                <a:gd name="connsiteY2172" fmla="*/ 123575 h 800786"/>
                <a:gd name="connsiteX2173" fmla="*/ 858149 w 2044700"/>
                <a:gd name="connsiteY2173" fmla="*/ 123575 h 800786"/>
                <a:gd name="connsiteX2174" fmla="*/ 853275 w 2044700"/>
                <a:gd name="connsiteY2174" fmla="*/ 123575 h 800786"/>
                <a:gd name="connsiteX2175" fmla="*/ 848401 w 2044700"/>
                <a:gd name="connsiteY2175" fmla="*/ 123575 h 800786"/>
                <a:gd name="connsiteX2176" fmla="*/ 845151 w 2044700"/>
                <a:gd name="connsiteY2176" fmla="*/ 121950 h 800786"/>
                <a:gd name="connsiteX2177" fmla="*/ 845151 w 2044700"/>
                <a:gd name="connsiteY2177" fmla="*/ 120326 h 800786"/>
                <a:gd name="connsiteX2178" fmla="*/ 850025 w 2044700"/>
                <a:gd name="connsiteY2178" fmla="*/ 115454 h 800786"/>
                <a:gd name="connsiteX2179" fmla="*/ 854899 w 2044700"/>
                <a:gd name="connsiteY2179" fmla="*/ 110581 h 800786"/>
                <a:gd name="connsiteX2180" fmla="*/ 876021 w 2044700"/>
                <a:gd name="connsiteY2180" fmla="*/ 100836 h 800786"/>
                <a:gd name="connsiteX2181" fmla="*/ 859774 w 2044700"/>
                <a:gd name="connsiteY2181" fmla="*/ 105708 h 800786"/>
                <a:gd name="connsiteX2182" fmla="*/ 854899 w 2044700"/>
                <a:gd name="connsiteY2182" fmla="*/ 107333 h 800786"/>
                <a:gd name="connsiteX2183" fmla="*/ 851650 w 2044700"/>
                <a:gd name="connsiteY2183" fmla="*/ 110581 h 800786"/>
                <a:gd name="connsiteX2184" fmla="*/ 848401 w 2044700"/>
                <a:gd name="connsiteY2184" fmla="*/ 112205 h 800786"/>
                <a:gd name="connsiteX2185" fmla="*/ 841902 w 2044700"/>
                <a:gd name="connsiteY2185" fmla="*/ 113829 h 800786"/>
                <a:gd name="connsiteX2186" fmla="*/ 837027 w 2044700"/>
                <a:gd name="connsiteY2186" fmla="*/ 118702 h 800786"/>
                <a:gd name="connsiteX2187" fmla="*/ 837027 w 2044700"/>
                <a:gd name="connsiteY2187" fmla="*/ 120326 h 800786"/>
                <a:gd name="connsiteX2188" fmla="*/ 833778 w 2044700"/>
                <a:gd name="connsiteY2188" fmla="*/ 123575 h 800786"/>
                <a:gd name="connsiteX2189" fmla="*/ 830528 w 2044700"/>
                <a:gd name="connsiteY2189" fmla="*/ 125199 h 800786"/>
                <a:gd name="connsiteX2190" fmla="*/ 824029 w 2044700"/>
                <a:gd name="connsiteY2190" fmla="*/ 126823 h 800786"/>
                <a:gd name="connsiteX2191" fmla="*/ 809407 w 2044700"/>
                <a:gd name="connsiteY2191" fmla="*/ 130071 h 800786"/>
                <a:gd name="connsiteX2192" fmla="*/ 801283 w 2044700"/>
                <a:gd name="connsiteY2192" fmla="*/ 133320 h 800786"/>
                <a:gd name="connsiteX2193" fmla="*/ 798033 w 2044700"/>
                <a:gd name="connsiteY2193" fmla="*/ 133320 h 800786"/>
                <a:gd name="connsiteX2194" fmla="*/ 796409 w 2044700"/>
                <a:gd name="connsiteY2194" fmla="*/ 134944 h 800786"/>
                <a:gd name="connsiteX2195" fmla="*/ 788285 w 2044700"/>
                <a:gd name="connsiteY2195" fmla="*/ 136568 h 800786"/>
                <a:gd name="connsiteX2196" fmla="*/ 780161 w 2044700"/>
                <a:gd name="connsiteY2196" fmla="*/ 136568 h 800786"/>
                <a:gd name="connsiteX2197" fmla="*/ 767163 w 2044700"/>
                <a:gd name="connsiteY2197" fmla="*/ 136568 h 800786"/>
                <a:gd name="connsiteX2198" fmla="*/ 765539 w 2044700"/>
                <a:gd name="connsiteY2198" fmla="*/ 134944 h 800786"/>
                <a:gd name="connsiteX2199" fmla="*/ 765539 w 2044700"/>
                <a:gd name="connsiteY2199" fmla="*/ 128447 h 800786"/>
                <a:gd name="connsiteX2200" fmla="*/ 762289 w 2044700"/>
                <a:gd name="connsiteY2200" fmla="*/ 126823 h 800786"/>
                <a:gd name="connsiteX2201" fmla="*/ 759040 w 2044700"/>
                <a:gd name="connsiteY2201" fmla="*/ 128447 h 800786"/>
                <a:gd name="connsiteX2202" fmla="*/ 755790 w 2044700"/>
                <a:gd name="connsiteY2202" fmla="*/ 133320 h 800786"/>
                <a:gd name="connsiteX2203" fmla="*/ 754165 w 2044700"/>
                <a:gd name="connsiteY2203" fmla="*/ 136568 h 800786"/>
                <a:gd name="connsiteX2204" fmla="*/ 752541 w 2044700"/>
                <a:gd name="connsiteY2204" fmla="*/ 138193 h 800786"/>
                <a:gd name="connsiteX2205" fmla="*/ 747666 w 2044700"/>
                <a:gd name="connsiteY2205" fmla="*/ 138193 h 800786"/>
                <a:gd name="connsiteX2206" fmla="*/ 741167 w 2044700"/>
                <a:gd name="connsiteY2206" fmla="*/ 138193 h 800786"/>
                <a:gd name="connsiteX2207" fmla="*/ 736293 w 2044700"/>
                <a:gd name="connsiteY2207" fmla="*/ 138193 h 800786"/>
                <a:gd name="connsiteX2208" fmla="*/ 731419 w 2044700"/>
                <a:gd name="connsiteY2208" fmla="*/ 138193 h 800786"/>
                <a:gd name="connsiteX2209" fmla="*/ 728169 w 2044700"/>
                <a:gd name="connsiteY2209" fmla="*/ 138193 h 800786"/>
                <a:gd name="connsiteX2210" fmla="*/ 711922 w 2044700"/>
                <a:gd name="connsiteY2210" fmla="*/ 136568 h 800786"/>
                <a:gd name="connsiteX2211" fmla="*/ 707048 w 2044700"/>
                <a:gd name="connsiteY2211" fmla="*/ 136568 h 800786"/>
                <a:gd name="connsiteX2212" fmla="*/ 705423 w 2044700"/>
                <a:gd name="connsiteY2212" fmla="*/ 131696 h 800786"/>
                <a:gd name="connsiteX2213" fmla="*/ 708672 w 2044700"/>
                <a:gd name="connsiteY2213" fmla="*/ 128447 h 800786"/>
                <a:gd name="connsiteX2214" fmla="*/ 710297 w 2044700"/>
                <a:gd name="connsiteY2214" fmla="*/ 126823 h 800786"/>
                <a:gd name="connsiteX2215" fmla="*/ 715171 w 2044700"/>
                <a:gd name="connsiteY2215" fmla="*/ 125199 h 800786"/>
                <a:gd name="connsiteX2216" fmla="*/ 721670 w 2044700"/>
                <a:gd name="connsiteY2216" fmla="*/ 120326 h 800786"/>
                <a:gd name="connsiteX2217" fmla="*/ 720046 w 2044700"/>
                <a:gd name="connsiteY2217" fmla="*/ 117078 h 800786"/>
                <a:gd name="connsiteX2218" fmla="*/ 716796 w 2044700"/>
                <a:gd name="connsiteY2218" fmla="*/ 118702 h 800786"/>
                <a:gd name="connsiteX2219" fmla="*/ 708672 w 2044700"/>
                <a:gd name="connsiteY2219" fmla="*/ 120326 h 800786"/>
                <a:gd name="connsiteX2220" fmla="*/ 705423 w 2044700"/>
                <a:gd name="connsiteY2220" fmla="*/ 123575 h 800786"/>
                <a:gd name="connsiteX2221" fmla="*/ 702173 w 2044700"/>
                <a:gd name="connsiteY2221" fmla="*/ 125199 h 800786"/>
                <a:gd name="connsiteX2222" fmla="*/ 698924 w 2044700"/>
                <a:gd name="connsiteY2222" fmla="*/ 130071 h 800786"/>
                <a:gd name="connsiteX2223" fmla="*/ 695674 w 2044700"/>
                <a:gd name="connsiteY2223" fmla="*/ 133320 h 800786"/>
                <a:gd name="connsiteX2224" fmla="*/ 685926 w 2044700"/>
                <a:gd name="connsiteY2224" fmla="*/ 133320 h 800786"/>
                <a:gd name="connsiteX2225" fmla="*/ 681052 w 2044700"/>
                <a:gd name="connsiteY2225" fmla="*/ 133320 h 800786"/>
                <a:gd name="connsiteX2226" fmla="*/ 677802 w 2044700"/>
                <a:gd name="connsiteY2226" fmla="*/ 130071 h 800786"/>
                <a:gd name="connsiteX2227" fmla="*/ 664804 w 2044700"/>
                <a:gd name="connsiteY2227" fmla="*/ 126823 h 800786"/>
                <a:gd name="connsiteX2228" fmla="*/ 658305 w 2044700"/>
                <a:gd name="connsiteY2228" fmla="*/ 125199 h 800786"/>
                <a:gd name="connsiteX2229" fmla="*/ 656681 w 2044700"/>
                <a:gd name="connsiteY2229" fmla="*/ 121950 h 800786"/>
                <a:gd name="connsiteX2230" fmla="*/ 656681 w 2044700"/>
                <a:gd name="connsiteY2230" fmla="*/ 118702 h 800786"/>
                <a:gd name="connsiteX2231" fmla="*/ 651806 w 2044700"/>
                <a:gd name="connsiteY2231" fmla="*/ 117078 h 800786"/>
                <a:gd name="connsiteX2232" fmla="*/ 648557 w 2044700"/>
                <a:gd name="connsiteY2232" fmla="*/ 118702 h 800786"/>
                <a:gd name="connsiteX2233" fmla="*/ 643683 w 2044700"/>
                <a:gd name="connsiteY2233" fmla="*/ 117078 h 800786"/>
                <a:gd name="connsiteX2234" fmla="*/ 638808 w 2044700"/>
                <a:gd name="connsiteY2234" fmla="*/ 115454 h 800786"/>
                <a:gd name="connsiteX2235" fmla="*/ 638808 w 2044700"/>
                <a:gd name="connsiteY2235" fmla="*/ 110581 h 800786"/>
                <a:gd name="connsiteX2236" fmla="*/ 640433 w 2044700"/>
                <a:gd name="connsiteY2236" fmla="*/ 108957 h 800786"/>
                <a:gd name="connsiteX2237" fmla="*/ 645307 w 2044700"/>
                <a:gd name="connsiteY2237" fmla="*/ 104084 h 800786"/>
                <a:gd name="connsiteX2238" fmla="*/ 650182 w 2044700"/>
                <a:gd name="connsiteY2238" fmla="*/ 100836 h 800786"/>
                <a:gd name="connsiteX2239" fmla="*/ 656681 w 2044700"/>
                <a:gd name="connsiteY2239" fmla="*/ 99212 h 800786"/>
                <a:gd name="connsiteX2240" fmla="*/ 663180 w 2044700"/>
                <a:gd name="connsiteY2240" fmla="*/ 95963 h 800786"/>
                <a:gd name="connsiteX2241" fmla="*/ 661555 w 2044700"/>
                <a:gd name="connsiteY2241" fmla="*/ 95963 h 800786"/>
                <a:gd name="connsiteX2242" fmla="*/ 655056 w 2044700"/>
                <a:gd name="connsiteY2242" fmla="*/ 97587 h 800786"/>
                <a:gd name="connsiteX2243" fmla="*/ 648557 w 2044700"/>
                <a:gd name="connsiteY2243" fmla="*/ 99212 h 800786"/>
                <a:gd name="connsiteX2244" fmla="*/ 643683 w 2044700"/>
                <a:gd name="connsiteY2244" fmla="*/ 100836 h 800786"/>
                <a:gd name="connsiteX2245" fmla="*/ 637184 w 2044700"/>
                <a:gd name="connsiteY2245" fmla="*/ 102460 h 800786"/>
                <a:gd name="connsiteX2246" fmla="*/ 630685 w 2044700"/>
                <a:gd name="connsiteY2246" fmla="*/ 99212 h 800786"/>
                <a:gd name="connsiteX2247" fmla="*/ 632309 w 2044700"/>
                <a:gd name="connsiteY2247" fmla="*/ 97587 h 800786"/>
                <a:gd name="connsiteX2248" fmla="*/ 640433 w 2044700"/>
                <a:gd name="connsiteY2248" fmla="*/ 92715 h 800786"/>
                <a:gd name="connsiteX2249" fmla="*/ 645307 w 2044700"/>
                <a:gd name="connsiteY2249" fmla="*/ 91090 h 800786"/>
                <a:gd name="connsiteX2250" fmla="*/ 648557 w 2044700"/>
                <a:gd name="connsiteY2250" fmla="*/ 89466 h 800786"/>
                <a:gd name="connsiteX2251" fmla="*/ 645307 w 2044700"/>
                <a:gd name="connsiteY2251" fmla="*/ 89466 h 800786"/>
                <a:gd name="connsiteX2252" fmla="*/ 635559 w 2044700"/>
                <a:gd name="connsiteY2252" fmla="*/ 89466 h 800786"/>
                <a:gd name="connsiteX2253" fmla="*/ 630685 w 2044700"/>
                <a:gd name="connsiteY2253" fmla="*/ 91090 h 800786"/>
                <a:gd name="connsiteX2254" fmla="*/ 625810 w 2044700"/>
                <a:gd name="connsiteY2254" fmla="*/ 94339 h 800786"/>
                <a:gd name="connsiteX2255" fmla="*/ 620936 w 2044700"/>
                <a:gd name="connsiteY2255" fmla="*/ 95963 h 800786"/>
                <a:gd name="connsiteX2256" fmla="*/ 614437 w 2044700"/>
                <a:gd name="connsiteY2256" fmla="*/ 94339 h 800786"/>
                <a:gd name="connsiteX2257" fmla="*/ 611188 w 2044700"/>
                <a:gd name="connsiteY2257" fmla="*/ 91090 h 800786"/>
                <a:gd name="connsiteX2258" fmla="*/ 612812 w 2044700"/>
                <a:gd name="connsiteY2258" fmla="*/ 87842 h 800786"/>
                <a:gd name="connsiteX2259" fmla="*/ 617687 w 2044700"/>
                <a:gd name="connsiteY2259" fmla="*/ 87842 h 800786"/>
                <a:gd name="connsiteX2260" fmla="*/ 622561 w 2044700"/>
                <a:gd name="connsiteY2260" fmla="*/ 84594 h 800786"/>
                <a:gd name="connsiteX2261" fmla="*/ 625810 w 2044700"/>
                <a:gd name="connsiteY2261" fmla="*/ 82969 h 800786"/>
                <a:gd name="connsiteX2262" fmla="*/ 630685 w 2044700"/>
                <a:gd name="connsiteY2262" fmla="*/ 81345 h 800786"/>
                <a:gd name="connsiteX2263" fmla="*/ 635559 w 2044700"/>
                <a:gd name="connsiteY2263" fmla="*/ 79721 h 800786"/>
                <a:gd name="connsiteX2264" fmla="*/ 640433 w 2044700"/>
                <a:gd name="connsiteY2264" fmla="*/ 78097 h 800786"/>
                <a:gd name="connsiteX2265" fmla="*/ 648557 w 2044700"/>
                <a:gd name="connsiteY2265" fmla="*/ 78097 h 800786"/>
                <a:gd name="connsiteX2266" fmla="*/ 651806 w 2044700"/>
                <a:gd name="connsiteY2266" fmla="*/ 79721 h 800786"/>
                <a:gd name="connsiteX2267" fmla="*/ 655056 w 2044700"/>
                <a:gd name="connsiteY2267" fmla="*/ 81345 h 800786"/>
                <a:gd name="connsiteX2268" fmla="*/ 658305 w 2044700"/>
                <a:gd name="connsiteY2268" fmla="*/ 79721 h 800786"/>
                <a:gd name="connsiteX2269" fmla="*/ 661555 w 2044700"/>
                <a:gd name="connsiteY2269" fmla="*/ 78097 h 800786"/>
                <a:gd name="connsiteX2270" fmla="*/ 668054 w 2044700"/>
                <a:gd name="connsiteY2270" fmla="*/ 73224 h 800786"/>
                <a:gd name="connsiteX2271" fmla="*/ 676178 w 2044700"/>
                <a:gd name="connsiteY2271" fmla="*/ 71600 h 800786"/>
                <a:gd name="connsiteX2272" fmla="*/ 682677 w 2044700"/>
                <a:gd name="connsiteY2272" fmla="*/ 71600 h 800786"/>
                <a:gd name="connsiteX2273" fmla="*/ 690800 w 2044700"/>
                <a:gd name="connsiteY2273" fmla="*/ 71600 h 800786"/>
                <a:gd name="connsiteX2274" fmla="*/ 694050 w 2044700"/>
                <a:gd name="connsiteY2274" fmla="*/ 74848 h 800786"/>
                <a:gd name="connsiteX2275" fmla="*/ 697299 w 2044700"/>
                <a:gd name="connsiteY2275" fmla="*/ 76473 h 800786"/>
                <a:gd name="connsiteX2276" fmla="*/ 700549 w 2044700"/>
                <a:gd name="connsiteY2276" fmla="*/ 76473 h 800786"/>
                <a:gd name="connsiteX2277" fmla="*/ 703798 w 2044700"/>
                <a:gd name="connsiteY2277" fmla="*/ 73224 h 800786"/>
                <a:gd name="connsiteX2278" fmla="*/ 708672 w 2044700"/>
                <a:gd name="connsiteY2278" fmla="*/ 73224 h 800786"/>
                <a:gd name="connsiteX2279" fmla="*/ 718421 w 2044700"/>
                <a:gd name="connsiteY2279" fmla="*/ 74848 h 800786"/>
                <a:gd name="connsiteX2280" fmla="*/ 721670 w 2044700"/>
                <a:gd name="connsiteY2280" fmla="*/ 76473 h 800786"/>
                <a:gd name="connsiteX2281" fmla="*/ 728169 w 2044700"/>
                <a:gd name="connsiteY2281" fmla="*/ 79721 h 800786"/>
                <a:gd name="connsiteX2282" fmla="*/ 736293 w 2044700"/>
                <a:gd name="connsiteY2282" fmla="*/ 78097 h 800786"/>
                <a:gd name="connsiteX2283" fmla="*/ 734668 w 2044700"/>
                <a:gd name="connsiteY2283" fmla="*/ 74848 h 800786"/>
                <a:gd name="connsiteX2284" fmla="*/ 728169 w 2044700"/>
                <a:gd name="connsiteY2284" fmla="*/ 71600 h 800786"/>
                <a:gd name="connsiteX2285" fmla="*/ 723295 w 2044700"/>
                <a:gd name="connsiteY2285" fmla="*/ 69976 h 800786"/>
                <a:gd name="connsiteX2286" fmla="*/ 715171 w 2044700"/>
                <a:gd name="connsiteY2286" fmla="*/ 71600 h 800786"/>
                <a:gd name="connsiteX2287" fmla="*/ 703798 w 2044700"/>
                <a:gd name="connsiteY2287" fmla="*/ 68352 h 800786"/>
                <a:gd name="connsiteX2288" fmla="*/ 702173 w 2044700"/>
                <a:gd name="connsiteY2288" fmla="*/ 66727 h 800786"/>
                <a:gd name="connsiteX2289" fmla="*/ 707048 w 2044700"/>
                <a:gd name="connsiteY2289" fmla="*/ 65103 h 800786"/>
                <a:gd name="connsiteX2290" fmla="*/ 713547 w 2044700"/>
                <a:gd name="connsiteY2290" fmla="*/ 63479 h 800786"/>
                <a:gd name="connsiteX2291" fmla="*/ 720046 w 2044700"/>
                <a:gd name="connsiteY2291" fmla="*/ 65103 h 800786"/>
                <a:gd name="connsiteX2292" fmla="*/ 724920 w 2044700"/>
                <a:gd name="connsiteY2292" fmla="*/ 65103 h 800786"/>
                <a:gd name="connsiteX2293" fmla="*/ 723295 w 2044700"/>
                <a:gd name="connsiteY2293" fmla="*/ 60231 h 800786"/>
                <a:gd name="connsiteX2294" fmla="*/ 724920 w 2044700"/>
                <a:gd name="connsiteY2294" fmla="*/ 56982 h 800786"/>
                <a:gd name="connsiteX2295" fmla="*/ 724920 w 2044700"/>
                <a:gd name="connsiteY2295" fmla="*/ 53734 h 800786"/>
                <a:gd name="connsiteX2296" fmla="*/ 733044 w 2044700"/>
                <a:gd name="connsiteY2296" fmla="*/ 55358 h 800786"/>
                <a:gd name="connsiteX2297" fmla="*/ 739543 w 2044700"/>
                <a:gd name="connsiteY2297" fmla="*/ 56982 h 800786"/>
                <a:gd name="connsiteX2298" fmla="*/ 742792 w 2044700"/>
                <a:gd name="connsiteY2298" fmla="*/ 58606 h 800786"/>
                <a:gd name="connsiteX2299" fmla="*/ 747666 w 2044700"/>
                <a:gd name="connsiteY2299" fmla="*/ 58606 h 800786"/>
                <a:gd name="connsiteX2300" fmla="*/ 754165 w 2044700"/>
                <a:gd name="connsiteY2300" fmla="*/ 58606 h 800786"/>
                <a:gd name="connsiteX2301" fmla="*/ 762289 w 2044700"/>
                <a:gd name="connsiteY2301" fmla="*/ 61855 h 800786"/>
                <a:gd name="connsiteX2302" fmla="*/ 767163 w 2044700"/>
                <a:gd name="connsiteY2302" fmla="*/ 66727 h 800786"/>
                <a:gd name="connsiteX2303" fmla="*/ 770413 w 2044700"/>
                <a:gd name="connsiteY2303" fmla="*/ 69976 h 800786"/>
                <a:gd name="connsiteX2304" fmla="*/ 776912 w 2044700"/>
                <a:gd name="connsiteY2304" fmla="*/ 73224 h 800786"/>
                <a:gd name="connsiteX2305" fmla="*/ 783411 w 2044700"/>
                <a:gd name="connsiteY2305" fmla="*/ 71600 h 800786"/>
                <a:gd name="connsiteX2306" fmla="*/ 781786 w 2044700"/>
                <a:gd name="connsiteY2306" fmla="*/ 69976 h 800786"/>
                <a:gd name="connsiteX2307" fmla="*/ 775287 w 2044700"/>
                <a:gd name="connsiteY2307" fmla="*/ 66727 h 800786"/>
                <a:gd name="connsiteX2308" fmla="*/ 773662 w 2044700"/>
                <a:gd name="connsiteY2308" fmla="*/ 63479 h 800786"/>
                <a:gd name="connsiteX2309" fmla="*/ 776912 w 2044700"/>
                <a:gd name="connsiteY2309" fmla="*/ 63479 h 800786"/>
                <a:gd name="connsiteX2310" fmla="*/ 781786 w 2044700"/>
                <a:gd name="connsiteY2310" fmla="*/ 65103 h 800786"/>
                <a:gd name="connsiteX2311" fmla="*/ 786660 w 2044700"/>
                <a:gd name="connsiteY2311" fmla="*/ 66727 h 800786"/>
                <a:gd name="connsiteX2312" fmla="*/ 793159 w 2044700"/>
                <a:gd name="connsiteY2312" fmla="*/ 69976 h 800786"/>
                <a:gd name="connsiteX2313" fmla="*/ 802908 w 2044700"/>
                <a:gd name="connsiteY2313" fmla="*/ 71600 h 800786"/>
                <a:gd name="connsiteX2314" fmla="*/ 806157 w 2044700"/>
                <a:gd name="connsiteY2314" fmla="*/ 73224 h 800786"/>
                <a:gd name="connsiteX2315" fmla="*/ 815906 w 2044700"/>
                <a:gd name="connsiteY2315" fmla="*/ 74848 h 800786"/>
                <a:gd name="connsiteX2316" fmla="*/ 822405 w 2044700"/>
                <a:gd name="connsiteY2316" fmla="*/ 76473 h 800786"/>
                <a:gd name="connsiteX2317" fmla="*/ 827279 w 2044700"/>
                <a:gd name="connsiteY2317" fmla="*/ 79721 h 800786"/>
                <a:gd name="connsiteX2318" fmla="*/ 833778 w 2044700"/>
                <a:gd name="connsiteY2318" fmla="*/ 82969 h 800786"/>
                <a:gd name="connsiteX2319" fmla="*/ 833778 w 2044700"/>
                <a:gd name="connsiteY2319" fmla="*/ 79721 h 800786"/>
                <a:gd name="connsiteX2320" fmla="*/ 828904 w 2044700"/>
                <a:gd name="connsiteY2320" fmla="*/ 74848 h 800786"/>
                <a:gd name="connsiteX2321" fmla="*/ 824029 w 2044700"/>
                <a:gd name="connsiteY2321" fmla="*/ 73224 h 800786"/>
                <a:gd name="connsiteX2322" fmla="*/ 819155 w 2044700"/>
                <a:gd name="connsiteY2322" fmla="*/ 73224 h 800786"/>
                <a:gd name="connsiteX2323" fmla="*/ 812656 w 2044700"/>
                <a:gd name="connsiteY2323" fmla="*/ 71600 h 800786"/>
                <a:gd name="connsiteX2324" fmla="*/ 806157 w 2044700"/>
                <a:gd name="connsiteY2324" fmla="*/ 69976 h 800786"/>
                <a:gd name="connsiteX2325" fmla="*/ 793159 w 2044700"/>
                <a:gd name="connsiteY2325" fmla="*/ 65103 h 800786"/>
                <a:gd name="connsiteX2326" fmla="*/ 786660 w 2044700"/>
                <a:gd name="connsiteY2326" fmla="*/ 63479 h 800786"/>
                <a:gd name="connsiteX2327" fmla="*/ 783411 w 2044700"/>
                <a:gd name="connsiteY2327" fmla="*/ 63479 h 800786"/>
                <a:gd name="connsiteX2328" fmla="*/ 780161 w 2044700"/>
                <a:gd name="connsiteY2328" fmla="*/ 61855 h 800786"/>
                <a:gd name="connsiteX2329" fmla="*/ 776912 w 2044700"/>
                <a:gd name="connsiteY2329" fmla="*/ 60231 h 800786"/>
                <a:gd name="connsiteX2330" fmla="*/ 776912 w 2044700"/>
                <a:gd name="connsiteY2330" fmla="*/ 56982 h 800786"/>
                <a:gd name="connsiteX2331" fmla="*/ 780161 w 2044700"/>
                <a:gd name="connsiteY2331" fmla="*/ 55358 h 800786"/>
                <a:gd name="connsiteX2332" fmla="*/ 785035 w 2044700"/>
                <a:gd name="connsiteY2332" fmla="*/ 55358 h 800786"/>
                <a:gd name="connsiteX2333" fmla="*/ 785035 w 2044700"/>
                <a:gd name="connsiteY2333" fmla="*/ 52109 h 800786"/>
                <a:gd name="connsiteX2334" fmla="*/ 783411 w 2044700"/>
                <a:gd name="connsiteY2334" fmla="*/ 50485 h 800786"/>
                <a:gd name="connsiteX2335" fmla="*/ 789910 w 2044700"/>
                <a:gd name="connsiteY2335" fmla="*/ 47237 h 800786"/>
                <a:gd name="connsiteX2336" fmla="*/ 796409 w 2044700"/>
                <a:gd name="connsiteY2336" fmla="*/ 47237 h 800786"/>
                <a:gd name="connsiteX2337" fmla="*/ 801283 w 2044700"/>
                <a:gd name="connsiteY2337" fmla="*/ 48861 h 800786"/>
                <a:gd name="connsiteX2338" fmla="*/ 804532 w 2044700"/>
                <a:gd name="connsiteY2338" fmla="*/ 50485 h 800786"/>
                <a:gd name="connsiteX2339" fmla="*/ 809407 w 2044700"/>
                <a:gd name="connsiteY2339" fmla="*/ 50485 h 800786"/>
                <a:gd name="connsiteX2340" fmla="*/ 804532 w 2044700"/>
                <a:gd name="connsiteY2340" fmla="*/ 48861 h 800786"/>
                <a:gd name="connsiteX2341" fmla="*/ 798033 w 2044700"/>
                <a:gd name="connsiteY2341" fmla="*/ 43988 h 800786"/>
                <a:gd name="connsiteX2342" fmla="*/ 796409 w 2044700"/>
                <a:gd name="connsiteY2342" fmla="*/ 42364 h 800786"/>
                <a:gd name="connsiteX2343" fmla="*/ 799658 w 2044700"/>
                <a:gd name="connsiteY2343" fmla="*/ 39116 h 800786"/>
                <a:gd name="connsiteX2344" fmla="*/ 806157 w 2044700"/>
                <a:gd name="connsiteY2344" fmla="*/ 39116 h 800786"/>
                <a:gd name="connsiteX2345" fmla="*/ 812656 w 2044700"/>
                <a:gd name="connsiteY2345" fmla="*/ 39116 h 800786"/>
                <a:gd name="connsiteX2346" fmla="*/ 815906 w 2044700"/>
                <a:gd name="connsiteY2346" fmla="*/ 40740 h 800786"/>
                <a:gd name="connsiteX2347" fmla="*/ 820780 w 2044700"/>
                <a:gd name="connsiteY2347" fmla="*/ 42364 h 800786"/>
                <a:gd name="connsiteX2348" fmla="*/ 824029 w 2044700"/>
                <a:gd name="connsiteY2348" fmla="*/ 43988 h 800786"/>
                <a:gd name="connsiteX2349" fmla="*/ 830528 w 2044700"/>
                <a:gd name="connsiteY2349" fmla="*/ 45613 h 800786"/>
                <a:gd name="connsiteX2350" fmla="*/ 827279 w 2044700"/>
                <a:gd name="connsiteY2350" fmla="*/ 42364 h 800786"/>
                <a:gd name="connsiteX2351" fmla="*/ 822405 w 2044700"/>
                <a:gd name="connsiteY2351" fmla="*/ 40740 h 800786"/>
                <a:gd name="connsiteX2352" fmla="*/ 820780 w 2044700"/>
                <a:gd name="connsiteY2352" fmla="*/ 35867 h 800786"/>
                <a:gd name="connsiteX2353" fmla="*/ 820780 w 2044700"/>
                <a:gd name="connsiteY2353" fmla="*/ 34243 h 800786"/>
                <a:gd name="connsiteX2354" fmla="*/ 824029 w 2044700"/>
                <a:gd name="connsiteY2354" fmla="*/ 34243 h 800786"/>
                <a:gd name="connsiteX2355" fmla="*/ 832153 w 2044700"/>
                <a:gd name="connsiteY2355" fmla="*/ 32619 h 800786"/>
                <a:gd name="connsiteX2356" fmla="*/ 837027 w 2044700"/>
                <a:gd name="connsiteY2356" fmla="*/ 32619 h 800786"/>
                <a:gd name="connsiteX2357" fmla="*/ 840277 w 2044700"/>
                <a:gd name="connsiteY2357" fmla="*/ 34243 h 800786"/>
                <a:gd name="connsiteX2358" fmla="*/ 845151 w 2044700"/>
                <a:gd name="connsiteY2358" fmla="*/ 34243 h 800786"/>
                <a:gd name="connsiteX2359" fmla="*/ 848401 w 2044700"/>
                <a:gd name="connsiteY2359" fmla="*/ 35867 h 800786"/>
                <a:gd name="connsiteX2360" fmla="*/ 853275 w 2044700"/>
                <a:gd name="connsiteY2360" fmla="*/ 37492 h 800786"/>
                <a:gd name="connsiteX2361" fmla="*/ 858149 w 2044700"/>
                <a:gd name="connsiteY2361" fmla="*/ 35867 h 800786"/>
                <a:gd name="connsiteX2362" fmla="*/ 863023 w 2044700"/>
                <a:gd name="connsiteY2362" fmla="*/ 35867 h 800786"/>
                <a:gd name="connsiteX2363" fmla="*/ 869522 w 2044700"/>
                <a:gd name="connsiteY2363" fmla="*/ 35867 h 800786"/>
                <a:gd name="connsiteX2364" fmla="*/ 872772 w 2044700"/>
                <a:gd name="connsiteY2364" fmla="*/ 39116 h 800786"/>
                <a:gd name="connsiteX2365" fmla="*/ 876021 w 2044700"/>
                <a:gd name="connsiteY2365" fmla="*/ 42364 h 800786"/>
                <a:gd name="connsiteX2366" fmla="*/ 877646 w 2044700"/>
                <a:gd name="connsiteY2366" fmla="*/ 43988 h 800786"/>
                <a:gd name="connsiteX2367" fmla="*/ 882520 w 2044700"/>
                <a:gd name="connsiteY2367" fmla="*/ 45613 h 800786"/>
                <a:gd name="connsiteX2368" fmla="*/ 885770 w 2044700"/>
                <a:gd name="connsiteY2368" fmla="*/ 47237 h 800786"/>
                <a:gd name="connsiteX2369" fmla="*/ 889019 w 2044700"/>
                <a:gd name="connsiteY2369" fmla="*/ 48861 h 800786"/>
                <a:gd name="connsiteX2370" fmla="*/ 892269 w 2044700"/>
                <a:gd name="connsiteY2370" fmla="*/ 52109 h 800786"/>
                <a:gd name="connsiteX2371" fmla="*/ 895518 w 2044700"/>
                <a:gd name="connsiteY2371" fmla="*/ 52109 h 800786"/>
                <a:gd name="connsiteX2372" fmla="*/ 895518 w 2044700"/>
                <a:gd name="connsiteY2372" fmla="*/ 48861 h 800786"/>
                <a:gd name="connsiteX2373" fmla="*/ 892269 w 2044700"/>
                <a:gd name="connsiteY2373" fmla="*/ 47237 h 800786"/>
                <a:gd name="connsiteX2374" fmla="*/ 890644 w 2044700"/>
                <a:gd name="connsiteY2374" fmla="*/ 45613 h 800786"/>
                <a:gd name="connsiteX2375" fmla="*/ 885770 w 2044700"/>
                <a:gd name="connsiteY2375" fmla="*/ 42364 h 800786"/>
                <a:gd name="connsiteX2376" fmla="*/ 882520 w 2044700"/>
                <a:gd name="connsiteY2376" fmla="*/ 40740 h 800786"/>
                <a:gd name="connsiteX2377" fmla="*/ 877646 w 2044700"/>
                <a:gd name="connsiteY2377" fmla="*/ 39116 h 800786"/>
                <a:gd name="connsiteX2378" fmla="*/ 874396 w 2044700"/>
                <a:gd name="connsiteY2378" fmla="*/ 35867 h 800786"/>
                <a:gd name="connsiteX2379" fmla="*/ 871147 w 2044700"/>
                <a:gd name="connsiteY2379" fmla="*/ 32619 h 800786"/>
                <a:gd name="connsiteX2380" fmla="*/ 871147 w 2044700"/>
                <a:gd name="connsiteY2380" fmla="*/ 30995 h 800786"/>
                <a:gd name="connsiteX2381" fmla="*/ 877646 w 2044700"/>
                <a:gd name="connsiteY2381" fmla="*/ 27746 h 800786"/>
                <a:gd name="connsiteX2382" fmla="*/ 893893 w 2044700"/>
                <a:gd name="connsiteY2382" fmla="*/ 29371 h 800786"/>
                <a:gd name="connsiteX2383" fmla="*/ 902017 w 2044700"/>
                <a:gd name="connsiteY2383" fmla="*/ 29371 h 800786"/>
                <a:gd name="connsiteX2384" fmla="*/ 906891 w 2044700"/>
                <a:gd name="connsiteY2384" fmla="*/ 29371 h 800786"/>
                <a:gd name="connsiteX2385" fmla="*/ 911766 w 2044700"/>
                <a:gd name="connsiteY2385" fmla="*/ 29371 h 800786"/>
                <a:gd name="connsiteX2386" fmla="*/ 923139 w 2044700"/>
                <a:gd name="connsiteY2386" fmla="*/ 29371 h 800786"/>
                <a:gd name="connsiteX2387" fmla="*/ 926388 w 2044700"/>
                <a:gd name="connsiteY2387" fmla="*/ 32619 h 800786"/>
                <a:gd name="connsiteX2388" fmla="*/ 929638 w 2044700"/>
                <a:gd name="connsiteY2388" fmla="*/ 35867 h 800786"/>
                <a:gd name="connsiteX2389" fmla="*/ 934512 w 2044700"/>
                <a:gd name="connsiteY2389" fmla="*/ 39116 h 800786"/>
                <a:gd name="connsiteX2390" fmla="*/ 937761 w 2044700"/>
                <a:gd name="connsiteY2390" fmla="*/ 40740 h 800786"/>
                <a:gd name="connsiteX2391" fmla="*/ 944260 w 2044700"/>
                <a:gd name="connsiteY2391" fmla="*/ 40740 h 800786"/>
                <a:gd name="connsiteX2392" fmla="*/ 941011 w 2044700"/>
                <a:gd name="connsiteY2392" fmla="*/ 37492 h 800786"/>
                <a:gd name="connsiteX2393" fmla="*/ 937761 w 2044700"/>
                <a:gd name="connsiteY2393" fmla="*/ 34243 h 800786"/>
                <a:gd name="connsiteX2394" fmla="*/ 941011 w 2044700"/>
                <a:gd name="connsiteY2394" fmla="*/ 32619 h 800786"/>
                <a:gd name="connsiteX2395" fmla="*/ 942636 w 2044700"/>
                <a:gd name="connsiteY2395" fmla="*/ 29371 h 800786"/>
                <a:gd name="connsiteX2396" fmla="*/ 947510 w 2044700"/>
                <a:gd name="connsiteY2396" fmla="*/ 26122 h 800786"/>
                <a:gd name="connsiteX2397" fmla="*/ 952384 w 2044700"/>
                <a:gd name="connsiteY2397" fmla="*/ 27746 h 800786"/>
                <a:gd name="connsiteX2398" fmla="*/ 965382 w 2044700"/>
                <a:gd name="connsiteY2398" fmla="*/ 27746 h 800786"/>
                <a:gd name="connsiteX2399" fmla="*/ 970256 w 2044700"/>
                <a:gd name="connsiteY2399" fmla="*/ 27746 h 800786"/>
                <a:gd name="connsiteX2400" fmla="*/ 973506 w 2044700"/>
                <a:gd name="connsiteY2400" fmla="*/ 29371 h 800786"/>
                <a:gd name="connsiteX2401" fmla="*/ 973506 w 2044700"/>
                <a:gd name="connsiteY2401" fmla="*/ 30995 h 800786"/>
                <a:gd name="connsiteX2402" fmla="*/ 973506 w 2044700"/>
                <a:gd name="connsiteY2402" fmla="*/ 32619 h 800786"/>
                <a:gd name="connsiteX2403" fmla="*/ 980005 w 2044700"/>
                <a:gd name="connsiteY2403" fmla="*/ 35867 h 800786"/>
                <a:gd name="connsiteX2404" fmla="*/ 984879 w 2044700"/>
                <a:gd name="connsiteY2404" fmla="*/ 35867 h 800786"/>
                <a:gd name="connsiteX2405" fmla="*/ 984879 w 2044700"/>
                <a:gd name="connsiteY2405" fmla="*/ 34243 h 800786"/>
                <a:gd name="connsiteX2406" fmla="*/ 980005 w 2044700"/>
                <a:gd name="connsiteY2406" fmla="*/ 30995 h 800786"/>
                <a:gd name="connsiteX2407" fmla="*/ 978380 w 2044700"/>
                <a:gd name="connsiteY2407" fmla="*/ 29371 h 800786"/>
                <a:gd name="connsiteX2408" fmla="*/ 981630 w 2044700"/>
                <a:gd name="connsiteY2408" fmla="*/ 27746 h 800786"/>
                <a:gd name="connsiteX2409" fmla="*/ 984879 w 2044700"/>
                <a:gd name="connsiteY2409" fmla="*/ 26122 h 800786"/>
                <a:gd name="connsiteX2410" fmla="*/ 991378 w 2044700"/>
                <a:gd name="connsiteY2410" fmla="*/ 24498 h 800786"/>
                <a:gd name="connsiteX2411" fmla="*/ 1682953 w 2044700"/>
                <a:gd name="connsiteY2411" fmla="*/ 112 h 800786"/>
                <a:gd name="connsiteX2412" fmla="*/ 1697358 w 2044700"/>
                <a:gd name="connsiteY2412" fmla="*/ 721 h 800786"/>
                <a:gd name="connsiteX2413" fmla="*/ 1700604 w 2044700"/>
                <a:gd name="connsiteY2413" fmla="*/ 2344 h 800786"/>
                <a:gd name="connsiteX2414" fmla="*/ 1705474 w 2044700"/>
                <a:gd name="connsiteY2414" fmla="*/ 3966 h 800786"/>
                <a:gd name="connsiteX2415" fmla="*/ 1711966 w 2044700"/>
                <a:gd name="connsiteY2415" fmla="*/ 5589 h 800786"/>
                <a:gd name="connsiteX2416" fmla="*/ 1715212 w 2044700"/>
                <a:gd name="connsiteY2416" fmla="*/ 7212 h 800786"/>
                <a:gd name="connsiteX2417" fmla="*/ 1726574 w 2044700"/>
                <a:gd name="connsiteY2417" fmla="*/ 5589 h 800786"/>
                <a:gd name="connsiteX2418" fmla="*/ 1728197 w 2044700"/>
                <a:gd name="connsiteY2418" fmla="*/ 5589 h 800786"/>
                <a:gd name="connsiteX2419" fmla="*/ 1729820 w 2044700"/>
                <a:gd name="connsiteY2419" fmla="*/ 3966 h 800786"/>
                <a:gd name="connsiteX2420" fmla="*/ 1737935 w 2044700"/>
                <a:gd name="connsiteY2420" fmla="*/ 3966 h 800786"/>
                <a:gd name="connsiteX2421" fmla="*/ 1742805 w 2044700"/>
                <a:gd name="connsiteY2421" fmla="*/ 5589 h 800786"/>
                <a:gd name="connsiteX2422" fmla="*/ 1747674 w 2044700"/>
                <a:gd name="connsiteY2422" fmla="*/ 8835 h 800786"/>
                <a:gd name="connsiteX2423" fmla="*/ 1750920 w 2044700"/>
                <a:gd name="connsiteY2423" fmla="*/ 8835 h 800786"/>
                <a:gd name="connsiteX2424" fmla="*/ 1768774 w 2044700"/>
                <a:gd name="connsiteY2424" fmla="*/ 10458 h 800786"/>
                <a:gd name="connsiteX2425" fmla="*/ 1775267 w 2044700"/>
                <a:gd name="connsiteY2425" fmla="*/ 8835 h 800786"/>
                <a:gd name="connsiteX2426" fmla="*/ 1781759 w 2044700"/>
                <a:gd name="connsiteY2426" fmla="*/ 10458 h 800786"/>
                <a:gd name="connsiteX2427" fmla="*/ 1788251 w 2044700"/>
                <a:gd name="connsiteY2427" fmla="*/ 12081 h 800786"/>
                <a:gd name="connsiteX2428" fmla="*/ 1789874 w 2044700"/>
                <a:gd name="connsiteY2428" fmla="*/ 12081 h 800786"/>
                <a:gd name="connsiteX2429" fmla="*/ 1794744 w 2044700"/>
                <a:gd name="connsiteY2429" fmla="*/ 12081 h 800786"/>
                <a:gd name="connsiteX2430" fmla="*/ 1796367 w 2044700"/>
                <a:gd name="connsiteY2430" fmla="*/ 13704 h 800786"/>
                <a:gd name="connsiteX2431" fmla="*/ 1801236 w 2044700"/>
                <a:gd name="connsiteY2431" fmla="*/ 16949 h 800786"/>
                <a:gd name="connsiteX2432" fmla="*/ 1794744 w 2044700"/>
                <a:gd name="connsiteY2432" fmla="*/ 18572 h 800786"/>
                <a:gd name="connsiteX2433" fmla="*/ 1786628 w 2044700"/>
                <a:gd name="connsiteY2433" fmla="*/ 21818 h 800786"/>
                <a:gd name="connsiteX2434" fmla="*/ 1773643 w 2044700"/>
                <a:gd name="connsiteY2434" fmla="*/ 23441 h 800786"/>
                <a:gd name="connsiteX2435" fmla="*/ 1765528 w 2044700"/>
                <a:gd name="connsiteY2435" fmla="*/ 25064 h 800786"/>
                <a:gd name="connsiteX2436" fmla="*/ 1760659 w 2044700"/>
                <a:gd name="connsiteY2436" fmla="*/ 25064 h 800786"/>
                <a:gd name="connsiteX2437" fmla="*/ 1755789 w 2044700"/>
                <a:gd name="connsiteY2437" fmla="*/ 25064 h 800786"/>
                <a:gd name="connsiteX2438" fmla="*/ 1750920 w 2044700"/>
                <a:gd name="connsiteY2438" fmla="*/ 26686 h 800786"/>
                <a:gd name="connsiteX2439" fmla="*/ 1755789 w 2044700"/>
                <a:gd name="connsiteY2439" fmla="*/ 26686 h 800786"/>
                <a:gd name="connsiteX2440" fmla="*/ 1760659 w 2044700"/>
                <a:gd name="connsiteY2440" fmla="*/ 26686 h 800786"/>
                <a:gd name="connsiteX2441" fmla="*/ 1763905 w 2044700"/>
                <a:gd name="connsiteY2441" fmla="*/ 28309 h 800786"/>
                <a:gd name="connsiteX2442" fmla="*/ 1770397 w 2044700"/>
                <a:gd name="connsiteY2442" fmla="*/ 28309 h 800786"/>
                <a:gd name="connsiteX2443" fmla="*/ 1780136 w 2044700"/>
                <a:gd name="connsiteY2443" fmla="*/ 26686 h 800786"/>
                <a:gd name="connsiteX2444" fmla="*/ 1786628 w 2044700"/>
                <a:gd name="connsiteY2444" fmla="*/ 25064 h 800786"/>
                <a:gd name="connsiteX2445" fmla="*/ 1788251 w 2044700"/>
                <a:gd name="connsiteY2445" fmla="*/ 25064 h 800786"/>
                <a:gd name="connsiteX2446" fmla="*/ 1796367 w 2044700"/>
                <a:gd name="connsiteY2446" fmla="*/ 23441 h 800786"/>
                <a:gd name="connsiteX2447" fmla="*/ 1797990 w 2044700"/>
                <a:gd name="connsiteY2447" fmla="*/ 21818 h 800786"/>
                <a:gd name="connsiteX2448" fmla="*/ 1801236 w 2044700"/>
                <a:gd name="connsiteY2448" fmla="*/ 21818 h 800786"/>
                <a:gd name="connsiteX2449" fmla="*/ 1806105 w 2044700"/>
                <a:gd name="connsiteY2449" fmla="*/ 21818 h 800786"/>
                <a:gd name="connsiteX2450" fmla="*/ 1807728 w 2044700"/>
                <a:gd name="connsiteY2450" fmla="*/ 21818 h 800786"/>
                <a:gd name="connsiteX2451" fmla="*/ 1810975 w 2044700"/>
                <a:gd name="connsiteY2451" fmla="*/ 21818 h 800786"/>
                <a:gd name="connsiteX2452" fmla="*/ 1814221 w 2044700"/>
                <a:gd name="connsiteY2452" fmla="*/ 21818 h 800786"/>
                <a:gd name="connsiteX2453" fmla="*/ 1817467 w 2044700"/>
                <a:gd name="connsiteY2453" fmla="*/ 25064 h 800786"/>
                <a:gd name="connsiteX2454" fmla="*/ 1819090 w 2044700"/>
                <a:gd name="connsiteY2454" fmla="*/ 28309 h 800786"/>
                <a:gd name="connsiteX2455" fmla="*/ 1817467 w 2044700"/>
                <a:gd name="connsiteY2455" fmla="*/ 29932 h 800786"/>
                <a:gd name="connsiteX2456" fmla="*/ 1812598 w 2044700"/>
                <a:gd name="connsiteY2456" fmla="*/ 33178 h 800786"/>
                <a:gd name="connsiteX2457" fmla="*/ 1810975 w 2044700"/>
                <a:gd name="connsiteY2457" fmla="*/ 34801 h 800786"/>
                <a:gd name="connsiteX2458" fmla="*/ 1806105 w 2044700"/>
                <a:gd name="connsiteY2458" fmla="*/ 39669 h 800786"/>
                <a:gd name="connsiteX2459" fmla="*/ 1810975 w 2044700"/>
                <a:gd name="connsiteY2459" fmla="*/ 38046 h 800786"/>
                <a:gd name="connsiteX2460" fmla="*/ 1819090 w 2044700"/>
                <a:gd name="connsiteY2460" fmla="*/ 34801 h 800786"/>
                <a:gd name="connsiteX2461" fmla="*/ 1823959 w 2044700"/>
                <a:gd name="connsiteY2461" fmla="*/ 34801 h 800786"/>
                <a:gd name="connsiteX2462" fmla="*/ 1833698 w 2044700"/>
                <a:gd name="connsiteY2462" fmla="*/ 36423 h 800786"/>
                <a:gd name="connsiteX2463" fmla="*/ 1833698 w 2044700"/>
                <a:gd name="connsiteY2463" fmla="*/ 38046 h 800786"/>
                <a:gd name="connsiteX2464" fmla="*/ 1838567 w 2044700"/>
                <a:gd name="connsiteY2464" fmla="*/ 38046 h 800786"/>
                <a:gd name="connsiteX2465" fmla="*/ 1843437 w 2044700"/>
                <a:gd name="connsiteY2465" fmla="*/ 36423 h 800786"/>
                <a:gd name="connsiteX2466" fmla="*/ 1846683 w 2044700"/>
                <a:gd name="connsiteY2466" fmla="*/ 36423 h 800786"/>
                <a:gd name="connsiteX2467" fmla="*/ 1849929 w 2044700"/>
                <a:gd name="connsiteY2467" fmla="*/ 36423 h 800786"/>
                <a:gd name="connsiteX2468" fmla="*/ 1854798 w 2044700"/>
                <a:gd name="connsiteY2468" fmla="*/ 38046 h 800786"/>
                <a:gd name="connsiteX2469" fmla="*/ 1861291 w 2044700"/>
                <a:gd name="connsiteY2469" fmla="*/ 39669 h 800786"/>
                <a:gd name="connsiteX2470" fmla="*/ 1866160 w 2044700"/>
                <a:gd name="connsiteY2470" fmla="*/ 38046 h 800786"/>
                <a:gd name="connsiteX2471" fmla="*/ 1867783 w 2044700"/>
                <a:gd name="connsiteY2471" fmla="*/ 41292 h 800786"/>
                <a:gd name="connsiteX2472" fmla="*/ 1871029 w 2044700"/>
                <a:gd name="connsiteY2472" fmla="*/ 42915 h 800786"/>
                <a:gd name="connsiteX2473" fmla="*/ 1874275 w 2044700"/>
                <a:gd name="connsiteY2473" fmla="*/ 44538 h 800786"/>
                <a:gd name="connsiteX2474" fmla="*/ 1875898 w 2044700"/>
                <a:gd name="connsiteY2474" fmla="*/ 44538 h 800786"/>
                <a:gd name="connsiteX2475" fmla="*/ 1877522 w 2044700"/>
                <a:gd name="connsiteY2475" fmla="*/ 47783 h 800786"/>
                <a:gd name="connsiteX2476" fmla="*/ 1872652 w 2044700"/>
                <a:gd name="connsiteY2476" fmla="*/ 52652 h 800786"/>
                <a:gd name="connsiteX2477" fmla="*/ 1867783 w 2044700"/>
                <a:gd name="connsiteY2477" fmla="*/ 54275 h 800786"/>
                <a:gd name="connsiteX2478" fmla="*/ 1866160 w 2044700"/>
                <a:gd name="connsiteY2478" fmla="*/ 54275 h 800786"/>
                <a:gd name="connsiteX2479" fmla="*/ 1861291 w 2044700"/>
                <a:gd name="connsiteY2479" fmla="*/ 57521 h 800786"/>
                <a:gd name="connsiteX2480" fmla="*/ 1838567 w 2044700"/>
                <a:gd name="connsiteY2480" fmla="*/ 62389 h 800786"/>
                <a:gd name="connsiteX2481" fmla="*/ 1830452 w 2044700"/>
                <a:gd name="connsiteY2481" fmla="*/ 64012 h 800786"/>
                <a:gd name="connsiteX2482" fmla="*/ 1825583 w 2044700"/>
                <a:gd name="connsiteY2482" fmla="*/ 64012 h 800786"/>
                <a:gd name="connsiteX2483" fmla="*/ 1823959 w 2044700"/>
                <a:gd name="connsiteY2483" fmla="*/ 65635 h 800786"/>
                <a:gd name="connsiteX2484" fmla="*/ 1806105 w 2044700"/>
                <a:gd name="connsiteY2484" fmla="*/ 67258 h 800786"/>
                <a:gd name="connsiteX2485" fmla="*/ 1802859 w 2044700"/>
                <a:gd name="connsiteY2485" fmla="*/ 67258 h 800786"/>
                <a:gd name="connsiteX2486" fmla="*/ 1799613 w 2044700"/>
                <a:gd name="connsiteY2486" fmla="*/ 67258 h 800786"/>
                <a:gd name="connsiteX2487" fmla="*/ 1791498 w 2044700"/>
                <a:gd name="connsiteY2487" fmla="*/ 67258 h 800786"/>
                <a:gd name="connsiteX2488" fmla="*/ 1781759 w 2044700"/>
                <a:gd name="connsiteY2488" fmla="*/ 68880 h 800786"/>
                <a:gd name="connsiteX2489" fmla="*/ 1763905 w 2044700"/>
                <a:gd name="connsiteY2489" fmla="*/ 67258 h 800786"/>
                <a:gd name="connsiteX2490" fmla="*/ 1759036 w 2044700"/>
                <a:gd name="connsiteY2490" fmla="*/ 67258 h 800786"/>
                <a:gd name="connsiteX2491" fmla="*/ 1752543 w 2044700"/>
                <a:gd name="connsiteY2491" fmla="*/ 67258 h 800786"/>
                <a:gd name="connsiteX2492" fmla="*/ 1749297 w 2044700"/>
                <a:gd name="connsiteY2492" fmla="*/ 67258 h 800786"/>
                <a:gd name="connsiteX2493" fmla="*/ 1742805 w 2044700"/>
                <a:gd name="connsiteY2493" fmla="*/ 67258 h 800786"/>
                <a:gd name="connsiteX2494" fmla="*/ 1734689 w 2044700"/>
                <a:gd name="connsiteY2494" fmla="*/ 68880 h 800786"/>
                <a:gd name="connsiteX2495" fmla="*/ 1728197 w 2044700"/>
                <a:gd name="connsiteY2495" fmla="*/ 68880 h 800786"/>
                <a:gd name="connsiteX2496" fmla="*/ 1723328 w 2044700"/>
                <a:gd name="connsiteY2496" fmla="*/ 70503 h 800786"/>
                <a:gd name="connsiteX2497" fmla="*/ 1716835 w 2044700"/>
                <a:gd name="connsiteY2497" fmla="*/ 72126 h 800786"/>
                <a:gd name="connsiteX2498" fmla="*/ 1710343 w 2044700"/>
                <a:gd name="connsiteY2498" fmla="*/ 73749 h 800786"/>
                <a:gd name="connsiteX2499" fmla="*/ 1705474 w 2044700"/>
                <a:gd name="connsiteY2499" fmla="*/ 73749 h 800786"/>
                <a:gd name="connsiteX2500" fmla="*/ 1700604 w 2044700"/>
                <a:gd name="connsiteY2500" fmla="*/ 75372 h 800786"/>
                <a:gd name="connsiteX2501" fmla="*/ 1694112 w 2044700"/>
                <a:gd name="connsiteY2501" fmla="*/ 76995 h 800786"/>
                <a:gd name="connsiteX2502" fmla="*/ 1689243 w 2044700"/>
                <a:gd name="connsiteY2502" fmla="*/ 78618 h 800786"/>
                <a:gd name="connsiteX2503" fmla="*/ 1685996 w 2044700"/>
                <a:gd name="connsiteY2503" fmla="*/ 80240 h 800786"/>
                <a:gd name="connsiteX2504" fmla="*/ 1681127 w 2044700"/>
                <a:gd name="connsiteY2504" fmla="*/ 80240 h 800786"/>
                <a:gd name="connsiteX2505" fmla="*/ 1676258 w 2044700"/>
                <a:gd name="connsiteY2505" fmla="*/ 80240 h 800786"/>
                <a:gd name="connsiteX2506" fmla="*/ 1674635 w 2044700"/>
                <a:gd name="connsiteY2506" fmla="*/ 81863 h 800786"/>
                <a:gd name="connsiteX2507" fmla="*/ 1677881 w 2044700"/>
                <a:gd name="connsiteY2507" fmla="*/ 83486 h 800786"/>
                <a:gd name="connsiteX2508" fmla="*/ 1684373 w 2044700"/>
                <a:gd name="connsiteY2508" fmla="*/ 83486 h 800786"/>
                <a:gd name="connsiteX2509" fmla="*/ 1687620 w 2044700"/>
                <a:gd name="connsiteY2509" fmla="*/ 81863 h 800786"/>
                <a:gd name="connsiteX2510" fmla="*/ 1689243 w 2044700"/>
                <a:gd name="connsiteY2510" fmla="*/ 80240 h 800786"/>
                <a:gd name="connsiteX2511" fmla="*/ 1694112 w 2044700"/>
                <a:gd name="connsiteY2511" fmla="*/ 80240 h 800786"/>
                <a:gd name="connsiteX2512" fmla="*/ 1698981 w 2044700"/>
                <a:gd name="connsiteY2512" fmla="*/ 78618 h 800786"/>
                <a:gd name="connsiteX2513" fmla="*/ 1702227 w 2044700"/>
                <a:gd name="connsiteY2513" fmla="*/ 78618 h 800786"/>
                <a:gd name="connsiteX2514" fmla="*/ 1708720 w 2044700"/>
                <a:gd name="connsiteY2514" fmla="*/ 78618 h 800786"/>
                <a:gd name="connsiteX2515" fmla="*/ 1713589 w 2044700"/>
                <a:gd name="connsiteY2515" fmla="*/ 76995 h 800786"/>
                <a:gd name="connsiteX2516" fmla="*/ 1716835 w 2044700"/>
                <a:gd name="connsiteY2516" fmla="*/ 75372 h 800786"/>
                <a:gd name="connsiteX2517" fmla="*/ 1728197 w 2044700"/>
                <a:gd name="connsiteY2517" fmla="*/ 75372 h 800786"/>
                <a:gd name="connsiteX2518" fmla="*/ 1729820 w 2044700"/>
                <a:gd name="connsiteY2518" fmla="*/ 73749 h 800786"/>
                <a:gd name="connsiteX2519" fmla="*/ 1733066 w 2044700"/>
                <a:gd name="connsiteY2519" fmla="*/ 75372 h 800786"/>
                <a:gd name="connsiteX2520" fmla="*/ 1734689 w 2044700"/>
                <a:gd name="connsiteY2520" fmla="*/ 75372 h 800786"/>
                <a:gd name="connsiteX2521" fmla="*/ 1739559 w 2044700"/>
                <a:gd name="connsiteY2521" fmla="*/ 72126 h 800786"/>
                <a:gd name="connsiteX2522" fmla="*/ 1742805 w 2044700"/>
                <a:gd name="connsiteY2522" fmla="*/ 70503 h 800786"/>
                <a:gd name="connsiteX2523" fmla="*/ 1747674 w 2044700"/>
                <a:gd name="connsiteY2523" fmla="*/ 72126 h 800786"/>
                <a:gd name="connsiteX2524" fmla="*/ 1755789 w 2044700"/>
                <a:gd name="connsiteY2524" fmla="*/ 72126 h 800786"/>
                <a:gd name="connsiteX2525" fmla="*/ 1762282 w 2044700"/>
                <a:gd name="connsiteY2525" fmla="*/ 72126 h 800786"/>
                <a:gd name="connsiteX2526" fmla="*/ 1776890 w 2044700"/>
                <a:gd name="connsiteY2526" fmla="*/ 73749 h 800786"/>
                <a:gd name="connsiteX2527" fmla="*/ 1783382 w 2044700"/>
                <a:gd name="connsiteY2527" fmla="*/ 72126 h 800786"/>
                <a:gd name="connsiteX2528" fmla="*/ 1788251 w 2044700"/>
                <a:gd name="connsiteY2528" fmla="*/ 72126 h 800786"/>
                <a:gd name="connsiteX2529" fmla="*/ 1791498 w 2044700"/>
                <a:gd name="connsiteY2529" fmla="*/ 70503 h 800786"/>
                <a:gd name="connsiteX2530" fmla="*/ 1797990 w 2044700"/>
                <a:gd name="connsiteY2530" fmla="*/ 70503 h 800786"/>
                <a:gd name="connsiteX2531" fmla="*/ 1806105 w 2044700"/>
                <a:gd name="connsiteY2531" fmla="*/ 72126 h 800786"/>
                <a:gd name="connsiteX2532" fmla="*/ 1807728 w 2044700"/>
                <a:gd name="connsiteY2532" fmla="*/ 72126 h 800786"/>
                <a:gd name="connsiteX2533" fmla="*/ 1810975 w 2044700"/>
                <a:gd name="connsiteY2533" fmla="*/ 75372 h 800786"/>
                <a:gd name="connsiteX2534" fmla="*/ 1810975 w 2044700"/>
                <a:gd name="connsiteY2534" fmla="*/ 80240 h 800786"/>
                <a:gd name="connsiteX2535" fmla="*/ 1807728 w 2044700"/>
                <a:gd name="connsiteY2535" fmla="*/ 81863 h 800786"/>
                <a:gd name="connsiteX2536" fmla="*/ 1802859 w 2044700"/>
                <a:gd name="connsiteY2536" fmla="*/ 85109 h 800786"/>
                <a:gd name="connsiteX2537" fmla="*/ 1797990 w 2044700"/>
                <a:gd name="connsiteY2537" fmla="*/ 86732 h 800786"/>
                <a:gd name="connsiteX2538" fmla="*/ 1791498 w 2044700"/>
                <a:gd name="connsiteY2538" fmla="*/ 89978 h 800786"/>
                <a:gd name="connsiteX2539" fmla="*/ 1783382 w 2044700"/>
                <a:gd name="connsiteY2539" fmla="*/ 93223 h 800786"/>
                <a:gd name="connsiteX2540" fmla="*/ 1776890 w 2044700"/>
                <a:gd name="connsiteY2540" fmla="*/ 94846 h 800786"/>
                <a:gd name="connsiteX2541" fmla="*/ 1773643 w 2044700"/>
                <a:gd name="connsiteY2541" fmla="*/ 94846 h 800786"/>
                <a:gd name="connsiteX2542" fmla="*/ 1775267 w 2044700"/>
                <a:gd name="connsiteY2542" fmla="*/ 98092 h 800786"/>
                <a:gd name="connsiteX2543" fmla="*/ 1778513 w 2044700"/>
                <a:gd name="connsiteY2543" fmla="*/ 98092 h 800786"/>
                <a:gd name="connsiteX2544" fmla="*/ 1781759 w 2044700"/>
                <a:gd name="connsiteY2544" fmla="*/ 98092 h 800786"/>
                <a:gd name="connsiteX2545" fmla="*/ 1788251 w 2044700"/>
                <a:gd name="connsiteY2545" fmla="*/ 94846 h 800786"/>
                <a:gd name="connsiteX2546" fmla="*/ 1793121 w 2044700"/>
                <a:gd name="connsiteY2546" fmla="*/ 93223 h 800786"/>
                <a:gd name="connsiteX2547" fmla="*/ 1796367 w 2044700"/>
                <a:gd name="connsiteY2547" fmla="*/ 91600 h 800786"/>
                <a:gd name="connsiteX2548" fmla="*/ 1799613 w 2044700"/>
                <a:gd name="connsiteY2548" fmla="*/ 89978 h 800786"/>
                <a:gd name="connsiteX2549" fmla="*/ 1806105 w 2044700"/>
                <a:gd name="connsiteY2549" fmla="*/ 88355 h 800786"/>
                <a:gd name="connsiteX2550" fmla="*/ 1810975 w 2044700"/>
                <a:gd name="connsiteY2550" fmla="*/ 86732 h 800786"/>
                <a:gd name="connsiteX2551" fmla="*/ 1814221 w 2044700"/>
                <a:gd name="connsiteY2551" fmla="*/ 88355 h 800786"/>
                <a:gd name="connsiteX2552" fmla="*/ 1817467 w 2044700"/>
                <a:gd name="connsiteY2552" fmla="*/ 86732 h 800786"/>
                <a:gd name="connsiteX2553" fmla="*/ 1819090 w 2044700"/>
                <a:gd name="connsiteY2553" fmla="*/ 85109 h 800786"/>
                <a:gd name="connsiteX2554" fmla="*/ 1820713 w 2044700"/>
                <a:gd name="connsiteY2554" fmla="*/ 85109 h 800786"/>
                <a:gd name="connsiteX2555" fmla="*/ 1827206 w 2044700"/>
                <a:gd name="connsiteY2555" fmla="*/ 85109 h 800786"/>
                <a:gd name="connsiteX2556" fmla="*/ 1830452 w 2044700"/>
                <a:gd name="connsiteY2556" fmla="*/ 83486 h 800786"/>
                <a:gd name="connsiteX2557" fmla="*/ 1830452 w 2044700"/>
                <a:gd name="connsiteY2557" fmla="*/ 78618 h 800786"/>
                <a:gd name="connsiteX2558" fmla="*/ 1830452 w 2044700"/>
                <a:gd name="connsiteY2558" fmla="*/ 75372 h 800786"/>
                <a:gd name="connsiteX2559" fmla="*/ 1833698 w 2044700"/>
                <a:gd name="connsiteY2559" fmla="*/ 73749 h 800786"/>
                <a:gd name="connsiteX2560" fmla="*/ 1840190 w 2044700"/>
                <a:gd name="connsiteY2560" fmla="*/ 72126 h 800786"/>
                <a:gd name="connsiteX2561" fmla="*/ 1848306 w 2044700"/>
                <a:gd name="connsiteY2561" fmla="*/ 70503 h 800786"/>
                <a:gd name="connsiteX2562" fmla="*/ 1851552 w 2044700"/>
                <a:gd name="connsiteY2562" fmla="*/ 70503 h 800786"/>
                <a:gd name="connsiteX2563" fmla="*/ 1856421 w 2044700"/>
                <a:gd name="connsiteY2563" fmla="*/ 68880 h 800786"/>
                <a:gd name="connsiteX2564" fmla="*/ 1861291 w 2044700"/>
                <a:gd name="connsiteY2564" fmla="*/ 68880 h 800786"/>
                <a:gd name="connsiteX2565" fmla="*/ 1867783 w 2044700"/>
                <a:gd name="connsiteY2565" fmla="*/ 70503 h 800786"/>
                <a:gd name="connsiteX2566" fmla="*/ 1869406 w 2044700"/>
                <a:gd name="connsiteY2566" fmla="*/ 75372 h 800786"/>
                <a:gd name="connsiteX2567" fmla="*/ 1871029 w 2044700"/>
                <a:gd name="connsiteY2567" fmla="*/ 80240 h 800786"/>
                <a:gd name="connsiteX2568" fmla="*/ 1871029 w 2044700"/>
                <a:gd name="connsiteY2568" fmla="*/ 85109 h 800786"/>
                <a:gd name="connsiteX2569" fmla="*/ 1856421 w 2044700"/>
                <a:gd name="connsiteY2569" fmla="*/ 104583 h 800786"/>
                <a:gd name="connsiteX2570" fmla="*/ 1854798 w 2044700"/>
                <a:gd name="connsiteY2570" fmla="*/ 106206 h 800786"/>
                <a:gd name="connsiteX2571" fmla="*/ 1851552 w 2044700"/>
                <a:gd name="connsiteY2571" fmla="*/ 109452 h 800786"/>
                <a:gd name="connsiteX2572" fmla="*/ 1849929 w 2044700"/>
                <a:gd name="connsiteY2572" fmla="*/ 109452 h 800786"/>
                <a:gd name="connsiteX2573" fmla="*/ 1846683 w 2044700"/>
                <a:gd name="connsiteY2573" fmla="*/ 112697 h 800786"/>
                <a:gd name="connsiteX2574" fmla="*/ 1845060 w 2044700"/>
                <a:gd name="connsiteY2574" fmla="*/ 114320 h 800786"/>
                <a:gd name="connsiteX2575" fmla="*/ 1836944 w 2044700"/>
                <a:gd name="connsiteY2575" fmla="*/ 119189 h 800786"/>
                <a:gd name="connsiteX2576" fmla="*/ 1835321 w 2044700"/>
                <a:gd name="connsiteY2576" fmla="*/ 122435 h 800786"/>
                <a:gd name="connsiteX2577" fmla="*/ 1835321 w 2044700"/>
                <a:gd name="connsiteY2577" fmla="*/ 124057 h 800786"/>
                <a:gd name="connsiteX2578" fmla="*/ 1835321 w 2044700"/>
                <a:gd name="connsiteY2578" fmla="*/ 125680 h 800786"/>
                <a:gd name="connsiteX2579" fmla="*/ 1832075 w 2044700"/>
                <a:gd name="connsiteY2579" fmla="*/ 128926 h 800786"/>
                <a:gd name="connsiteX2580" fmla="*/ 1836944 w 2044700"/>
                <a:gd name="connsiteY2580" fmla="*/ 127303 h 800786"/>
                <a:gd name="connsiteX2581" fmla="*/ 1838567 w 2044700"/>
                <a:gd name="connsiteY2581" fmla="*/ 124057 h 800786"/>
                <a:gd name="connsiteX2582" fmla="*/ 1840190 w 2044700"/>
                <a:gd name="connsiteY2582" fmla="*/ 120812 h 800786"/>
                <a:gd name="connsiteX2583" fmla="*/ 1843437 w 2044700"/>
                <a:gd name="connsiteY2583" fmla="*/ 119189 h 800786"/>
                <a:gd name="connsiteX2584" fmla="*/ 1853175 w 2044700"/>
                <a:gd name="connsiteY2584" fmla="*/ 114320 h 800786"/>
                <a:gd name="connsiteX2585" fmla="*/ 1858044 w 2044700"/>
                <a:gd name="connsiteY2585" fmla="*/ 111075 h 800786"/>
                <a:gd name="connsiteX2586" fmla="*/ 1864537 w 2044700"/>
                <a:gd name="connsiteY2586" fmla="*/ 107829 h 800786"/>
                <a:gd name="connsiteX2587" fmla="*/ 1866160 w 2044700"/>
                <a:gd name="connsiteY2587" fmla="*/ 106206 h 800786"/>
                <a:gd name="connsiteX2588" fmla="*/ 1869406 w 2044700"/>
                <a:gd name="connsiteY2588" fmla="*/ 104583 h 800786"/>
                <a:gd name="connsiteX2589" fmla="*/ 1872652 w 2044700"/>
                <a:gd name="connsiteY2589" fmla="*/ 102960 h 800786"/>
                <a:gd name="connsiteX2590" fmla="*/ 1885637 w 2044700"/>
                <a:gd name="connsiteY2590" fmla="*/ 94846 h 800786"/>
                <a:gd name="connsiteX2591" fmla="*/ 1888883 w 2044700"/>
                <a:gd name="connsiteY2591" fmla="*/ 93223 h 800786"/>
                <a:gd name="connsiteX2592" fmla="*/ 1890506 w 2044700"/>
                <a:gd name="connsiteY2592" fmla="*/ 89978 h 800786"/>
                <a:gd name="connsiteX2593" fmla="*/ 1893752 w 2044700"/>
                <a:gd name="connsiteY2593" fmla="*/ 89978 h 800786"/>
                <a:gd name="connsiteX2594" fmla="*/ 1895376 w 2044700"/>
                <a:gd name="connsiteY2594" fmla="*/ 88355 h 800786"/>
                <a:gd name="connsiteX2595" fmla="*/ 1900245 w 2044700"/>
                <a:gd name="connsiteY2595" fmla="*/ 88355 h 800786"/>
                <a:gd name="connsiteX2596" fmla="*/ 1903491 w 2044700"/>
                <a:gd name="connsiteY2596" fmla="*/ 88355 h 800786"/>
                <a:gd name="connsiteX2597" fmla="*/ 1903491 w 2044700"/>
                <a:gd name="connsiteY2597" fmla="*/ 89978 h 800786"/>
                <a:gd name="connsiteX2598" fmla="*/ 1901868 w 2044700"/>
                <a:gd name="connsiteY2598" fmla="*/ 94846 h 800786"/>
                <a:gd name="connsiteX2599" fmla="*/ 1901868 w 2044700"/>
                <a:gd name="connsiteY2599" fmla="*/ 96469 h 800786"/>
                <a:gd name="connsiteX2600" fmla="*/ 1905114 w 2044700"/>
                <a:gd name="connsiteY2600" fmla="*/ 94846 h 800786"/>
                <a:gd name="connsiteX2601" fmla="*/ 1908360 w 2044700"/>
                <a:gd name="connsiteY2601" fmla="*/ 93223 h 800786"/>
                <a:gd name="connsiteX2602" fmla="*/ 1909983 w 2044700"/>
                <a:gd name="connsiteY2602" fmla="*/ 91600 h 800786"/>
                <a:gd name="connsiteX2603" fmla="*/ 1913230 w 2044700"/>
                <a:gd name="connsiteY2603" fmla="*/ 91600 h 800786"/>
                <a:gd name="connsiteX2604" fmla="*/ 1924591 w 2044700"/>
                <a:gd name="connsiteY2604" fmla="*/ 91600 h 800786"/>
                <a:gd name="connsiteX2605" fmla="*/ 1927837 w 2044700"/>
                <a:gd name="connsiteY2605" fmla="*/ 93223 h 800786"/>
                <a:gd name="connsiteX2606" fmla="*/ 1931084 w 2044700"/>
                <a:gd name="connsiteY2606" fmla="*/ 94846 h 800786"/>
                <a:gd name="connsiteX2607" fmla="*/ 1934330 w 2044700"/>
                <a:gd name="connsiteY2607" fmla="*/ 94846 h 800786"/>
                <a:gd name="connsiteX2608" fmla="*/ 1937576 w 2044700"/>
                <a:gd name="connsiteY2608" fmla="*/ 94846 h 800786"/>
                <a:gd name="connsiteX2609" fmla="*/ 1940822 w 2044700"/>
                <a:gd name="connsiteY2609" fmla="*/ 93223 h 800786"/>
                <a:gd name="connsiteX2610" fmla="*/ 1944068 w 2044700"/>
                <a:gd name="connsiteY2610" fmla="*/ 89978 h 800786"/>
                <a:gd name="connsiteX2611" fmla="*/ 1947315 w 2044700"/>
                <a:gd name="connsiteY2611" fmla="*/ 86732 h 800786"/>
                <a:gd name="connsiteX2612" fmla="*/ 1950561 w 2044700"/>
                <a:gd name="connsiteY2612" fmla="*/ 83486 h 800786"/>
                <a:gd name="connsiteX2613" fmla="*/ 1961922 w 2044700"/>
                <a:gd name="connsiteY2613" fmla="*/ 76995 h 800786"/>
                <a:gd name="connsiteX2614" fmla="*/ 1965169 w 2044700"/>
                <a:gd name="connsiteY2614" fmla="*/ 75372 h 800786"/>
                <a:gd name="connsiteX2615" fmla="*/ 1968415 w 2044700"/>
                <a:gd name="connsiteY2615" fmla="*/ 73749 h 800786"/>
                <a:gd name="connsiteX2616" fmla="*/ 1973284 w 2044700"/>
                <a:gd name="connsiteY2616" fmla="*/ 73749 h 800786"/>
                <a:gd name="connsiteX2617" fmla="*/ 1987892 w 2044700"/>
                <a:gd name="connsiteY2617" fmla="*/ 75372 h 800786"/>
                <a:gd name="connsiteX2618" fmla="*/ 1992761 w 2044700"/>
                <a:gd name="connsiteY2618" fmla="*/ 73749 h 800786"/>
                <a:gd name="connsiteX2619" fmla="*/ 1997630 w 2044700"/>
                <a:gd name="connsiteY2619" fmla="*/ 73749 h 800786"/>
                <a:gd name="connsiteX2620" fmla="*/ 2000877 w 2044700"/>
                <a:gd name="connsiteY2620" fmla="*/ 73749 h 800786"/>
                <a:gd name="connsiteX2621" fmla="*/ 2017108 w 2044700"/>
                <a:gd name="connsiteY2621" fmla="*/ 78618 h 800786"/>
                <a:gd name="connsiteX2622" fmla="*/ 2021977 w 2044700"/>
                <a:gd name="connsiteY2622" fmla="*/ 80240 h 800786"/>
                <a:gd name="connsiteX2623" fmla="*/ 2026846 w 2044700"/>
                <a:gd name="connsiteY2623" fmla="*/ 80240 h 800786"/>
                <a:gd name="connsiteX2624" fmla="*/ 2033339 w 2044700"/>
                <a:gd name="connsiteY2624" fmla="*/ 80240 h 800786"/>
                <a:gd name="connsiteX2625" fmla="*/ 2038208 w 2044700"/>
                <a:gd name="connsiteY2625" fmla="*/ 83486 h 800786"/>
                <a:gd name="connsiteX2626" fmla="*/ 2041454 w 2044700"/>
                <a:gd name="connsiteY2626" fmla="*/ 86732 h 800786"/>
                <a:gd name="connsiteX2627" fmla="*/ 2044700 w 2044700"/>
                <a:gd name="connsiteY2627" fmla="*/ 88355 h 800786"/>
                <a:gd name="connsiteX2628" fmla="*/ 2043077 w 2044700"/>
                <a:gd name="connsiteY2628" fmla="*/ 91600 h 800786"/>
                <a:gd name="connsiteX2629" fmla="*/ 2028469 w 2044700"/>
                <a:gd name="connsiteY2629" fmla="*/ 104583 h 800786"/>
                <a:gd name="connsiteX2630" fmla="*/ 2025223 w 2044700"/>
                <a:gd name="connsiteY2630" fmla="*/ 106206 h 800786"/>
                <a:gd name="connsiteX2631" fmla="*/ 2017108 w 2044700"/>
                <a:gd name="connsiteY2631" fmla="*/ 109452 h 800786"/>
                <a:gd name="connsiteX2632" fmla="*/ 2013861 w 2044700"/>
                <a:gd name="connsiteY2632" fmla="*/ 109452 h 800786"/>
                <a:gd name="connsiteX2633" fmla="*/ 2010615 w 2044700"/>
                <a:gd name="connsiteY2633" fmla="*/ 111075 h 800786"/>
                <a:gd name="connsiteX2634" fmla="*/ 2005746 w 2044700"/>
                <a:gd name="connsiteY2634" fmla="*/ 109452 h 800786"/>
                <a:gd name="connsiteX2635" fmla="*/ 2002500 w 2044700"/>
                <a:gd name="connsiteY2635" fmla="*/ 109452 h 800786"/>
                <a:gd name="connsiteX2636" fmla="*/ 1999254 w 2044700"/>
                <a:gd name="connsiteY2636" fmla="*/ 111075 h 800786"/>
                <a:gd name="connsiteX2637" fmla="*/ 1999254 w 2044700"/>
                <a:gd name="connsiteY2637" fmla="*/ 112697 h 800786"/>
                <a:gd name="connsiteX2638" fmla="*/ 2000877 w 2044700"/>
                <a:gd name="connsiteY2638" fmla="*/ 115943 h 800786"/>
                <a:gd name="connsiteX2639" fmla="*/ 2000877 w 2044700"/>
                <a:gd name="connsiteY2639" fmla="*/ 119189 h 800786"/>
                <a:gd name="connsiteX2640" fmla="*/ 1994384 w 2044700"/>
                <a:gd name="connsiteY2640" fmla="*/ 122435 h 800786"/>
                <a:gd name="connsiteX2641" fmla="*/ 1989515 w 2044700"/>
                <a:gd name="connsiteY2641" fmla="*/ 122435 h 800786"/>
                <a:gd name="connsiteX2642" fmla="*/ 1986269 w 2044700"/>
                <a:gd name="connsiteY2642" fmla="*/ 122435 h 800786"/>
                <a:gd name="connsiteX2643" fmla="*/ 1981400 w 2044700"/>
                <a:gd name="connsiteY2643" fmla="*/ 124057 h 800786"/>
                <a:gd name="connsiteX2644" fmla="*/ 1978153 w 2044700"/>
                <a:gd name="connsiteY2644" fmla="*/ 124057 h 800786"/>
                <a:gd name="connsiteX2645" fmla="*/ 1974907 w 2044700"/>
                <a:gd name="connsiteY2645" fmla="*/ 127303 h 800786"/>
                <a:gd name="connsiteX2646" fmla="*/ 1970038 w 2044700"/>
                <a:gd name="connsiteY2646" fmla="*/ 127303 h 800786"/>
                <a:gd name="connsiteX2647" fmla="*/ 1966792 w 2044700"/>
                <a:gd name="connsiteY2647" fmla="*/ 127303 h 800786"/>
                <a:gd name="connsiteX2648" fmla="*/ 1953807 w 2044700"/>
                <a:gd name="connsiteY2648" fmla="*/ 125680 h 800786"/>
                <a:gd name="connsiteX2649" fmla="*/ 1948938 w 2044700"/>
                <a:gd name="connsiteY2649" fmla="*/ 127303 h 800786"/>
                <a:gd name="connsiteX2650" fmla="*/ 1945691 w 2044700"/>
                <a:gd name="connsiteY2650" fmla="*/ 127303 h 800786"/>
                <a:gd name="connsiteX2651" fmla="*/ 1944068 w 2044700"/>
                <a:gd name="connsiteY2651" fmla="*/ 125680 h 800786"/>
                <a:gd name="connsiteX2652" fmla="*/ 1940822 w 2044700"/>
                <a:gd name="connsiteY2652" fmla="*/ 127303 h 800786"/>
                <a:gd name="connsiteX2653" fmla="*/ 1934330 w 2044700"/>
                <a:gd name="connsiteY2653" fmla="*/ 130549 h 800786"/>
                <a:gd name="connsiteX2654" fmla="*/ 1935953 w 2044700"/>
                <a:gd name="connsiteY2654" fmla="*/ 132172 h 800786"/>
                <a:gd name="connsiteX2655" fmla="*/ 1942445 w 2044700"/>
                <a:gd name="connsiteY2655" fmla="*/ 132172 h 800786"/>
                <a:gd name="connsiteX2656" fmla="*/ 1944068 w 2044700"/>
                <a:gd name="connsiteY2656" fmla="*/ 130549 h 800786"/>
                <a:gd name="connsiteX2657" fmla="*/ 1947315 w 2044700"/>
                <a:gd name="connsiteY2657" fmla="*/ 128926 h 800786"/>
                <a:gd name="connsiteX2658" fmla="*/ 1948938 w 2044700"/>
                <a:gd name="connsiteY2658" fmla="*/ 128926 h 800786"/>
                <a:gd name="connsiteX2659" fmla="*/ 1955430 w 2044700"/>
                <a:gd name="connsiteY2659" fmla="*/ 130549 h 800786"/>
                <a:gd name="connsiteX2660" fmla="*/ 1958676 w 2044700"/>
                <a:gd name="connsiteY2660" fmla="*/ 130549 h 800786"/>
                <a:gd name="connsiteX2661" fmla="*/ 1960299 w 2044700"/>
                <a:gd name="connsiteY2661" fmla="*/ 132172 h 800786"/>
                <a:gd name="connsiteX2662" fmla="*/ 1968415 w 2044700"/>
                <a:gd name="connsiteY2662" fmla="*/ 132172 h 800786"/>
                <a:gd name="connsiteX2663" fmla="*/ 1970038 w 2044700"/>
                <a:gd name="connsiteY2663" fmla="*/ 132172 h 800786"/>
                <a:gd name="connsiteX2664" fmla="*/ 1973284 w 2044700"/>
                <a:gd name="connsiteY2664" fmla="*/ 133794 h 800786"/>
                <a:gd name="connsiteX2665" fmla="*/ 1970038 w 2044700"/>
                <a:gd name="connsiteY2665" fmla="*/ 138663 h 800786"/>
                <a:gd name="connsiteX2666" fmla="*/ 1965169 w 2044700"/>
                <a:gd name="connsiteY2666" fmla="*/ 141909 h 800786"/>
                <a:gd name="connsiteX2667" fmla="*/ 1961922 w 2044700"/>
                <a:gd name="connsiteY2667" fmla="*/ 143532 h 800786"/>
                <a:gd name="connsiteX2668" fmla="*/ 1948938 w 2044700"/>
                <a:gd name="connsiteY2668" fmla="*/ 148400 h 800786"/>
                <a:gd name="connsiteX2669" fmla="*/ 1944068 w 2044700"/>
                <a:gd name="connsiteY2669" fmla="*/ 148400 h 800786"/>
                <a:gd name="connsiteX2670" fmla="*/ 1939199 w 2044700"/>
                <a:gd name="connsiteY2670" fmla="*/ 148400 h 800786"/>
                <a:gd name="connsiteX2671" fmla="*/ 1935953 w 2044700"/>
                <a:gd name="connsiteY2671" fmla="*/ 148400 h 800786"/>
                <a:gd name="connsiteX2672" fmla="*/ 1931084 w 2044700"/>
                <a:gd name="connsiteY2672" fmla="*/ 146777 h 800786"/>
                <a:gd name="connsiteX2673" fmla="*/ 1924591 w 2044700"/>
                <a:gd name="connsiteY2673" fmla="*/ 146777 h 800786"/>
                <a:gd name="connsiteX2674" fmla="*/ 1921345 w 2044700"/>
                <a:gd name="connsiteY2674" fmla="*/ 146777 h 800786"/>
                <a:gd name="connsiteX2675" fmla="*/ 1918099 w 2044700"/>
                <a:gd name="connsiteY2675" fmla="*/ 146777 h 800786"/>
                <a:gd name="connsiteX2676" fmla="*/ 1916476 w 2044700"/>
                <a:gd name="connsiteY2676" fmla="*/ 146777 h 800786"/>
                <a:gd name="connsiteX2677" fmla="*/ 1913230 w 2044700"/>
                <a:gd name="connsiteY2677" fmla="*/ 146777 h 800786"/>
                <a:gd name="connsiteX2678" fmla="*/ 1911606 w 2044700"/>
                <a:gd name="connsiteY2678" fmla="*/ 146777 h 800786"/>
                <a:gd name="connsiteX2679" fmla="*/ 1908360 w 2044700"/>
                <a:gd name="connsiteY2679" fmla="*/ 146777 h 800786"/>
                <a:gd name="connsiteX2680" fmla="*/ 1906737 w 2044700"/>
                <a:gd name="connsiteY2680" fmla="*/ 146777 h 800786"/>
                <a:gd name="connsiteX2681" fmla="*/ 1900245 w 2044700"/>
                <a:gd name="connsiteY2681" fmla="*/ 151646 h 800786"/>
                <a:gd name="connsiteX2682" fmla="*/ 1898622 w 2044700"/>
                <a:gd name="connsiteY2682" fmla="*/ 153269 h 800786"/>
                <a:gd name="connsiteX2683" fmla="*/ 1893752 w 2044700"/>
                <a:gd name="connsiteY2683" fmla="*/ 156514 h 800786"/>
                <a:gd name="connsiteX2684" fmla="*/ 1893752 w 2044700"/>
                <a:gd name="connsiteY2684" fmla="*/ 159760 h 800786"/>
                <a:gd name="connsiteX2685" fmla="*/ 1896999 w 2044700"/>
                <a:gd name="connsiteY2685" fmla="*/ 163006 h 800786"/>
                <a:gd name="connsiteX2686" fmla="*/ 1900245 w 2044700"/>
                <a:gd name="connsiteY2686" fmla="*/ 163006 h 800786"/>
                <a:gd name="connsiteX2687" fmla="*/ 1900245 w 2044700"/>
                <a:gd name="connsiteY2687" fmla="*/ 159760 h 800786"/>
                <a:gd name="connsiteX2688" fmla="*/ 1903491 w 2044700"/>
                <a:gd name="connsiteY2688" fmla="*/ 156514 h 800786"/>
                <a:gd name="connsiteX2689" fmla="*/ 1905114 w 2044700"/>
                <a:gd name="connsiteY2689" fmla="*/ 154892 h 800786"/>
                <a:gd name="connsiteX2690" fmla="*/ 1905114 w 2044700"/>
                <a:gd name="connsiteY2690" fmla="*/ 151646 h 800786"/>
                <a:gd name="connsiteX2691" fmla="*/ 1905114 w 2044700"/>
                <a:gd name="connsiteY2691" fmla="*/ 150023 h 800786"/>
                <a:gd name="connsiteX2692" fmla="*/ 1908360 w 2044700"/>
                <a:gd name="connsiteY2692" fmla="*/ 148400 h 800786"/>
                <a:gd name="connsiteX2693" fmla="*/ 1913230 w 2044700"/>
                <a:gd name="connsiteY2693" fmla="*/ 146777 h 800786"/>
                <a:gd name="connsiteX2694" fmla="*/ 1916476 w 2044700"/>
                <a:gd name="connsiteY2694" fmla="*/ 148400 h 800786"/>
                <a:gd name="connsiteX2695" fmla="*/ 1918099 w 2044700"/>
                <a:gd name="connsiteY2695" fmla="*/ 150023 h 800786"/>
                <a:gd name="connsiteX2696" fmla="*/ 1919722 w 2044700"/>
                <a:gd name="connsiteY2696" fmla="*/ 151646 h 800786"/>
                <a:gd name="connsiteX2697" fmla="*/ 1922968 w 2044700"/>
                <a:gd name="connsiteY2697" fmla="*/ 150023 h 800786"/>
                <a:gd name="connsiteX2698" fmla="*/ 1926214 w 2044700"/>
                <a:gd name="connsiteY2698" fmla="*/ 150023 h 800786"/>
                <a:gd name="connsiteX2699" fmla="*/ 1929461 w 2044700"/>
                <a:gd name="connsiteY2699" fmla="*/ 150023 h 800786"/>
                <a:gd name="connsiteX2700" fmla="*/ 1931084 w 2044700"/>
                <a:gd name="connsiteY2700" fmla="*/ 151646 h 800786"/>
                <a:gd name="connsiteX2701" fmla="*/ 1934330 w 2044700"/>
                <a:gd name="connsiteY2701" fmla="*/ 150023 h 800786"/>
                <a:gd name="connsiteX2702" fmla="*/ 1939199 w 2044700"/>
                <a:gd name="connsiteY2702" fmla="*/ 150023 h 800786"/>
                <a:gd name="connsiteX2703" fmla="*/ 1940822 w 2044700"/>
                <a:gd name="connsiteY2703" fmla="*/ 150023 h 800786"/>
                <a:gd name="connsiteX2704" fmla="*/ 1942445 w 2044700"/>
                <a:gd name="connsiteY2704" fmla="*/ 150023 h 800786"/>
                <a:gd name="connsiteX2705" fmla="*/ 1945691 w 2044700"/>
                <a:gd name="connsiteY2705" fmla="*/ 151646 h 800786"/>
                <a:gd name="connsiteX2706" fmla="*/ 1947315 w 2044700"/>
                <a:gd name="connsiteY2706" fmla="*/ 151646 h 800786"/>
                <a:gd name="connsiteX2707" fmla="*/ 1948938 w 2044700"/>
                <a:gd name="connsiteY2707" fmla="*/ 153269 h 800786"/>
                <a:gd name="connsiteX2708" fmla="*/ 1947315 w 2044700"/>
                <a:gd name="connsiteY2708" fmla="*/ 158137 h 800786"/>
                <a:gd name="connsiteX2709" fmla="*/ 1942445 w 2044700"/>
                <a:gd name="connsiteY2709" fmla="*/ 161383 h 800786"/>
                <a:gd name="connsiteX2710" fmla="*/ 1939199 w 2044700"/>
                <a:gd name="connsiteY2710" fmla="*/ 163006 h 800786"/>
                <a:gd name="connsiteX2711" fmla="*/ 1934330 w 2044700"/>
                <a:gd name="connsiteY2711" fmla="*/ 167874 h 800786"/>
                <a:gd name="connsiteX2712" fmla="*/ 1931084 w 2044700"/>
                <a:gd name="connsiteY2712" fmla="*/ 167874 h 800786"/>
                <a:gd name="connsiteX2713" fmla="*/ 1926214 w 2044700"/>
                <a:gd name="connsiteY2713" fmla="*/ 167874 h 800786"/>
                <a:gd name="connsiteX2714" fmla="*/ 1922968 w 2044700"/>
                <a:gd name="connsiteY2714" fmla="*/ 166252 h 800786"/>
                <a:gd name="connsiteX2715" fmla="*/ 1919722 w 2044700"/>
                <a:gd name="connsiteY2715" fmla="*/ 164629 h 800786"/>
                <a:gd name="connsiteX2716" fmla="*/ 1914853 w 2044700"/>
                <a:gd name="connsiteY2716" fmla="*/ 166252 h 800786"/>
                <a:gd name="connsiteX2717" fmla="*/ 1913230 w 2044700"/>
                <a:gd name="connsiteY2717" fmla="*/ 171120 h 800786"/>
                <a:gd name="connsiteX2718" fmla="*/ 1911606 w 2044700"/>
                <a:gd name="connsiteY2718" fmla="*/ 172743 h 800786"/>
                <a:gd name="connsiteX2719" fmla="*/ 1911606 w 2044700"/>
                <a:gd name="connsiteY2719" fmla="*/ 179234 h 800786"/>
                <a:gd name="connsiteX2720" fmla="*/ 1913230 w 2044700"/>
                <a:gd name="connsiteY2720" fmla="*/ 180857 h 800786"/>
                <a:gd name="connsiteX2721" fmla="*/ 1919722 w 2044700"/>
                <a:gd name="connsiteY2721" fmla="*/ 182480 h 800786"/>
                <a:gd name="connsiteX2722" fmla="*/ 1921345 w 2044700"/>
                <a:gd name="connsiteY2722" fmla="*/ 185726 h 800786"/>
                <a:gd name="connsiteX2723" fmla="*/ 1918099 w 2044700"/>
                <a:gd name="connsiteY2723" fmla="*/ 187349 h 800786"/>
                <a:gd name="connsiteX2724" fmla="*/ 1913230 w 2044700"/>
                <a:gd name="connsiteY2724" fmla="*/ 188971 h 800786"/>
                <a:gd name="connsiteX2725" fmla="*/ 1909983 w 2044700"/>
                <a:gd name="connsiteY2725" fmla="*/ 192217 h 800786"/>
                <a:gd name="connsiteX2726" fmla="*/ 1905114 w 2044700"/>
                <a:gd name="connsiteY2726" fmla="*/ 195463 h 800786"/>
                <a:gd name="connsiteX2727" fmla="*/ 1906737 w 2044700"/>
                <a:gd name="connsiteY2727" fmla="*/ 197086 h 800786"/>
                <a:gd name="connsiteX2728" fmla="*/ 1903491 w 2044700"/>
                <a:gd name="connsiteY2728" fmla="*/ 200331 h 800786"/>
                <a:gd name="connsiteX2729" fmla="*/ 1900245 w 2044700"/>
                <a:gd name="connsiteY2729" fmla="*/ 200331 h 800786"/>
                <a:gd name="connsiteX2730" fmla="*/ 1893752 w 2044700"/>
                <a:gd name="connsiteY2730" fmla="*/ 201954 h 800786"/>
                <a:gd name="connsiteX2731" fmla="*/ 1892129 w 2044700"/>
                <a:gd name="connsiteY2731" fmla="*/ 201954 h 800786"/>
                <a:gd name="connsiteX2732" fmla="*/ 1888883 w 2044700"/>
                <a:gd name="connsiteY2732" fmla="*/ 203577 h 800786"/>
                <a:gd name="connsiteX2733" fmla="*/ 1885637 w 2044700"/>
                <a:gd name="connsiteY2733" fmla="*/ 206823 h 800786"/>
                <a:gd name="connsiteX2734" fmla="*/ 1885637 w 2044700"/>
                <a:gd name="connsiteY2734" fmla="*/ 210068 h 800786"/>
                <a:gd name="connsiteX2735" fmla="*/ 1885637 w 2044700"/>
                <a:gd name="connsiteY2735" fmla="*/ 213314 h 800786"/>
                <a:gd name="connsiteX2736" fmla="*/ 1885637 w 2044700"/>
                <a:gd name="connsiteY2736" fmla="*/ 216560 h 800786"/>
                <a:gd name="connsiteX2737" fmla="*/ 1882391 w 2044700"/>
                <a:gd name="connsiteY2737" fmla="*/ 218183 h 800786"/>
                <a:gd name="connsiteX2738" fmla="*/ 1879145 w 2044700"/>
                <a:gd name="connsiteY2738" fmla="*/ 226297 h 800786"/>
                <a:gd name="connsiteX2739" fmla="*/ 1880768 w 2044700"/>
                <a:gd name="connsiteY2739" fmla="*/ 227920 h 800786"/>
                <a:gd name="connsiteX2740" fmla="*/ 1879145 w 2044700"/>
                <a:gd name="connsiteY2740" fmla="*/ 231166 h 800786"/>
                <a:gd name="connsiteX2741" fmla="*/ 1877522 w 2044700"/>
                <a:gd name="connsiteY2741" fmla="*/ 234411 h 800786"/>
                <a:gd name="connsiteX2742" fmla="*/ 1874275 w 2044700"/>
                <a:gd name="connsiteY2742" fmla="*/ 237657 h 800786"/>
                <a:gd name="connsiteX2743" fmla="*/ 1872652 w 2044700"/>
                <a:gd name="connsiteY2743" fmla="*/ 239280 h 800786"/>
                <a:gd name="connsiteX2744" fmla="*/ 1872652 w 2044700"/>
                <a:gd name="connsiteY2744" fmla="*/ 244148 h 800786"/>
                <a:gd name="connsiteX2745" fmla="*/ 1872652 w 2044700"/>
                <a:gd name="connsiteY2745" fmla="*/ 245771 h 800786"/>
                <a:gd name="connsiteX2746" fmla="*/ 1874275 w 2044700"/>
                <a:gd name="connsiteY2746" fmla="*/ 247394 h 800786"/>
                <a:gd name="connsiteX2747" fmla="*/ 1879145 w 2044700"/>
                <a:gd name="connsiteY2747" fmla="*/ 242525 h 800786"/>
                <a:gd name="connsiteX2748" fmla="*/ 1880768 w 2044700"/>
                <a:gd name="connsiteY2748" fmla="*/ 239280 h 800786"/>
                <a:gd name="connsiteX2749" fmla="*/ 1884014 w 2044700"/>
                <a:gd name="connsiteY2749" fmla="*/ 236034 h 800786"/>
                <a:gd name="connsiteX2750" fmla="*/ 1887260 w 2044700"/>
                <a:gd name="connsiteY2750" fmla="*/ 236034 h 800786"/>
                <a:gd name="connsiteX2751" fmla="*/ 1888883 w 2044700"/>
                <a:gd name="connsiteY2751" fmla="*/ 236034 h 800786"/>
                <a:gd name="connsiteX2752" fmla="*/ 1893752 w 2044700"/>
                <a:gd name="connsiteY2752" fmla="*/ 236034 h 800786"/>
                <a:gd name="connsiteX2753" fmla="*/ 1898622 w 2044700"/>
                <a:gd name="connsiteY2753" fmla="*/ 237657 h 800786"/>
                <a:gd name="connsiteX2754" fmla="*/ 1900245 w 2044700"/>
                <a:gd name="connsiteY2754" fmla="*/ 239280 h 800786"/>
                <a:gd name="connsiteX2755" fmla="*/ 1903491 w 2044700"/>
                <a:gd name="connsiteY2755" fmla="*/ 239280 h 800786"/>
                <a:gd name="connsiteX2756" fmla="*/ 1908360 w 2044700"/>
                <a:gd name="connsiteY2756" fmla="*/ 239280 h 800786"/>
                <a:gd name="connsiteX2757" fmla="*/ 1911606 w 2044700"/>
                <a:gd name="connsiteY2757" fmla="*/ 239280 h 800786"/>
                <a:gd name="connsiteX2758" fmla="*/ 1913230 w 2044700"/>
                <a:gd name="connsiteY2758" fmla="*/ 240903 h 800786"/>
                <a:gd name="connsiteX2759" fmla="*/ 1914853 w 2044700"/>
                <a:gd name="connsiteY2759" fmla="*/ 242525 h 800786"/>
                <a:gd name="connsiteX2760" fmla="*/ 1918099 w 2044700"/>
                <a:gd name="connsiteY2760" fmla="*/ 242525 h 800786"/>
                <a:gd name="connsiteX2761" fmla="*/ 1921345 w 2044700"/>
                <a:gd name="connsiteY2761" fmla="*/ 244148 h 800786"/>
                <a:gd name="connsiteX2762" fmla="*/ 1924591 w 2044700"/>
                <a:gd name="connsiteY2762" fmla="*/ 247394 h 800786"/>
                <a:gd name="connsiteX2763" fmla="*/ 1924591 w 2044700"/>
                <a:gd name="connsiteY2763" fmla="*/ 249017 h 800786"/>
                <a:gd name="connsiteX2764" fmla="*/ 1921345 w 2044700"/>
                <a:gd name="connsiteY2764" fmla="*/ 250640 h 800786"/>
                <a:gd name="connsiteX2765" fmla="*/ 1918099 w 2044700"/>
                <a:gd name="connsiteY2765" fmla="*/ 250640 h 800786"/>
                <a:gd name="connsiteX2766" fmla="*/ 1916476 w 2044700"/>
                <a:gd name="connsiteY2766" fmla="*/ 250640 h 800786"/>
                <a:gd name="connsiteX2767" fmla="*/ 1913230 w 2044700"/>
                <a:gd name="connsiteY2767" fmla="*/ 250640 h 800786"/>
                <a:gd name="connsiteX2768" fmla="*/ 1909983 w 2044700"/>
                <a:gd name="connsiteY2768" fmla="*/ 249017 h 800786"/>
                <a:gd name="connsiteX2769" fmla="*/ 1906737 w 2044700"/>
                <a:gd name="connsiteY2769" fmla="*/ 247394 h 800786"/>
                <a:gd name="connsiteX2770" fmla="*/ 1903491 w 2044700"/>
                <a:gd name="connsiteY2770" fmla="*/ 245771 h 800786"/>
                <a:gd name="connsiteX2771" fmla="*/ 1900245 w 2044700"/>
                <a:gd name="connsiteY2771" fmla="*/ 244148 h 800786"/>
                <a:gd name="connsiteX2772" fmla="*/ 1896999 w 2044700"/>
                <a:gd name="connsiteY2772" fmla="*/ 245771 h 800786"/>
                <a:gd name="connsiteX2773" fmla="*/ 1895376 w 2044700"/>
                <a:gd name="connsiteY2773" fmla="*/ 245771 h 800786"/>
                <a:gd name="connsiteX2774" fmla="*/ 1895376 w 2044700"/>
                <a:gd name="connsiteY2774" fmla="*/ 249017 h 800786"/>
                <a:gd name="connsiteX2775" fmla="*/ 1896999 w 2044700"/>
                <a:gd name="connsiteY2775" fmla="*/ 250640 h 800786"/>
                <a:gd name="connsiteX2776" fmla="*/ 1898622 w 2044700"/>
                <a:gd name="connsiteY2776" fmla="*/ 252263 h 800786"/>
                <a:gd name="connsiteX2777" fmla="*/ 1900245 w 2044700"/>
                <a:gd name="connsiteY2777" fmla="*/ 253885 h 800786"/>
                <a:gd name="connsiteX2778" fmla="*/ 1903491 w 2044700"/>
                <a:gd name="connsiteY2778" fmla="*/ 255508 h 800786"/>
                <a:gd name="connsiteX2779" fmla="*/ 1906737 w 2044700"/>
                <a:gd name="connsiteY2779" fmla="*/ 255508 h 800786"/>
                <a:gd name="connsiteX2780" fmla="*/ 1909983 w 2044700"/>
                <a:gd name="connsiteY2780" fmla="*/ 257131 h 800786"/>
                <a:gd name="connsiteX2781" fmla="*/ 1913230 w 2044700"/>
                <a:gd name="connsiteY2781" fmla="*/ 258754 h 800786"/>
                <a:gd name="connsiteX2782" fmla="*/ 1914853 w 2044700"/>
                <a:gd name="connsiteY2782" fmla="*/ 260377 h 800786"/>
                <a:gd name="connsiteX2783" fmla="*/ 1919722 w 2044700"/>
                <a:gd name="connsiteY2783" fmla="*/ 260377 h 800786"/>
                <a:gd name="connsiteX2784" fmla="*/ 1922968 w 2044700"/>
                <a:gd name="connsiteY2784" fmla="*/ 258754 h 800786"/>
                <a:gd name="connsiteX2785" fmla="*/ 1927837 w 2044700"/>
                <a:gd name="connsiteY2785" fmla="*/ 258754 h 800786"/>
                <a:gd name="connsiteX2786" fmla="*/ 1934330 w 2044700"/>
                <a:gd name="connsiteY2786" fmla="*/ 262000 h 800786"/>
                <a:gd name="connsiteX2787" fmla="*/ 1935953 w 2044700"/>
                <a:gd name="connsiteY2787" fmla="*/ 260377 h 800786"/>
                <a:gd name="connsiteX2788" fmla="*/ 1937576 w 2044700"/>
                <a:gd name="connsiteY2788" fmla="*/ 265245 h 800786"/>
                <a:gd name="connsiteX2789" fmla="*/ 1939199 w 2044700"/>
                <a:gd name="connsiteY2789" fmla="*/ 268491 h 800786"/>
                <a:gd name="connsiteX2790" fmla="*/ 1939199 w 2044700"/>
                <a:gd name="connsiteY2790" fmla="*/ 273360 h 800786"/>
                <a:gd name="connsiteX2791" fmla="*/ 1937576 w 2044700"/>
                <a:gd name="connsiteY2791" fmla="*/ 276605 h 800786"/>
                <a:gd name="connsiteX2792" fmla="*/ 1935953 w 2044700"/>
                <a:gd name="connsiteY2792" fmla="*/ 279851 h 800786"/>
                <a:gd name="connsiteX2793" fmla="*/ 1932707 w 2044700"/>
                <a:gd name="connsiteY2793" fmla="*/ 279851 h 800786"/>
                <a:gd name="connsiteX2794" fmla="*/ 1927837 w 2044700"/>
                <a:gd name="connsiteY2794" fmla="*/ 279851 h 800786"/>
                <a:gd name="connsiteX2795" fmla="*/ 1924591 w 2044700"/>
                <a:gd name="connsiteY2795" fmla="*/ 279851 h 800786"/>
                <a:gd name="connsiteX2796" fmla="*/ 1919722 w 2044700"/>
                <a:gd name="connsiteY2796" fmla="*/ 279851 h 800786"/>
                <a:gd name="connsiteX2797" fmla="*/ 1914853 w 2044700"/>
                <a:gd name="connsiteY2797" fmla="*/ 278228 h 800786"/>
                <a:gd name="connsiteX2798" fmla="*/ 1911606 w 2044700"/>
                <a:gd name="connsiteY2798" fmla="*/ 276605 h 800786"/>
                <a:gd name="connsiteX2799" fmla="*/ 1908360 w 2044700"/>
                <a:gd name="connsiteY2799" fmla="*/ 276605 h 800786"/>
                <a:gd name="connsiteX2800" fmla="*/ 1906737 w 2044700"/>
                <a:gd name="connsiteY2800" fmla="*/ 276605 h 800786"/>
                <a:gd name="connsiteX2801" fmla="*/ 1905114 w 2044700"/>
                <a:gd name="connsiteY2801" fmla="*/ 274982 h 800786"/>
                <a:gd name="connsiteX2802" fmla="*/ 1900245 w 2044700"/>
                <a:gd name="connsiteY2802" fmla="*/ 276605 h 800786"/>
                <a:gd name="connsiteX2803" fmla="*/ 1898622 w 2044700"/>
                <a:gd name="connsiteY2803" fmla="*/ 276605 h 800786"/>
                <a:gd name="connsiteX2804" fmla="*/ 1893752 w 2044700"/>
                <a:gd name="connsiteY2804" fmla="*/ 278228 h 800786"/>
                <a:gd name="connsiteX2805" fmla="*/ 1888883 w 2044700"/>
                <a:gd name="connsiteY2805" fmla="*/ 278228 h 800786"/>
                <a:gd name="connsiteX2806" fmla="*/ 1885637 w 2044700"/>
                <a:gd name="connsiteY2806" fmla="*/ 279851 h 800786"/>
                <a:gd name="connsiteX2807" fmla="*/ 1879145 w 2044700"/>
                <a:gd name="connsiteY2807" fmla="*/ 283097 h 800786"/>
                <a:gd name="connsiteX2808" fmla="*/ 1875898 w 2044700"/>
                <a:gd name="connsiteY2808" fmla="*/ 284720 h 800786"/>
                <a:gd name="connsiteX2809" fmla="*/ 1874275 w 2044700"/>
                <a:gd name="connsiteY2809" fmla="*/ 286342 h 800786"/>
                <a:gd name="connsiteX2810" fmla="*/ 1871029 w 2044700"/>
                <a:gd name="connsiteY2810" fmla="*/ 283097 h 800786"/>
                <a:gd name="connsiteX2811" fmla="*/ 1869406 w 2044700"/>
                <a:gd name="connsiteY2811" fmla="*/ 279851 h 800786"/>
                <a:gd name="connsiteX2812" fmla="*/ 1866160 w 2044700"/>
                <a:gd name="connsiteY2812" fmla="*/ 278228 h 800786"/>
                <a:gd name="connsiteX2813" fmla="*/ 1862914 w 2044700"/>
                <a:gd name="connsiteY2813" fmla="*/ 279851 h 800786"/>
                <a:gd name="connsiteX2814" fmla="*/ 1861291 w 2044700"/>
                <a:gd name="connsiteY2814" fmla="*/ 281474 h 800786"/>
                <a:gd name="connsiteX2815" fmla="*/ 1861291 w 2044700"/>
                <a:gd name="connsiteY2815" fmla="*/ 284720 h 800786"/>
                <a:gd name="connsiteX2816" fmla="*/ 1862914 w 2044700"/>
                <a:gd name="connsiteY2816" fmla="*/ 286342 h 800786"/>
                <a:gd name="connsiteX2817" fmla="*/ 1866160 w 2044700"/>
                <a:gd name="connsiteY2817" fmla="*/ 286342 h 800786"/>
                <a:gd name="connsiteX2818" fmla="*/ 1867783 w 2044700"/>
                <a:gd name="connsiteY2818" fmla="*/ 286342 h 800786"/>
                <a:gd name="connsiteX2819" fmla="*/ 1872652 w 2044700"/>
                <a:gd name="connsiteY2819" fmla="*/ 289588 h 800786"/>
                <a:gd name="connsiteX2820" fmla="*/ 1874275 w 2044700"/>
                <a:gd name="connsiteY2820" fmla="*/ 296080 h 800786"/>
                <a:gd name="connsiteX2821" fmla="*/ 1875898 w 2044700"/>
                <a:gd name="connsiteY2821" fmla="*/ 296080 h 800786"/>
                <a:gd name="connsiteX2822" fmla="*/ 1880768 w 2044700"/>
                <a:gd name="connsiteY2822" fmla="*/ 297702 h 800786"/>
                <a:gd name="connsiteX2823" fmla="*/ 1884014 w 2044700"/>
                <a:gd name="connsiteY2823" fmla="*/ 297702 h 800786"/>
                <a:gd name="connsiteX2824" fmla="*/ 1885637 w 2044700"/>
                <a:gd name="connsiteY2824" fmla="*/ 297702 h 800786"/>
                <a:gd name="connsiteX2825" fmla="*/ 1895376 w 2044700"/>
                <a:gd name="connsiteY2825" fmla="*/ 297702 h 800786"/>
                <a:gd name="connsiteX2826" fmla="*/ 1898622 w 2044700"/>
                <a:gd name="connsiteY2826" fmla="*/ 299325 h 800786"/>
                <a:gd name="connsiteX2827" fmla="*/ 1901868 w 2044700"/>
                <a:gd name="connsiteY2827" fmla="*/ 297702 h 800786"/>
                <a:gd name="connsiteX2828" fmla="*/ 1905114 w 2044700"/>
                <a:gd name="connsiteY2828" fmla="*/ 297702 h 800786"/>
                <a:gd name="connsiteX2829" fmla="*/ 1906737 w 2044700"/>
                <a:gd name="connsiteY2829" fmla="*/ 299325 h 800786"/>
                <a:gd name="connsiteX2830" fmla="*/ 1909983 w 2044700"/>
                <a:gd name="connsiteY2830" fmla="*/ 302571 h 800786"/>
                <a:gd name="connsiteX2831" fmla="*/ 1911606 w 2044700"/>
                <a:gd name="connsiteY2831" fmla="*/ 305817 h 800786"/>
                <a:gd name="connsiteX2832" fmla="*/ 1913230 w 2044700"/>
                <a:gd name="connsiteY2832" fmla="*/ 305817 h 800786"/>
                <a:gd name="connsiteX2833" fmla="*/ 1918099 w 2044700"/>
                <a:gd name="connsiteY2833" fmla="*/ 307439 h 800786"/>
                <a:gd name="connsiteX2834" fmla="*/ 1922968 w 2044700"/>
                <a:gd name="connsiteY2834" fmla="*/ 318799 h 800786"/>
                <a:gd name="connsiteX2835" fmla="*/ 1922968 w 2044700"/>
                <a:gd name="connsiteY2835" fmla="*/ 320422 h 800786"/>
                <a:gd name="connsiteX2836" fmla="*/ 1922968 w 2044700"/>
                <a:gd name="connsiteY2836" fmla="*/ 322045 h 800786"/>
                <a:gd name="connsiteX2837" fmla="*/ 1921345 w 2044700"/>
                <a:gd name="connsiteY2837" fmla="*/ 323668 h 800786"/>
                <a:gd name="connsiteX2838" fmla="*/ 1918099 w 2044700"/>
                <a:gd name="connsiteY2838" fmla="*/ 326914 h 800786"/>
                <a:gd name="connsiteX2839" fmla="*/ 1916476 w 2044700"/>
                <a:gd name="connsiteY2839" fmla="*/ 330159 h 800786"/>
                <a:gd name="connsiteX2840" fmla="*/ 1916476 w 2044700"/>
                <a:gd name="connsiteY2840" fmla="*/ 333405 h 800786"/>
                <a:gd name="connsiteX2841" fmla="*/ 1914853 w 2044700"/>
                <a:gd name="connsiteY2841" fmla="*/ 336651 h 800786"/>
                <a:gd name="connsiteX2842" fmla="*/ 1911606 w 2044700"/>
                <a:gd name="connsiteY2842" fmla="*/ 338274 h 800786"/>
                <a:gd name="connsiteX2843" fmla="*/ 1908360 w 2044700"/>
                <a:gd name="connsiteY2843" fmla="*/ 339896 h 800786"/>
                <a:gd name="connsiteX2844" fmla="*/ 1905114 w 2044700"/>
                <a:gd name="connsiteY2844" fmla="*/ 338274 h 800786"/>
                <a:gd name="connsiteX2845" fmla="*/ 1901868 w 2044700"/>
                <a:gd name="connsiteY2845" fmla="*/ 335028 h 800786"/>
                <a:gd name="connsiteX2846" fmla="*/ 1900245 w 2044700"/>
                <a:gd name="connsiteY2846" fmla="*/ 333405 h 800786"/>
                <a:gd name="connsiteX2847" fmla="*/ 1898622 w 2044700"/>
                <a:gd name="connsiteY2847" fmla="*/ 333405 h 800786"/>
                <a:gd name="connsiteX2848" fmla="*/ 1895376 w 2044700"/>
                <a:gd name="connsiteY2848" fmla="*/ 335028 h 800786"/>
                <a:gd name="connsiteX2849" fmla="*/ 1895376 w 2044700"/>
                <a:gd name="connsiteY2849" fmla="*/ 339896 h 800786"/>
                <a:gd name="connsiteX2850" fmla="*/ 1895376 w 2044700"/>
                <a:gd name="connsiteY2850" fmla="*/ 341519 h 800786"/>
                <a:gd name="connsiteX2851" fmla="*/ 1896999 w 2044700"/>
                <a:gd name="connsiteY2851" fmla="*/ 343142 h 800786"/>
                <a:gd name="connsiteX2852" fmla="*/ 1900245 w 2044700"/>
                <a:gd name="connsiteY2852" fmla="*/ 344765 h 800786"/>
                <a:gd name="connsiteX2853" fmla="*/ 1909983 w 2044700"/>
                <a:gd name="connsiteY2853" fmla="*/ 348011 h 800786"/>
                <a:gd name="connsiteX2854" fmla="*/ 1911606 w 2044700"/>
                <a:gd name="connsiteY2854" fmla="*/ 351256 h 800786"/>
                <a:gd name="connsiteX2855" fmla="*/ 1908360 w 2044700"/>
                <a:gd name="connsiteY2855" fmla="*/ 351256 h 800786"/>
                <a:gd name="connsiteX2856" fmla="*/ 1906737 w 2044700"/>
                <a:gd name="connsiteY2856" fmla="*/ 354502 h 800786"/>
                <a:gd name="connsiteX2857" fmla="*/ 1906737 w 2044700"/>
                <a:gd name="connsiteY2857" fmla="*/ 356125 h 800786"/>
                <a:gd name="connsiteX2858" fmla="*/ 1911606 w 2044700"/>
                <a:gd name="connsiteY2858" fmla="*/ 357748 h 800786"/>
                <a:gd name="connsiteX2859" fmla="*/ 1913230 w 2044700"/>
                <a:gd name="connsiteY2859" fmla="*/ 356125 h 800786"/>
                <a:gd name="connsiteX2860" fmla="*/ 1914853 w 2044700"/>
                <a:gd name="connsiteY2860" fmla="*/ 356125 h 800786"/>
                <a:gd name="connsiteX2861" fmla="*/ 1916476 w 2044700"/>
                <a:gd name="connsiteY2861" fmla="*/ 356125 h 800786"/>
                <a:gd name="connsiteX2862" fmla="*/ 1918099 w 2044700"/>
                <a:gd name="connsiteY2862" fmla="*/ 357748 h 800786"/>
                <a:gd name="connsiteX2863" fmla="*/ 1919722 w 2044700"/>
                <a:gd name="connsiteY2863" fmla="*/ 359371 h 800786"/>
                <a:gd name="connsiteX2864" fmla="*/ 1922968 w 2044700"/>
                <a:gd name="connsiteY2864" fmla="*/ 357748 h 800786"/>
                <a:gd name="connsiteX2865" fmla="*/ 1926214 w 2044700"/>
                <a:gd name="connsiteY2865" fmla="*/ 357748 h 800786"/>
                <a:gd name="connsiteX2866" fmla="*/ 1927837 w 2044700"/>
                <a:gd name="connsiteY2866" fmla="*/ 359371 h 800786"/>
                <a:gd name="connsiteX2867" fmla="*/ 1922968 w 2044700"/>
                <a:gd name="connsiteY2867" fmla="*/ 364239 h 800786"/>
                <a:gd name="connsiteX2868" fmla="*/ 1916476 w 2044700"/>
                <a:gd name="connsiteY2868" fmla="*/ 367485 h 800786"/>
                <a:gd name="connsiteX2869" fmla="*/ 1913230 w 2044700"/>
                <a:gd name="connsiteY2869" fmla="*/ 372353 h 800786"/>
                <a:gd name="connsiteX2870" fmla="*/ 1908360 w 2044700"/>
                <a:gd name="connsiteY2870" fmla="*/ 372353 h 800786"/>
                <a:gd name="connsiteX2871" fmla="*/ 1903491 w 2044700"/>
                <a:gd name="connsiteY2871" fmla="*/ 372353 h 800786"/>
                <a:gd name="connsiteX2872" fmla="*/ 1901868 w 2044700"/>
                <a:gd name="connsiteY2872" fmla="*/ 372353 h 800786"/>
                <a:gd name="connsiteX2873" fmla="*/ 1898622 w 2044700"/>
                <a:gd name="connsiteY2873" fmla="*/ 373976 h 800786"/>
                <a:gd name="connsiteX2874" fmla="*/ 1895376 w 2044700"/>
                <a:gd name="connsiteY2874" fmla="*/ 375599 h 800786"/>
                <a:gd name="connsiteX2875" fmla="*/ 1890506 w 2044700"/>
                <a:gd name="connsiteY2875" fmla="*/ 375599 h 800786"/>
                <a:gd name="connsiteX2876" fmla="*/ 1887260 w 2044700"/>
                <a:gd name="connsiteY2876" fmla="*/ 375599 h 800786"/>
                <a:gd name="connsiteX2877" fmla="*/ 1882391 w 2044700"/>
                <a:gd name="connsiteY2877" fmla="*/ 378845 h 800786"/>
                <a:gd name="connsiteX2878" fmla="*/ 1879145 w 2044700"/>
                <a:gd name="connsiteY2878" fmla="*/ 377222 h 800786"/>
                <a:gd name="connsiteX2879" fmla="*/ 1875898 w 2044700"/>
                <a:gd name="connsiteY2879" fmla="*/ 373976 h 800786"/>
                <a:gd name="connsiteX2880" fmla="*/ 1871029 w 2044700"/>
                <a:gd name="connsiteY2880" fmla="*/ 373976 h 800786"/>
                <a:gd name="connsiteX2881" fmla="*/ 1867783 w 2044700"/>
                <a:gd name="connsiteY2881" fmla="*/ 373976 h 800786"/>
                <a:gd name="connsiteX2882" fmla="*/ 1864537 w 2044700"/>
                <a:gd name="connsiteY2882" fmla="*/ 375599 h 800786"/>
                <a:gd name="connsiteX2883" fmla="*/ 1864537 w 2044700"/>
                <a:gd name="connsiteY2883" fmla="*/ 378845 h 800786"/>
                <a:gd name="connsiteX2884" fmla="*/ 1867783 w 2044700"/>
                <a:gd name="connsiteY2884" fmla="*/ 380468 h 800786"/>
                <a:gd name="connsiteX2885" fmla="*/ 1871029 w 2044700"/>
                <a:gd name="connsiteY2885" fmla="*/ 378845 h 800786"/>
                <a:gd name="connsiteX2886" fmla="*/ 1874275 w 2044700"/>
                <a:gd name="connsiteY2886" fmla="*/ 378845 h 800786"/>
                <a:gd name="connsiteX2887" fmla="*/ 1877522 w 2044700"/>
                <a:gd name="connsiteY2887" fmla="*/ 378845 h 800786"/>
                <a:gd name="connsiteX2888" fmla="*/ 1879145 w 2044700"/>
                <a:gd name="connsiteY2888" fmla="*/ 380468 h 800786"/>
                <a:gd name="connsiteX2889" fmla="*/ 1884014 w 2044700"/>
                <a:gd name="connsiteY2889" fmla="*/ 382091 h 800786"/>
                <a:gd name="connsiteX2890" fmla="*/ 1887260 w 2044700"/>
                <a:gd name="connsiteY2890" fmla="*/ 382091 h 800786"/>
                <a:gd name="connsiteX2891" fmla="*/ 1892129 w 2044700"/>
                <a:gd name="connsiteY2891" fmla="*/ 382091 h 800786"/>
                <a:gd name="connsiteX2892" fmla="*/ 1896999 w 2044700"/>
                <a:gd name="connsiteY2892" fmla="*/ 383713 h 800786"/>
                <a:gd name="connsiteX2893" fmla="*/ 1898622 w 2044700"/>
                <a:gd name="connsiteY2893" fmla="*/ 385336 h 800786"/>
                <a:gd name="connsiteX2894" fmla="*/ 1896999 w 2044700"/>
                <a:gd name="connsiteY2894" fmla="*/ 391828 h 800786"/>
                <a:gd name="connsiteX2895" fmla="*/ 1896999 w 2044700"/>
                <a:gd name="connsiteY2895" fmla="*/ 395073 h 800786"/>
                <a:gd name="connsiteX2896" fmla="*/ 1892129 w 2044700"/>
                <a:gd name="connsiteY2896" fmla="*/ 398319 h 800786"/>
                <a:gd name="connsiteX2897" fmla="*/ 1890506 w 2044700"/>
                <a:gd name="connsiteY2897" fmla="*/ 396696 h 800786"/>
                <a:gd name="connsiteX2898" fmla="*/ 1884014 w 2044700"/>
                <a:gd name="connsiteY2898" fmla="*/ 398319 h 800786"/>
                <a:gd name="connsiteX2899" fmla="*/ 1877522 w 2044700"/>
                <a:gd name="connsiteY2899" fmla="*/ 399942 h 800786"/>
                <a:gd name="connsiteX2900" fmla="*/ 1875898 w 2044700"/>
                <a:gd name="connsiteY2900" fmla="*/ 401565 h 800786"/>
                <a:gd name="connsiteX2901" fmla="*/ 1869406 w 2044700"/>
                <a:gd name="connsiteY2901" fmla="*/ 403188 h 800786"/>
                <a:gd name="connsiteX2902" fmla="*/ 1862914 w 2044700"/>
                <a:gd name="connsiteY2902" fmla="*/ 406433 h 800786"/>
                <a:gd name="connsiteX2903" fmla="*/ 1853175 w 2044700"/>
                <a:gd name="connsiteY2903" fmla="*/ 406433 h 800786"/>
                <a:gd name="connsiteX2904" fmla="*/ 1849929 w 2044700"/>
                <a:gd name="connsiteY2904" fmla="*/ 403188 h 800786"/>
                <a:gd name="connsiteX2905" fmla="*/ 1841813 w 2044700"/>
                <a:gd name="connsiteY2905" fmla="*/ 401565 h 800786"/>
                <a:gd name="connsiteX2906" fmla="*/ 1838567 w 2044700"/>
                <a:gd name="connsiteY2906" fmla="*/ 399942 h 800786"/>
                <a:gd name="connsiteX2907" fmla="*/ 1835321 w 2044700"/>
                <a:gd name="connsiteY2907" fmla="*/ 396696 h 800786"/>
                <a:gd name="connsiteX2908" fmla="*/ 1835321 w 2044700"/>
                <a:gd name="connsiteY2908" fmla="*/ 393451 h 800786"/>
                <a:gd name="connsiteX2909" fmla="*/ 1835321 w 2044700"/>
                <a:gd name="connsiteY2909" fmla="*/ 390205 h 800786"/>
                <a:gd name="connsiteX2910" fmla="*/ 1840190 w 2044700"/>
                <a:gd name="connsiteY2910" fmla="*/ 390205 h 800786"/>
                <a:gd name="connsiteX2911" fmla="*/ 1845060 w 2044700"/>
                <a:gd name="connsiteY2911" fmla="*/ 390205 h 800786"/>
                <a:gd name="connsiteX2912" fmla="*/ 1849929 w 2044700"/>
                <a:gd name="connsiteY2912" fmla="*/ 393451 h 800786"/>
                <a:gd name="connsiteX2913" fmla="*/ 1854798 w 2044700"/>
                <a:gd name="connsiteY2913" fmla="*/ 393451 h 800786"/>
                <a:gd name="connsiteX2914" fmla="*/ 1851552 w 2044700"/>
                <a:gd name="connsiteY2914" fmla="*/ 391828 h 800786"/>
                <a:gd name="connsiteX2915" fmla="*/ 1848306 w 2044700"/>
                <a:gd name="connsiteY2915" fmla="*/ 388582 h 800786"/>
                <a:gd name="connsiteX2916" fmla="*/ 1843437 w 2044700"/>
                <a:gd name="connsiteY2916" fmla="*/ 386959 h 800786"/>
                <a:gd name="connsiteX2917" fmla="*/ 1840190 w 2044700"/>
                <a:gd name="connsiteY2917" fmla="*/ 386959 h 800786"/>
                <a:gd name="connsiteX2918" fmla="*/ 1833698 w 2044700"/>
                <a:gd name="connsiteY2918" fmla="*/ 386959 h 800786"/>
                <a:gd name="connsiteX2919" fmla="*/ 1830452 w 2044700"/>
                <a:gd name="connsiteY2919" fmla="*/ 386959 h 800786"/>
                <a:gd name="connsiteX2920" fmla="*/ 1825583 w 2044700"/>
                <a:gd name="connsiteY2920" fmla="*/ 390205 h 800786"/>
                <a:gd name="connsiteX2921" fmla="*/ 1822336 w 2044700"/>
                <a:gd name="connsiteY2921" fmla="*/ 393451 h 800786"/>
                <a:gd name="connsiteX2922" fmla="*/ 1819090 w 2044700"/>
                <a:gd name="connsiteY2922" fmla="*/ 393451 h 800786"/>
                <a:gd name="connsiteX2923" fmla="*/ 1815844 w 2044700"/>
                <a:gd name="connsiteY2923" fmla="*/ 391828 h 800786"/>
                <a:gd name="connsiteX2924" fmla="*/ 1814221 w 2044700"/>
                <a:gd name="connsiteY2924" fmla="*/ 391828 h 800786"/>
                <a:gd name="connsiteX2925" fmla="*/ 1810975 w 2044700"/>
                <a:gd name="connsiteY2925" fmla="*/ 393451 h 800786"/>
                <a:gd name="connsiteX2926" fmla="*/ 1814221 w 2044700"/>
                <a:gd name="connsiteY2926" fmla="*/ 396696 h 800786"/>
                <a:gd name="connsiteX2927" fmla="*/ 1819090 w 2044700"/>
                <a:gd name="connsiteY2927" fmla="*/ 395073 h 800786"/>
                <a:gd name="connsiteX2928" fmla="*/ 1820713 w 2044700"/>
                <a:gd name="connsiteY2928" fmla="*/ 396696 h 800786"/>
                <a:gd name="connsiteX2929" fmla="*/ 1822336 w 2044700"/>
                <a:gd name="connsiteY2929" fmla="*/ 398319 h 800786"/>
                <a:gd name="connsiteX2930" fmla="*/ 1832075 w 2044700"/>
                <a:gd name="connsiteY2930" fmla="*/ 399942 h 800786"/>
                <a:gd name="connsiteX2931" fmla="*/ 1838567 w 2044700"/>
                <a:gd name="connsiteY2931" fmla="*/ 406433 h 800786"/>
                <a:gd name="connsiteX2932" fmla="*/ 1830452 w 2044700"/>
                <a:gd name="connsiteY2932" fmla="*/ 406433 h 800786"/>
                <a:gd name="connsiteX2933" fmla="*/ 1823959 w 2044700"/>
                <a:gd name="connsiteY2933" fmla="*/ 403188 h 800786"/>
                <a:gd name="connsiteX2934" fmla="*/ 1814221 w 2044700"/>
                <a:gd name="connsiteY2934" fmla="*/ 403188 h 800786"/>
                <a:gd name="connsiteX2935" fmla="*/ 1812598 w 2044700"/>
                <a:gd name="connsiteY2935" fmla="*/ 398319 h 800786"/>
                <a:gd name="connsiteX2936" fmla="*/ 1810975 w 2044700"/>
                <a:gd name="connsiteY2936" fmla="*/ 399942 h 800786"/>
                <a:gd name="connsiteX2937" fmla="*/ 1807728 w 2044700"/>
                <a:gd name="connsiteY2937" fmla="*/ 398319 h 800786"/>
                <a:gd name="connsiteX2938" fmla="*/ 1806105 w 2044700"/>
                <a:gd name="connsiteY2938" fmla="*/ 399942 h 800786"/>
                <a:gd name="connsiteX2939" fmla="*/ 1804482 w 2044700"/>
                <a:gd name="connsiteY2939" fmla="*/ 403188 h 800786"/>
                <a:gd name="connsiteX2940" fmla="*/ 1797990 w 2044700"/>
                <a:gd name="connsiteY2940" fmla="*/ 404810 h 800786"/>
                <a:gd name="connsiteX2941" fmla="*/ 1794744 w 2044700"/>
                <a:gd name="connsiteY2941" fmla="*/ 403188 h 800786"/>
                <a:gd name="connsiteX2942" fmla="*/ 1791498 w 2044700"/>
                <a:gd name="connsiteY2942" fmla="*/ 403188 h 800786"/>
                <a:gd name="connsiteX2943" fmla="*/ 1788251 w 2044700"/>
                <a:gd name="connsiteY2943" fmla="*/ 401565 h 800786"/>
                <a:gd name="connsiteX2944" fmla="*/ 1785005 w 2044700"/>
                <a:gd name="connsiteY2944" fmla="*/ 401565 h 800786"/>
                <a:gd name="connsiteX2945" fmla="*/ 1783382 w 2044700"/>
                <a:gd name="connsiteY2945" fmla="*/ 401565 h 800786"/>
                <a:gd name="connsiteX2946" fmla="*/ 1783382 w 2044700"/>
                <a:gd name="connsiteY2946" fmla="*/ 404810 h 800786"/>
                <a:gd name="connsiteX2947" fmla="*/ 1786628 w 2044700"/>
                <a:gd name="connsiteY2947" fmla="*/ 406433 h 800786"/>
                <a:gd name="connsiteX2948" fmla="*/ 1791498 w 2044700"/>
                <a:gd name="connsiteY2948" fmla="*/ 406433 h 800786"/>
                <a:gd name="connsiteX2949" fmla="*/ 1796367 w 2044700"/>
                <a:gd name="connsiteY2949" fmla="*/ 406433 h 800786"/>
                <a:gd name="connsiteX2950" fmla="*/ 1802859 w 2044700"/>
                <a:gd name="connsiteY2950" fmla="*/ 406433 h 800786"/>
                <a:gd name="connsiteX2951" fmla="*/ 1807728 w 2044700"/>
                <a:gd name="connsiteY2951" fmla="*/ 408056 h 800786"/>
                <a:gd name="connsiteX2952" fmla="*/ 1810975 w 2044700"/>
                <a:gd name="connsiteY2952" fmla="*/ 409679 h 800786"/>
                <a:gd name="connsiteX2953" fmla="*/ 1814221 w 2044700"/>
                <a:gd name="connsiteY2953" fmla="*/ 409679 h 800786"/>
                <a:gd name="connsiteX2954" fmla="*/ 1814221 w 2044700"/>
                <a:gd name="connsiteY2954" fmla="*/ 414548 h 800786"/>
                <a:gd name="connsiteX2955" fmla="*/ 1810975 w 2044700"/>
                <a:gd name="connsiteY2955" fmla="*/ 416170 h 800786"/>
                <a:gd name="connsiteX2956" fmla="*/ 1814221 w 2044700"/>
                <a:gd name="connsiteY2956" fmla="*/ 417793 h 800786"/>
                <a:gd name="connsiteX2957" fmla="*/ 1817467 w 2044700"/>
                <a:gd name="connsiteY2957" fmla="*/ 421039 h 800786"/>
                <a:gd name="connsiteX2958" fmla="*/ 1817467 w 2044700"/>
                <a:gd name="connsiteY2958" fmla="*/ 422662 h 800786"/>
                <a:gd name="connsiteX2959" fmla="*/ 1820713 w 2044700"/>
                <a:gd name="connsiteY2959" fmla="*/ 425908 h 800786"/>
                <a:gd name="connsiteX2960" fmla="*/ 1819090 w 2044700"/>
                <a:gd name="connsiteY2960" fmla="*/ 430776 h 800786"/>
                <a:gd name="connsiteX2961" fmla="*/ 1820713 w 2044700"/>
                <a:gd name="connsiteY2961" fmla="*/ 434022 h 800786"/>
                <a:gd name="connsiteX2962" fmla="*/ 1825583 w 2044700"/>
                <a:gd name="connsiteY2962" fmla="*/ 434022 h 800786"/>
                <a:gd name="connsiteX2963" fmla="*/ 1830452 w 2044700"/>
                <a:gd name="connsiteY2963" fmla="*/ 437267 h 800786"/>
                <a:gd name="connsiteX2964" fmla="*/ 1835321 w 2044700"/>
                <a:gd name="connsiteY2964" fmla="*/ 438890 h 800786"/>
                <a:gd name="connsiteX2965" fmla="*/ 1840190 w 2044700"/>
                <a:gd name="connsiteY2965" fmla="*/ 442136 h 800786"/>
                <a:gd name="connsiteX2966" fmla="*/ 1843437 w 2044700"/>
                <a:gd name="connsiteY2966" fmla="*/ 443759 h 800786"/>
                <a:gd name="connsiteX2967" fmla="*/ 1846683 w 2044700"/>
                <a:gd name="connsiteY2967" fmla="*/ 443759 h 800786"/>
                <a:gd name="connsiteX2968" fmla="*/ 1849929 w 2044700"/>
                <a:gd name="connsiteY2968" fmla="*/ 448627 h 800786"/>
                <a:gd name="connsiteX2969" fmla="*/ 1853175 w 2044700"/>
                <a:gd name="connsiteY2969" fmla="*/ 450250 h 800786"/>
                <a:gd name="connsiteX2970" fmla="*/ 1854798 w 2044700"/>
                <a:gd name="connsiteY2970" fmla="*/ 453496 h 800786"/>
                <a:gd name="connsiteX2971" fmla="*/ 1858044 w 2044700"/>
                <a:gd name="connsiteY2971" fmla="*/ 455119 h 800786"/>
                <a:gd name="connsiteX2972" fmla="*/ 1858044 w 2044700"/>
                <a:gd name="connsiteY2972" fmla="*/ 456742 h 800786"/>
                <a:gd name="connsiteX2973" fmla="*/ 1859667 w 2044700"/>
                <a:gd name="connsiteY2973" fmla="*/ 458365 h 800786"/>
                <a:gd name="connsiteX2974" fmla="*/ 1861291 w 2044700"/>
                <a:gd name="connsiteY2974" fmla="*/ 463233 h 800786"/>
                <a:gd name="connsiteX2975" fmla="*/ 1861291 w 2044700"/>
                <a:gd name="connsiteY2975" fmla="*/ 466479 h 800786"/>
                <a:gd name="connsiteX2976" fmla="*/ 1866160 w 2044700"/>
                <a:gd name="connsiteY2976" fmla="*/ 463233 h 800786"/>
                <a:gd name="connsiteX2977" fmla="*/ 1875898 w 2044700"/>
                <a:gd name="connsiteY2977" fmla="*/ 468102 h 800786"/>
                <a:gd name="connsiteX2978" fmla="*/ 1877522 w 2044700"/>
                <a:gd name="connsiteY2978" fmla="*/ 471347 h 800786"/>
                <a:gd name="connsiteX2979" fmla="*/ 1877522 w 2044700"/>
                <a:gd name="connsiteY2979" fmla="*/ 474593 h 800786"/>
                <a:gd name="connsiteX2980" fmla="*/ 1872652 w 2044700"/>
                <a:gd name="connsiteY2980" fmla="*/ 477839 h 800786"/>
                <a:gd name="connsiteX2981" fmla="*/ 1871029 w 2044700"/>
                <a:gd name="connsiteY2981" fmla="*/ 479462 h 800786"/>
                <a:gd name="connsiteX2982" fmla="*/ 1866160 w 2044700"/>
                <a:gd name="connsiteY2982" fmla="*/ 479462 h 800786"/>
                <a:gd name="connsiteX2983" fmla="*/ 1867783 w 2044700"/>
                <a:gd name="connsiteY2983" fmla="*/ 481085 h 800786"/>
                <a:gd name="connsiteX2984" fmla="*/ 1872652 w 2044700"/>
                <a:gd name="connsiteY2984" fmla="*/ 482707 h 800786"/>
                <a:gd name="connsiteX2985" fmla="*/ 1874275 w 2044700"/>
                <a:gd name="connsiteY2985" fmla="*/ 485953 h 800786"/>
                <a:gd name="connsiteX2986" fmla="*/ 1874275 w 2044700"/>
                <a:gd name="connsiteY2986" fmla="*/ 490822 h 800786"/>
                <a:gd name="connsiteX2987" fmla="*/ 1869406 w 2044700"/>
                <a:gd name="connsiteY2987" fmla="*/ 495690 h 800786"/>
                <a:gd name="connsiteX2988" fmla="*/ 1864537 w 2044700"/>
                <a:gd name="connsiteY2988" fmla="*/ 497313 h 800786"/>
                <a:gd name="connsiteX2989" fmla="*/ 1859667 w 2044700"/>
                <a:gd name="connsiteY2989" fmla="*/ 495690 h 800786"/>
                <a:gd name="connsiteX2990" fmla="*/ 1859667 w 2044700"/>
                <a:gd name="connsiteY2990" fmla="*/ 492445 h 800786"/>
                <a:gd name="connsiteX2991" fmla="*/ 1858044 w 2044700"/>
                <a:gd name="connsiteY2991" fmla="*/ 489199 h 800786"/>
                <a:gd name="connsiteX2992" fmla="*/ 1854798 w 2044700"/>
                <a:gd name="connsiteY2992" fmla="*/ 489199 h 800786"/>
                <a:gd name="connsiteX2993" fmla="*/ 1854798 w 2044700"/>
                <a:gd name="connsiteY2993" fmla="*/ 490822 h 800786"/>
                <a:gd name="connsiteX2994" fmla="*/ 1854798 w 2044700"/>
                <a:gd name="connsiteY2994" fmla="*/ 495690 h 800786"/>
                <a:gd name="connsiteX2995" fmla="*/ 1851552 w 2044700"/>
                <a:gd name="connsiteY2995" fmla="*/ 497313 h 800786"/>
                <a:gd name="connsiteX2996" fmla="*/ 1846683 w 2044700"/>
                <a:gd name="connsiteY2996" fmla="*/ 495690 h 800786"/>
                <a:gd name="connsiteX2997" fmla="*/ 1840190 w 2044700"/>
                <a:gd name="connsiteY2997" fmla="*/ 494067 h 800786"/>
                <a:gd name="connsiteX2998" fmla="*/ 1836944 w 2044700"/>
                <a:gd name="connsiteY2998" fmla="*/ 490822 h 800786"/>
                <a:gd name="connsiteX2999" fmla="*/ 1830452 w 2044700"/>
                <a:gd name="connsiteY2999" fmla="*/ 490822 h 800786"/>
                <a:gd name="connsiteX3000" fmla="*/ 1828829 w 2044700"/>
                <a:gd name="connsiteY3000" fmla="*/ 485953 h 800786"/>
                <a:gd name="connsiteX3001" fmla="*/ 1828829 w 2044700"/>
                <a:gd name="connsiteY3001" fmla="*/ 482707 h 800786"/>
                <a:gd name="connsiteX3002" fmla="*/ 1825583 w 2044700"/>
                <a:gd name="connsiteY3002" fmla="*/ 476216 h 800786"/>
                <a:gd name="connsiteX3003" fmla="*/ 1822336 w 2044700"/>
                <a:gd name="connsiteY3003" fmla="*/ 474593 h 800786"/>
                <a:gd name="connsiteX3004" fmla="*/ 1817467 w 2044700"/>
                <a:gd name="connsiteY3004" fmla="*/ 472970 h 800786"/>
                <a:gd name="connsiteX3005" fmla="*/ 1810975 w 2044700"/>
                <a:gd name="connsiteY3005" fmla="*/ 468102 h 800786"/>
                <a:gd name="connsiteX3006" fmla="*/ 1804482 w 2044700"/>
                <a:gd name="connsiteY3006" fmla="*/ 464856 h 800786"/>
                <a:gd name="connsiteX3007" fmla="*/ 1801236 w 2044700"/>
                <a:gd name="connsiteY3007" fmla="*/ 463233 h 800786"/>
                <a:gd name="connsiteX3008" fmla="*/ 1796367 w 2044700"/>
                <a:gd name="connsiteY3008" fmla="*/ 461610 h 800786"/>
                <a:gd name="connsiteX3009" fmla="*/ 1793121 w 2044700"/>
                <a:gd name="connsiteY3009" fmla="*/ 459987 h 800786"/>
                <a:gd name="connsiteX3010" fmla="*/ 1788251 w 2044700"/>
                <a:gd name="connsiteY3010" fmla="*/ 458365 h 800786"/>
                <a:gd name="connsiteX3011" fmla="*/ 1785005 w 2044700"/>
                <a:gd name="connsiteY3011" fmla="*/ 458365 h 800786"/>
                <a:gd name="connsiteX3012" fmla="*/ 1780136 w 2044700"/>
                <a:gd name="connsiteY3012" fmla="*/ 458365 h 800786"/>
                <a:gd name="connsiteX3013" fmla="*/ 1776890 w 2044700"/>
                <a:gd name="connsiteY3013" fmla="*/ 459987 h 800786"/>
                <a:gd name="connsiteX3014" fmla="*/ 1780136 w 2044700"/>
                <a:gd name="connsiteY3014" fmla="*/ 461610 h 800786"/>
                <a:gd name="connsiteX3015" fmla="*/ 1785005 w 2044700"/>
                <a:gd name="connsiteY3015" fmla="*/ 461610 h 800786"/>
                <a:gd name="connsiteX3016" fmla="*/ 1788251 w 2044700"/>
                <a:gd name="connsiteY3016" fmla="*/ 461610 h 800786"/>
                <a:gd name="connsiteX3017" fmla="*/ 1793121 w 2044700"/>
                <a:gd name="connsiteY3017" fmla="*/ 463233 h 800786"/>
                <a:gd name="connsiteX3018" fmla="*/ 1807728 w 2044700"/>
                <a:gd name="connsiteY3018" fmla="*/ 468102 h 800786"/>
                <a:gd name="connsiteX3019" fmla="*/ 1807728 w 2044700"/>
                <a:gd name="connsiteY3019" fmla="*/ 471347 h 800786"/>
                <a:gd name="connsiteX3020" fmla="*/ 1806105 w 2044700"/>
                <a:gd name="connsiteY3020" fmla="*/ 472970 h 800786"/>
                <a:gd name="connsiteX3021" fmla="*/ 1801236 w 2044700"/>
                <a:gd name="connsiteY3021" fmla="*/ 474593 h 800786"/>
                <a:gd name="connsiteX3022" fmla="*/ 1793121 w 2044700"/>
                <a:gd name="connsiteY3022" fmla="*/ 477839 h 800786"/>
                <a:gd name="connsiteX3023" fmla="*/ 1786628 w 2044700"/>
                <a:gd name="connsiteY3023" fmla="*/ 477839 h 800786"/>
                <a:gd name="connsiteX3024" fmla="*/ 1783382 w 2044700"/>
                <a:gd name="connsiteY3024" fmla="*/ 479462 h 800786"/>
                <a:gd name="connsiteX3025" fmla="*/ 1767151 w 2044700"/>
                <a:gd name="connsiteY3025" fmla="*/ 479462 h 800786"/>
                <a:gd name="connsiteX3026" fmla="*/ 1762282 w 2044700"/>
                <a:gd name="connsiteY3026" fmla="*/ 482707 h 800786"/>
                <a:gd name="connsiteX3027" fmla="*/ 1759036 w 2044700"/>
                <a:gd name="connsiteY3027" fmla="*/ 489199 h 800786"/>
                <a:gd name="connsiteX3028" fmla="*/ 1755789 w 2044700"/>
                <a:gd name="connsiteY3028" fmla="*/ 490822 h 800786"/>
                <a:gd name="connsiteX3029" fmla="*/ 1750920 w 2044700"/>
                <a:gd name="connsiteY3029" fmla="*/ 492445 h 800786"/>
                <a:gd name="connsiteX3030" fmla="*/ 1749297 w 2044700"/>
                <a:gd name="connsiteY3030" fmla="*/ 495690 h 800786"/>
                <a:gd name="connsiteX3031" fmla="*/ 1750920 w 2044700"/>
                <a:gd name="connsiteY3031" fmla="*/ 497313 h 800786"/>
                <a:gd name="connsiteX3032" fmla="*/ 1754166 w 2044700"/>
                <a:gd name="connsiteY3032" fmla="*/ 495690 h 800786"/>
                <a:gd name="connsiteX3033" fmla="*/ 1757413 w 2044700"/>
                <a:gd name="connsiteY3033" fmla="*/ 495690 h 800786"/>
                <a:gd name="connsiteX3034" fmla="*/ 1759036 w 2044700"/>
                <a:gd name="connsiteY3034" fmla="*/ 498936 h 800786"/>
                <a:gd name="connsiteX3035" fmla="*/ 1762282 w 2044700"/>
                <a:gd name="connsiteY3035" fmla="*/ 497313 h 800786"/>
                <a:gd name="connsiteX3036" fmla="*/ 1765528 w 2044700"/>
                <a:gd name="connsiteY3036" fmla="*/ 497313 h 800786"/>
                <a:gd name="connsiteX3037" fmla="*/ 1762282 w 2044700"/>
                <a:gd name="connsiteY3037" fmla="*/ 494067 h 800786"/>
                <a:gd name="connsiteX3038" fmla="*/ 1768774 w 2044700"/>
                <a:gd name="connsiteY3038" fmla="*/ 489199 h 800786"/>
                <a:gd name="connsiteX3039" fmla="*/ 1772020 w 2044700"/>
                <a:gd name="connsiteY3039" fmla="*/ 485953 h 800786"/>
                <a:gd name="connsiteX3040" fmla="*/ 1776890 w 2044700"/>
                <a:gd name="connsiteY3040" fmla="*/ 482707 h 800786"/>
                <a:gd name="connsiteX3041" fmla="*/ 1778513 w 2044700"/>
                <a:gd name="connsiteY3041" fmla="*/ 482707 h 800786"/>
                <a:gd name="connsiteX3042" fmla="*/ 1789874 w 2044700"/>
                <a:gd name="connsiteY3042" fmla="*/ 479462 h 800786"/>
                <a:gd name="connsiteX3043" fmla="*/ 1794744 w 2044700"/>
                <a:gd name="connsiteY3043" fmla="*/ 479462 h 800786"/>
                <a:gd name="connsiteX3044" fmla="*/ 1804482 w 2044700"/>
                <a:gd name="connsiteY3044" fmla="*/ 479462 h 800786"/>
                <a:gd name="connsiteX3045" fmla="*/ 1809352 w 2044700"/>
                <a:gd name="connsiteY3045" fmla="*/ 484330 h 800786"/>
                <a:gd name="connsiteX3046" fmla="*/ 1809352 w 2044700"/>
                <a:gd name="connsiteY3046" fmla="*/ 487576 h 800786"/>
                <a:gd name="connsiteX3047" fmla="*/ 1806105 w 2044700"/>
                <a:gd name="connsiteY3047" fmla="*/ 490822 h 800786"/>
                <a:gd name="connsiteX3048" fmla="*/ 1796367 w 2044700"/>
                <a:gd name="connsiteY3048" fmla="*/ 494067 h 800786"/>
                <a:gd name="connsiteX3049" fmla="*/ 1791498 w 2044700"/>
                <a:gd name="connsiteY3049" fmla="*/ 494067 h 800786"/>
                <a:gd name="connsiteX3050" fmla="*/ 1789874 w 2044700"/>
                <a:gd name="connsiteY3050" fmla="*/ 497313 h 800786"/>
                <a:gd name="connsiteX3051" fmla="*/ 1785005 w 2044700"/>
                <a:gd name="connsiteY3051" fmla="*/ 502182 h 800786"/>
                <a:gd name="connsiteX3052" fmla="*/ 1780136 w 2044700"/>
                <a:gd name="connsiteY3052" fmla="*/ 502182 h 800786"/>
                <a:gd name="connsiteX3053" fmla="*/ 1775267 w 2044700"/>
                <a:gd name="connsiteY3053" fmla="*/ 503804 h 800786"/>
                <a:gd name="connsiteX3054" fmla="*/ 1773643 w 2044700"/>
                <a:gd name="connsiteY3054" fmla="*/ 505427 h 800786"/>
                <a:gd name="connsiteX3055" fmla="*/ 1767151 w 2044700"/>
                <a:gd name="connsiteY3055" fmla="*/ 507050 h 800786"/>
                <a:gd name="connsiteX3056" fmla="*/ 1762282 w 2044700"/>
                <a:gd name="connsiteY3056" fmla="*/ 508673 h 800786"/>
                <a:gd name="connsiteX3057" fmla="*/ 1759036 w 2044700"/>
                <a:gd name="connsiteY3057" fmla="*/ 507050 h 800786"/>
                <a:gd name="connsiteX3058" fmla="*/ 1755789 w 2044700"/>
                <a:gd name="connsiteY3058" fmla="*/ 508673 h 800786"/>
                <a:gd name="connsiteX3059" fmla="*/ 1762282 w 2044700"/>
                <a:gd name="connsiteY3059" fmla="*/ 510296 h 800786"/>
                <a:gd name="connsiteX3060" fmla="*/ 1767151 w 2044700"/>
                <a:gd name="connsiteY3060" fmla="*/ 510296 h 800786"/>
                <a:gd name="connsiteX3061" fmla="*/ 1775267 w 2044700"/>
                <a:gd name="connsiteY3061" fmla="*/ 508673 h 800786"/>
                <a:gd name="connsiteX3062" fmla="*/ 1778513 w 2044700"/>
                <a:gd name="connsiteY3062" fmla="*/ 505427 h 800786"/>
                <a:gd name="connsiteX3063" fmla="*/ 1780136 w 2044700"/>
                <a:gd name="connsiteY3063" fmla="*/ 503804 h 800786"/>
                <a:gd name="connsiteX3064" fmla="*/ 1785005 w 2044700"/>
                <a:gd name="connsiteY3064" fmla="*/ 503804 h 800786"/>
                <a:gd name="connsiteX3065" fmla="*/ 1789874 w 2044700"/>
                <a:gd name="connsiteY3065" fmla="*/ 503804 h 800786"/>
                <a:gd name="connsiteX3066" fmla="*/ 1802859 w 2044700"/>
                <a:gd name="connsiteY3066" fmla="*/ 500559 h 800786"/>
                <a:gd name="connsiteX3067" fmla="*/ 1806105 w 2044700"/>
                <a:gd name="connsiteY3067" fmla="*/ 498936 h 800786"/>
                <a:gd name="connsiteX3068" fmla="*/ 1810975 w 2044700"/>
                <a:gd name="connsiteY3068" fmla="*/ 498936 h 800786"/>
                <a:gd name="connsiteX3069" fmla="*/ 1815844 w 2044700"/>
                <a:gd name="connsiteY3069" fmla="*/ 500559 h 800786"/>
                <a:gd name="connsiteX3070" fmla="*/ 1822336 w 2044700"/>
                <a:gd name="connsiteY3070" fmla="*/ 502182 h 800786"/>
                <a:gd name="connsiteX3071" fmla="*/ 1827206 w 2044700"/>
                <a:gd name="connsiteY3071" fmla="*/ 502182 h 800786"/>
                <a:gd name="connsiteX3072" fmla="*/ 1833698 w 2044700"/>
                <a:gd name="connsiteY3072" fmla="*/ 503804 h 800786"/>
                <a:gd name="connsiteX3073" fmla="*/ 1840190 w 2044700"/>
                <a:gd name="connsiteY3073" fmla="*/ 508673 h 800786"/>
                <a:gd name="connsiteX3074" fmla="*/ 1845060 w 2044700"/>
                <a:gd name="connsiteY3074" fmla="*/ 508673 h 800786"/>
                <a:gd name="connsiteX3075" fmla="*/ 1853175 w 2044700"/>
                <a:gd name="connsiteY3075" fmla="*/ 507050 h 800786"/>
                <a:gd name="connsiteX3076" fmla="*/ 1859667 w 2044700"/>
                <a:gd name="connsiteY3076" fmla="*/ 505427 h 800786"/>
                <a:gd name="connsiteX3077" fmla="*/ 1862914 w 2044700"/>
                <a:gd name="connsiteY3077" fmla="*/ 507050 h 800786"/>
                <a:gd name="connsiteX3078" fmla="*/ 1864537 w 2044700"/>
                <a:gd name="connsiteY3078" fmla="*/ 510296 h 800786"/>
                <a:gd name="connsiteX3079" fmla="*/ 1858044 w 2044700"/>
                <a:gd name="connsiteY3079" fmla="*/ 513542 h 800786"/>
                <a:gd name="connsiteX3080" fmla="*/ 1849929 w 2044700"/>
                <a:gd name="connsiteY3080" fmla="*/ 516787 h 800786"/>
                <a:gd name="connsiteX3081" fmla="*/ 1843437 w 2044700"/>
                <a:gd name="connsiteY3081" fmla="*/ 520033 h 800786"/>
                <a:gd name="connsiteX3082" fmla="*/ 1838567 w 2044700"/>
                <a:gd name="connsiteY3082" fmla="*/ 520033 h 800786"/>
                <a:gd name="connsiteX3083" fmla="*/ 1820713 w 2044700"/>
                <a:gd name="connsiteY3083" fmla="*/ 533016 h 800786"/>
                <a:gd name="connsiteX3084" fmla="*/ 1817467 w 2044700"/>
                <a:gd name="connsiteY3084" fmla="*/ 536262 h 800786"/>
                <a:gd name="connsiteX3085" fmla="*/ 1810975 w 2044700"/>
                <a:gd name="connsiteY3085" fmla="*/ 541130 h 800786"/>
                <a:gd name="connsiteX3086" fmla="*/ 1806105 w 2044700"/>
                <a:gd name="connsiteY3086" fmla="*/ 542753 h 800786"/>
                <a:gd name="connsiteX3087" fmla="*/ 1799613 w 2044700"/>
                <a:gd name="connsiteY3087" fmla="*/ 545999 h 800786"/>
                <a:gd name="connsiteX3088" fmla="*/ 1797990 w 2044700"/>
                <a:gd name="connsiteY3088" fmla="*/ 549244 h 800786"/>
                <a:gd name="connsiteX3089" fmla="*/ 1794744 w 2044700"/>
                <a:gd name="connsiteY3089" fmla="*/ 549244 h 800786"/>
                <a:gd name="connsiteX3090" fmla="*/ 1791498 w 2044700"/>
                <a:gd name="connsiteY3090" fmla="*/ 550867 h 800786"/>
                <a:gd name="connsiteX3091" fmla="*/ 1786628 w 2044700"/>
                <a:gd name="connsiteY3091" fmla="*/ 552490 h 800786"/>
                <a:gd name="connsiteX3092" fmla="*/ 1780136 w 2044700"/>
                <a:gd name="connsiteY3092" fmla="*/ 552490 h 800786"/>
                <a:gd name="connsiteX3093" fmla="*/ 1775267 w 2044700"/>
                <a:gd name="connsiteY3093" fmla="*/ 554113 h 800786"/>
                <a:gd name="connsiteX3094" fmla="*/ 1763905 w 2044700"/>
                <a:gd name="connsiteY3094" fmla="*/ 558981 h 800786"/>
                <a:gd name="connsiteX3095" fmla="*/ 1760659 w 2044700"/>
                <a:gd name="connsiteY3095" fmla="*/ 558981 h 800786"/>
                <a:gd name="connsiteX3096" fmla="*/ 1755789 w 2044700"/>
                <a:gd name="connsiteY3096" fmla="*/ 558981 h 800786"/>
                <a:gd name="connsiteX3097" fmla="*/ 1747674 w 2044700"/>
                <a:gd name="connsiteY3097" fmla="*/ 562227 h 800786"/>
                <a:gd name="connsiteX3098" fmla="*/ 1739559 w 2044700"/>
                <a:gd name="connsiteY3098" fmla="*/ 562227 h 800786"/>
                <a:gd name="connsiteX3099" fmla="*/ 1733066 w 2044700"/>
                <a:gd name="connsiteY3099" fmla="*/ 567096 h 800786"/>
                <a:gd name="connsiteX3100" fmla="*/ 1731443 w 2044700"/>
                <a:gd name="connsiteY3100" fmla="*/ 565473 h 800786"/>
                <a:gd name="connsiteX3101" fmla="*/ 1726574 w 2044700"/>
                <a:gd name="connsiteY3101" fmla="*/ 562227 h 800786"/>
                <a:gd name="connsiteX3102" fmla="*/ 1723328 w 2044700"/>
                <a:gd name="connsiteY3102" fmla="*/ 563850 h 800786"/>
                <a:gd name="connsiteX3103" fmla="*/ 1723328 w 2044700"/>
                <a:gd name="connsiteY3103" fmla="*/ 565473 h 800786"/>
                <a:gd name="connsiteX3104" fmla="*/ 1726574 w 2044700"/>
                <a:gd name="connsiteY3104" fmla="*/ 565473 h 800786"/>
                <a:gd name="connsiteX3105" fmla="*/ 1726574 w 2044700"/>
                <a:gd name="connsiteY3105" fmla="*/ 568719 h 800786"/>
                <a:gd name="connsiteX3106" fmla="*/ 1720081 w 2044700"/>
                <a:gd name="connsiteY3106" fmla="*/ 570341 h 800786"/>
                <a:gd name="connsiteX3107" fmla="*/ 1715212 w 2044700"/>
                <a:gd name="connsiteY3107" fmla="*/ 567096 h 800786"/>
                <a:gd name="connsiteX3108" fmla="*/ 1711966 w 2044700"/>
                <a:gd name="connsiteY3108" fmla="*/ 567096 h 800786"/>
                <a:gd name="connsiteX3109" fmla="*/ 1710343 w 2044700"/>
                <a:gd name="connsiteY3109" fmla="*/ 570341 h 800786"/>
                <a:gd name="connsiteX3110" fmla="*/ 1702227 w 2044700"/>
                <a:gd name="connsiteY3110" fmla="*/ 571964 h 800786"/>
                <a:gd name="connsiteX3111" fmla="*/ 1697358 w 2044700"/>
                <a:gd name="connsiteY3111" fmla="*/ 567096 h 800786"/>
                <a:gd name="connsiteX3112" fmla="*/ 1690866 w 2044700"/>
                <a:gd name="connsiteY3112" fmla="*/ 563850 h 800786"/>
                <a:gd name="connsiteX3113" fmla="*/ 1685996 w 2044700"/>
                <a:gd name="connsiteY3113" fmla="*/ 558981 h 800786"/>
                <a:gd name="connsiteX3114" fmla="*/ 1682750 w 2044700"/>
                <a:gd name="connsiteY3114" fmla="*/ 560604 h 800786"/>
                <a:gd name="connsiteX3115" fmla="*/ 1684373 w 2044700"/>
                <a:gd name="connsiteY3115" fmla="*/ 563850 h 800786"/>
                <a:gd name="connsiteX3116" fmla="*/ 1685996 w 2044700"/>
                <a:gd name="connsiteY3116" fmla="*/ 568719 h 800786"/>
                <a:gd name="connsiteX3117" fmla="*/ 1689243 w 2044700"/>
                <a:gd name="connsiteY3117" fmla="*/ 573587 h 800786"/>
                <a:gd name="connsiteX3118" fmla="*/ 1687620 w 2044700"/>
                <a:gd name="connsiteY3118" fmla="*/ 576833 h 800786"/>
                <a:gd name="connsiteX3119" fmla="*/ 1681127 w 2044700"/>
                <a:gd name="connsiteY3119" fmla="*/ 576833 h 800786"/>
                <a:gd name="connsiteX3120" fmla="*/ 1676258 w 2044700"/>
                <a:gd name="connsiteY3120" fmla="*/ 580078 h 800786"/>
                <a:gd name="connsiteX3121" fmla="*/ 1671389 w 2044700"/>
                <a:gd name="connsiteY3121" fmla="*/ 583324 h 800786"/>
                <a:gd name="connsiteX3122" fmla="*/ 1668142 w 2044700"/>
                <a:gd name="connsiteY3122" fmla="*/ 586570 h 800786"/>
                <a:gd name="connsiteX3123" fmla="*/ 1663273 w 2044700"/>
                <a:gd name="connsiteY3123" fmla="*/ 588193 h 800786"/>
                <a:gd name="connsiteX3124" fmla="*/ 1661650 w 2044700"/>
                <a:gd name="connsiteY3124" fmla="*/ 594684 h 800786"/>
                <a:gd name="connsiteX3125" fmla="*/ 1661650 w 2044700"/>
                <a:gd name="connsiteY3125" fmla="*/ 599553 h 800786"/>
                <a:gd name="connsiteX3126" fmla="*/ 1656781 w 2044700"/>
                <a:gd name="connsiteY3126" fmla="*/ 602798 h 800786"/>
                <a:gd name="connsiteX3127" fmla="*/ 1653535 w 2044700"/>
                <a:gd name="connsiteY3127" fmla="*/ 606044 h 800786"/>
                <a:gd name="connsiteX3128" fmla="*/ 1651911 w 2044700"/>
                <a:gd name="connsiteY3128" fmla="*/ 607667 h 800786"/>
                <a:gd name="connsiteX3129" fmla="*/ 1650288 w 2044700"/>
                <a:gd name="connsiteY3129" fmla="*/ 612535 h 800786"/>
                <a:gd name="connsiteX3130" fmla="*/ 1647042 w 2044700"/>
                <a:gd name="connsiteY3130" fmla="*/ 615781 h 800786"/>
                <a:gd name="connsiteX3131" fmla="*/ 1643796 w 2044700"/>
                <a:gd name="connsiteY3131" fmla="*/ 612535 h 800786"/>
                <a:gd name="connsiteX3132" fmla="*/ 1643796 w 2044700"/>
                <a:gd name="connsiteY3132" fmla="*/ 620650 h 800786"/>
                <a:gd name="connsiteX3133" fmla="*/ 1642173 w 2044700"/>
                <a:gd name="connsiteY3133" fmla="*/ 623895 h 800786"/>
                <a:gd name="connsiteX3134" fmla="*/ 1634057 w 2044700"/>
                <a:gd name="connsiteY3134" fmla="*/ 625518 h 800786"/>
                <a:gd name="connsiteX3135" fmla="*/ 1629188 w 2044700"/>
                <a:gd name="connsiteY3135" fmla="*/ 625518 h 800786"/>
                <a:gd name="connsiteX3136" fmla="*/ 1625942 w 2044700"/>
                <a:gd name="connsiteY3136" fmla="*/ 625518 h 800786"/>
                <a:gd name="connsiteX3137" fmla="*/ 1622696 w 2044700"/>
                <a:gd name="connsiteY3137" fmla="*/ 628764 h 800786"/>
                <a:gd name="connsiteX3138" fmla="*/ 1619450 w 2044700"/>
                <a:gd name="connsiteY3138" fmla="*/ 630387 h 800786"/>
                <a:gd name="connsiteX3139" fmla="*/ 1616203 w 2044700"/>
                <a:gd name="connsiteY3139" fmla="*/ 632010 h 800786"/>
                <a:gd name="connsiteX3140" fmla="*/ 1616203 w 2044700"/>
                <a:gd name="connsiteY3140" fmla="*/ 635255 h 800786"/>
                <a:gd name="connsiteX3141" fmla="*/ 1609711 w 2044700"/>
                <a:gd name="connsiteY3141" fmla="*/ 632010 h 800786"/>
                <a:gd name="connsiteX3142" fmla="*/ 1609711 w 2044700"/>
                <a:gd name="connsiteY3142" fmla="*/ 630387 h 800786"/>
                <a:gd name="connsiteX3143" fmla="*/ 1604842 w 2044700"/>
                <a:gd name="connsiteY3143" fmla="*/ 633633 h 800786"/>
                <a:gd name="connsiteX3144" fmla="*/ 1604842 w 2044700"/>
                <a:gd name="connsiteY3144" fmla="*/ 635255 h 800786"/>
                <a:gd name="connsiteX3145" fmla="*/ 1604842 w 2044700"/>
                <a:gd name="connsiteY3145" fmla="*/ 638501 h 800786"/>
                <a:gd name="connsiteX3146" fmla="*/ 1599972 w 2044700"/>
                <a:gd name="connsiteY3146" fmla="*/ 635255 h 800786"/>
                <a:gd name="connsiteX3147" fmla="*/ 1596726 w 2044700"/>
                <a:gd name="connsiteY3147" fmla="*/ 636878 h 800786"/>
                <a:gd name="connsiteX3148" fmla="*/ 1595103 w 2044700"/>
                <a:gd name="connsiteY3148" fmla="*/ 638501 h 800786"/>
                <a:gd name="connsiteX3149" fmla="*/ 1593480 w 2044700"/>
                <a:gd name="connsiteY3149" fmla="*/ 638501 h 800786"/>
                <a:gd name="connsiteX3150" fmla="*/ 1590234 w 2044700"/>
                <a:gd name="connsiteY3150" fmla="*/ 635255 h 800786"/>
                <a:gd name="connsiteX3151" fmla="*/ 1588611 w 2044700"/>
                <a:gd name="connsiteY3151" fmla="*/ 640124 h 800786"/>
                <a:gd name="connsiteX3152" fmla="*/ 1588611 w 2044700"/>
                <a:gd name="connsiteY3152" fmla="*/ 643370 h 800786"/>
                <a:gd name="connsiteX3153" fmla="*/ 1582118 w 2044700"/>
                <a:gd name="connsiteY3153" fmla="*/ 644992 h 800786"/>
                <a:gd name="connsiteX3154" fmla="*/ 1580495 w 2044700"/>
                <a:gd name="connsiteY3154" fmla="*/ 638501 h 800786"/>
                <a:gd name="connsiteX3155" fmla="*/ 1583741 w 2044700"/>
                <a:gd name="connsiteY3155" fmla="*/ 635255 h 800786"/>
                <a:gd name="connsiteX3156" fmla="*/ 1586988 w 2044700"/>
                <a:gd name="connsiteY3156" fmla="*/ 632010 h 800786"/>
                <a:gd name="connsiteX3157" fmla="*/ 1586988 w 2044700"/>
                <a:gd name="connsiteY3157" fmla="*/ 628764 h 800786"/>
                <a:gd name="connsiteX3158" fmla="*/ 1590234 w 2044700"/>
                <a:gd name="connsiteY3158" fmla="*/ 627141 h 800786"/>
                <a:gd name="connsiteX3159" fmla="*/ 1590234 w 2044700"/>
                <a:gd name="connsiteY3159" fmla="*/ 625518 h 800786"/>
                <a:gd name="connsiteX3160" fmla="*/ 1586988 w 2044700"/>
                <a:gd name="connsiteY3160" fmla="*/ 623895 h 800786"/>
                <a:gd name="connsiteX3161" fmla="*/ 1585365 w 2044700"/>
                <a:gd name="connsiteY3161" fmla="*/ 623895 h 800786"/>
                <a:gd name="connsiteX3162" fmla="*/ 1583741 w 2044700"/>
                <a:gd name="connsiteY3162" fmla="*/ 627141 h 800786"/>
                <a:gd name="connsiteX3163" fmla="*/ 1583741 w 2044700"/>
                <a:gd name="connsiteY3163" fmla="*/ 630387 h 800786"/>
                <a:gd name="connsiteX3164" fmla="*/ 1582118 w 2044700"/>
                <a:gd name="connsiteY3164" fmla="*/ 633633 h 800786"/>
                <a:gd name="connsiteX3165" fmla="*/ 1578872 w 2044700"/>
                <a:gd name="connsiteY3165" fmla="*/ 635255 h 800786"/>
                <a:gd name="connsiteX3166" fmla="*/ 1577249 w 2044700"/>
                <a:gd name="connsiteY3166" fmla="*/ 636878 h 800786"/>
                <a:gd name="connsiteX3167" fmla="*/ 1574003 w 2044700"/>
                <a:gd name="connsiteY3167" fmla="*/ 643370 h 800786"/>
                <a:gd name="connsiteX3168" fmla="*/ 1564264 w 2044700"/>
                <a:gd name="connsiteY3168" fmla="*/ 644992 h 800786"/>
                <a:gd name="connsiteX3169" fmla="*/ 1557772 w 2044700"/>
                <a:gd name="connsiteY3169" fmla="*/ 644992 h 800786"/>
                <a:gd name="connsiteX3170" fmla="*/ 1552903 w 2044700"/>
                <a:gd name="connsiteY3170" fmla="*/ 644992 h 800786"/>
                <a:gd name="connsiteX3171" fmla="*/ 1548033 w 2044700"/>
                <a:gd name="connsiteY3171" fmla="*/ 644992 h 800786"/>
                <a:gd name="connsiteX3172" fmla="*/ 1546410 w 2044700"/>
                <a:gd name="connsiteY3172" fmla="*/ 649861 h 800786"/>
                <a:gd name="connsiteX3173" fmla="*/ 1549656 w 2044700"/>
                <a:gd name="connsiteY3173" fmla="*/ 651484 h 800786"/>
                <a:gd name="connsiteX3174" fmla="*/ 1552903 w 2044700"/>
                <a:gd name="connsiteY3174" fmla="*/ 651484 h 800786"/>
                <a:gd name="connsiteX3175" fmla="*/ 1552903 w 2044700"/>
                <a:gd name="connsiteY3175" fmla="*/ 654730 h 800786"/>
                <a:gd name="connsiteX3176" fmla="*/ 1548033 w 2044700"/>
                <a:gd name="connsiteY3176" fmla="*/ 654730 h 800786"/>
                <a:gd name="connsiteX3177" fmla="*/ 1546410 w 2044700"/>
                <a:gd name="connsiteY3177" fmla="*/ 657975 h 800786"/>
                <a:gd name="connsiteX3178" fmla="*/ 1541541 w 2044700"/>
                <a:gd name="connsiteY3178" fmla="*/ 661221 h 800786"/>
                <a:gd name="connsiteX3179" fmla="*/ 1536672 w 2044700"/>
                <a:gd name="connsiteY3179" fmla="*/ 659598 h 800786"/>
                <a:gd name="connsiteX3180" fmla="*/ 1533426 w 2044700"/>
                <a:gd name="connsiteY3180" fmla="*/ 657975 h 800786"/>
                <a:gd name="connsiteX3181" fmla="*/ 1526933 w 2044700"/>
                <a:gd name="connsiteY3181" fmla="*/ 659598 h 800786"/>
                <a:gd name="connsiteX3182" fmla="*/ 1528556 w 2044700"/>
                <a:gd name="connsiteY3182" fmla="*/ 664467 h 800786"/>
                <a:gd name="connsiteX3183" fmla="*/ 1531802 w 2044700"/>
                <a:gd name="connsiteY3183" fmla="*/ 666090 h 800786"/>
                <a:gd name="connsiteX3184" fmla="*/ 1538295 w 2044700"/>
                <a:gd name="connsiteY3184" fmla="*/ 666090 h 800786"/>
                <a:gd name="connsiteX3185" fmla="*/ 1539918 w 2044700"/>
                <a:gd name="connsiteY3185" fmla="*/ 670958 h 800786"/>
                <a:gd name="connsiteX3186" fmla="*/ 1541541 w 2044700"/>
                <a:gd name="connsiteY3186" fmla="*/ 675827 h 800786"/>
                <a:gd name="connsiteX3187" fmla="*/ 1538295 w 2044700"/>
                <a:gd name="connsiteY3187" fmla="*/ 680695 h 800786"/>
                <a:gd name="connsiteX3188" fmla="*/ 1531802 w 2044700"/>
                <a:gd name="connsiteY3188" fmla="*/ 680695 h 800786"/>
                <a:gd name="connsiteX3189" fmla="*/ 1526933 w 2044700"/>
                <a:gd name="connsiteY3189" fmla="*/ 680695 h 800786"/>
                <a:gd name="connsiteX3190" fmla="*/ 1522064 w 2044700"/>
                <a:gd name="connsiteY3190" fmla="*/ 683941 h 800786"/>
                <a:gd name="connsiteX3191" fmla="*/ 1525310 w 2044700"/>
                <a:gd name="connsiteY3191" fmla="*/ 683941 h 800786"/>
                <a:gd name="connsiteX3192" fmla="*/ 1533426 w 2044700"/>
                <a:gd name="connsiteY3192" fmla="*/ 685564 h 800786"/>
                <a:gd name="connsiteX3193" fmla="*/ 1535049 w 2044700"/>
                <a:gd name="connsiteY3193" fmla="*/ 688809 h 800786"/>
                <a:gd name="connsiteX3194" fmla="*/ 1536672 w 2044700"/>
                <a:gd name="connsiteY3194" fmla="*/ 692055 h 800786"/>
                <a:gd name="connsiteX3195" fmla="*/ 1533426 w 2044700"/>
                <a:gd name="connsiteY3195" fmla="*/ 698547 h 800786"/>
                <a:gd name="connsiteX3196" fmla="*/ 1531802 w 2044700"/>
                <a:gd name="connsiteY3196" fmla="*/ 701792 h 800786"/>
                <a:gd name="connsiteX3197" fmla="*/ 1528556 w 2044700"/>
                <a:gd name="connsiteY3197" fmla="*/ 698547 h 800786"/>
                <a:gd name="connsiteX3198" fmla="*/ 1522064 w 2044700"/>
                <a:gd name="connsiteY3198" fmla="*/ 700169 h 800786"/>
                <a:gd name="connsiteX3199" fmla="*/ 1523687 w 2044700"/>
                <a:gd name="connsiteY3199" fmla="*/ 703415 h 800786"/>
                <a:gd name="connsiteX3200" fmla="*/ 1526933 w 2044700"/>
                <a:gd name="connsiteY3200" fmla="*/ 705038 h 800786"/>
                <a:gd name="connsiteX3201" fmla="*/ 1526933 w 2044700"/>
                <a:gd name="connsiteY3201" fmla="*/ 708284 h 800786"/>
                <a:gd name="connsiteX3202" fmla="*/ 1522064 w 2044700"/>
                <a:gd name="connsiteY3202" fmla="*/ 711529 h 800786"/>
                <a:gd name="connsiteX3203" fmla="*/ 1518818 w 2044700"/>
                <a:gd name="connsiteY3203" fmla="*/ 714775 h 800786"/>
                <a:gd name="connsiteX3204" fmla="*/ 1515572 w 2044700"/>
                <a:gd name="connsiteY3204" fmla="*/ 716398 h 800786"/>
                <a:gd name="connsiteX3205" fmla="*/ 1515572 w 2044700"/>
                <a:gd name="connsiteY3205" fmla="*/ 719644 h 800786"/>
                <a:gd name="connsiteX3206" fmla="*/ 1510702 w 2044700"/>
                <a:gd name="connsiteY3206" fmla="*/ 724512 h 800786"/>
                <a:gd name="connsiteX3207" fmla="*/ 1504210 w 2044700"/>
                <a:gd name="connsiteY3207" fmla="*/ 724512 h 800786"/>
                <a:gd name="connsiteX3208" fmla="*/ 1502587 w 2044700"/>
                <a:gd name="connsiteY3208" fmla="*/ 722889 h 800786"/>
                <a:gd name="connsiteX3209" fmla="*/ 1497717 w 2044700"/>
                <a:gd name="connsiteY3209" fmla="*/ 724512 h 800786"/>
                <a:gd name="connsiteX3210" fmla="*/ 1494471 w 2044700"/>
                <a:gd name="connsiteY3210" fmla="*/ 727758 h 800786"/>
                <a:gd name="connsiteX3211" fmla="*/ 1499341 w 2044700"/>
                <a:gd name="connsiteY3211" fmla="*/ 731004 h 800786"/>
                <a:gd name="connsiteX3212" fmla="*/ 1502587 w 2044700"/>
                <a:gd name="connsiteY3212" fmla="*/ 732626 h 800786"/>
                <a:gd name="connsiteX3213" fmla="*/ 1505833 w 2044700"/>
                <a:gd name="connsiteY3213" fmla="*/ 735872 h 800786"/>
                <a:gd name="connsiteX3214" fmla="*/ 1505833 w 2044700"/>
                <a:gd name="connsiteY3214" fmla="*/ 740741 h 800786"/>
                <a:gd name="connsiteX3215" fmla="*/ 1505833 w 2044700"/>
                <a:gd name="connsiteY3215" fmla="*/ 743986 h 800786"/>
                <a:gd name="connsiteX3216" fmla="*/ 1505833 w 2044700"/>
                <a:gd name="connsiteY3216" fmla="*/ 748855 h 800786"/>
                <a:gd name="connsiteX3217" fmla="*/ 1502587 w 2044700"/>
                <a:gd name="connsiteY3217" fmla="*/ 753723 h 800786"/>
                <a:gd name="connsiteX3218" fmla="*/ 1500964 w 2044700"/>
                <a:gd name="connsiteY3218" fmla="*/ 755346 h 800786"/>
                <a:gd name="connsiteX3219" fmla="*/ 1497717 w 2044700"/>
                <a:gd name="connsiteY3219" fmla="*/ 756969 h 800786"/>
                <a:gd name="connsiteX3220" fmla="*/ 1500964 w 2044700"/>
                <a:gd name="connsiteY3220" fmla="*/ 761838 h 800786"/>
                <a:gd name="connsiteX3221" fmla="*/ 1499341 w 2044700"/>
                <a:gd name="connsiteY3221" fmla="*/ 765083 h 800786"/>
                <a:gd name="connsiteX3222" fmla="*/ 1496094 w 2044700"/>
                <a:gd name="connsiteY3222" fmla="*/ 766706 h 800786"/>
                <a:gd name="connsiteX3223" fmla="*/ 1496094 w 2044700"/>
                <a:gd name="connsiteY3223" fmla="*/ 771575 h 800786"/>
                <a:gd name="connsiteX3224" fmla="*/ 1497717 w 2044700"/>
                <a:gd name="connsiteY3224" fmla="*/ 776443 h 800786"/>
                <a:gd name="connsiteX3225" fmla="*/ 1494471 w 2044700"/>
                <a:gd name="connsiteY3225" fmla="*/ 779689 h 800786"/>
                <a:gd name="connsiteX3226" fmla="*/ 1491225 w 2044700"/>
                <a:gd name="connsiteY3226" fmla="*/ 782935 h 800786"/>
                <a:gd name="connsiteX3227" fmla="*/ 1491225 w 2044700"/>
                <a:gd name="connsiteY3227" fmla="*/ 784558 h 800786"/>
                <a:gd name="connsiteX3228" fmla="*/ 1483110 w 2044700"/>
                <a:gd name="connsiteY3228" fmla="*/ 786180 h 800786"/>
                <a:gd name="connsiteX3229" fmla="*/ 1479863 w 2044700"/>
                <a:gd name="connsiteY3229" fmla="*/ 786180 h 800786"/>
                <a:gd name="connsiteX3230" fmla="*/ 1484733 w 2044700"/>
                <a:gd name="connsiteY3230" fmla="*/ 789426 h 800786"/>
                <a:gd name="connsiteX3231" fmla="*/ 1487979 w 2044700"/>
                <a:gd name="connsiteY3231" fmla="*/ 792672 h 800786"/>
                <a:gd name="connsiteX3232" fmla="*/ 1484733 w 2044700"/>
                <a:gd name="connsiteY3232" fmla="*/ 795918 h 800786"/>
                <a:gd name="connsiteX3233" fmla="*/ 1481487 w 2044700"/>
                <a:gd name="connsiteY3233" fmla="*/ 795918 h 800786"/>
                <a:gd name="connsiteX3234" fmla="*/ 1479863 w 2044700"/>
                <a:gd name="connsiteY3234" fmla="*/ 797540 h 800786"/>
                <a:gd name="connsiteX3235" fmla="*/ 1476617 w 2044700"/>
                <a:gd name="connsiteY3235" fmla="*/ 800786 h 800786"/>
                <a:gd name="connsiteX3236" fmla="*/ 1474994 w 2044700"/>
                <a:gd name="connsiteY3236" fmla="*/ 795918 h 800786"/>
                <a:gd name="connsiteX3237" fmla="*/ 1470125 w 2044700"/>
                <a:gd name="connsiteY3237" fmla="*/ 795918 h 800786"/>
                <a:gd name="connsiteX3238" fmla="*/ 1468502 w 2044700"/>
                <a:gd name="connsiteY3238" fmla="*/ 794295 h 800786"/>
                <a:gd name="connsiteX3239" fmla="*/ 1462009 w 2044700"/>
                <a:gd name="connsiteY3239" fmla="*/ 797540 h 800786"/>
                <a:gd name="connsiteX3240" fmla="*/ 1458763 w 2044700"/>
                <a:gd name="connsiteY3240" fmla="*/ 794295 h 800786"/>
                <a:gd name="connsiteX3241" fmla="*/ 1460386 w 2044700"/>
                <a:gd name="connsiteY3241" fmla="*/ 791049 h 800786"/>
                <a:gd name="connsiteX3242" fmla="*/ 1460386 w 2044700"/>
                <a:gd name="connsiteY3242" fmla="*/ 787803 h 800786"/>
                <a:gd name="connsiteX3243" fmla="*/ 1455517 w 2044700"/>
                <a:gd name="connsiteY3243" fmla="*/ 787803 h 800786"/>
                <a:gd name="connsiteX3244" fmla="*/ 1455517 w 2044700"/>
                <a:gd name="connsiteY3244" fmla="*/ 782935 h 800786"/>
                <a:gd name="connsiteX3245" fmla="*/ 1450648 w 2044700"/>
                <a:gd name="connsiteY3245" fmla="*/ 784558 h 800786"/>
                <a:gd name="connsiteX3246" fmla="*/ 1444155 w 2044700"/>
                <a:gd name="connsiteY3246" fmla="*/ 782935 h 800786"/>
                <a:gd name="connsiteX3247" fmla="*/ 1445778 w 2044700"/>
                <a:gd name="connsiteY3247" fmla="*/ 778066 h 800786"/>
                <a:gd name="connsiteX3248" fmla="*/ 1449025 w 2044700"/>
                <a:gd name="connsiteY3248" fmla="*/ 776443 h 800786"/>
                <a:gd name="connsiteX3249" fmla="*/ 1450648 w 2044700"/>
                <a:gd name="connsiteY3249" fmla="*/ 773198 h 800786"/>
                <a:gd name="connsiteX3250" fmla="*/ 1450648 w 2044700"/>
                <a:gd name="connsiteY3250" fmla="*/ 768329 h 800786"/>
                <a:gd name="connsiteX3251" fmla="*/ 1444155 w 2044700"/>
                <a:gd name="connsiteY3251" fmla="*/ 771575 h 800786"/>
                <a:gd name="connsiteX3252" fmla="*/ 1440909 w 2044700"/>
                <a:gd name="connsiteY3252" fmla="*/ 769952 h 800786"/>
                <a:gd name="connsiteX3253" fmla="*/ 1440909 w 2044700"/>
                <a:gd name="connsiteY3253" fmla="*/ 768329 h 800786"/>
                <a:gd name="connsiteX3254" fmla="*/ 1439286 w 2044700"/>
                <a:gd name="connsiteY3254" fmla="*/ 766706 h 800786"/>
                <a:gd name="connsiteX3255" fmla="*/ 1437663 w 2044700"/>
                <a:gd name="connsiteY3255" fmla="*/ 771575 h 800786"/>
                <a:gd name="connsiteX3256" fmla="*/ 1432794 w 2044700"/>
                <a:gd name="connsiteY3256" fmla="*/ 773198 h 800786"/>
                <a:gd name="connsiteX3257" fmla="*/ 1429548 w 2044700"/>
                <a:gd name="connsiteY3257" fmla="*/ 774820 h 800786"/>
                <a:gd name="connsiteX3258" fmla="*/ 1424678 w 2044700"/>
                <a:gd name="connsiteY3258" fmla="*/ 778066 h 800786"/>
                <a:gd name="connsiteX3259" fmla="*/ 1418186 w 2044700"/>
                <a:gd name="connsiteY3259" fmla="*/ 778066 h 800786"/>
                <a:gd name="connsiteX3260" fmla="*/ 1418186 w 2044700"/>
                <a:gd name="connsiteY3260" fmla="*/ 774820 h 800786"/>
                <a:gd name="connsiteX3261" fmla="*/ 1414940 w 2044700"/>
                <a:gd name="connsiteY3261" fmla="*/ 774820 h 800786"/>
                <a:gd name="connsiteX3262" fmla="*/ 1411694 w 2044700"/>
                <a:gd name="connsiteY3262" fmla="*/ 779689 h 800786"/>
                <a:gd name="connsiteX3263" fmla="*/ 1408447 w 2044700"/>
                <a:gd name="connsiteY3263" fmla="*/ 779689 h 800786"/>
                <a:gd name="connsiteX3264" fmla="*/ 1405201 w 2044700"/>
                <a:gd name="connsiteY3264" fmla="*/ 781312 h 800786"/>
                <a:gd name="connsiteX3265" fmla="*/ 1401955 w 2044700"/>
                <a:gd name="connsiteY3265" fmla="*/ 779689 h 800786"/>
                <a:gd name="connsiteX3266" fmla="*/ 1400332 w 2044700"/>
                <a:gd name="connsiteY3266" fmla="*/ 771575 h 800786"/>
                <a:gd name="connsiteX3267" fmla="*/ 1403578 w 2044700"/>
                <a:gd name="connsiteY3267" fmla="*/ 769952 h 800786"/>
                <a:gd name="connsiteX3268" fmla="*/ 1405201 w 2044700"/>
                <a:gd name="connsiteY3268" fmla="*/ 768329 h 800786"/>
                <a:gd name="connsiteX3269" fmla="*/ 1403578 w 2044700"/>
                <a:gd name="connsiteY3269" fmla="*/ 768329 h 800786"/>
                <a:gd name="connsiteX3270" fmla="*/ 1401955 w 2044700"/>
                <a:gd name="connsiteY3270" fmla="*/ 768329 h 800786"/>
                <a:gd name="connsiteX3271" fmla="*/ 1401955 w 2044700"/>
                <a:gd name="connsiteY3271" fmla="*/ 765083 h 800786"/>
                <a:gd name="connsiteX3272" fmla="*/ 1400332 w 2044700"/>
                <a:gd name="connsiteY3272" fmla="*/ 763461 h 800786"/>
                <a:gd name="connsiteX3273" fmla="*/ 1400332 w 2044700"/>
                <a:gd name="connsiteY3273" fmla="*/ 765083 h 800786"/>
                <a:gd name="connsiteX3274" fmla="*/ 1397086 w 2044700"/>
                <a:gd name="connsiteY3274" fmla="*/ 766706 h 800786"/>
                <a:gd name="connsiteX3275" fmla="*/ 1395463 w 2044700"/>
                <a:gd name="connsiteY3275" fmla="*/ 766706 h 800786"/>
                <a:gd name="connsiteX3276" fmla="*/ 1393839 w 2044700"/>
                <a:gd name="connsiteY3276" fmla="*/ 766706 h 800786"/>
                <a:gd name="connsiteX3277" fmla="*/ 1392216 w 2044700"/>
                <a:gd name="connsiteY3277" fmla="*/ 765083 h 800786"/>
                <a:gd name="connsiteX3278" fmla="*/ 1392216 w 2044700"/>
                <a:gd name="connsiteY3278" fmla="*/ 763461 h 800786"/>
                <a:gd name="connsiteX3279" fmla="*/ 1393839 w 2044700"/>
                <a:gd name="connsiteY3279" fmla="*/ 761838 h 800786"/>
                <a:gd name="connsiteX3280" fmla="*/ 1393839 w 2044700"/>
                <a:gd name="connsiteY3280" fmla="*/ 760215 h 800786"/>
                <a:gd name="connsiteX3281" fmla="*/ 1392216 w 2044700"/>
                <a:gd name="connsiteY3281" fmla="*/ 758592 h 800786"/>
                <a:gd name="connsiteX3282" fmla="*/ 1388970 w 2044700"/>
                <a:gd name="connsiteY3282" fmla="*/ 756969 h 800786"/>
                <a:gd name="connsiteX3283" fmla="*/ 1387347 w 2044700"/>
                <a:gd name="connsiteY3283" fmla="*/ 756969 h 800786"/>
                <a:gd name="connsiteX3284" fmla="*/ 1385724 w 2044700"/>
                <a:gd name="connsiteY3284" fmla="*/ 756969 h 800786"/>
                <a:gd name="connsiteX3285" fmla="*/ 1385724 w 2044700"/>
                <a:gd name="connsiteY3285" fmla="*/ 753723 h 800786"/>
                <a:gd name="connsiteX3286" fmla="*/ 1385724 w 2044700"/>
                <a:gd name="connsiteY3286" fmla="*/ 752101 h 800786"/>
                <a:gd name="connsiteX3287" fmla="*/ 1384101 w 2044700"/>
                <a:gd name="connsiteY3287" fmla="*/ 750478 h 800786"/>
                <a:gd name="connsiteX3288" fmla="*/ 1384101 w 2044700"/>
                <a:gd name="connsiteY3288" fmla="*/ 748855 h 800786"/>
                <a:gd name="connsiteX3289" fmla="*/ 1385724 w 2044700"/>
                <a:gd name="connsiteY3289" fmla="*/ 748855 h 800786"/>
                <a:gd name="connsiteX3290" fmla="*/ 1387347 w 2044700"/>
                <a:gd name="connsiteY3290" fmla="*/ 747232 h 800786"/>
                <a:gd name="connsiteX3291" fmla="*/ 1387347 w 2044700"/>
                <a:gd name="connsiteY3291" fmla="*/ 745609 h 800786"/>
                <a:gd name="connsiteX3292" fmla="*/ 1384101 w 2044700"/>
                <a:gd name="connsiteY3292" fmla="*/ 745609 h 800786"/>
                <a:gd name="connsiteX3293" fmla="*/ 1384101 w 2044700"/>
                <a:gd name="connsiteY3293" fmla="*/ 743986 h 800786"/>
                <a:gd name="connsiteX3294" fmla="*/ 1384101 w 2044700"/>
                <a:gd name="connsiteY3294" fmla="*/ 742363 h 800786"/>
                <a:gd name="connsiteX3295" fmla="*/ 1379232 w 2044700"/>
                <a:gd name="connsiteY3295" fmla="*/ 745609 h 800786"/>
                <a:gd name="connsiteX3296" fmla="*/ 1377609 w 2044700"/>
                <a:gd name="connsiteY3296" fmla="*/ 743986 h 800786"/>
                <a:gd name="connsiteX3297" fmla="*/ 1374362 w 2044700"/>
                <a:gd name="connsiteY3297" fmla="*/ 743986 h 800786"/>
                <a:gd name="connsiteX3298" fmla="*/ 1374362 w 2044700"/>
                <a:gd name="connsiteY3298" fmla="*/ 742363 h 800786"/>
                <a:gd name="connsiteX3299" fmla="*/ 1372739 w 2044700"/>
                <a:gd name="connsiteY3299" fmla="*/ 740741 h 800786"/>
                <a:gd name="connsiteX3300" fmla="*/ 1374362 w 2044700"/>
                <a:gd name="connsiteY3300" fmla="*/ 737495 h 800786"/>
                <a:gd name="connsiteX3301" fmla="*/ 1372739 w 2044700"/>
                <a:gd name="connsiteY3301" fmla="*/ 737495 h 800786"/>
                <a:gd name="connsiteX3302" fmla="*/ 1371116 w 2044700"/>
                <a:gd name="connsiteY3302" fmla="*/ 735872 h 800786"/>
                <a:gd name="connsiteX3303" fmla="*/ 1369493 w 2044700"/>
                <a:gd name="connsiteY3303" fmla="*/ 735872 h 800786"/>
                <a:gd name="connsiteX3304" fmla="*/ 1367870 w 2044700"/>
                <a:gd name="connsiteY3304" fmla="*/ 735872 h 800786"/>
                <a:gd name="connsiteX3305" fmla="*/ 1364624 w 2044700"/>
                <a:gd name="connsiteY3305" fmla="*/ 734249 h 800786"/>
                <a:gd name="connsiteX3306" fmla="*/ 1364624 w 2044700"/>
                <a:gd name="connsiteY3306" fmla="*/ 732626 h 800786"/>
                <a:gd name="connsiteX3307" fmla="*/ 1363001 w 2044700"/>
                <a:gd name="connsiteY3307" fmla="*/ 731004 h 800786"/>
                <a:gd name="connsiteX3308" fmla="*/ 1363001 w 2044700"/>
                <a:gd name="connsiteY3308" fmla="*/ 729381 h 800786"/>
                <a:gd name="connsiteX3309" fmla="*/ 1364624 w 2044700"/>
                <a:gd name="connsiteY3309" fmla="*/ 727758 h 800786"/>
                <a:gd name="connsiteX3310" fmla="*/ 1367870 w 2044700"/>
                <a:gd name="connsiteY3310" fmla="*/ 726135 h 800786"/>
                <a:gd name="connsiteX3311" fmla="*/ 1367870 w 2044700"/>
                <a:gd name="connsiteY3311" fmla="*/ 722889 h 800786"/>
                <a:gd name="connsiteX3312" fmla="*/ 1366247 w 2044700"/>
                <a:gd name="connsiteY3312" fmla="*/ 721266 h 800786"/>
                <a:gd name="connsiteX3313" fmla="*/ 1366247 w 2044700"/>
                <a:gd name="connsiteY3313" fmla="*/ 719644 h 800786"/>
                <a:gd name="connsiteX3314" fmla="*/ 1367870 w 2044700"/>
                <a:gd name="connsiteY3314" fmla="*/ 718021 h 800786"/>
                <a:gd name="connsiteX3315" fmla="*/ 1367870 w 2044700"/>
                <a:gd name="connsiteY3315" fmla="*/ 716398 h 800786"/>
                <a:gd name="connsiteX3316" fmla="*/ 1364624 w 2044700"/>
                <a:gd name="connsiteY3316" fmla="*/ 716398 h 800786"/>
                <a:gd name="connsiteX3317" fmla="*/ 1359754 w 2044700"/>
                <a:gd name="connsiteY3317" fmla="*/ 716398 h 800786"/>
                <a:gd name="connsiteX3318" fmla="*/ 1354885 w 2044700"/>
                <a:gd name="connsiteY3318" fmla="*/ 713152 h 800786"/>
                <a:gd name="connsiteX3319" fmla="*/ 1358131 w 2044700"/>
                <a:gd name="connsiteY3319" fmla="*/ 711529 h 800786"/>
                <a:gd name="connsiteX3320" fmla="*/ 1356508 w 2044700"/>
                <a:gd name="connsiteY3320" fmla="*/ 711529 h 800786"/>
                <a:gd name="connsiteX3321" fmla="*/ 1353262 w 2044700"/>
                <a:gd name="connsiteY3321" fmla="*/ 709906 h 800786"/>
                <a:gd name="connsiteX3322" fmla="*/ 1350016 w 2044700"/>
                <a:gd name="connsiteY3322" fmla="*/ 709906 h 800786"/>
                <a:gd name="connsiteX3323" fmla="*/ 1353262 w 2044700"/>
                <a:gd name="connsiteY3323" fmla="*/ 706661 h 800786"/>
                <a:gd name="connsiteX3324" fmla="*/ 1350016 w 2044700"/>
                <a:gd name="connsiteY3324" fmla="*/ 705038 h 800786"/>
                <a:gd name="connsiteX3325" fmla="*/ 1351639 w 2044700"/>
                <a:gd name="connsiteY3325" fmla="*/ 701792 h 800786"/>
                <a:gd name="connsiteX3326" fmla="*/ 1351639 w 2044700"/>
                <a:gd name="connsiteY3326" fmla="*/ 700169 h 800786"/>
                <a:gd name="connsiteX3327" fmla="*/ 1350016 w 2044700"/>
                <a:gd name="connsiteY3327" fmla="*/ 698547 h 800786"/>
                <a:gd name="connsiteX3328" fmla="*/ 1346770 w 2044700"/>
                <a:gd name="connsiteY3328" fmla="*/ 698547 h 800786"/>
                <a:gd name="connsiteX3329" fmla="*/ 1343524 w 2044700"/>
                <a:gd name="connsiteY3329" fmla="*/ 700169 h 800786"/>
                <a:gd name="connsiteX3330" fmla="*/ 1341900 w 2044700"/>
                <a:gd name="connsiteY3330" fmla="*/ 698547 h 800786"/>
                <a:gd name="connsiteX3331" fmla="*/ 1343524 w 2044700"/>
                <a:gd name="connsiteY3331" fmla="*/ 693678 h 800786"/>
                <a:gd name="connsiteX3332" fmla="*/ 1345147 w 2044700"/>
                <a:gd name="connsiteY3332" fmla="*/ 692055 h 800786"/>
                <a:gd name="connsiteX3333" fmla="*/ 1348393 w 2044700"/>
                <a:gd name="connsiteY3333" fmla="*/ 692055 h 800786"/>
                <a:gd name="connsiteX3334" fmla="*/ 1350016 w 2044700"/>
                <a:gd name="connsiteY3334" fmla="*/ 690432 h 800786"/>
                <a:gd name="connsiteX3335" fmla="*/ 1351639 w 2044700"/>
                <a:gd name="connsiteY3335" fmla="*/ 685564 h 800786"/>
                <a:gd name="connsiteX3336" fmla="*/ 1354885 w 2044700"/>
                <a:gd name="connsiteY3336" fmla="*/ 685564 h 800786"/>
                <a:gd name="connsiteX3337" fmla="*/ 1358131 w 2044700"/>
                <a:gd name="connsiteY3337" fmla="*/ 685564 h 800786"/>
                <a:gd name="connsiteX3338" fmla="*/ 1359754 w 2044700"/>
                <a:gd name="connsiteY3338" fmla="*/ 685564 h 800786"/>
                <a:gd name="connsiteX3339" fmla="*/ 1359754 w 2044700"/>
                <a:gd name="connsiteY3339" fmla="*/ 680695 h 800786"/>
                <a:gd name="connsiteX3340" fmla="*/ 1361378 w 2044700"/>
                <a:gd name="connsiteY3340" fmla="*/ 679072 h 800786"/>
                <a:gd name="connsiteX3341" fmla="*/ 1363001 w 2044700"/>
                <a:gd name="connsiteY3341" fmla="*/ 679072 h 800786"/>
                <a:gd name="connsiteX3342" fmla="*/ 1366247 w 2044700"/>
                <a:gd name="connsiteY3342" fmla="*/ 680695 h 800786"/>
                <a:gd name="connsiteX3343" fmla="*/ 1369493 w 2044700"/>
                <a:gd name="connsiteY3343" fmla="*/ 680695 h 800786"/>
                <a:gd name="connsiteX3344" fmla="*/ 1372739 w 2044700"/>
                <a:gd name="connsiteY3344" fmla="*/ 680695 h 800786"/>
                <a:gd name="connsiteX3345" fmla="*/ 1372739 w 2044700"/>
                <a:gd name="connsiteY3345" fmla="*/ 679072 h 800786"/>
                <a:gd name="connsiteX3346" fmla="*/ 1367870 w 2044700"/>
                <a:gd name="connsiteY3346" fmla="*/ 675827 h 800786"/>
                <a:gd name="connsiteX3347" fmla="*/ 1366247 w 2044700"/>
                <a:gd name="connsiteY3347" fmla="*/ 672581 h 800786"/>
                <a:gd name="connsiteX3348" fmla="*/ 1367870 w 2044700"/>
                <a:gd name="connsiteY3348" fmla="*/ 669335 h 800786"/>
                <a:gd name="connsiteX3349" fmla="*/ 1364624 w 2044700"/>
                <a:gd name="connsiteY3349" fmla="*/ 666090 h 800786"/>
                <a:gd name="connsiteX3350" fmla="*/ 1363001 w 2044700"/>
                <a:gd name="connsiteY3350" fmla="*/ 666090 h 800786"/>
                <a:gd name="connsiteX3351" fmla="*/ 1359754 w 2044700"/>
                <a:gd name="connsiteY3351" fmla="*/ 666090 h 800786"/>
                <a:gd name="connsiteX3352" fmla="*/ 1356508 w 2044700"/>
                <a:gd name="connsiteY3352" fmla="*/ 664467 h 800786"/>
                <a:gd name="connsiteX3353" fmla="*/ 1353262 w 2044700"/>
                <a:gd name="connsiteY3353" fmla="*/ 659598 h 800786"/>
                <a:gd name="connsiteX3354" fmla="*/ 1351639 w 2044700"/>
                <a:gd name="connsiteY3354" fmla="*/ 656352 h 800786"/>
                <a:gd name="connsiteX3355" fmla="*/ 1351639 w 2044700"/>
                <a:gd name="connsiteY3355" fmla="*/ 661221 h 800786"/>
                <a:gd name="connsiteX3356" fmla="*/ 1351639 w 2044700"/>
                <a:gd name="connsiteY3356" fmla="*/ 664467 h 800786"/>
                <a:gd name="connsiteX3357" fmla="*/ 1350016 w 2044700"/>
                <a:gd name="connsiteY3357" fmla="*/ 667712 h 800786"/>
                <a:gd name="connsiteX3358" fmla="*/ 1346770 w 2044700"/>
                <a:gd name="connsiteY3358" fmla="*/ 666090 h 800786"/>
                <a:gd name="connsiteX3359" fmla="*/ 1345147 w 2044700"/>
                <a:gd name="connsiteY3359" fmla="*/ 667712 h 800786"/>
                <a:gd name="connsiteX3360" fmla="*/ 1341900 w 2044700"/>
                <a:gd name="connsiteY3360" fmla="*/ 669335 h 800786"/>
                <a:gd name="connsiteX3361" fmla="*/ 1341900 w 2044700"/>
                <a:gd name="connsiteY3361" fmla="*/ 672581 h 800786"/>
                <a:gd name="connsiteX3362" fmla="*/ 1340277 w 2044700"/>
                <a:gd name="connsiteY3362" fmla="*/ 674204 h 800786"/>
                <a:gd name="connsiteX3363" fmla="*/ 1338654 w 2044700"/>
                <a:gd name="connsiteY3363" fmla="*/ 674204 h 800786"/>
                <a:gd name="connsiteX3364" fmla="*/ 1337031 w 2044700"/>
                <a:gd name="connsiteY3364" fmla="*/ 677449 h 800786"/>
                <a:gd name="connsiteX3365" fmla="*/ 1335408 w 2044700"/>
                <a:gd name="connsiteY3365" fmla="*/ 679072 h 800786"/>
                <a:gd name="connsiteX3366" fmla="*/ 1335408 w 2044700"/>
                <a:gd name="connsiteY3366" fmla="*/ 680695 h 800786"/>
                <a:gd name="connsiteX3367" fmla="*/ 1332162 w 2044700"/>
                <a:gd name="connsiteY3367" fmla="*/ 682318 h 800786"/>
                <a:gd name="connsiteX3368" fmla="*/ 1330539 w 2044700"/>
                <a:gd name="connsiteY3368" fmla="*/ 679072 h 800786"/>
                <a:gd name="connsiteX3369" fmla="*/ 1328916 w 2044700"/>
                <a:gd name="connsiteY3369" fmla="*/ 677449 h 800786"/>
                <a:gd name="connsiteX3370" fmla="*/ 1328916 w 2044700"/>
                <a:gd name="connsiteY3370" fmla="*/ 674204 h 800786"/>
                <a:gd name="connsiteX3371" fmla="*/ 1330539 w 2044700"/>
                <a:gd name="connsiteY3371" fmla="*/ 672581 h 800786"/>
                <a:gd name="connsiteX3372" fmla="*/ 1332162 w 2044700"/>
                <a:gd name="connsiteY3372" fmla="*/ 669335 h 800786"/>
                <a:gd name="connsiteX3373" fmla="*/ 1335408 w 2044700"/>
                <a:gd name="connsiteY3373" fmla="*/ 667712 h 800786"/>
                <a:gd name="connsiteX3374" fmla="*/ 1337031 w 2044700"/>
                <a:gd name="connsiteY3374" fmla="*/ 667712 h 800786"/>
                <a:gd name="connsiteX3375" fmla="*/ 1340277 w 2044700"/>
                <a:gd name="connsiteY3375" fmla="*/ 666090 h 800786"/>
                <a:gd name="connsiteX3376" fmla="*/ 1341900 w 2044700"/>
                <a:gd name="connsiteY3376" fmla="*/ 664467 h 800786"/>
                <a:gd name="connsiteX3377" fmla="*/ 1340277 w 2044700"/>
                <a:gd name="connsiteY3377" fmla="*/ 662844 h 800786"/>
                <a:gd name="connsiteX3378" fmla="*/ 1333785 w 2044700"/>
                <a:gd name="connsiteY3378" fmla="*/ 662844 h 800786"/>
                <a:gd name="connsiteX3379" fmla="*/ 1332162 w 2044700"/>
                <a:gd name="connsiteY3379" fmla="*/ 666090 h 800786"/>
                <a:gd name="connsiteX3380" fmla="*/ 1330539 w 2044700"/>
                <a:gd name="connsiteY3380" fmla="*/ 666090 h 800786"/>
                <a:gd name="connsiteX3381" fmla="*/ 1328916 w 2044700"/>
                <a:gd name="connsiteY3381" fmla="*/ 664467 h 800786"/>
                <a:gd name="connsiteX3382" fmla="*/ 1330539 w 2044700"/>
                <a:gd name="connsiteY3382" fmla="*/ 651484 h 800786"/>
                <a:gd name="connsiteX3383" fmla="*/ 1328916 w 2044700"/>
                <a:gd name="connsiteY3383" fmla="*/ 648238 h 800786"/>
                <a:gd name="connsiteX3384" fmla="*/ 1330539 w 2044700"/>
                <a:gd name="connsiteY3384" fmla="*/ 648238 h 800786"/>
                <a:gd name="connsiteX3385" fmla="*/ 1333785 w 2044700"/>
                <a:gd name="connsiteY3385" fmla="*/ 644992 h 800786"/>
                <a:gd name="connsiteX3386" fmla="*/ 1335408 w 2044700"/>
                <a:gd name="connsiteY3386" fmla="*/ 643370 h 800786"/>
                <a:gd name="connsiteX3387" fmla="*/ 1337031 w 2044700"/>
                <a:gd name="connsiteY3387" fmla="*/ 641747 h 800786"/>
                <a:gd name="connsiteX3388" fmla="*/ 1338654 w 2044700"/>
                <a:gd name="connsiteY3388" fmla="*/ 641747 h 800786"/>
                <a:gd name="connsiteX3389" fmla="*/ 1340277 w 2044700"/>
                <a:gd name="connsiteY3389" fmla="*/ 640124 h 800786"/>
                <a:gd name="connsiteX3390" fmla="*/ 1343524 w 2044700"/>
                <a:gd name="connsiteY3390" fmla="*/ 640124 h 800786"/>
                <a:gd name="connsiteX3391" fmla="*/ 1346770 w 2044700"/>
                <a:gd name="connsiteY3391" fmla="*/ 641747 h 800786"/>
                <a:gd name="connsiteX3392" fmla="*/ 1348393 w 2044700"/>
                <a:gd name="connsiteY3392" fmla="*/ 641747 h 800786"/>
                <a:gd name="connsiteX3393" fmla="*/ 1350016 w 2044700"/>
                <a:gd name="connsiteY3393" fmla="*/ 640124 h 800786"/>
                <a:gd name="connsiteX3394" fmla="*/ 1348393 w 2044700"/>
                <a:gd name="connsiteY3394" fmla="*/ 640124 h 800786"/>
                <a:gd name="connsiteX3395" fmla="*/ 1343524 w 2044700"/>
                <a:gd name="connsiteY3395" fmla="*/ 640124 h 800786"/>
                <a:gd name="connsiteX3396" fmla="*/ 1340277 w 2044700"/>
                <a:gd name="connsiteY3396" fmla="*/ 638501 h 800786"/>
                <a:gd name="connsiteX3397" fmla="*/ 1337031 w 2044700"/>
                <a:gd name="connsiteY3397" fmla="*/ 640124 h 800786"/>
                <a:gd name="connsiteX3398" fmla="*/ 1332162 w 2044700"/>
                <a:gd name="connsiteY3398" fmla="*/ 643370 h 800786"/>
                <a:gd name="connsiteX3399" fmla="*/ 1330539 w 2044700"/>
                <a:gd name="connsiteY3399" fmla="*/ 644992 h 800786"/>
                <a:gd name="connsiteX3400" fmla="*/ 1328916 w 2044700"/>
                <a:gd name="connsiteY3400" fmla="*/ 646615 h 800786"/>
                <a:gd name="connsiteX3401" fmla="*/ 1325669 w 2044700"/>
                <a:gd name="connsiteY3401" fmla="*/ 648238 h 800786"/>
                <a:gd name="connsiteX3402" fmla="*/ 1322423 w 2044700"/>
                <a:gd name="connsiteY3402" fmla="*/ 646615 h 800786"/>
                <a:gd name="connsiteX3403" fmla="*/ 1320800 w 2044700"/>
                <a:gd name="connsiteY3403" fmla="*/ 644992 h 800786"/>
                <a:gd name="connsiteX3404" fmla="*/ 1317554 w 2044700"/>
                <a:gd name="connsiteY3404" fmla="*/ 643370 h 800786"/>
                <a:gd name="connsiteX3405" fmla="*/ 1314307 w 2044700"/>
                <a:gd name="connsiteY3405" fmla="*/ 643370 h 800786"/>
                <a:gd name="connsiteX3406" fmla="*/ 1314307 w 2044700"/>
                <a:gd name="connsiteY3406" fmla="*/ 640124 h 800786"/>
                <a:gd name="connsiteX3407" fmla="*/ 1314307 w 2044700"/>
                <a:gd name="connsiteY3407" fmla="*/ 638501 h 800786"/>
                <a:gd name="connsiteX3408" fmla="*/ 1317554 w 2044700"/>
                <a:gd name="connsiteY3408" fmla="*/ 636878 h 800786"/>
                <a:gd name="connsiteX3409" fmla="*/ 1322423 w 2044700"/>
                <a:gd name="connsiteY3409" fmla="*/ 635255 h 800786"/>
                <a:gd name="connsiteX3410" fmla="*/ 1324046 w 2044700"/>
                <a:gd name="connsiteY3410" fmla="*/ 635255 h 800786"/>
                <a:gd name="connsiteX3411" fmla="*/ 1327292 w 2044700"/>
                <a:gd name="connsiteY3411" fmla="*/ 635255 h 800786"/>
                <a:gd name="connsiteX3412" fmla="*/ 1330539 w 2044700"/>
                <a:gd name="connsiteY3412" fmla="*/ 633633 h 800786"/>
                <a:gd name="connsiteX3413" fmla="*/ 1332162 w 2044700"/>
                <a:gd name="connsiteY3413" fmla="*/ 632010 h 800786"/>
                <a:gd name="connsiteX3414" fmla="*/ 1330539 w 2044700"/>
                <a:gd name="connsiteY3414" fmla="*/ 632010 h 800786"/>
                <a:gd name="connsiteX3415" fmla="*/ 1324046 w 2044700"/>
                <a:gd name="connsiteY3415" fmla="*/ 632010 h 800786"/>
                <a:gd name="connsiteX3416" fmla="*/ 1322423 w 2044700"/>
                <a:gd name="connsiteY3416" fmla="*/ 633633 h 800786"/>
                <a:gd name="connsiteX3417" fmla="*/ 1315930 w 2044700"/>
                <a:gd name="connsiteY3417" fmla="*/ 633633 h 800786"/>
                <a:gd name="connsiteX3418" fmla="*/ 1312684 w 2044700"/>
                <a:gd name="connsiteY3418" fmla="*/ 633633 h 800786"/>
                <a:gd name="connsiteX3419" fmla="*/ 1311061 w 2044700"/>
                <a:gd name="connsiteY3419" fmla="*/ 633633 h 800786"/>
                <a:gd name="connsiteX3420" fmla="*/ 1311061 w 2044700"/>
                <a:gd name="connsiteY3420" fmla="*/ 630387 h 800786"/>
                <a:gd name="connsiteX3421" fmla="*/ 1311061 w 2044700"/>
                <a:gd name="connsiteY3421" fmla="*/ 628764 h 800786"/>
                <a:gd name="connsiteX3422" fmla="*/ 1314307 w 2044700"/>
                <a:gd name="connsiteY3422" fmla="*/ 627141 h 800786"/>
                <a:gd name="connsiteX3423" fmla="*/ 1319177 w 2044700"/>
                <a:gd name="connsiteY3423" fmla="*/ 625518 h 800786"/>
                <a:gd name="connsiteX3424" fmla="*/ 1322423 w 2044700"/>
                <a:gd name="connsiteY3424" fmla="*/ 622273 h 800786"/>
                <a:gd name="connsiteX3425" fmla="*/ 1327292 w 2044700"/>
                <a:gd name="connsiteY3425" fmla="*/ 619027 h 800786"/>
                <a:gd name="connsiteX3426" fmla="*/ 1330539 w 2044700"/>
                <a:gd name="connsiteY3426" fmla="*/ 615781 h 800786"/>
                <a:gd name="connsiteX3427" fmla="*/ 1335408 w 2044700"/>
                <a:gd name="connsiteY3427" fmla="*/ 612535 h 800786"/>
                <a:gd name="connsiteX3428" fmla="*/ 1345147 w 2044700"/>
                <a:gd name="connsiteY3428" fmla="*/ 609290 h 800786"/>
                <a:gd name="connsiteX3429" fmla="*/ 1348393 w 2044700"/>
                <a:gd name="connsiteY3429" fmla="*/ 607667 h 800786"/>
                <a:gd name="connsiteX3430" fmla="*/ 1350016 w 2044700"/>
                <a:gd name="connsiteY3430" fmla="*/ 607667 h 800786"/>
                <a:gd name="connsiteX3431" fmla="*/ 1354885 w 2044700"/>
                <a:gd name="connsiteY3431" fmla="*/ 607667 h 800786"/>
                <a:gd name="connsiteX3432" fmla="*/ 1356508 w 2044700"/>
                <a:gd name="connsiteY3432" fmla="*/ 604421 h 800786"/>
                <a:gd name="connsiteX3433" fmla="*/ 1353262 w 2044700"/>
                <a:gd name="connsiteY3433" fmla="*/ 604421 h 800786"/>
                <a:gd name="connsiteX3434" fmla="*/ 1346770 w 2044700"/>
                <a:gd name="connsiteY3434" fmla="*/ 606044 h 800786"/>
                <a:gd name="connsiteX3435" fmla="*/ 1341900 w 2044700"/>
                <a:gd name="connsiteY3435" fmla="*/ 607667 h 800786"/>
                <a:gd name="connsiteX3436" fmla="*/ 1338654 w 2044700"/>
                <a:gd name="connsiteY3436" fmla="*/ 609290 h 800786"/>
                <a:gd name="connsiteX3437" fmla="*/ 1333785 w 2044700"/>
                <a:gd name="connsiteY3437" fmla="*/ 612535 h 800786"/>
                <a:gd name="connsiteX3438" fmla="*/ 1327292 w 2044700"/>
                <a:gd name="connsiteY3438" fmla="*/ 617404 h 800786"/>
                <a:gd name="connsiteX3439" fmla="*/ 1325669 w 2044700"/>
                <a:gd name="connsiteY3439" fmla="*/ 617404 h 800786"/>
                <a:gd name="connsiteX3440" fmla="*/ 1319177 w 2044700"/>
                <a:gd name="connsiteY3440" fmla="*/ 623895 h 800786"/>
                <a:gd name="connsiteX3441" fmla="*/ 1311061 w 2044700"/>
                <a:gd name="connsiteY3441" fmla="*/ 625518 h 800786"/>
                <a:gd name="connsiteX3442" fmla="*/ 1307815 w 2044700"/>
                <a:gd name="connsiteY3442" fmla="*/ 625518 h 800786"/>
                <a:gd name="connsiteX3443" fmla="*/ 1306192 w 2044700"/>
                <a:gd name="connsiteY3443" fmla="*/ 625518 h 800786"/>
                <a:gd name="connsiteX3444" fmla="*/ 1304569 w 2044700"/>
                <a:gd name="connsiteY3444" fmla="*/ 623895 h 800786"/>
                <a:gd name="connsiteX3445" fmla="*/ 1306192 w 2044700"/>
                <a:gd name="connsiteY3445" fmla="*/ 619027 h 800786"/>
                <a:gd name="connsiteX3446" fmla="*/ 1307815 w 2044700"/>
                <a:gd name="connsiteY3446" fmla="*/ 615781 h 800786"/>
                <a:gd name="connsiteX3447" fmla="*/ 1311061 w 2044700"/>
                <a:gd name="connsiteY3447" fmla="*/ 614158 h 800786"/>
                <a:gd name="connsiteX3448" fmla="*/ 1312684 w 2044700"/>
                <a:gd name="connsiteY3448" fmla="*/ 614158 h 800786"/>
                <a:gd name="connsiteX3449" fmla="*/ 1315930 w 2044700"/>
                <a:gd name="connsiteY3449" fmla="*/ 612535 h 800786"/>
                <a:gd name="connsiteX3450" fmla="*/ 1320800 w 2044700"/>
                <a:gd name="connsiteY3450" fmla="*/ 610913 h 800786"/>
                <a:gd name="connsiteX3451" fmla="*/ 1325669 w 2044700"/>
                <a:gd name="connsiteY3451" fmla="*/ 607667 h 800786"/>
                <a:gd name="connsiteX3452" fmla="*/ 1325669 w 2044700"/>
                <a:gd name="connsiteY3452" fmla="*/ 604421 h 800786"/>
                <a:gd name="connsiteX3453" fmla="*/ 1322423 w 2044700"/>
                <a:gd name="connsiteY3453" fmla="*/ 602798 h 800786"/>
                <a:gd name="connsiteX3454" fmla="*/ 1314307 w 2044700"/>
                <a:gd name="connsiteY3454" fmla="*/ 606044 h 800786"/>
                <a:gd name="connsiteX3455" fmla="*/ 1309438 w 2044700"/>
                <a:gd name="connsiteY3455" fmla="*/ 606044 h 800786"/>
                <a:gd name="connsiteX3456" fmla="*/ 1306192 w 2044700"/>
                <a:gd name="connsiteY3456" fmla="*/ 602798 h 800786"/>
                <a:gd name="connsiteX3457" fmla="*/ 1304569 w 2044700"/>
                <a:gd name="connsiteY3457" fmla="*/ 601176 h 800786"/>
                <a:gd name="connsiteX3458" fmla="*/ 1302946 w 2044700"/>
                <a:gd name="connsiteY3458" fmla="*/ 599553 h 800786"/>
                <a:gd name="connsiteX3459" fmla="*/ 1304569 w 2044700"/>
                <a:gd name="connsiteY3459" fmla="*/ 596307 h 800786"/>
                <a:gd name="connsiteX3460" fmla="*/ 1306192 w 2044700"/>
                <a:gd name="connsiteY3460" fmla="*/ 596307 h 800786"/>
                <a:gd name="connsiteX3461" fmla="*/ 1311061 w 2044700"/>
                <a:gd name="connsiteY3461" fmla="*/ 594684 h 800786"/>
                <a:gd name="connsiteX3462" fmla="*/ 1314307 w 2044700"/>
                <a:gd name="connsiteY3462" fmla="*/ 596307 h 800786"/>
                <a:gd name="connsiteX3463" fmla="*/ 1319177 w 2044700"/>
                <a:gd name="connsiteY3463" fmla="*/ 596307 h 800786"/>
                <a:gd name="connsiteX3464" fmla="*/ 1320800 w 2044700"/>
                <a:gd name="connsiteY3464" fmla="*/ 594684 h 800786"/>
                <a:gd name="connsiteX3465" fmla="*/ 1324046 w 2044700"/>
                <a:gd name="connsiteY3465" fmla="*/ 594684 h 800786"/>
                <a:gd name="connsiteX3466" fmla="*/ 1325669 w 2044700"/>
                <a:gd name="connsiteY3466" fmla="*/ 593061 h 800786"/>
                <a:gd name="connsiteX3467" fmla="*/ 1328916 w 2044700"/>
                <a:gd name="connsiteY3467" fmla="*/ 593061 h 800786"/>
                <a:gd name="connsiteX3468" fmla="*/ 1332162 w 2044700"/>
                <a:gd name="connsiteY3468" fmla="*/ 594684 h 800786"/>
                <a:gd name="connsiteX3469" fmla="*/ 1335408 w 2044700"/>
                <a:gd name="connsiteY3469" fmla="*/ 594684 h 800786"/>
                <a:gd name="connsiteX3470" fmla="*/ 1340277 w 2044700"/>
                <a:gd name="connsiteY3470" fmla="*/ 594684 h 800786"/>
                <a:gd name="connsiteX3471" fmla="*/ 1340277 w 2044700"/>
                <a:gd name="connsiteY3471" fmla="*/ 596307 h 800786"/>
                <a:gd name="connsiteX3472" fmla="*/ 1345147 w 2044700"/>
                <a:gd name="connsiteY3472" fmla="*/ 599553 h 800786"/>
                <a:gd name="connsiteX3473" fmla="*/ 1346770 w 2044700"/>
                <a:gd name="connsiteY3473" fmla="*/ 599553 h 800786"/>
                <a:gd name="connsiteX3474" fmla="*/ 1348393 w 2044700"/>
                <a:gd name="connsiteY3474" fmla="*/ 599553 h 800786"/>
                <a:gd name="connsiteX3475" fmla="*/ 1350016 w 2044700"/>
                <a:gd name="connsiteY3475" fmla="*/ 599553 h 800786"/>
                <a:gd name="connsiteX3476" fmla="*/ 1351639 w 2044700"/>
                <a:gd name="connsiteY3476" fmla="*/ 599553 h 800786"/>
                <a:gd name="connsiteX3477" fmla="*/ 1353262 w 2044700"/>
                <a:gd name="connsiteY3477" fmla="*/ 599553 h 800786"/>
                <a:gd name="connsiteX3478" fmla="*/ 1358131 w 2044700"/>
                <a:gd name="connsiteY3478" fmla="*/ 597930 h 800786"/>
                <a:gd name="connsiteX3479" fmla="*/ 1359754 w 2044700"/>
                <a:gd name="connsiteY3479" fmla="*/ 597930 h 800786"/>
                <a:gd name="connsiteX3480" fmla="*/ 1359754 w 2044700"/>
                <a:gd name="connsiteY3480" fmla="*/ 596307 h 800786"/>
                <a:gd name="connsiteX3481" fmla="*/ 1353262 w 2044700"/>
                <a:gd name="connsiteY3481" fmla="*/ 596307 h 800786"/>
                <a:gd name="connsiteX3482" fmla="*/ 1350016 w 2044700"/>
                <a:gd name="connsiteY3482" fmla="*/ 596307 h 800786"/>
                <a:gd name="connsiteX3483" fmla="*/ 1345147 w 2044700"/>
                <a:gd name="connsiteY3483" fmla="*/ 597930 h 800786"/>
                <a:gd name="connsiteX3484" fmla="*/ 1345147 w 2044700"/>
                <a:gd name="connsiteY3484" fmla="*/ 596307 h 800786"/>
                <a:gd name="connsiteX3485" fmla="*/ 1341900 w 2044700"/>
                <a:gd name="connsiteY3485" fmla="*/ 596307 h 800786"/>
                <a:gd name="connsiteX3486" fmla="*/ 1343524 w 2044700"/>
                <a:gd name="connsiteY3486" fmla="*/ 594684 h 800786"/>
                <a:gd name="connsiteX3487" fmla="*/ 1341900 w 2044700"/>
                <a:gd name="connsiteY3487" fmla="*/ 593061 h 800786"/>
                <a:gd name="connsiteX3488" fmla="*/ 1340277 w 2044700"/>
                <a:gd name="connsiteY3488" fmla="*/ 593061 h 800786"/>
                <a:gd name="connsiteX3489" fmla="*/ 1337031 w 2044700"/>
                <a:gd name="connsiteY3489" fmla="*/ 591438 h 800786"/>
                <a:gd name="connsiteX3490" fmla="*/ 1333785 w 2044700"/>
                <a:gd name="connsiteY3490" fmla="*/ 593061 h 800786"/>
                <a:gd name="connsiteX3491" fmla="*/ 1332162 w 2044700"/>
                <a:gd name="connsiteY3491" fmla="*/ 593061 h 800786"/>
                <a:gd name="connsiteX3492" fmla="*/ 1332162 w 2044700"/>
                <a:gd name="connsiteY3492" fmla="*/ 591438 h 800786"/>
                <a:gd name="connsiteX3493" fmla="*/ 1328916 w 2044700"/>
                <a:gd name="connsiteY3493" fmla="*/ 591438 h 800786"/>
                <a:gd name="connsiteX3494" fmla="*/ 1320800 w 2044700"/>
                <a:gd name="connsiteY3494" fmla="*/ 593061 h 800786"/>
                <a:gd name="connsiteX3495" fmla="*/ 1319177 w 2044700"/>
                <a:gd name="connsiteY3495" fmla="*/ 593061 h 800786"/>
                <a:gd name="connsiteX3496" fmla="*/ 1317554 w 2044700"/>
                <a:gd name="connsiteY3496" fmla="*/ 593061 h 800786"/>
                <a:gd name="connsiteX3497" fmla="*/ 1314307 w 2044700"/>
                <a:gd name="connsiteY3497" fmla="*/ 593061 h 800786"/>
                <a:gd name="connsiteX3498" fmla="*/ 1311061 w 2044700"/>
                <a:gd name="connsiteY3498" fmla="*/ 593061 h 800786"/>
                <a:gd name="connsiteX3499" fmla="*/ 1307815 w 2044700"/>
                <a:gd name="connsiteY3499" fmla="*/ 594684 h 800786"/>
                <a:gd name="connsiteX3500" fmla="*/ 1302946 w 2044700"/>
                <a:gd name="connsiteY3500" fmla="*/ 594684 h 800786"/>
                <a:gd name="connsiteX3501" fmla="*/ 1299700 w 2044700"/>
                <a:gd name="connsiteY3501" fmla="*/ 594684 h 800786"/>
                <a:gd name="connsiteX3502" fmla="*/ 1299700 w 2044700"/>
                <a:gd name="connsiteY3502" fmla="*/ 593061 h 800786"/>
                <a:gd name="connsiteX3503" fmla="*/ 1299700 w 2044700"/>
                <a:gd name="connsiteY3503" fmla="*/ 591438 h 800786"/>
                <a:gd name="connsiteX3504" fmla="*/ 1307815 w 2044700"/>
                <a:gd name="connsiteY3504" fmla="*/ 586570 h 800786"/>
                <a:gd name="connsiteX3505" fmla="*/ 1309438 w 2044700"/>
                <a:gd name="connsiteY3505" fmla="*/ 584947 h 800786"/>
                <a:gd name="connsiteX3506" fmla="*/ 1311061 w 2044700"/>
                <a:gd name="connsiteY3506" fmla="*/ 583324 h 800786"/>
                <a:gd name="connsiteX3507" fmla="*/ 1312684 w 2044700"/>
                <a:gd name="connsiteY3507" fmla="*/ 583324 h 800786"/>
                <a:gd name="connsiteX3508" fmla="*/ 1317554 w 2044700"/>
                <a:gd name="connsiteY3508" fmla="*/ 581701 h 800786"/>
                <a:gd name="connsiteX3509" fmla="*/ 1320800 w 2044700"/>
                <a:gd name="connsiteY3509" fmla="*/ 581701 h 800786"/>
                <a:gd name="connsiteX3510" fmla="*/ 1327292 w 2044700"/>
                <a:gd name="connsiteY3510" fmla="*/ 581701 h 800786"/>
                <a:gd name="connsiteX3511" fmla="*/ 1328916 w 2044700"/>
                <a:gd name="connsiteY3511" fmla="*/ 581701 h 800786"/>
                <a:gd name="connsiteX3512" fmla="*/ 1333785 w 2044700"/>
                <a:gd name="connsiteY3512" fmla="*/ 584947 h 800786"/>
                <a:gd name="connsiteX3513" fmla="*/ 1335408 w 2044700"/>
                <a:gd name="connsiteY3513" fmla="*/ 584947 h 800786"/>
                <a:gd name="connsiteX3514" fmla="*/ 1338654 w 2044700"/>
                <a:gd name="connsiteY3514" fmla="*/ 584947 h 800786"/>
                <a:gd name="connsiteX3515" fmla="*/ 1340277 w 2044700"/>
                <a:gd name="connsiteY3515" fmla="*/ 584947 h 800786"/>
                <a:gd name="connsiteX3516" fmla="*/ 1343524 w 2044700"/>
                <a:gd name="connsiteY3516" fmla="*/ 584947 h 800786"/>
                <a:gd name="connsiteX3517" fmla="*/ 1345147 w 2044700"/>
                <a:gd name="connsiteY3517" fmla="*/ 584947 h 800786"/>
                <a:gd name="connsiteX3518" fmla="*/ 1345147 w 2044700"/>
                <a:gd name="connsiteY3518" fmla="*/ 586570 h 800786"/>
                <a:gd name="connsiteX3519" fmla="*/ 1346770 w 2044700"/>
                <a:gd name="connsiteY3519" fmla="*/ 586570 h 800786"/>
                <a:gd name="connsiteX3520" fmla="*/ 1351639 w 2044700"/>
                <a:gd name="connsiteY3520" fmla="*/ 589816 h 800786"/>
                <a:gd name="connsiteX3521" fmla="*/ 1353262 w 2044700"/>
                <a:gd name="connsiteY3521" fmla="*/ 588193 h 800786"/>
                <a:gd name="connsiteX3522" fmla="*/ 1358131 w 2044700"/>
                <a:gd name="connsiteY3522" fmla="*/ 588193 h 800786"/>
                <a:gd name="connsiteX3523" fmla="*/ 1363001 w 2044700"/>
                <a:gd name="connsiteY3523" fmla="*/ 588193 h 800786"/>
                <a:gd name="connsiteX3524" fmla="*/ 1359754 w 2044700"/>
                <a:gd name="connsiteY3524" fmla="*/ 586570 h 800786"/>
                <a:gd name="connsiteX3525" fmla="*/ 1356508 w 2044700"/>
                <a:gd name="connsiteY3525" fmla="*/ 586570 h 800786"/>
                <a:gd name="connsiteX3526" fmla="*/ 1356508 w 2044700"/>
                <a:gd name="connsiteY3526" fmla="*/ 584947 h 800786"/>
                <a:gd name="connsiteX3527" fmla="*/ 1358131 w 2044700"/>
                <a:gd name="connsiteY3527" fmla="*/ 583324 h 800786"/>
                <a:gd name="connsiteX3528" fmla="*/ 1363001 w 2044700"/>
                <a:gd name="connsiteY3528" fmla="*/ 583324 h 800786"/>
                <a:gd name="connsiteX3529" fmla="*/ 1364624 w 2044700"/>
                <a:gd name="connsiteY3529" fmla="*/ 583324 h 800786"/>
                <a:gd name="connsiteX3530" fmla="*/ 1366247 w 2044700"/>
                <a:gd name="connsiteY3530" fmla="*/ 583324 h 800786"/>
                <a:gd name="connsiteX3531" fmla="*/ 1366247 w 2044700"/>
                <a:gd name="connsiteY3531" fmla="*/ 581701 h 800786"/>
                <a:gd name="connsiteX3532" fmla="*/ 1364624 w 2044700"/>
                <a:gd name="connsiteY3532" fmla="*/ 580078 h 800786"/>
                <a:gd name="connsiteX3533" fmla="*/ 1363001 w 2044700"/>
                <a:gd name="connsiteY3533" fmla="*/ 580078 h 800786"/>
                <a:gd name="connsiteX3534" fmla="*/ 1364624 w 2044700"/>
                <a:gd name="connsiteY3534" fmla="*/ 578456 h 800786"/>
                <a:gd name="connsiteX3535" fmla="*/ 1364624 w 2044700"/>
                <a:gd name="connsiteY3535" fmla="*/ 576833 h 800786"/>
                <a:gd name="connsiteX3536" fmla="*/ 1363001 w 2044700"/>
                <a:gd name="connsiteY3536" fmla="*/ 575210 h 800786"/>
                <a:gd name="connsiteX3537" fmla="*/ 1361378 w 2044700"/>
                <a:gd name="connsiteY3537" fmla="*/ 573587 h 800786"/>
                <a:gd name="connsiteX3538" fmla="*/ 1359754 w 2044700"/>
                <a:gd name="connsiteY3538" fmla="*/ 573587 h 800786"/>
                <a:gd name="connsiteX3539" fmla="*/ 1356508 w 2044700"/>
                <a:gd name="connsiteY3539" fmla="*/ 575210 h 800786"/>
                <a:gd name="connsiteX3540" fmla="*/ 1356508 w 2044700"/>
                <a:gd name="connsiteY3540" fmla="*/ 573587 h 800786"/>
                <a:gd name="connsiteX3541" fmla="*/ 1351639 w 2044700"/>
                <a:gd name="connsiteY3541" fmla="*/ 571964 h 800786"/>
                <a:gd name="connsiteX3542" fmla="*/ 1351639 w 2044700"/>
                <a:gd name="connsiteY3542" fmla="*/ 570341 h 800786"/>
                <a:gd name="connsiteX3543" fmla="*/ 1350016 w 2044700"/>
                <a:gd name="connsiteY3543" fmla="*/ 567096 h 800786"/>
                <a:gd name="connsiteX3544" fmla="*/ 1348393 w 2044700"/>
                <a:gd name="connsiteY3544" fmla="*/ 567096 h 800786"/>
                <a:gd name="connsiteX3545" fmla="*/ 1348393 w 2044700"/>
                <a:gd name="connsiteY3545" fmla="*/ 565473 h 800786"/>
                <a:gd name="connsiteX3546" fmla="*/ 1348393 w 2044700"/>
                <a:gd name="connsiteY3546" fmla="*/ 562227 h 800786"/>
                <a:gd name="connsiteX3547" fmla="*/ 1350016 w 2044700"/>
                <a:gd name="connsiteY3547" fmla="*/ 560604 h 800786"/>
                <a:gd name="connsiteX3548" fmla="*/ 1351639 w 2044700"/>
                <a:gd name="connsiteY3548" fmla="*/ 558981 h 800786"/>
                <a:gd name="connsiteX3549" fmla="*/ 1348393 w 2044700"/>
                <a:gd name="connsiteY3549" fmla="*/ 557359 h 800786"/>
                <a:gd name="connsiteX3550" fmla="*/ 1348393 w 2044700"/>
                <a:gd name="connsiteY3550" fmla="*/ 555736 h 800786"/>
                <a:gd name="connsiteX3551" fmla="*/ 1346770 w 2044700"/>
                <a:gd name="connsiteY3551" fmla="*/ 554113 h 800786"/>
                <a:gd name="connsiteX3552" fmla="*/ 1351639 w 2044700"/>
                <a:gd name="connsiteY3552" fmla="*/ 552490 h 800786"/>
                <a:gd name="connsiteX3553" fmla="*/ 1351639 w 2044700"/>
                <a:gd name="connsiteY3553" fmla="*/ 550867 h 800786"/>
                <a:gd name="connsiteX3554" fmla="*/ 1351639 w 2044700"/>
                <a:gd name="connsiteY3554" fmla="*/ 547621 h 800786"/>
                <a:gd name="connsiteX3555" fmla="*/ 1348393 w 2044700"/>
                <a:gd name="connsiteY3555" fmla="*/ 547621 h 800786"/>
                <a:gd name="connsiteX3556" fmla="*/ 1348393 w 2044700"/>
                <a:gd name="connsiteY3556" fmla="*/ 544376 h 800786"/>
                <a:gd name="connsiteX3557" fmla="*/ 1350016 w 2044700"/>
                <a:gd name="connsiteY3557" fmla="*/ 541130 h 800786"/>
                <a:gd name="connsiteX3558" fmla="*/ 1351639 w 2044700"/>
                <a:gd name="connsiteY3558" fmla="*/ 542753 h 800786"/>
                <a:gd name="connsiteX3559" fmla="*/ 1353262 w 2044700"/>
                <a:gd name="connsiteY3559" fmla="*/ 542753 h 800786"/>
                <a:gd name="connsiteX3560" fmla="*/ 1356508 w 2044700"/>
                <a:gd name="connsiteY3560" fmla="*/ 544376 h 800786"/>
                <a:gd name="connsiteX3561" fmla="*/ 1358131 w 2044700"/>
                <a:gd name="connsiteY3561" fmla="*/ 544376 h 800786"/>
                <a:gd name="connsiteX3562" fmla="*/ 1361378 w 2044700"/>
                <a:gd name="connsiteY3562" fmla="*/ 545999 h 800786"/>
                <a:gd name="connsiteX3563" fmla="*/ 1363001 w 2044700"/>
                <a:gd name="connsiteY3563" fmla="*/ 537884 h 800786"/>
                <a:gd name="connsiteX3564" fmla="*/ 1358131 w 2044700"/>
                <a:gd name="connsiteY3564" fmla="*/ 539507 h 800786"/>
                <a:gd name="connsiteX3565" fmla="*/ 1358131 w 2044700"/>
                <a:gd name="connsiteY3565" fmla="*/ 536262 h 800786"/>
                <a:gd name="connsiteX3566" fmla="*/ 1354885 w 2044700"/>
                <a:gd name="connsiteY3566" fmla="*/ 533016 h 800786"/>
                <a:gd name="connsiteX3567" fmla="*/ 1353262 w 2044700"/>
                <a:gd name="connsiteY3567" fmla="*/ 533016 h 800786"/>
                <a:gd name="connsiteX3568" fmla="*/ 1353262 w 2044700"/>
                <a:gd name="connsiteY3568" fmla="*/ 531393 h 800786"/>
                <a:gd name="connsiteX3569" fmla="*/ 1354885 w 2044700"/>
                <a:gd name="connsiteY3569" fmla="*/ 528147 h 800786"/>
                <a:gd name="connsiteX3570" fmla="*/ 1358131 w 2044700"/>
                <a:gd name="connsiteY3570" fmla="*/ 526524 h 800786"/>
                <a:gd name="connsiteX3571" fmla="*/ 1361378 w 2044700"/>
                <a:gd name="connsiteY3571" fmla="*/ 524902 h 800786"/>
                <a:gd name="connsiteX3572" fmla="*/ 1361378 w 2044700"/>
                <a:gd name="connsiteY3572" fmla="*/ 523279 h 800786"/>
                <a:gd name="connsiteX3573" fmla="*/ 1359754 w 2044700"/>
                <a:gd name="connsiteY3573" fmla="*/ 520033 h 800786"/>
                <a:gd name="connsiteX3574" fmla="*/ 1361378 w 2044700"/>
                <a:gd name="connsiteY3574" fmla="*/ 518410 h 800786"/>
                <a:gd name="connsiteX3575" fmla="*/ 1363001 w 2044700"/>
                <a:gd name="connsiteY3575" fmla="*/ 518410 h 800786"/>
                <a:gd name="connsiteX3576" fmla="*/ 1364624 w 2044700"/>
                <a:gd name="connsiteY3576" fmla="*/ 515164 h 800786"/>
                <a:gd name="connsiteX3577" fmla="*/ 1363001 w 2044700"/>
                <a:gd name="connsiteY3577" fmla="*/ 513542 h 800786"/>
                <a:gd name="connsiteX3578" fmla="*/ 1363001 w 2044700"/>
                <a:gd name="connsiteY3578" fmla="*/ 511919 h 800786"/>
                <a:gd name="connsiteX3579" fmla="*/ 1363001 w 2044700"/>
                <a:gd name="connsiteY3579" fmla="*/ 510296 h 800786"/>
                <a:gd name="connsiteX3580" fmla="*/ 1359754 w 2044700"/>
                <a:gd name="connsiteY3580" fmla="*/ 508673 h 800786"/>
                <a:gd name="connsiteX3581" fmla="*/ 1354885 w 2044700"/>
                <a:gd name="connsiteY3581" fmla="*/ 510296 h 800786"/>
                <a:gd name="connsiteX3582" fmla="*/ 1351639 w 2044700"/>
                <a:gd name="connsiteY3582" fmla="*/ 510296 h 800786"/>
                <a:gd name="connsiteX3583" fmla="*/ 1348393 w 2044700"/>
                <a:gd name="connsiteY3583" fmla="*/ 510296 h 800786"/>
                <a:gd name="connsiteX3584" fmla="*/ 1346770 w 2044700"/>
                <a:gd name="connsiteY3584" fmla="*/ 508673 h 800786"/>
                <a:gd name="connsiteX3585" fmla="*/ 1343524 w 2044700"/>
                <a:gd name="connsiteY3585" fmla="*/ 508673 h 800786"/>
                <a:gd name="connsiteX3586" fmla="*/ 1341900 w 2044700"/>
                <a:gd name="connsiteY3586" fmla="*/ 510296 h 800786"/>
                <a:gd name="connsiteX3587" fmla="*/ 1338654 w 2044700"/>
                <a:gd name="connsiteY3587" fmla="*/ 511919 h 800786"/>
                <a:gd name="connsiteX3588" fmla="*/ 1337031 w 2044700"/>
                <a:gd name="connsiteY3588" fmla="*/ 510296 h 800786"/>
                <a:gd name="connsiteX3589" fmla="*/ 1332162 w 2044700"/>
                <a:gd name="connsiteY3589" fmla="*/ 510296 h 800786"/>
                <a:gd name="connsiteX3590" fmla="*/ 1328916 w 2044700"/>
                <a:gd name="connsiteY3590" fmla="*/ 510296 h 800786"/>
                <a:gd name="connsiteX3591" fmla="*/ 1324046 w 2044700"/>
                <a:gd name="connsiteY3591" fmla="*/ 508673 h 800786"/>
                <a:gd name="connsiteX3592" fmla="*/ 1322423 w 2044700"/>
                <a:gd name="connsiteY3592" fmla="*/ 507050 h 800786"/>
                <a:gd name="connsiteX3593" fmla="*/ 1319177 w 2044700"/>
                <a:gd name="connsiteY3593" fmla="*/ 503804 h 800786"/>
                <a:gd name="connsiteX3594" fmla="*/ 1319177 w 2044700"/>
                <a:gd name="connsiteY3594" fmla="*/ 502182 h 800786"/>
                <a:gd name="connsiteX3595" fmla="*/ 1317554 w 2044700"/>
                <a:gd name="connsiteY3595" fmla="*/ 500559 h 800786"/>
                <a:gd name="connsiteX3596" fmla="*/ 1311061 w 2044700"/>
                <a:gd name="connsiteY3596" fmla="*/ 500559 h 800786"/>
                <a:gd name="connsiteX3597" fmla="*/ 1306192 w 2044700"/>
                <a:gd name="connsiteY3597" fmla="*/ 498936 h 800786"/>
                <a:gd name="connsiteX3598" fmla="*/ 1302946 w 2044700"/>
                <a:gd name="connsiteY3598" fmla="*/ 498936 h 800786"/>
                <a:gd name="connsiteX3599" fmla="*/ 1301323 w 2044700"/>
                <a:gd name="connsiteY3599" fmla="*/ 498936 h 800786"/>
                <a:gd name="connsiteX3600" fmla="*/ 1298076 w 2044700"/>
                <a:gd name="connsiteY3600" fmla="*/ 498936 h 800786"/>
                <a:gd name="connsiteX3601" fmla="*/ 1296453 w 2044700"/>
                <a:gd name="connsiteY3601" fmla="*/ 497313 h 800786"/>
                <a:gd name="connsiteX3602" fmla="*/ 1293207 w 2044700"/>
                <a:gd name="connsiteY3602" fmla="*/ 495690 h 800786"/>
                <a:gd name="connsiteX3603" fmla="*/ 1289961 w 2044700"/>
                <a:gd name="connsiteY3603" fmla="*/ 494067 h 800786"/>
                <a:gd name="connsiteX3604" fmla="*/ 1288338 w 2044700"/>
                <a:gd name="connsiteY3604" fmla="*/ 490822 h 800786"/>
                <a:gd name="connsiteX3605" fmla="*/ 1288338 w 2044700"/>
                <a:gd name="connsiteY3605" fmla="*/ 489199 h 800786"/>
                <a:gd name="connsiteX3606" fmla="*/ 1288338 w 2044700"/>
                <a:gd name="connsiteY3606" fmla="*/ 487576 h 800786"/>
                <a:gd name="connsiteX3607" fmla="*/ 1291584 w 2044700"/>
                <a:gd name="connsiteY3607" fmla="*/ 485953 h 800786"/>
                <a:gd name="connsiteX3608" fmla="*/ 1296453 w 2044700"/>
                <a:gd name="connsiteY3608" fmla="*/ 485953 h 800786"/>
                <a:gd name="connsiteX3609" fmla="*/ 1302946 w 2044700"/>
                <a:gd name="connsiteY3609" fmla="*/ 485953 h 800786"/>
                <a:gd name="connsiteX3610" fmla="*/ 1306192 w 2044700"/>
                <a:gd name="connsiteY3610" fmla="*/ 485953 h 800786"/>
                <a:gd name="connsiteX3611" fmla="*/ 1309438 w 2044700"/>
                <a:gd name="connsiteY3611" fmla="*/ 484330 h 800786"/>
                <a:gd name="connsiteX3612" fmla="*/ 1314307 w 2044700"/>
                <a:gd name="connsiteY3612" fmla="*/ 487576 h 800786"/>
                <a:gd name="connsiteX3613" fmla="*/ 1317554 w 2044700"/>
                <a:gd name="connsiteY3613" fmla="*/ 487576 h 800786"/>
                <a:gd name="connsiteX3614" fmla="*/ 1320800 w 2044700"/>
                <a:gd name="connsiteY3614" fmla="*/ 489199 h 800786"/>
                <a:gd name="connsiteX3615" fmla="*/ 1324046 w 2044700"/>
                <a:gd name="connsiteY3615" fmla="*/ 489199 h 800786"/>
                <a:gd name="connsiteX3616" fmla="*/ 1327292 w 2044700"/>
                <a:gd name="connsiteY3616" fmla="*/ 490822 h 800786"/>
                <a:gd name="connsiteX3617" fmla="*/ 1332162 w 2044700"/>
                <a:gd name="connsiteY3617" fmla="*/ 494067 h 800786"/>
                <a:gd name="connsiteX3618" fmla="*/ 1335408 w 2044700"/>
                <a:gd name="connsiteY3618" fmla="*/ 494067 h 800786"/>
                <a:gd name="connsiteX3619" fmla="*/ 1337031 w 2044700"/>
                <a:gd name="connsiteY3619" fmla="*/ 497313 h 800786"/>
                <a:gd name="connsiteX3620" fmla="*/ 1341900 w 2044700"/>
                <a:gd name="connsiteY3620" fmla="*/ 497313 h 800786"/>
                <a:gd name="connsiteX3621" fmla="*/ 1343524 w 2044700"/>
                <a:gd name="connsiteY3621" fmla="*/ 497313 h 800786"/>
                <a:gd name="connsiteX3622" fmla="*/ 1345147 w 2044700"/>
                <a:gd name="connsiteY3622" fmla="*/ 498936 h 800786"/>
                <a:gd name="connsiteX3623" fmla="*/ 1346770 w 2044700"/>
                <a:gd name="connsiteY3623" fmla="*/ 498936 h 800786"/>
                <a:gd name="connsiteX3624" fmla="*/ 1350016 w 2044700"/>
                <a:gd name="connsiteY3624" fmla="*/ 498936 h 800786"/>
                <a:gd name="connsiteX3625" fmla="*/ 1351639 w 2044700"/>
                <a:gd name="connsiteY3625" fmla="*/ 498936 h 800786"/>
                <a:gd name="connsiteX3626" fmla="*/ 1354885 w 2044700"/>
                <a:gd name="connsiteY3626" fmla="*/ 497313 h 800786"/>
                <a:gd name="connsiteX3627" fmla="*/ 1353262 w 2044700"/>
                <a:gd name="connsiteY3627" fmla="*/ 495690 h 800786"/>
                <a:gd name="connsiteX3628" fmla="*/ 1351639 w 2044700"/>
                <a:gd name="connsiteY3628" fmla="*/ 492445 h 800786"/>
                <a:gd name="connsiteX3629" fmla="*/ 1350016 w 2044700"/>
                <a:gd name="connsiteY3629" fmla="*/ 490822 h 800786"/>
                <a:gd name="connsiteX3630" fmla="*/ 1351639 w 2044700"/>
                <a:gd name="connsiteY3630" fmla="*/ 487576 h 800786"/>
                <a:gd name="connsiteX3631" fmla="*/ 1351639 w 2044700"/>
                <a:gd name="connsiteY3631" fmla="*/ 485953 h 800786"/>
                <a:gd name="connsiteX3632" fmla="*/ 1348393 w 2044700"/>
                <a:gd name="connsiteY3632" fmla="*/ 484330 h 800786"/>
                <a:gd name="connsiteX3633" fmla="*/ 1346770 w 2044700"/>
                <a:gd name="connsiteY3633" fmla="*/ 482707 h 800786"/>
                <a:gd name="connsiteX3634" fmla="*/ 1345147 w 2044700"/>
                <a:gd name="connsiteY3634" fmla="*/ 479462 h 800786"/>
                <a:gd name="connsiteX3635" fmla="*/ 1343524 w 2044700"/>
                <a:gd name="connsiteY3635" fmla="*/ 477839 h 800786"/>
                <a:gd name="connsiteX3636" fmla="*/ 1340277 w 2044700"/>
                <a:gd name="connsiteY3636" fmla="*/ 474593 h 800786"/>
                <a:gd name="connsiteX3637" fmla="*/ 1335408 w 2044700"/>
                <a:gd name="connsiteY3637" fmla="*/ 474593 h 800786"/>
                <a:gd name="connsiteX3638" fmla="*/ 1333785 w 2044700"/>
                <a:gd name="connsiteY3638" fmla="*/ 474593 h 800786"/>
                <a:gd name="connsiteX3639" fmla="*/ 1333785 w 2044700"/>
                <a:gd name="connsiteY3639" fmla="*/ 472970 h 800786"/>
                <a:gd name="connsiteX3640" fmla="*/ 1335408 w 2044700"/>
                <a:gd name="connsiteY3640" fmla="*/ 471347 h 800786"/>
                <a:gd name="connsiteX3641" fmla="*/ 1338654 w 2044700"/>
                <a:gd name="connsiteY3641" fmla="*/ 468102 h 800786"/>
                <a:gd name="connsiteX3642" fmla="*/ 1338654 w 2044700"/>
                <a:gd name="connsiteY3642" fmla="*/ 466479 h 800786"/>
                <a:gd name="connsiteX3643" fmla="*/ 1340277 w 2044700"/>
                <a:gd name="connsiteY3643" fmla="*/ 463233 h 800786"/>
                <a:gd name="connsiteX3644" fmla="*/ 1341900 w 2044700"/>
                <a:gd name="connsiteY3644" fmla="*/ 463233 h 800786"/>
                <a:gd name="connsiteX3645" fmla="*/ 1338654 w 2044700"/>
                <a:gd name="connsiteY3645" fmla="*/ 459987 h 800786"/>
                <a:gd name="connsiteX3646" fmla="*/ 1333785 w 2044700"/>
                <a:gd name="connsiteY3646" fmla="*/ 461610 h 800786"/>
                <a:gd name="connsiteX3647" fmla="*/ 1332162 w 2044700"/>
                <a:gd name="connsiteY3647" fmla="*/ 463233 h 800786"/>
                <a:gd name="connsiteX3648" fmla="*/ 1330539 w 2044700"/>
                <a:gd name="connsiteY3648" fmla="*/ 463233 h 800786"/>
                <a:gd name="connsiteX3649" fmla="*/ 1328916 w 2044700"/>
                <a:gd name="connsiteY3649" fmla="*/ 463233 h 800786"/>
                <a:gd name="connsiteX3650" fmla="*/ 1325669 w 2044700"/>
                <a:gd name="connsiteY3650" fmla="*/ 461610 h 800786"/>
                <a:gd name="connsiteX3651" fmla="*/ 1325669 w 2044700"/>
                <a:gd name="connsiteY3651" fmla="*/ 459987 h 800786"/>
                <a:gd name="connsiteX3652" fmla="*/ 1325669 w 2044700"/>
                <a:gd name="connsiteY3652" fmla="*/ 458365 h 800786"/>
                <a:gd name="connsiteX3653" fmla="*/ 1320800 w 2044700"/>
                <a:gd name="connsiteY3653" fmla="*/ 458365 h 800786"/>
                <a:gd name="connsiteX3654" fmla="*/ 1319177 w 2044700"/>
                <a:gd name="connsiteY3654" fmla="*/ 456742 h 800786"/>
                <a:gd name="connsiteX3655" fmla="*/ 1317554 w 2044700"/>
                <a:gd name="connsiteY3655" fmla="*/ 456742 h 800786"/>
                <a:gd name="connsiteX3656" fmla="*/ 1315930 w 2044700"/>
                <a:gd name="connsiteY3656" fmla="*/ 456742 h 800786"/>
                <a:gd name="connsiteX3657" fmla="*/ 1312684 w 2044700"/>
                <a:gd name="connsiteY3657" fmla="*/ 456742 h 800786"/>
                <a:gd name="connsiteX3658" fmla="*/ 1312684 w 2044700"/>
                <a:gd name="connsiteY3658" fmla="*/ 455119 h 800786"/>
                <a:gd name="connsiteX3659" fmla="*/ 1312684 w 2044700"/>
                <a:gd name="connsiteY3659" fmla="*/ 453496 h 800786"/>
                <a:gd name="connsiteX3660" fmla="*/ 1314307 w 2044700"/>
                <a:gd name="connsiteY3660" fmla="*/ 450250 h 800786"/>
                <a:gd name="connsiteX3661" fmla="*/ 1314307 w 2044700"/>
                <a:gd name="connsiteY3661" fmla="*/ 448627 h 800786"/>
                <a:gd name="connsiteX3662" fmla="*/ 1312684 w 2044700"/>
                <a:gd name="connsiteY3662" fmla="*/ 448627 h 800786"/>
                <a:gd name="connsiteX3663" fmla="*/ 1309438 w 2044700"/>
                <a:gd name="connsiteY3663" fmla="*/ 450250 h 800786"/>
                <a:gd name="connsiteX3664" fmla="*/ 1306192 w 2044700"/>
                <a:gd name="connsiteY3664" fmla="*/ 448627 h 800786"/>
                <a:gd name="connsiteX3665" fmla="*/ 1304569 w 2044700"/>
                <a:gd name="connsiteY3665" fmla="*/ 445382 h 800786"/>
                <a:gd name="connsiteX3666" fmla="*/ 1301323 w 2044700"/>
                <a:gd name="connsiteY3666" fmla="*/ 443759 h 800786"/>
                <a:gd name="connsiteX3667" fmla="*/ 1299700 w 2044700"/>
                <a:gd name="connsiteY3667" fmla="*/ 437267 h 800786"/>
                <a:gd name="connsiteX3668" fmla="*/ 1299700 w 2044700"/>
                <a:gd name="connsiteY3668" fmla="*/ 434022 h 800786"/>
                <a:gd name="connsiteX3669" fmla="*/ 1298076 w 2044700"/>
                <a:gd name="connsiteY3669" fmla="*/ 437267 h 800786"/>
                <a:gd name="connsiteX3670" fmla="*/ 1299700 w 2044700"/>
                <a:gd name="connsiteY3670" fmla="*/ 440513 h 800786"/>
                <a:gd name="connsiteX3671" fmla="*/ 1301323 w 2044700"/>
                <a:gd name="connsiteY3671" fmla="*/ 443759 h 800786"/>
                <a:gd name="connsiteX3672" fmla="*/ 1302946 w 2044700"/>
                <a:gd name="connsiteY3672" fmla="*/ 447005 h 800786"/>
                <a:gd name="connsiteX3673" fmla="*/ 1304569 w 2044700"/>
                <a:gd name="connsiteY3673" fmla="*/ 451873 h 800786"/>
                <a:gd name="connsiteX3674" fmla="*/ 1302946 w 2044700"/>
                <a:gd name="connsiteY3674" fmla="*/ 453496 h 800786"/>
                <a:gd name="connsiteX3675" fmla="*/ 1299700 w 2044700"/>
                <a:gd name="connsiteY3675" fmla="*/ 455119 h 800786"/>
                <a:gd name="connsiteX3676" fmla="*/ 1298076 w 2044700"/>
                <a:gd name="connsiteY3676" fmla="*/ 459987 h 800786"/>
                <a:gd name="connsiteX3677" fmla="*/ 1294830 w 2044700"/>
                <a:gd name="connsiteY3677" fmla="*/ 463233 h 800786"/>
                <a:gd name="connsiteX3678" fmla="*/ 1291584 w 2044700"/>
                <a:gd name="connsiteY3678" fmla="*/ 464856 h 800786"/>
                <a:gd name="connsiteX3679" fmla="*/ 1281846 w 2044700"/>
                <a:gd name="connsiteY3679" fmla="*/ 464856 h 800786"/>
                <a:gd name="connsiteX3680" fmla="*/ 1280222 w 2044700"/>
                <a:gd name="connsiteY3680" fmla="*/ 463233 h 800786"/>
                <a:gd name="connsiteX3681" fmla="*/ 1276976 w 2044700"/>
                <a:gd name="connsiteY3681" fmla="*/ 463233 h 800786"/>
                <a:gd name="connsiteX3682" fmla="*/ 1272107 w 2044700"/>
                <a:gd name="connsiteY3682" fmla="*/ 464856 h 800786"/>
                <a:gd name="connsiteX3683" fmla="*/ 1268861 w 2044700"/>
                <a:gd name="connsiteY3683" fmla="*/ 463233 h 800786"/>
                <a:gd name="connsiteX3684" fmla="*/ 1265615 w 2044700"/>
                <a:gd name="connsiteY3684" fmla="*/ 459987 h 800786"/>
                <a:gd name="connsiteX3685" fmla="*/ 1265615 w 2044700"/>
                <a:gd name="connsiteY3685" fmla="*/ 456742 h 800786"/>
                <a:gd name="connsiteX3686" fmla="*/ 1267238 w 2044700"/>
                <a:gd name="connsiteY3686" fmla="*/ 455119 h 800786"/>
                <a:gd name="connsiteX3687" fmla="*/ 1270484 w 2044700"/>
                <a:gd name="connsiteY3687" fmla="*/ 455119 h 800786"/>
                <a:gd name="connsiteX3688" fmla="*/ 1272107 w 2044700"/>
                <a:gd name="connsiteY3688" fmla="*/ 453496 h 800786"/>
                <a:gd name="connsiteX3689" fmla="*/ 1275353 w 2044700"/>
                <a:gd name="connsiteY3689" fmla="*/ 453496 h 800786"/>
                <a:gd name="connsiteX3690" fmla="*/ 1280222 w 2044700"/>
                <a:gd name="connsiteY3690" fmla="*/ 450250 h 800786"/>
                <a:gd name="connsiteX3691" fmla="*/ 1281846 w 2044700"/>
                <a:gd name="connsiteY3691" fmla="*/ 448627 h 800786"/>
                <a:gd name="connsiteX3692" fmla="*/ 1283469 w 2044700"/>
                <a:gd name="connsiteY3692" fmla="*/ 447005 h 800786"/>
                <a:gd name="connsiteX3693" fmla="*/ 1285092 w 2044700"/>
                <a:gd name="connsiteY3693" fmla="*/ 445382 h 800786"/>
                <a:gd name="connsiteX3694" fmla="*/ 1285092 w 2044700"/>
                <a:gd name="connsiteY3694" fmla="*/ 443759 h 800786"/>
                <a:gd name="connsiteX3695" fmla="*/ 1283469 w 2044700"/>
                <a:gd name="connsiteY3695" fmla="*/ 443759 h 800786"/>
                <a:gd name="connsiteX3696" fmla="*/ 1278599 w 2044700"/>
                <a:gd name="connsiteY3696" fmla="*/ 447005 h 800786"/>
                <a:gd name="connsiteX3697" fmla="*/ 1276976 w 2044700"/>
                <a:gd name="connsiteY3697" fmla="*/ 450250 h 800786"/>
                <a:gd name="connsiteX3698" fmla="*/ 1273730 w 2044700"/>
                <a:gd name="connsiteY3698" fmla="*/ 448627 h 800786"/>
                <a:gd name="connsiteX3699" fmla="*/ 1272107 w 2044700"/>
                <a:gd name="connsiteY3699" fmla="*/ 448627 h 800786"/>
                <a:gd name="connsiteX3700" fmla="*/ 1275353 w 2044700"/>
                <a:gd name="connsiteY3700" fmla="*/ 447005 h 800786"/>
                <a:gd name="connsiteX3701" fmla="*/ 1278599 w 2044700"/>
                <a:gd name="connsiteY3701" fmla="*/ 442136 h 800786"/>
                <a:gd name="connsiteX3702" fmla="*/ 1280222 w 2044700"/>
                <a:gd name="connsiteY3702" fmla="*/ 440513 h 800786"/>
                <a:gd name="connsiteX3703" fmla="*/ 1281846 w 2044700"/>
                <a:gd name="connsiteY3703" fmla="*/ 438890 h 800786"/>
                <a:gd name="connsiteX3704" fmla="*/ 1283469 w 2044700"/>
                <a:gd name="connsiteY3704" fmla="*/ 435645 h 800786"/>
                <a:gd name="connsiteX3705" fmla="*/ 1285092 w 2044700"/>
                <a:gd name="connsiteY3705" fmla="*/ 432399 h 800786"/>
                <a:gd name="connsiteX3706" fmla="*/ 1288338 w 2044700"/>
                <a:gd name="connsiteY3706" fmla="*/ 432399 h 800786"/>
                <a:gd name="connsiteX3707" fmla="*/ 1288338 w 2044700"/>
                <a:gd name="connsiteY3707" fmla="*/ 429153 h 800786"/>
                <a:gd name="connsiteX3708" fmla="*/ 1283469 w 2044700"/>
                <a:gd name="connsiteY3708" fmla="*/ 427530 h 800786"/>
                <a:gd name="connsiteX3709" fmla="*/ 1281846 w 2044700"/>
                <a:gd name="connsiteY3709" fmla="*/ 424285 h 800786"/>
                <a:gd name="connsiteX3710" fmla="*/ 1283469 w 2044700"/>
                <a:gd name="connsiteY3710" fmla="*/ 421039 h 800786"/>
                <a:gd name="connsiteX3711" fmla="*/ 1283469 w 2044700"/>
                <a:gd name="connsiteY3711" fmla="*/ 417793 h 800786"/>
                <a:gd name="connsiteX3712" fmla="*/ 1283469 w 2044700"/>
                <a:gd name="connsiteY3712" fmla="*/ 414548 h 800786"/>
                <a:gd name="connsiteX3713" fmla="*/ 1280222 w 2044700"/>
                <a:gd name="connsiteY3713" fmla="*/ 412925 h 800786"/>
                <a:gd name="connsiteX3714" fmla="*/ 1278599 w 2044700"/>
                <a:gd name="connsiteY3714" fmla="*/ 412925 h 800786"/>
                <a:gd name="connsiteX3715" fmla="*/ 1275353 w 2044700"/>
                <a:gd name="connsiteY3715" fmla="*/ 412925 h 800786"/>
                <a:gd name="connsiteX3716" fmla="*/ 1272107 w 2044700"/>
                <a:gd name="connsiteY3716" fmla="*/ 411302 h 800786"/>
                <a:gd name="connsiteX3717" fmla="*/ 1270484 w 2044700"/>
                <a:gd name="connsiteY3717" fmla="*/ 412925 h 800786"/>
                <a:gd name="connsiteX3718" fmla="*/ 1272107 w 2044700"/>
                <a:gd name="connsiteY3718" fmla="*/ 404810 h 800786"/>
                <a:gd name="connsiteX3719" fmla="*/ 1273730 w 2044700"/>
                <a:gd name="connsiteY3719" fmla="*/ 401565 h 800786"/>
                <a:gd name="connsiteX3720" fmla="*/ 1273730 w 2044700"/>
                <a:gd name="connsiteY3720" fmla="*/ 398319 h 800786"/>
                <a:gd name="connsiteX3721" fmla="*/ 1270484 w 2044700"/>
                <a:gd name="connsiteY3721" fmla="*/ 396696 h 800786"/>
                <a:gd name="connsiteX3722" fmla="*/ 1267238 w 2044700"/>
                <a:gd name="connsiteY3722" fmla="*/ 395073 h 800786"/>
                <a:gd name="connsiteX3723" fmla="*/ 1265615 w 2044700"/>
                <a:gd name="connsiteY3723" fmla="*/ 393451 h 800786"/>
                <a:gd name="connsiteX3724" fmla="*/ 1265615 w 2044700"/>
                <a:gd name="connsiteY3724" fmla="*/ 390205 h 800786"/>
                <a:gd name="connsiteX3725" fmla="*/ 1263991 w 2044700"/>
                <a:gd name="connsiteY3725" fmla="*/ 386959 h 800786"/>
                <a:gd name="connsiteX3726" fmla="*/ 1262368 w 2044700"/>
                <a:gd name="connsiteY3726" fmla="*/ 383713 h 800786"/>
                <a:gd name="connsiteX3727" fmla="*/ 1260745 w 2044700"/>
                <a:gd name="connsiteY3727" fmla="*/ 382091 h 800786"/>
                <a:gd name="connsiteX3728" fmla="*/ 1257499 w 2044700"/>
                <a:gd name="connsiteY3728" fmla="*/ 377222 h 800786"/>
                <a:gd name="connsiteX3729" fmla="*/ 1255876 w 2044700"/>
                <a:gd name="connsiteY3729" fmla="*/ 373976 h 800786"/>
                <a:gd name="connsiteX3730" fmla="*/ 1254253 w 2044700"/>
                <a:gd name="connsiteY3730" fmla="*/ 370731 h 800786"/>
                <a:gd name="connsiteX3731" fmla="*/ 1254253 w 2044700"/>
                <a:gd name="connsiteY3731" fmla="*/ 365862 h 800786"/>
                <a:gd name="connsiteX3732" fmla="*/ 1255876 w 2044700"/>
                <a:gd name="connsiteY3732" fmla="*/ 364239 h 800786"/>
                <a:gd name="connsiteX3733" fmla="*/ 1252630 w 2044700"/>
                <a:gd name="connsiteY3733" fmla="*/ 360994 h 800786"/>
                <a:gd name="connsiteX3734" fmla="*/ 1251007 w 2044700"/>
                <a:gd name="connsiteY3734" fmla="*/ 357748 h 800786"/>
                <a:gd name="connsiteX3735" fmla="*/ 1247761 w 2044700"/>
                <a:gd name="connsiteY3735" fmla="*/ 356125 h 800786"/>
                <a:gd name="connsiteX3736" fmla="*/ 1246137 w 2044700"/>
                <a:gd name="connsiteY3736" fmla="*/ 356125 h 800786"/>
                <a:gd name="connsiteX3737" fmla="*/ 1244514 w 2044700"/>
                <a:gd name="connsiteY3737" fmla="*/ 354502 h 800786"/>
                <a:gd name="connsiteX3738" fmla="*/ 1242891 w 2044700"/>
                <a:gd name="connsiteY3738" fmla="*/ 351256 h 800786"/>
                <a:gd name="connsiteX3739" fmla="*/ 1241268 w 2044700"/>
                <a:gd name="connsiteY3739" fmla="*/ 348011 h 800786"/>
                <a:gd name="connsiteX3740" fmla="*/ 1238022 w 2044700"/>
                <a:gd name="connsiteY3740" fmla="*/ 346388 h 800786"/>
                <a:gd name="connsiteX3741" fmla="*/ 1234776 w 2044700"/>
                <a:gd name="connsiteY3741" fmla="*/ 344765 h 800786"/>
                <a:gd name="connsiteX3742" fmla="*/ 1229906 w 2044700"/>
                <a:gd name="connsiteY3742" fmla="*/ 341519 h 800786"/>
                <a:gd name="connsiteX3743" fmla="*/ 1226660 w 2044700"/>
                <a:gd name="connsiteY3743" fmla="*/ 341519 h 800786"/>
                <a:gd name="connsiteX3744" fmla="*/ 1223414 w 2044700"/>
                <a:gd name="connsiteY3744" fmla="*/ 341519 h 800786"/>
                <a:gd name="connsiteX3745" fmla="*/ 1220168 w 2044700"/>
                <a:gd name="connsiteY3745" fmla="*/ 336651 h 800786"/>
                <a:gd name="connsiteX3746" fmla="*/ 1218545 w 2044700"/>
                <a:gd name="connsiteY3746" fmla="*/ 333405 h 800786"/>
                <a:gd name="connsiteX3747" fmla="*/ 1218545 w 2044700"/>
                <a:gd name="connsiteY3747" fmla="*/ 330159 h 800786"/>
                <a:gd name="connsiteX3748" fmla="*/ 1220168 w 2044700"/>
                <a:gd name="connsiteY3748" fmla="*/ 328537 h 800786"/>
                <a:gd name="connsiteX3749" fmla="*/ 1220168 w 2044700"/>
                <a:gd name="connsiteY3749" fmla="*/ 326914 h 800786"/>
                <a:gd name="connsiteX3750" fmla="*/ 1220168 w 2044700"/>
                <a:gd name="connsiteY3750" fmla="*/ 325291 h 800786"/>
                <a:gd name="connsiteX3751" fmla="*/ 1218545 w 2044700"/>
                <a:gd name="connsiteY3751" fmla="*/ 323668 h 800786"/>
                <a:gd name="connsiteX3752" fmla="*/ 1216922 w 2044700"/>
                <a:gd name="connsiteY3752" fmla="*/ 322045 h 800786"/>
                <a:gd name="connsiteX3753" fmla="*/ 1215299 w 2044700"/>
                <a:gd name="connsiteY3753" fmla="*/ 318799 h 800786"/>
                <a:gd name="connsiteX3754" fmla="*/ 1215299 w 2044700"/>
                <a:gd name="connsiteY3754" fmla="*/ 317177 h 800786"/>
                <a:gd name="connsiteX3755" fmla="*/ 1210429 w 2044700"/>
                <a:gd name="connsiteY3755" fmla="*/ 317177 h 800786"/>
                <a:gd name="connsiteX3756" fmla="*/ 1207183 w 2044700"/>
                <a:gd name="connsiteY3756" fmla="*/ 317177 h 800786"/>
                <a:gd name="connsiteX3757" fmla="*/ 1202314 w 2044700"/>
                <a:gd name="connsiteY3757" fmla="*/ 315554 h 800786"/>
                <a:gd name="connsiteX3758" fmla="*/ 1200691 w 2044700"/>
                <a:gd name="connsiteY3758" fmla="*/ 313931 h 800786"/>
                <a:gd name="connsiteX3759" fmla="*/ 1199068 w 2044700"/>
                <a:gd name="connsiteY3759" fmla="*/ 312308 h 800786"/>
                <a:gd name="connsiteX3760" fmla="*/ 1197445 w 2044700"/>
                <a:gd name="connsiteY3760" fmla="*/ 310685 h 800786"/>
                <a:gd name="connsiteX3761" fmla="*/ 1194198 w 2044700"/>
                <a:gd name="connsiteY3761" fmla="*/ 309062 h 800786"/>
                <a:gd name="connsiteX3762" fmla="*/ 1190952 w 2044700"/>
                <a:gd name="connsiteY3762" fmla="*/ 307439 h 800786"/>
                <a:gd name="connsiteX3763" fmla="*/ 1186083 w 2044700"/>
                <a:gd name="connsiteY3763" fmla="*/ 307439 h 800786"/>
                <a:gd name="connsiteX3764" fmla="*/ 1182837 w 2044700"/>
                <a:gd name="connsiteY3764" fmla="*/ 307439 h 800786"/>
                <a:gd name="connsiteX3765" fmla="*/ 1181214 w 2044700"/>
                <a:gd name="connsiteY3765" fmla="*/ 305817 h 800786"/>
                <a:gd name="connsiteX3766" fmla="*/ 1179591 w 2044700"/>
                <a:gd name="connsiteY3766" fmla="*/ 305817 h 800786"/>
                <a:gd name="connsiteX3767" fmla="*/ 1176344 w 2044700"/>
                <a:gd name="connsiteY3767" fmla="*/ 304194 h 800786"/>
                <a:gd name="connsiteX3768" fmla="*/ 1173098 w 2044700"/>
                <a:gd name="connsiteY3768" fmla="*/ 302571 h 800786"/>
                <a:gd name="connsiteX3769" fmla="*/ 1169852 w 2044700"/>
                <a:gd name="connsiteY3769" fmla="*/ 302571 h 800786"/>
                <a:gd name="connsiteX3770" fmla="*/ 1161737 w 2044700"/>
                <a:gd name="connsiteY3770" fmla="*/ 302571 h 800786"/>
                <a:gd name="connsiteX3771" fmla="*/ 1160113 w 2044700"/>
                <a:gd name="connsiteY3771" fmla="*/ 300948 h 800786"/>
                <a:gd name="connsiteX3772" fmla="*/ 1153621 w 2044700"/>
                <a:gd name="connsiteY3772" fmla="*/ 300948 h 800786"/>
                <a:gd name="connsiteX3773" fmla="*/ 1151998 w 2044700"/>
                <a:gd name="connsiteY3773" fmla="*/ 299325 h 800786"/>
                <a:gd name="connsiteX3774" fmla="*/ 1147129 w 2044700"/>
                <a:gd name="connsiteY3774" fmla="*/ 299325 h 800786"/>
                <a:gd name="connsiteX3775" fmla="*/ 1143882 w 2044700"/>
                <a:gd name="connsiteY3775" fmla="*/ 297702 h 800786"/>
                <a:gd name="connsiteX3776" fmla="*/ 1139013 w 2044700"/>
                <a:gd name="connsiteY3776" fmla="*/ 297702 h 800786"/>
                <a:gd name="connsiteX3777" fmla="*/ 1134144 w 2044700"/>
                <a:gd name="connsiteY3777" fmla="*/ 294457 h 800786"/>
                <a:gd name="connsiteX3778" fmla="*/ 1130898 w 2044700"/>
                <a:gd name="connsiteY3778" fmla="*/ 294457 h 800786"/>
                <a:gd name="connsiteX3779" fmla="*/ 1129275 w 2044700"/>
                <a:gd name="connsiteY3779" fmla="*/ 292834 h 800786"/>
                <a:gd name="connsiteX3780" fmla="*/ 1127652 w 2044700"/>
                <a:gd name="connsiteY3780" fmla="*/ 297702 h 800786"/>
                <a:gd name="connsiteX3781" fmla="*/ 1122782 w 2044700"/>
                <a:gd name="connsiteY3781" fmla="*/ 299325 h 800786"/>
                <a:gd name="connsiteX3782" fmla="*/ 1119536 w 2044700"/>
                <a:gd name="connsiteY3782" fmla="*/ 302571 h 800786"/>
                <a:gd name="connsiteX3783" fmla="*/ 1117913 w 2044700"/>
                <a:gd name="connsiteY3783" fmla="*/ 300948 h 800786"/>
                <a:gd name="connsiteX3784" fmla="*/ 1114667 w 2044700"/>
                <a:gd name="connsiteY3784" fmla="*/ 299325 h 800786"/>
                <a:gd name="connsiteX3785" fmla="*/ 1111421 w 2044700"/>
                <a:gd name="connsiteY3785" fmla="*/ 297702 h 800786"/>
                <a:gd name="connsiteX3786" fmla="*/ 1109798 w 2044700"/>
                <a:gd name="connsiteY3786" fmla="*/ 297702 h 800786"/>
                <a:gd name="connsiteX3787" fmla="*/ 1108174 w 2044700"/>
                <a:gd name="connsiteY3787" fmla="*/ 297702 h 800786"/>
                <a:gd name="connsiteX3788" fmla="*/ 1106551 w 2044700"/>
                <a:gd name="connsiteY3788" fmla="*/ 299325 h 800786"/>
                <a:gd name="connsiteX3789" fmla="*/ 1104928 w 2044700"/>
                <a:gd name="connsiteY3789" fmla="*/ 299325 h 800786"/>
                <a:gd name="connsiteX3790" fmla="*/ 1104928 w 2044700"/>
                <a:gd name="connsiteY3790" fmla="*/ 300948 h 800786"/>
                <a:gd name="connsiteX3791" fmla="*/ 1101682 w 2044700"/>
                <a:gd name="connsiteY3791" fmla="*/ 302571 h 800786"/>
                <a:gd name="connsiteX3792" fmla="*/ 1098436 w 2044700"/>
                <a:gd name="connsiteY3792" fmla="*/ 304194 h 800786"/>
                <a:gd name="connsiteX3793" fmla="*/ 1096813 w 2044700"/>
                <a:gd name="connsiteY3793" fmla="*/ 305817 h 800786"/>
                <a:gd name="connsiteX3794" fmla="*/ 1093567 w 2044700"/>
                <a:gd name="connsiteY3794" fmla="*/ 305817 h 800786"/>
                <a:gd name="connsiteX3795" fmla="*/ 1091943 w 2044700"/>
                <a:gd name="connsiteY3795" fmla="*/ 305817 h 800786"/>
                <a:gd name="connsiteX3796" fmla="*/ 1085451 w 2044700"/>
                <a:gd name="connsiteY3796" fmla="*/ 305817 h 800786"/>
                <a:gd name="connsiteX3797" fmla="*/ 1083828 w 2044700"/>
                <a:gd name="connsiteY3797" fmla="*/ 302571 h 800786"/>
                <a:gd name="connsiteX3798" fmla="*/ 1085451 w 2044700"/>
                <a:gd name="connsiteY3798" fmla="*/ 300948 h 800786"/>
                <a:gd name="connsiteX3799" fmla="*/ 1082205 w 2044700"/>
                <a:gd name="connsiteY3799" fmla="*/ 299325 h 800786"/>
                <a:gd name="connsiteX3800" fmla="*/ 1078959 w 2044700"/>
                <a:gd name="connsiteY3800" fmla="*/ 299325 h 800786"/>
                <a:gd name="connsiteX3801" fmla="*/ 1075713 w 2044700"/>
                <a:gd name="connsiteY3801" fmla="*/ 299325 h 800786"/>
                <a:gd name="connsiteX3802" fmla="*/ 1075713 w 2044700"/>
                <a:gd name="connsiteY3802" fmla="*/ 300948 h 800786"/>
                <a:gd name="connsiteX3803" fmla="*/ 1074089 w 2044700"/>
                <a:gd name="connsiteY3803" fmla="*/ 305817 h 800786"/>
                <a:gd name="connsiteX3804" fmla="*/ 1070843 w 2044700"/>
                <a:gd name="connsiteY3804" fmla="*/ 305817 h 800786"/>
                <a:gd name="connsiteX3805" fmla="*/ 1069220 w 2044700"/>
                <a:gd name="connsiteY3805" fmla="*/ 302571 h 800786"/>
                <a:gd name="connsiteX3806" fmla="*/ 1065974 w 2044700"/>
                <a:gd name="connsiteY3806" fmla="*/ 300948 h 800786"/>
                <a:gd name="connsiteX3807" fmla="*/ 1064351 w 2044700"/>
                <a:gd name="connsiteY3807" fmla="*/ 300948 h 800786"/>
                <a:gd name="connsiteX3808" fmla="*/ 1062728 w 2044700"/>
                <a:gd name="connsiteY3808" fmla="*/ 299325 h 800786"/>
                <a:gd name="connsiteX3809" fmla="*/ 1061105 w 2044700"/>
                <a:gd name="connsiteY3809" fmla="*/ 302571 h 800786"/>
                <a:gd name="connsiteX3810" fmla="*/ 1064351 w 2044700"/>
                <a:gd name="connsiteY3810" fmla="*/ 305817 h 800786"/>
                <a:gd name="connsiteX3811" fmla="*/ 1065974 w 2044700"/>
                <a:gd name="connsiteY3811" fmla="*/ 307439 h 800786"/>
                <a:gd name="connsiteX3812" fmla="*/ 1064351 w 2044700"/>
                <a:gd name="connsiteY3812" fmla="*/ 309062 h 800786"/>
                <a:gd name="connsiteX3813" fmla="*/ 1061105 w 2044700"/>
                <a:gd name="connsiteY3813" fmla="*/ 309062 h 800786"/>
                <a:gd name="connsiteX3814" fmla="*/ 1059482 w 2044700"/>
                <a:gd name="connsiteY3814" fmla="*/ 307439 h 800786"/>
                <a:gd name="connsiteX3815" fmla="*/ 1054612 w 2044700"/>
                <a:gd name="connsiteY3815" fmla="*/ 307439 h 800786"/>
                <a:gd name="connsiteX3816" fmla="*/ 1049743 w 2044700"/>
                <a:gd name="connsiteY3816" fmla="*/ 307439 h 800786"/>
                <a:gd name="connsiteX3817" fmla="*/ 1046497 w 2044700"/>
                <a:gd name="connsiteY3817" fmla="*/ 309062 h 800786"/>
                <a:gd name="connsiteX3818" fmla="*/ 1040004 w 2044700"/>
                <a:gd name="connsiteY3818" fmla="*/ 307439 h 800786"/>
                <a:gd name="connsiteX3819" fmla="*/ 1038381 w 2044700"/>
                <a:gd name="connsiteY3819" fmla="*/ 305817 h 800786"/>
                <a:gd name="connsiteX3820" fmla="*/ 1033512 w 2044700"/>
                <a:gd name="connsiteY3820" fmla="*/ 304194 h 800786"/>
                <a:gd name="connsiteX3821" fmla="*/ 1030266 w 2044700"/>
                <a:gd name="connsiteY3821" fmla="*/ 302571 h 800786"/>
                <a:gd name="connsiteX3822" fmla="*/ 1028643 w 2044700"/>
                <a:gd name="connsiteY3822" fmla="*/ 300948 h 800786"/>
                <a:gd name="connsiteX3823" fmla="*/ 1025397 w 2044700"/>
                <a:gd name="connsiteY3823" fmla="*/ 299325 h 800786"/>
                <a:gd name="connsiteX3824" fmla="*/ 1023774 w 2044700"/>
                <a:gd name="connsiteY3824" fmla="*/ 296080 h 800786"/>
                <a:gd name="connsiteX3825" fmla="*/ 1022150 w 2044700"/>
                <a:gd name="connsiteY3825" fmla="*/ 294457 h 800786"/>
                <a:gd name="connsiteX3826" fmla="*/ 1022150 w 2044700"/>
                <a:gd name="connsiteY3826" fmla="*/ 292834 h 800786"/>
                <a:gd name="connsiteX3827" fmla="*/ 1023774 w 2044700"/>
                <a:gd name="connsiteY3827" fmla="*/ 291211 h 800786"/>
                <a:gd name="connsiteX3828" fmla="*/ 1025397 w 2044700"/>
                <a:gd name="connsiteY3828" fmla="*/ 291211 h 800786"/>
                <a:gd name="connsiteX3829" fmla="*/ 1028643 w 2044700"/>
                <a:gd name="connsiteY3829" fmla="*/ 289588 h 800786"/>
                <a:gd name="connsiteX3830" fmla="*/ 1030266 w 2044700"/>
                <a:gd name="connsiteY3830" fmla="*/ 289588 h 800786"/>
                <a:gd name="connsiteX3831" fmla="*/ 1031889 w 2044700"/>
                <a:gd name="connsiteY3831" fmla="*/ 287965 h 800786"/>
                <a:gd name="connsiteX3832" fmla="*/ 1033512 w 2044700"/>
                <a:gd name="connsiteY3832" fmla="*/ 287965 h 800786"/>
                <a:gd name="connsiteX3833" fmla="*/ 1035135 w 2044700"/>
                <a:gd name="connsiteY3833" fmla="*/ 287965 h 800786"/>
                <a:gd name="connsiteX3834" fmla="*/ 1038381 w 2044700"/>
                <a:gd name="connsiteY3834" fmla="*/ 287965 h 800786"/>
                <a:gd name="connsiteX3835" fmla="*/ 1043251 w 2044700"/>
                <a:gd name="connsiteY3835" fmla="*/ 287965 h 800786"/>
                <a:gd name="connsiteX3836" fmla="*/ 1044874 w 2044700"/>
                <a:gd name="connsiteY3836" fmla="*/ 286342 h 800786"/>
                <a:gd name="connsiteX3837" fmla="*/ 1043251 w 2044700"/>
                <a:gd name="connsiteY3837" fmla="*/ 284720 h 800786"/>
                <a:gd name="connsiteX3838" fmla="*/ 1038381 w 2044700"/>
                <a:gd name="connsiteY3838" fmla="*/ 283097 h 800786"/>
                <a:gd name="connsiteX3839" fmla="*/ 1035135 w 2044700"/>
                <a:gd name="connsiteY3839" fmla="*/ 283097 h 800786"/>
                <a:gd name="connsiteX3840" fmla="*/ 1031889 w 2044700"/>
                <a:gd name="connsiteY3840" fmla="*/ 283097 h 800786"/>
                <a:gd name="connsiteX3841" fmla="*/ 1030266 w 2044700"/>
                <a:gd name="connsiteY3841" fmla="*/ 283097 h 800786"/>
                <a:gd name="connsiteX3842" fmla="*/ 1027020 w 2044700"/>
                <a:gd name="connsiteY3842" fmla="*/ 283097 h 800786"/>
                <a:gd name="connsiteX3843" fmla="*/ 1023774 w 2044700"/>
                <a:gd name="connsiteY3843" fmla="*/ 283097 h 800786"/>
                <a:gd name="connsiteX3844" fmla="*/ 1020527 w 2044700"/>
                <a:gd name="connsiteY3844" fmla="*/ 283097 h 800786"/>
                <a:gd name="connsiteX3845" fmla="*/ 1017281 w 2044700"/>
                <a:gd name="connsiteY3845" fmla="*/ 283097 h 800786"/>
                <a:gd name="connsiteX3846" fmla="*/ 1014035 w 2044700"/>
                <a:gd name="connsiteY3846" fmla="*/ 283097 h 800786"/>
                <a:gd name="connsiteX3847" fmla="*/ 1012412 w 2044700"/>
                <a:gd name="connsiteY3847" fmla="*/ 281474 h 800786"/>
                <a:gd name="connsiteX3848" fmla="*/ 1010789 w 2044700"/>
                <a:gd name="connsiteY3848" fmla="*/ 278228 h 800786"/>
                <a:gd name="connsiteX3849" fmla="*/ 1010789 w 2044700"/>
                <a:gd name="connsiteY3849" fmla="*/ 276605 h 800786"/>
                <a:gd name="connsiteX3850" fmla="*/ 1012412 w 2044700"/>
                <a:gd name="connsiteY3850" fmla="*/ 274982 h 800786"/>
                <a:gd name="connsiteX3851" fmla="*/ 1010789 w 2044700"/>
                <a:gd name="connsiteY3851" fmla="*/ 273360 h 800786"/>
                <a:gd name="connsiteX3852" fmla="*/ 1007543 w 2044700"/>
                <a:gd name="connsiteY3852" fmla="*/ 274982 h 800786"/>
                <a:gd name="connsiteX3853" fmla="*/ 1004296 w 2044700"/>
                <a:gd name="connsiteY3853" fmla="*/ 276605 h 800786"/>
                <a:gd name="connsiteX3854" fmla="*/ 1002673 w 2044700"/>
                <a:gd name="connsiteY3854" fmla="*/ 276605 h 800786"/>
                <a:gd name="connsiteX3855" fmla="*/ 999427 w 2044700"/>
                <a:gd name="connsiteY3855" fmla="*/ 276605 h 800786"/>
                <a:gd name="connsiteX3856" fmla="*/ 996181 w 2044700"/>
                <a:gd name="connsiteY3856" fmla="*/ 276605 h 800786"/>
                <a:gd name="connsiteX3857" fmla="*/ 994558 w 2044700"/>
                <a:gd name="connsiteY3857" fmla="*/ 276605 h 800786"/>
                <a:gd name="connsiteX3858" fmla="*/ 994558 w 2044700"/>
                <a:gd name="connsiteY3858" fmla="*/ 274982 h 800786"/>
                <a:gd name="connsiteX3859" fmla="*/ 991312 w 2044700"/>
                <a:gd name="connsiteY3859" fmla="*/ 273360 h 800786"/>
                <a:gd name="connsiteX3860" fmla="*/ 988065 w 2044700"/>
                <a:gd name="connsiteY3860" fmla="*/ 271737 h 800786"/>
                <a:gd name="connsiteX3861" fmla="*/ 986442 w 2044700"/>
                <a:gd name="connsiteY3861" fmla="*/ 270114 h 800786"/>
                <a:gd name="connsiteX3862" fmla="*/ 988065 w 2044700"/>
                <a:gd name="connsiteY3862" fmla="*/ 268491 h 800786"/>
                <a:gd name="connsiteX3863" fmla="*/ 991312 w 2044700"/>
                <a:gd name="connsiteY3863" fmla="*/ 265245 h 800786"/>
                <a:gd name="connsiteX3864" fmla="*/ 992935 w 2044700"/>
                <a:gd name="connsiteY3864" fmla="*/ 265245 h 800786"/>
                <a:gd name="connsiteX3865" fmla="*/ 997804 w 2044700"/>
                <a:gd name="connsiteY3865" fmla="*/ 265245 h 800786"/>
                <a:gd name="connsiteX3866" fmla="*/ 1001050 w 2044700"/>
                <a:gd name="connsiteY3866" fmla="*/ 265245 h 800786"/>
                <a:gd name="connsiteX3867" fmla="*/ 1004296 w 2044700"/>
                <a:gd name="connsiteY3867" fmla="*/ 265245 h 800786"/>
                <a:gd name="connsiteX3868" fmla="*/ 1005919 w 2044700"/>
                <a:gd name="connsiteY3868" fmla="*/ 263623 h 800786"/>
                <a:gd name="connsiteX3869" fmla="*/ 1012412 w 2044700"/>
                <a:gd name="connsiteY3869" fmla="*/ 263623 h 800786"/>
                <a:gd name="connsiteX3870" fmla="*/ 1023774 w 2044700"/>
                <a:gd name="connsiteY3870" fmla="*/ 263623 h 800786"/>
                <a:gd name="connsiteX3871" fmla="*/ 1028643 w 2044700"/>
                <a:gd name="connsiteY3871" fmla="*/ 262000 h 800786"/>
                <a:gd name="connsiteX3872" fmla="*/ 1030266 w 2044700"/>
                <a:gd name="connsiteY3872" fmla="*/ 260377 h 800786"/>
                <a:gd name="connsiteX3873" fmla="*/ 1031889 w 2044700"/>
                <a:gd name="connsiteY3873" fmla="*/ 260377 h 800786"/>
                <a:gd name="connsiteX3874" fmla="*/ 1033512 w 2044700"/>
                <a:gd name="connsiteY3874" fmla="*/ 258754 h 800786"/>
                <a:gd name="connsiteX3875" fmla="*/ 1036758 w 2044700"/>
                <a:gd name="connsiteY3875" fmla="*/ 258754 h 800786"/>
                <a:gd name="connsiteX3876" fmla="*/ 1056235 w 2044700"/>
                <a:gd name="connsiteY3876" fmla="*/ 260377 h 800786"/>
                <a:gd name="connsiteX3877" fmla="*/ 1059482 w 2044700"/>
                <a:gd name="connsiteY3877" fmla="*/ 258754 h 800786"/>
                <a:gd name="connsiteX3878" fmla="*/ 1062728 w 2044700"/>
                <a:gd name="connsiteY3878" fmla="*/ 258754 h 800786"/>
                <a:gd name="connsiteX3879" fmla="*/ 1065974 w 2044700"/>
                <a:gd name="connsiteY3879" fmla="*/ 258754 h 800786"/>
                <a:gd name="connsiteX3880" fmla="*/ 1067597 w 2044700"/>
                <a:gd name="connsiteY3880" fmla="*/ 260377 h 800786"/>
                <a:gd name="connsiteX3881" fmla="*/ 1069220 w 2044700"/>
                <a:gd name="connsiteY3881" fmla="*/ 258754 h 800786"/>
                <a:gd name="connsiteX3882" fmla="*/ 1072466 w 2044700"/>
                <a:gd name="connsiteY3882" fmla="*/ 258754 h 800786"/>
                <a:gd name="connsiteX3883" fmla="*/ 1074089 w 2044700"/>
                <a:gd name="connsiteY3883" fmla="*/ 257131 h 800786"/>
                <a:gd name="connsiteX3884" fmla="*/ 1075713 w 2044700"/>
                <a:gd name="connsiteY3884" fmla="*/ 255508 h 800786"/>
                <a:gd name="connsiteX3885" fmla="*/ 1078959 w 2044700"/>
                <a:gd name="connsiteY3885" fmla="*/ 253885 h 800786"/>
                <a:gd name="connsiteX3886" fmla="*/ 1077336 w 2044700"/>
                <a:gd name="connsiteY3886" fmla="*/ 250640 h 800786"/>
                <a:gd name="connsiteX3887" fmla="*/ 1072466 w 2044700"/>
                <a:gd name="connsiteY3887" fmla="*/ 249017 h 800786"/>
                <a:gd name="connsiteX3888" fmla="*/ 1069220 w 2044700"/>
                <a:gd name="connsiteY3888" fmla="*/ 247394 h 800786"/>
                <a:gd name="connsiteX3889" fmla="*/ 1065974 w 2044700"/>
                <a:gd name="connsiteY3889" fmla="*/ 245771 h 800786"/>
                <a:gd name="connsiteX3890" fmla="*/ 1062728 w 2044700"/>
                <a:gd name="connsiteY3890" fmla="*/ 245771 h 800786"/>
                <a:gd name="connsiteX3891" fmla="*/ 1059482 w 2044700"/>
                <a:gd name="connsiteY3891" fmla="*/ 249017 h 800786"/>
                <a:gd name="connsiteX3892" fmla="*/ 1057858 w 2044700"/>
                <a:gd name="connsiteY3892" fmla="*/ 250640 h 800786"/>
                <a:gd name="connsiteX3893" fmla="*/ 1052989 w 2044700"/>
                <a:gd name="connsiteY3893" fmla="*/ 252263 h 800786"/>
                <a:gd name="connsiteX3894" fmla="*/ 1049743 w 2044700"/>
                <a:gd name="connsiteY3894" fmla="*/ 252263 h 800786"/>
                <a:gd name="connsiteX3895" fmla="*/ 1044874 w 2044700"/>
                <a:gd name="connsiteY3895" fmla="*/ 252263 h 800786"/>
                <a:gd name="connsiteX3896" fmla="*/ 1038381 w 2044700"/>
                <a:gd name="connsiteY3896" fmla="*/ 252263 h 800786"/>
                <a:gd name="connsiteX3897" fmla="*/ 1036758 w 2044700"/>
                <a:gd name="connsiteY3897" fmla="*/ 252263 h 800786"/>
                <a:gd name="connsiteX3898" fmla="*/ 1035135 w 2044700"/>
                <a:gd name="connsiteY3898" fmla="*/ 250640 h 800786"/>
                <a:gd name="connsiteX3899" fmla="*/ 1030266 w 2044700"/>
                <a:gd name="connsiteY3899" fmla="*/ 250640 h 800786"/>
                <a:gd name="connsiteX3900" fmla="*/ 1028643 w 2044700"/>
                <a:gd name="connsiteY3900" fmla="*/ 252263 h 800786"/>
                <a:gd name="connsiteX3901" fmla="*/ 1025397 w 2044700"/>
                <a:gd name="connsiteY3901" fmla="*/ 253885 h 800786"/>
                <a:gd name="connsiteX3902" fmla="*/ 1022150 w 2044700"/>
                <a:gd name="connsiteY3902" fmla="*/ 253885 h 800786"/>
                <a:gd name="connsiteX3903" fmla="*/ 1017281 w 2044700"/>
                <a:gd name="connsiteY3903" fmla="*/ 253885 h 800786"/>
                <a:gd name="connsiteX3904" fmla="*/ 1017281 w 2044700"/>
                <a:gd name="connsiteY3904" fmla="*/ 250640 h 800786"/>
                <a:gd name="connsiteX3905" fmla="*/ 1017281 w 2044700"/>
                <a:gd name="connsiteY3905" fmla="*/ 249017 h 800786"/>
                <a:gd name="connsiteX3906" fmla="*/ 1014035 w 2044700"/>
                <a:gd name="connsiteY3906" fmla="*/ 247394 h 800786"/>
                <a:gd name="connsiteX3907" fmla="*/ 1010789 w 2044700"/>
                <a:gd name="connsiteY3907" fmla="*/ 244148 h 800786"/>
                <a:gd name="connsiteX3908" fmla="*/ 1009166 w 2044700"/>
                <a:gd name="connsiteY3908" fmla="*/ 245771 h 800786"/>
                <a:gd name="connsiteX3909" fmla="*/ 1005919 w 2044700"/>
                <a:gd name="connsiteY3909" fmla="*/ 245771 h 800786"/>
                <a:gd name="connsiteX3910" fmla="*/ 1001050 w 2044700"/>
                <a:gd name="connsiteY3910" fmla="*/ 245771 h 800786"/>
                <a:gd name="connsiteX3911" fmla="*/ 997804 w 2044700"/>
                <a:gd name="connsiteY3911" fmla="*/ 244148 h 800786"/>
                <a:gd name="connsiteX3912" fmla="*/ 994558 w 2044700"/>
                <a:gd name="connsiteY3912" fmla="*/ 242525 h 800786"/>
                <a:gd name="connsiteX3913" fmla="*/ 992935 w 2044700"/>
                <a:gd name="connsiteY3913" fmla="*/ 242525 h 800786"/>
                <a:gd name="connsiteX3914" fmla="*/ 991312 w 2044700"/>
                <a:gd name="connsiteY3914" fmla="*/ 240903 h 800786"/>
                <a:gd name="connsiteX3915" fmla="*/ 986442 w 2044700"/>
                <a:gd name="connsiteY3915" fmla="*/ 240903 h 800786"/>
                <a:gd name="connsiteX3916" fmla="*/ 979950 w 2044700"/>
                <a:gd name="connsiteY3916" fmla="*/ 240903 h 800786"/>
                <a:gd name="connsiteX3917" fmla="*/ 978327 w 2044700"/>
                <a:gd name="connsiteY3917" fmla="*/ 239280 h 800786"/>
                <a:gd name="connsiteX3918" fmla="*/ 973458 w 2044700"/>
                <a:gd name="connsiteY3918" fmla="*/ 237657 h 800786"/>
                <a:gd name="connsiteX3919" fmla="*/ 970211 w 2044700"/>
                <a:gd name="connsiteY3919" fmla="*/ 236034 h 800786"/>
                <a:gd name="connsiteX3920" fmla="*/ 968588 w 2044700"/>
                <a:gd name="connsiteY3920" fmla="*/ 236034 h 800786"/>
                <a:gd name="connsiteX3921" fmla="*/ 966965 w 2044700"/>
                <a:gd name="connsiteY3921" fmla="*/ 234411 h 800786"/>
                <a:gd name="connsiteX3922" fmla="*/ 963719 w 2044700"/>
                <a:gd name="connsiteY3922" fmla="*/ 232788 h 800786"/>
                <a:gd name="connsiteX3923" fmla="*/ 958850 w 2044700"/>
                <a:gd name="connsiteY3923" fmla="*/ 229543 h 800786"/>
                <a:gd name="connsiteX3924" fmla="*/ 958850 w 2044700"/>
                <a:gd name="connsiteY3924" fmla="*/ 227920 h 800786"/>
                <a:gd name="connsiteX3925" fmla="*/ 958850 w 2044700"/>
                <a:gd name="connsiteY3925" fmla="*/ 226297 h 800786"/>
                <a:gd name="connsiteX3926" fmla="*/ 962096 w 2044700"/>
                <a:gd name="connsiteY3926" fmla="*/ 224674 h 800786"/>
                <a:gd name="connsiteX3927" fmla="*/ 962096 w 2044700"/>
                <a:gd name="connsiteY3927" fmla="*/ 219806 h 800786"/>
                <a:gd name="connsiteX3928" fmla="*/ 963719 w 2044700"/>
                <a:gd name="connsiteY3928" fmla="*/ 218183 h 800786"/>
                <a:gd name="connsiteX3929" fmla="*/ 966965 w 2044700"/>
                <a:gd name="connsiteY3929" fmla="*/ 216560 h 800786"/>
                <a:gd name="connsiteX3930" fmla="*/ 968588 w 2044700"/>
                <a:gd name="connsiteY3930" fmla="*/ 216560 h 800786"/>
                <a:gd name="connsiteX3931" fmla="*/ 971835 w 2044700"/>
                <a:gd name="connsiteY3931" fmla="*/ 218183 h 800786"/>
                <a:gd name="connsiteX3932" fmla="*/ 975081 w 2044700"/>
                <a:gd name="connsiteY3932" fmla="*/ 216560 h 800786"/>
                <a:gd name="connsiteX3933" fmla="*/ 976704 w 2044700"/>
                <a:gd name="connsiteY3933" fmla="*/ 214937 h 800786"/>
                <a:gd name="connsiteX3934" fmla="*/ 976704 w 2044700"/>
                <a:gd name="connsiteY3934" fmla="*/ 213314 h 800786"/>
                <a:gd name="connsiteX3935" fmla="*/ 978327 w 2044700"/>
                <a:gd name="connsiteY3935" fmla="*/ 211691 h 800786"/>
                <a:gd name="connsiteX3936" fmla="*/ 981573 w 2044700"/>
                <a:gd name="connsiteY3936" fmla="*/ 211691 h 800786"/>
                <a:gd name="connsiteX3937" fmla="*/ 988065 w 2044700"/>
                <a:gd name="connsiteY3937" fmla="*/ 211691 h 800786"/>
                <a:gd name="connsiteX3938" fmla="*/ 992935 w 2044700"/>
                <a:gd name="connsiteY3938" fmla="*/ 211691 h 800786"/>
                <a:gd name="connsiteX3939" fmla="*/ 996181 w 2044700"/>
                <a:gd name="connsiteY3939" fmla="*/ 208446 h 800786"/>
                <a:gd name="connsiteX3940" fmla="*/ 999427 w 2044700"/>
                <a:gd name="connsiteY3940" fmla="*/ 206823 h 800786"/>
                <a:gd name="connsiteX3941" fmla="*/ 1002673 w 2044700"/>
                <a:gd name="connsiteY3941" fmla="*/ 206823 h 800786"/>
                <a:gd name="connsiteX3942" fmla="*/ 1005919 w 2044700"/>
                <a:gd name="connsiteY3942" fmla="*/ 206823 h 800786"/>
                <a:gd name="connsiteX3943" fmla="*/ 1009166 w 2044700"/>
                <a:gd name="connsiteY3943" fmla="*/ 206823 h 800786"/>
                <a:gd name="connsiteX3944" fmla="*/ 1012412 w 2044700"/>
                <a:gd name="connsiteY3944" fmla="*/ 206823 h 800786"/>
                <a:gd name="connsiteX3945" fmla="*/ 1022150 w 2044700"/>
                <a:gd name="connsiteY3945" fmla="*/ 203577 h 800786"/>
                <a:gd name="connsiteX3946" fmla="*/ 1027020 w 2044700"/>
                <a:gd name="connsiteY3946" fmla="*/ 201954 h 800786"/>
                <a:gd name="connsiteX3947" fmla="*/ 1028643 w 2044700"/>
                <a:gd name="connsiteY3947" fmla="*/ 198709 h 800786"/>
                <a:gd name="connsiteX3948" fmla="*/ 1030266 w 2044700"/>
                <a:gd name="connsiteY3948" fmla="*/ 197086 h 800786"/>
                <a:gd name="connsiteX3949" fmla="*/ 1031889 w 2044700"/>
                <a:gd name="connsiteY3949" fmla="*/ 197086 h 800786"/>
                <a:gd name="connsiteX3950" fmla="*/ 1036758 w 2044700"/>
                <a:gd name="connsiteY3950" fmla="*/ 195463 h 800786"/>
                <a:gd name="connsiteX3951" fmla="*/ 1043251 w 2044700"/>
                <a:gd name="connsiteY3951" fmla="*/ 193840 h 800786"/>
                <a:gd name="connsiteX3952" fmla="*/ 1044874 w 2044700"/>
                <a:gd name="connsiteY3952" fmla="*/ 197086 h 800786"/>
                <a:gd name="connsiteX3953" fmla="*/ 1046497 w 2044700"/>
                <a:gd name="connsiteY3953" fmla="*/ 197086 h 800786"/>
                <a:gd name="connsiteX3954" fmla="*/ 1051366 w 2044700"/>
                <a:gd name="connsiteY3954" fmla="*/ 193840 h 800786"/>
                <a:gd name="connsiteX3955" fmla="*/ 1054612 w 2044700"/>
                <a:gd name="connsiteY3955" fmla="*/ 192217 h 800786"/>
                <a:gd name="connsiteX3956" fmla="*/ 1056235 w 2044700"/>
                <a:gd name="connsiteY3956" fmla="*/ 190594 h 800786"/>
                <a:gd name="connsiteX3957" fmla="*/ 1061105 w 2044700"/>
                <a:gd name="connsiteY3957" fmla="*/ 188971 h 800786"/>
                <a:gd name="connsiteX3958" fmla="*/ 1064351 w 2044700"/>
                <a:gd name="connsiteY3958" fmla="*/ 188971 h 800786"/>
                <a:gd name="connsiteX3959" fmla="*/ 1067597 w 2044700"/>
                <a:gd name="connsiteY3959" fmla="*/ 188971 h 800786"/>
                <a:gd name="connsiteX3960" fmla="*/ 1070843 w 2044700"/>
                <a:gd name="connsiteY3960" fmla="*/ 188971 h 800786"/>
                <a:gd name="connsiteX3961" fmla="*/ 1072466 w 2044700"/>
                <a:gd name="connsiteY3961" fmla="*/ 188971 h 800786"/>
                <a:gd name="connsiteX3962" fmla="*/ 1074089 w 2044700"/>
                <a:gd name="connsiteY3962" fmla="*/ 188971 h 800786"/>
                <a:gd name="connsiteX3963" fmla="*/ 1075713 w 2044700"/>
                <a:gd name="connsiteY3963" fmla="*/ 188971 h 800786"/>
                <a:gd name="connsiteX3964" fmla="*/ 1078959 w 2044700"/>
                <a:gd name="connsiteY3964" fmla="*/ 187349 h 800786"/>
                <a:gd name="connsiteX3965" fmla="*/ 1080582 w 2044700"/>
                <a:gd name="connsiteY3965" fmla="*/ 187349 h 800786"/>
                <a:gd name="connsiteX3966" fmla="*/ 1082205 w 2044700"/>
                <a:gd name="connsiteY3966" fmla="*/ 187349 h 800786"/>
                <a:gd name="connsiteX3967" fmla="*/ 1087074 w 2044700"/>
                <a:gd name="connsiteY3967" fmla="*/ 185726 h 800786"/>
                <a:gd name="connsiteX3968" fmla="*/ 1090320 w 2044700"/>
                <a:gd name="connsiteY3968" fmla="*/ 182480 h 800786"/>
                <a:gd name="connsiteX3969" fmla="*/ 1091943 w 2044700"/>
                <a:gd name="connsiteY3969" fmla="*/ 180857 h 800786"/>
                <a:gd name="connsiteX3970" fmla="*/ 1093567 w 2044700"/>
                <a:gd name="connsiteY3970" fmla="*/ 179234 h 800786"/>
                <a:gd name="connsiteX3971" fmla="*/ 1095190 w 2044700"/>
                <a:gd name="connsiteY3971" fmla="*/ 177611 h 800786"/>
                <a:gd name="connsiteX3972" fmla="*/ 1096813 w 2044700"/>
                <a:gd name="connsiteY3972" fmla="*/ 177611 h 800786"/>
                <a:gd name="connsiteX3973" fmla="*/ 1098436 w 2044700"/>
                <a:gd name="connsiteY3973" fmla="*/ 175989 h 800786"/>
                <a:gd name="connsiteX3974" fmla="*/ 1100059 w 2044700"/>
                <a:gd name="connsiteY3974" fmla="*/ 172743 h 800786"/>
                <a:gd name="connsiteX3975" fmla="*/ 1098436 w 2044700"/>
                <a:gd name="connsiteY3975" fmla="*/ 171120 h 800786"/>
                <a:gd name="connsiteX3976" fmla="*/ 1098436 w 2044700"/>
                <a:gd name="connsiteY3976" fmla="*/ 167874 h 800786"/>
                <a:gd name="connsiteX3977" fmla="*/ 1098436 w 2044700"/>
                <a:gd name="connsiteY3977" fmla="*/ 164629 h 800786"/>
                <a:gd name="connsiteX3978" fmla="*/ 1096813 w 2044700"/>
                <a:gd name="connsiteY3978" fmla="*/ 161383 h 800786"/>
                <a:gd name="connsiteX3979" fmla="*/ 1098436 w 2044700"/>
                <a:gd name="connsiteY3979" fmla="*/ 158137 h 800786"/>
                <a:gd name="connsiteX3980" fmla="*/ 1100059 w 2044700"/>
                <a:gd name="connsiteY3980" fmla="*/ 154892 h 800786"/>
                <a:gd name="connsiteX3981" fmla="*/ 1103305 w 2044700"/>
                <a:gd name="connsiteY3981" fmla="*/ 154892 h 800786"/>
                <a:gd name="connsiteX3982" fmla="*/ 1106551 w 2044700"/>
                <a:gd name="connsiteY3982" fmla="*/ 153269 h 800786"/>
                <a:gd name="connsiteX3983" fmla="*/ 1111421 w 2044700"/>
                <a:gd name="connsiteY3983" fmla="*/ 153269 h 800786"/>
                <a:gd name="connsiteX3984" fmla="*/ 1113044 w 2044700"/>
                <a:gd name="connsiteY3984" fmla="*/ 151646 h 800786"/>
                <a:gd name="connsiteX3985" fmla="*/ 1114667 w 2044700"/>
                <a:gd name="connsiteY3985" fmla="*/ 150023 h 800786"/>
                <a:gd name="connsiteX3986" fmla="*/ 1114667 w 2044700"/>
                <a:gd name="connsiteY3986" fmla="*/ 148400 h 800786"/>
                <a:gd name="connsiteX3987" fmla="*/ 1113044 w 2044700"/>
                <a:gd name="connsiteY3987" fmla="*/ 150023 h 800786"/>
                <a:gd name="connsiteX3988" fmla="*/ 1111421 w 2044700"/>
                <a:gd name="connsiteY3988" fmla="*/ 150023 h 800786"/>
                <a:gd name="connsiteX3989" fmla="*/ 1108174 w 2044700"/>
                <a:gd name="connsiteY3989" fmla="*/ 150023 h 800786"/>
                <a:gd name="connsiteX3990" fmla="*/ 1106551 w 2044700"/>
                <a:gd name="connsiteY3990" fmla="*/ 151646 h 800786"/>
                <a:gd name="connsiteX3991" fmla="*/ 1103305 w 2044700"/>
                <a:gd name="connsiteY3991" fmla="*/ 153269 h 800786"/>
                <a:gd name="connsiteX3992" fmla="*/ 1100059 w 2044700"/>
                <a:gd name="connsiteY3992" fmla="*/ 153269 h 800786"/>
                <a:gd name="connsiteX3993" fmla="*/ 1096813 w 2044700"/>
                <a:gd name="connsiteY3993" fmla="*/ 153269 h 800786"/>
                <a:gd name="connsiteX3994" fmla="*/ 1093567 w 2044700"/>
                <a:gd name="connsiteY3994" fmla="*/ 153269 h 800786"/>
                <a:gd name="connsiteX3995" fmla="*/ 1090320 w 2044700"/>
                <a:gd name="connsiteY3995" fmla="*/ 153269 h 800786"/>
                <a:gd name="connsiteX3996" fmla="*/ 1088697 w 2044700"/>
                <a:gd name="connsiteY3996" fmla="*/ 153269 h 800786"/>
                <a:gd name="connsiteX3997" fmla="*/ 1085451 w 2044700"/>
                <a:gd name="connsiteY3997" fmla="*/ 154892 h 800786"/>
                <a:gd name="connsiteX3998" fmla="*/ 1083828 w 2044700"/>
                <a:gd name="connsiteY3998" fmla="*/ 156514 h 800786"/>
                <a:gd name="connsiteX3999" fmla="*/ 1080582 w 2044700"/>
                <a:gd name="connsiteY3999" fmla="*/ 154892 h 800786"/>
                <a:gd name="connsiteX4000" fmla="*/ 1077336 w 2044700"/>
                <a:gd name="connsiteY4000" fmla="*/ 153269 h 800786"/>
                <a:gd name="connsiteX4001" fmla="*/ 1074089 w 2044700"/>
                <a:gd name="connsiteY4001" fmla="*/ 151646 h 800786"/>
                <a:gd name="connsiteX4002" fmla="*/ 1069220 w 2044700"/>
                <a:gd name="connsiteY4002" fmla="*/ 151646 h 800786"/>
                <a:gd name="connsiteX4003" fmla="*/ 1065974 w 2044700"/>
                <a:gd name="connsiteY4003" fmla="*/ 151646 h 800786"/>
                <a:gd name="connsiteX4004" fmla="*/ 1062728 w 2044700"/>
                <a:gd name="connsiteY4004" fmla="*/ 151646 h 800786"/>
                <a:gd name="connsiteX4005" fmla="*/ 1059482 w 2044700"/>
                <a:gd name="connsiteY4005" fmla="*/ 151646 h 800786"/>
                <a:gd name="connsiteX4006" fmla="*/ 1057858 w 2044700"/>
                <a:gd name="connsiteY4006" fmla="*/ 150023 h 800786"/>
                <a:gd name="connsiteX4007" fmla="*/ 1054612 w 2044700"/>
                <a:gd name="connsiteY4007" fmla="*/ 148400 h 800786"/>
                <a:gd name="connsiteX4008" fmla="*/ 1056235 w 2044700"/>
                <a:gd name="connsiteY4008" fmla="*/ 145154 h 800786"/>
                <a:gd name="connsiteX4009" fmla="*/ 1056235 w 2044700"/>
                <a:gd name="connsiteY4009" fmla="*/ 143532 h 800786"/>
                <a:gd name="connsiteX4010" fmla="*/ 1059482 w 2044700"/>
                <a:gd name="connsiteY4010" fmla="*/ 140286 h 800786"/>
                <a:gd name="connsiteX4011" fmla="*/ 1065974 w 2044700"/>
                <a:gd name="connsiteY4011" fmla="*/ 137040 h 800786"/>
                <a:gd name="connsiteX4012" fmla="*/ 1067597 w 2044700"/>
                <a:gd name="connsiteY4012" fmla="*/ 135417 h 800786"/>
                <a:gd name="connsiteX4013" fmla="*/ 1070843 w 2044700"/>
                <a:gd name="connsiteY4013" fmla="*/ 133794 h 800786"/>
                <a:gd name="connsiteX4014" fmla="*/ 1077336 w 2044700"/>
                <a:gd name="connsiteY4014" fmla="*/ 130549 h 800786"/>
                <a:gd name="connsiteX4015" fmla="*/ 1078959 w 2044700"/>
                <a:gd name="connsiteY4015" fmla="*/ 130549 h 800786"/>
                <a:gd name="connsiteX4016" fmla="*/ 1082205 w 2044700"/>
                <a:gd name="connsiteY4016" fmla="*/ 128926 h 800786"/>
                <a:gd name="connsiteX4017" fmla="*/ 1083828 w 2044700"/>
                <a:gd name="connsiteY4017" fmla="*/ 128926 h 800786"/>
                <a:gd name="connsiteX4018" fmla="*/ 1085451 w 2044700"/>
                <a:gd name="connsiteY4018" fmla="*/ 128926 h 800786"/>
                <a:gd name="connsiteX4019" fmla="*/ 1088697 w 2044700"/>
                <a:gd name="connsiteY4019" fmla="*/ 127303 h 800786"/>
                <a:gd name="connsiteX4020" fmla="*/ 1090320 w 2044700"/>
                <a:gd name="connsiteY4020" fmla="*/ 127303 h 800786"/>
                <a:gd name="connsiteX4021" fmla="*/ 1091943 w 2044700"/>
                <a:gd name="connsiteY4021" fmla="*/ 124057 h 800786"/>
                <a:gd name="connsiteX4022" fmla="*/ 1091943 w 2044700"/>
                <a:gd name="connsiteY4022" fmla="*/ 122435 h 800786"/>
                <a:gd name="connsiteX4023" fmla="*/ 1093567 w 2044700"/>
                <a:gd name="connsiteY4023" fmla="*/ 122435 h 800786"/>
                <a:gd name="connsiteX4024" fmla="*/ 1096813 w 2044700"/>
                <a:gd name="connsiteY4024" fmla="*/ 120812 h 800786"/>
                <a:gd name="connsiteX4025" fmla="*/ 1100059 w 2044700"/>
                <a:gd name="connsiteY4025" fmla="*/ 120812 h 800786"/>
                <a:gd name="connsiteX4026" fmla="*/ 1100059 w 2044700"/>
                <a:gd name="connsiteY4026" fmla="*/ 119189 h 800786"/>
                <a:gd name="connsiteX4027" fmla="*/ 1101682 w 2044700"/>
                <a:gd name="connsiteY4027" fmla="*/ 117566 h 800786"/>
                <a:gd name="connsiteX4028" fmla="*/ 1108174 w 2044700"/>
                <a:gd name="connsiteY4028" fmla="*/ 112697 h 800786"/>
                <a:gd name="connsiteX4029" fmla="*/ 1111421 w 2044700"/>
                <a:gd name="connsiteY4029" fmla="*/ 112697 h 800786"/>
                <a:gd name="connsiteX4030" fmla="*/ 1113044 w 2044700"/>
                <a:gd name="connsiteY4030" fmla="*/ 111075 h 800786"/>
                <a:gd name="connsiteX4031" fmla="*/ 1117913 w 2044700"/>
                <a:gd name="connsiteY4031" fmla="*/ 111075 h 800786"/>
                <a:gd name="connsiteX4032" fmla="*/ 1121159 w 2044700"/>
                <a:gd name="connsiteY4032" fmla="*/ 111075 h 800786"/>
                <a:gd name="connsiteX4033" fmla="*/ 1127652 w 2044700"/>
                <a:gd name="connsiteY4033" fmla="*/ 114320 h 800786"/>
                <a:gd name="connsiteX4034" fmla="*/ 1129275 w 2044700"/>
                <a:gd name="connsiteY4034" fmla="*/ 115943 h 800786"/>
                <a:gd name="connsiteX4035" fmla="*/ 1130898 w 2044700"/>
                <a:gd name="connsiteY4035" fmla="*/ 119189 h 800786"/>
                <a:gd name="connsiteX4036" fmla="*/ 1132521 w 2044700"/>
                <a:gd name="connsiteY4036" fmla="*/ 120812 h 800786"/>
                <a:gd name="connsiteX4037" fmla="*/ 1132521 w 2044700"/>
                <a:gd name="connsiteY4037" fmla="*/ 119189 h 800786"/>
                <a:gd name="connsiteX4038" fmla="*/ 1129275 w 2044700"/>
                <a:gd name="connsiteY4038" fmla="*/ 114320 h 800786"/>
                <a:gd name="connsiteX4039" fmla="*/ 1129275 w 2044700"/>
                <a:gd name="connsiteY4039" fmla="*/ 111075 h 800786"/>
                <a:gd name="connsiteX4040" fmla="*/ 1130898 w 2044700"/>
                <a:gd name="connsiteY4040" fmla="*/ 107829 h 800786"/>
                <a:gd name="connsiteX4041" fmla="*/ 1135767 w 2044700"/>
                <a:gd name="connsiteY4041" fmla="*/ 107829 h 800786"/>
                <a:gd name="connsiteX4042" fmla="*/ 1140636 w 2044700"/>
                <a:gd name="connsiteY4042" fmla="*/ 106206 h 800786"/>
                <a:gd name="connsiteX4043" fmla="*/ 1147129 w 2044700"/>
                <a:gd name="connsiteY4043" fmla="*/ 106206 h 800786"/>
                <a:gd name="connsiteX4044" fmla="*/ 1151998 w 2044700"/>
                <a:gd name="connsiteY4044" fmla="*/ 107829 h 800786"/>
                <a:gd name="connsiteX4045" fmla="*/ 1155244 w 2044700"/>
                <a:gd name="connsiteY4045" fmla="*/ 109452 h 800786"/>
                <a:gd name="connsiteX4046" fmla="*/ 1156867 w 2044700"/>
                <a:gd name="connsiteY4046" fmla="*/ 111075 h 800786"/>
                <a:gd name="connsiteX4047" fmla="*/ 1160113 w 2044700"/>
                <a:gd name="connsiteY4047" fmla="*/ 112697 h 800786"/>
                <a:gd name="connsiteX4048" fmla="*/ 1164983 w 2044700"/>
                <a:gd name="connsiteY4048" fmla="*/ 112697 h 800786"/>
                <a:gd name="connsiteX4049" fmla="*/ 1168229 w 2044700"/>
                <a:gd name="connsiteY4049" fmla="*/ 111075 h 800786"/>
                <a:gd name="connsiteX4050" fmla="*/ 1168229 w 2044700"/>
                <a:gd name="connsiteY4050" fmla="*/ 107829 h 800786"/>
                <a:gd name="connsiteX4051" fmla="*/ 1164983 w 2044700"/>
                <a:gd name="connsiteY4051" fmla="*/ 104583 h 800786"/>
                <a:gd name="connsiteX4052" fmla="*/ 1164983 w 2044700"/>
                <a:gd name="connsiteY4052" fmla="*/ 101337 h 800786"/>
                <a:gd name="connsiteX4053" fmla="*/ 1168229 w 2044700"/>
                <a:gd name="connsiteY4053" fmla="*/ 98092 h 800786"/>
                <a:gd name="connsiteX4054" fmla="*/ 1171475 w 2044700"/>
                <a:gd name="connsiteY4054" fmla="*/ 96469 h 800786"/>
                <a:gd name="connsiteX4055" fmla="*/ 1171475 w 2044700"/>
                <a:gd name="connsiteY4055" fmla="*/ 94846 h 800786"/>
                <a:gd name="connsiteX4056" fmla="*/ 1169852 w 2044700"/>
                <a:gd name="connsiteY4056" fmla="*/ 93223 h 800786"/>
                <a:gd name="connsiteX4057" fmla="*/ 1166606 w 2044700"/>
                <a:gd name="connsiteY4057" fmla="*/ 89978 h 800786"/>
                <a:gd name="connsiteX4058" fmla="*/ 1164983 w 2044700"/>
                <a:gd name="connsiteY4058" fmla="*/ 88355 h 800786"/>
                <a:gd name="connsiteX4059" fmla="*/ 1163360 w 2044700"/>
                <a:gd name="connsiteY4059" fmla="*/ 83486 h 800786"/>
                <a:gd name="connsiteX4060" fmla="*/ 1168229 w 2044700"/>
                <a:gd name="connsiteY4060" fmla="*/ 80240 h 800786"/>
                <a:gd name="connsiteX4061" fmla="*/ 1177967 w 2044700"/>
                <a:gd name="connsiteY4061" fmla="*/ 76995 h 800786"/>
                <a:gd name="connsiteX4062" fmla="*/ 1182837 w 2044700"/>
                <a:gd name="connsiteY4062" fmla="*/ 75372 h 800786"/>
                <a:gd name="connsiteX4063" fmla="*/ 1187706 w 2044700"/>
                <a:gd name="connsiteY4063" fmla="*/ 75372 h 800786"/>
                <a:gd name="connsiteX4064" fmla="*/ 1192575 w 2044700"/>
                <a:gd name="connsiteY4064" fmla="*/ 75372 h 800786"/>
                <a:gd name="connsiteX4065" fmla="*/ 1199068 w 2044700"/>
                <a:gd name="connsiteY4065" fmla="*/ 75372 h 800786"/>
                <a:gd name="connsiteX4066" fmla="*/ 1203937 w 2044700"/>
                <a:gd name="connsiteY4066" fmla="*/ 76995 h 800786"/>
                <a:gd name="connsiteX4067" fmla="*/ 1205560 w 2044700"/>
                <a:gd name="connsiteY4067" fmla="*/ 78618 h 800786"/>
                <a:gd name="connsiteX4068" fmla="*/ 1208806 w 2044700"/>
                <a:gd name="connsiteY4068" fmla="*/ 80240 h 800786"/>
                <a:gd name="connsiteX4069" fmla="*/ 1210429 w 2044700"/>
                <a:gd name="connsiteY4069" fmla="*/ 85109 h 800786"/>
                <a:gd name="connsiteX4070" fmla="*/ 1218545 w 2044700"/>
                <a:gd name="connsiteY4070" fmla="*/ 89978 h 800786"/>
                <a:gd name="connsiteX4071" fmla="*/ 1223414 w 2044700"/>
                <a:gd name="connsiteY4071" fmla="*/ 89978 h 800786"/>
                <a:gd name="connsiteX4072" fmla="*/ 1226660 w 2044700"/>
                <a:gd name="connsiteY4072" fmla="*/ 89978 h 800786"/>
                <a:gd name="connsiteX4073" fmla="*/ 1236399 w 2044700"/>
                <a:gd name="connsiteY4073" fmla="*/ 94846 h 800786"/>
                <a:gd name="connsiteX4074" fmla="*/ 1238022 w 2044700"/>
                <a:gd name="connsiteY4074" fmla="*/ 98092 h 800786"/>
                <a:gd name="connsiteX4075" fmla="*/ 1241268 w 2044700"/>
                <a:gd name="connsiteY4075" fmla="*/ 98092 h 800786"/>
                <a:gd name="connsiteX4076" fmla="*/ 1247761 w 2044700"/>
                <a:gd name="connsiteY4076" fmla="*/ 101337 h 800786"/>
                <a:gd name="connsiteX4077" fmla="*/ 1249384 w 2044700"/>
                <a:gd name="connsiteY4077" fmla="*/ 99715 h 800786"/>
                <a:gd name="connsiteX4078" fmla="*/ 1244514 w 2044700"/>
                <a:gd name="connsiteY4078" fmla="*/ 96469 h 800786"/>
                <a:gd name="connsiteX4079" fmla="*/ 1239645 w 2044700"/>
                <a:gd name="connsiteY4079" fmla="*/ 94846 h 800786"/>
                <a:gd name="connsiteX4080" fmla="*/ 1236399 w 2044700"/>
                <a:gd name="connsiteY4080" fmla="*/ 91600 h 800786"/>
                <a:gd name="connsiteX4081" fmla="*/ 1234776 w 2044700"/>
                <a:gd name="connsiteY4081" fmla="*/ 89978 h 800786"/>
                <a:gd name="connsiteX4082" fmla="*/ 1229906 w 2044700"/>
                <a:gd name="connsiteY4082" fmla="*/ 88355 h 800786"/>
                <a:gd name="connsiteX4083" fmla="*/ 1226660 w 2044700"/>
                <a:gd name="connsiteY4083" fmla="*/ 86732 h 800786"/>
                <a:gd name="connsiteX4084" fmla="*/ 1220168 w 2044700"/>
                <a:gd name="connsiteY4084" fmla="*/ 86732 h 800786"/>
                <a:gd name="connsiteX4085" fmla="*/ 1213676 w 2044700"/>
                <a:gd name="connsiteY4085" fmla="*/ 83486 h 800786"/>
                <a:gd name="connsiteX4086" fmla="*/ 1212052 w 2044700"/>
                <a:gd name="connsiteY4086" fmla="*/ 81863 h 800786"/>
                <a:gd name="connsiteX4087" fmla="*/ 1208806 w 2044700"/>
                <a:gd name="connsiteY4087" fmla="*/ 78618 h 800786"/>
                <a:gd name="connsiteX4088" fmla="*/ 1205560 w 2044700"/>
                <a:gd name="connsiteY4088" fmla="*/ 76995 h 800786"/>
                <a:gd name="connsiteX4089" fmla="*/ 1202314 w 2044700"/>
                <a:gd name="connsiteY4089" fmla="*/ 75372 h 800786"/>
                <a:gd name="connsiteX4090" fmla="*/ 1200691 w 2044700"/>
                <a:gd name="connsiteY4090" fmla="*/ 73749 h 800786"/>
                <a:gd name="connsiteX4091" fmla="*/ 1203937 w 2044700"/>
                <a:gd name="connsiteY4091" fmla="*/ 72126 h 800786"/>
                <a:gd name="connsiteX4092" fmla="*/ 1208806 w 2044700"/>
                <a:gd name="connsiteY4092" fmla="*/ 70503 h 800786"/>
                <a:gd name="connsiteX4093" fmla="*/ 1212052 w 2044700"/>
                <a:gd name="connsiteY4093" fmla="*/ 68880 h 800786"/>
                <a:gd name="connsiteX4094" fmla="*/ 1218545 w 2044700"/>
                <a:gd name="connsiteY4094" fmla="*/ 68880 h 800786"/>
                <a:gd name="connsiteX4095" fmla="*/ 1221791 w 2044700"/>
                <a:gd name="connsiteY4095" fmla="*/ 68880 h 800786"/>
                <a:gd name="connsiteX4096" fmla="*/ 1229906 w 2044700"/>
                <a:gd name="connsiteY4096" fmla="*/ 67258 h 800786"/>
                <a:gd name="connsiteX4097" fmla="*/ 1233153 w 2044700"/>
                <a:gd name="connsiteY4097" fmla="*/ 67258 h 800786"/>
                <a:gd name="connsiteX4098" fmla="*/ 1233153 w 2044700"/>
                <a:gd name="connsiteY4098" fmla="*/ 65635 h 800786"/>
                <a:gd name="connsiteX4099" fmla="*/ 1241268 w 2044700"/>
                <a:gd name="connsiteY4099" fmla="*/ 65635 h 800786"/>
                <a:gd name="connsiteX4100" fmla="*/ 1242891 w 2044700"/>
                <a:gd name="connsiteY4100" fmla="*/ 67258 h 800786"/>
                <a:gd name="connsiteX4101" fmla="*/ 1246137 w 2044700"/>
                <a:gd name="connsiteY4101" fmla="*/ 67258 h 800786"/>
                <a:gd name="connsiteX4102" fmla="*/ 1247761 w 2044700"/>
                <a:gd name="connsiteY4102" fmla="*/ 65635 h 800786"/>
                <a:gd name="connsiteX4103" fmla="*/ 1251007 w 2044700"/>
                <a:gd name="connsiteY4103" fmla="*/ 65635 h 800786"/>
                <a:gd name="connsiteX4104" fmla="*/ 1252630 w 2044700"/>
                <a:gd name="connsiteY4104" fmla="*/ 64012 h 800786"/>
                <a:gd name="connsiteX4105" fmla="*/ 1254253 w 2044700"/>
                <a:gd name="connsiteY4105" fmla="*/ 67258 h 800786"/>
                <a:gd name="connsiteX4106" fmla="*/ 1257499 w 2044700"/>
                <a:gd name="connsiteY4106" fmla="*/ 67258 h 800786"/>
                <a:gd name="connsiteX4107" fmla="*/ 1259122 w 2044700"/>
                <a:gd name="connsiteY4107" fmla="*/ 62389 h 800786"/>
                <a:gd name="connsiteX4108" fmla="*/ 1260745 w 2044700"/>
                <a:gd name="connsiteY4108" fmla="*/ 62389 h 800786"/>
                <a:gd name="connsiteX4109" fmla="*/ 1265615 w 2044700"/>
                <a:gd name="connsiteY4109" fmla="*/ 62389 h 800786"/>
                <a:gd name="connsiteX4110" fmla="*/ 1268861 w 2044700"/>
                <a:gd name="connsiteY4110" fmla="*/ 59143 h 800786"/>
                <a:gd name="connsiteX4111" fmla="*/ 1272107 w 2044700"/>
                <a:gd name="connsiteY4111" fmla="*/ 57521 h 800786"/>
                <a:gd name="connsiteX4112" fmla="*/ 1276976 w 2044700"/>
                <a:gd name="connsiteY4112" fmla="*/ 57521 h 800786"/>
                <a:gd name="connsiteX4113" fmla="*/ 1280222 w 2044700"/>
                <a:gd name="connsiteY4113" fmla="*/ 55898 h 800786"/>
                <a:gd name="connsiteX4114" fmla="*/ 1281846 w 2044700"/>
                <a:gd name="connsiteY4114" fmla="*/ 54275 h 800786"/>
                <a:gd name="connsiteX4115" fmla="*/ 1285092 w 2044700"/>
                <a:gd name="connsiteY4115" fmla="*/ 55898 h 800786"/>
                <a:gd name="connsiteX4116" fmla="*/ 1293207 w 2044700"/>
                <a:gd name="connsiteY4116" fmla="*/ 59143 h 800786"/>
                <a:gd name="connsiteX4117" fmla="*/ 1293207 w 2044700"/>
                <a:gd name="connsiteY4117" fmla="*/ 60766 h 800786"/>
                <a:gd name="connsiteX4118" fmla="*/ 1301323 w 2044700"/>
                <a:gd name="connsiteY4118" fmla="*/ 64012 h 800786"/>
                <a:gd name="connsiteX4119" fmla="*/ 1302946 w 2044700"/>
                <a:gd name="connsiteY4119" fmla="*/ 68880 h 800786"/>
                <a:gd name="connsiteX4120" fmla="*/ 1302946 w 2044700"/>
                <a:gd name="connsiteY4120" fmla="*/ 73749 h 800786"/>
                <a:gd name="connsiteX4121" fmla="*/ 1302946 w 2044700"/>
                <a:gd name="connsiteY4121" fmla="*/ 81863 h 800786"/>
                <a:gd name="connsiteX4122" fmla="*/ 1299700 w 2044700"/>
                <a:gd name="connsiteY4122" fmla="*/ 85109 h 800786"/>
                <a:gd name="connsiteX4123" fmla="*/ 1299700 w 2044700"/>
                <a:gd name="connsiteY4123" fmla="*/ 89978 h 800786"/>
                <a:gd name="connsiteX4124" fmla="*/ 1301323 w 2044700"/>
                <a:gd name="connsiteY4124" fmla="*/ 91600 h 800786"/>
                <a:gd name="connsiteX4125" fmla="*/ 1302946 w 2044700"/>
                <a:gd name="connsiteY4125" fmla="*/ 91600 h 800786"/>
                <a:gd name="connsiteX4126" fmla="*/ 1304569 w 2044700"/>
                <a:gd name="connsiteY4126" fmla="*/ 88355 h 800786"/>
                <a:gd name="connsiteX4127" fmla="*/ 1306192 w 2044700"/>
                <a:gd name="connsiteY4127" fmla="*/ 85109 h 800786"/>
                <a:gd name="connsiteX4128" fmla="*/ 1307815 w 2044700"/>
                <a:gd name="connsiteY4128" fmla="*/ 81863 h 800786"/>
                <a:gd name="connsiteX4129" fmla="*/ 1311061 w 2044700"/>
                <a:gd name="connsiteY4129" fmla="*/ 81863 h 800786"/>
                <a:gd name="connsiteX4130" fmla="*/ 1314307 w 2044700"/>
                <a:gd name="connsiteY4130" fmla="*/ 78618 h 800786"/>
                <a:gd name="connsiteX4131" fmla="*/ 1314307 w 2044700"/>
                <a:gd name="connsiteY4131" fmla="*/ 73749 h 800786"/>
                <a:gd name="connsiteX4132" fmla="*/ 1312684 w 2044700"/>
                <a:gd name="connsiteY4132" fmla="*/ 70503 h 800786"/>
                <a:gd name="connsiteX4133" fmla="*/ 1309438 w 2044700"/>
                <a:gd name="connsiteY4133" fmla="*/ 67258 h 800786"/>
                <a:gd name="connsiteX4134" fmla="*/ 1307815 w 2044700"/>
                <a:gd name="connsiteY4134" fmla="*/ 64012 h 800786"/>
                <a:gd name="connsiteX4135" fmla="*/ 1309438 w 2044700"/>
                <a:gd name="connsiteY4135" fmla="*/ 60766 h 800786"/>
                <a:gd name="connsiteX4136" fmla="*/ 1312684 w 2044700"/>
                <a:gd name="connsiteY4136" fmla="*/ 59143 h 800786"/>
                <a:gd name="connsiteX4137" fmla="*/ 1319177 w 2044700"/>
                <a:gd name="connsiteY4137" fmla="*/ 60766 h 800786"/>
                <a:gd name="connsiteX4138" fmla="*/ 1330539 w 2044700"/>
                <a:gd name="connsiteY4138" fmla="*/ 65635 h 800786"/>
                <a:gd name="connsiteX4139" fmla="*/ 1337031 w 2044700"/>
                <a:gd name="connsiteY4139" fmla="*/ 67258 h 800786"/>
                <a:gd name="connsiteX4140" fmla="*/ 1338654 w 2044700"/>
                <a:gd name="connsiteY4140" fmla="*/ 67258 h 800786"/>
                <a:gd name="connsiteX4141" fmla="*/ 1341900 w 2044700"/>
                <a:gd name="connsiteY4141" fmla="*/ 70503 h 800786"/>
                <a:gd name="connsiteX4142" fmla="*/ 1343524 w 2044700"/>
                <a:gd name="connsiteY4142" fmla="*/ 70503 h 800786"/>
                <a:gd name="connsiteX4143" fmla="*/ 1345147 w 2044700"/>
                <a:gd name="connsiteY4143" fmla="*/ 73749 h 800786"/>
                <a:gd name="connsiteX4144" fmla="*/ 1348393 w 2044700"/>
                <a:gd name="connsiteY4144" fmla="*/ 76995 h 800786"/>
                <a:gd name="connsiteX4145" fmla="*/ 1348393 w 2044700"/>
                <a:gd name="connsiteY4145" fmla="*/ 78618 h 800786"/>
                <a:gd name="connsiteX4146" fmla="*/ 1350016 w 2044700"/>
                <a:gd name="connsiteY4146" fmla="*/ 80240 h 800786"/>
                <a:gd name="connsiteX4147" fmla="*/ 1353262 w 2044700"/>
                <a:gd name="connsiteY4147" fmla="*/ 78618 h 800786"/>
                <a:gd name="connsiteX4148" fmla="*/ 1353262 w 2044700"/>
                <a:gd name="connsiteY4148" fmla="*/ 76995 h 800786"/>
                <a:gd name="connsiteX4149" fmla="*/ 1354885 w 2044700"/>
                <a:gd name="connsiteY4149" fmla="*/ 75372 h 800786"/>
                <a:gd name="connsiteX4150" fmla="*/ 1356508 w 2044700"/>
                <a:gd name="connsiteY4150" fmla="*/ 76995 h 800786"/>
                <a:gd name="connsiteX4151" fmla="*/ 1361378 w 2044700"/>
                <a:gd name="connsiteY4151" fmla="*/ 76995 h 800786"/>
                <a:gd name="connsiteX4152" fmla="*/ 1363001 w 2044700"/>
                <a:gd name="connsiteY4152" fmla="*/ 76995 h 800786"/>
                <a:gd name="connsiteX4153" fmla="*/ 1364624 w 2044700"/>
                <a:gd name="connsiteY4153" fmla="*/ 76995 h 800786"/>
                <a:gd name="connsiteX4154" fmla="*/ 1367870 w 2044700"/>
                <a:gd name="connsiteY4154" fmla="*/ 78618 h 800786"/>
                <a:gd name="connsiteX4155" fmla="*/ 1369493 w 2044700"/>
                <a:gd name="connsiteY4155" fmla="*/ 76995 h 800786"/>
                <a:gd name="connsiteX4156" fmla="*/ 1367870 w 2044700"/>
                <a:gd name="connsiteY4156" fmla="*/ 75372 h 800786"/>
                <a:gd name="connsiteX4157" fmla="*/ 1364624 w 2044700"/>
                <a:gd name="connsiteY4157" fmla="*/ 73749 h 800786"/>
                <a:gd name="connsiteX4158" fmla="*/ 1363001 w 2044700"/>
                <a:gd name="connsiteY4158" fmla="*/ 73749 h 800786"/>
                <a:gd name="connsiteX4159" fmla="*/ 1361378 w 2044700"/>
                <a:gd name="connsiteY4159" fmla="*/ 72126 h 800786"/>
                <a:gd name="connsiteX4160" fmla="*/ 1359754 w 2044700"/>
                <a:gd name="connsiteY4160" fmla="*/ 68880 h 800786"/>
                <a:gd name="connsiteX4161" fmla="*/ 1356508 w 2044700"/>
                <a:gd name="connsiteY4161" fmla="*/ 67258 h 800786"/>
                <a:gd name="connsiteX4162" fmla="*/ 1353262 w 2044700"/>
                <a:gd name="connsiteY4162" fmla="*/ 64012 h 800786"/>
                <a:gd name="connsiteX4163" fmla="*/ 1351639 w 2044700"/>
                <a:gd name="connsiteY4163" fmla="*/ 60766 h 800786"/>
                <a:gd name="connsiteX4164" fmla="*/ 1351639 w 2044700"/>
                <a:gd name="connsiteY4164" fmla="*/ 57521 h 800786"/>
                <a:gd name="connsiteX4165" fmla="*/ 1351639 w 2044700"/>
                <a:gd name="connsiteY4165" fmla="*/ 54275 h 800786"/>
                <a:gd name="connsiteX4166" fmla="*/ 1353262 w 2044700"/>
                <a:gd name="connsiteY4166" fmla="*/ 51029 h 800786"/>
                <a:gd name="connsiteX4167" fmla="*/ 1359754 w 2044700"/>
                <a:gd name="connsiteY4167" fmla="*/ 51029 h 800786"/>
                <a:gd name="connsiteX4168" fmla="*/ 1364624 w 2044700"/>
                <a:gd name="connsiteY4168" fmla="*/ 49406 h 800786"/>
                <a:gd name="connsiteX4169" fmla="*/ 1367870 w 2044700"/>
                <a:gd name="connsiteY4169" fmla="*/ 51029 h 800786"/>
                <a:gd name="connsiteX4170" fmla="*/ 1371116 w 2044700"/>
                <a:gd name="connsiteY4170" fmla="*/ 51029 h 800786"/>
                <a:gd name="connsiteX4171" fmla="*/ 1372739 w 2044700"/>
                <a:gd name="connsiteY4171" fmla="*/ 51029 h 800786"/>
                <a:gd name="connsiteX4172" fmla="*/ 1377609 w 2044700"/>
                <a:gd name="connsiteY4172" fmla="*/ 51029 h 800786"/>
                <a:gd name="connsiteX4173" fmla="*/ 1379232 w 2044700"/>
                <a:gd name="connsiteY4173" fmla="*/ 51029 h 800786"/>
                <a:gd name="connsiteX4174" fmla="*/ 1382478 w 2044700"/>
                <a:gd name="connsiteY4174" fmla="*/ 51029 h 800786"/>
                <a:gd name="connsiteX4175" fmla="*/ 1384101 w 2044700"/>
                <a:gd name="connsiteY4175" fmla="*/ 52652 h 800786"/>
                <a:gd name="connsiteX4176" fmla="*/ 1384101 w 2044700"/>
                <a:gd name="connsiteY4176" fmla="*/ 55898 h 800786"/>
                <a:gd name="connsiteX4177" fmla="*/ 1387347 w 2044700"/>
                <a:gd name="connsiteY4177" fmla="*/ 55898 h 800786"/>
                <a:gd name="connsiteX4178" fmla="*/ 1388970 w 2044700"/>
                <a:gd name="connsiteY4178" fmla="*/ 55898 h 800786"/>
                <a:gd name="connsiteX4179" fmla="*/ 1390593 w 2044700"/>
                <a:gd name="connsiteY4179" fmla="*/ 57521 h 800786"/>
                <a:gd name="connsiteX4180" fmla="*/ 1392216 w 2044700"/>
                <a:gd name="connsiteY4180" fmla="*/ 57521 h 800786"/>
                <a:gd name="connsiteX4181" fmla="*/ 1393839 w 2044700"/>
                <a:gd name="connsiteY4181" fmla="*/ 59143 h 800786"/>
                <a:gd name="connsiteX4182" fmla="*/ 1398709 w 2044700"/>
                <a:gd name="connsiteY4182" fmla="*/ 59143 h 800786"/>
                <a:gd name="connsiteX4183" fmla="*/ 1406824 w 2044700"/>
                <a:gd name="connsiteY4183" fmla="*/ 64012 h 800786"/>
                <a:gd name="connsiteX4184" fmla="*/ 1410070 w 2044700"/>
                <a:gd name="connsiteY4184" fmla="*/ 64012 h 800786"/>
                <a:gd name="connsiteX4185" fmla="*/ 1413317 w 2044700"/>
                <a:gd name="connsiteY4185" fmla="*/ 64012 h 800786"/>
                <a:gd name="connsiteX4186" fmla="*/ 1414940 w 2044700"/>
                <a:gd name="connsiteY4186" fmla="*/ 64012 h 800786"/>
                <a:gd name="connsiteX4187" fmla="*/ 1418186 w 2044700"/>
                <a:gd name="connsiteY4187" fmla="*/ 67258 h 800786"/>
                <a:gd name="connsiteX4188" fmla="*/ 1421432 w 2044700"/>
                <a:gd name="connsiteY4188" fmla="*/ 67258 h 800786"/>
                <a:gd name="connsiteX4189" fmla="*/ 1424678 w 2044700"/>
                <a:gd name="connsiteY4189" fmla="*/ 67258 h 800786"/>
                <a:gd name="connsiteX4190" fmla="*/ 1429548 w 2044700"/>
                <a:gd name="connsiteY4190" fmla="*/ 68880 h 800786"/>
                <a:gd name="connsiteX4191" fmla="*/ 1432794 w 2044700"/>
                <a:gd name="connsiteY4191" fmla="*/ 70503 h 800786"/>
                <a:gd name="connsiteX4192" fmla="*/ 1437663 w 2044700"/>
                <a:gd name="connsiteY4192" fmla="*/ 73749 h 800786"/>
                <a:gd name="connsiteX4193" fmla="*/ 1442532 w 2044700"/>
                <a:gd name="connsiteY4193" fmla="*/ 75372 h 800786"/>
                <a:gd name="connsiteX4194" fmla="*/ 1445778 w 2044700"/>
                <a:gd name="connsiteY4194" fmla="*/ 76995 h 800786"/>
                <a:gd name="connsiteX4195" fmla="*/ 1447402 w 2044700"/>
                <a:gd name="connsiteY4195" fmla="*/ 78618 h 800786"/>
                <a:gd name="connsiteX4196" fmla="*/ 1450648 w 2044700"/>
                <a:gd name="connsiteY4196" fmla="*/ 80240 h 800786"/>
                <a:gd name="connsiteX4197" fmla="*/ 1453894 w 2044700"/>
                <a:gd name="connsiteY4197" fmla="*/ 81863 h 800786"/>
                <a:gd name="connsiteX4198" fmla="*/ 1457140 w 2044700"/>
                <a:gd name="connsiteY4198" fmla="*/ 81863 h 800786"/>
                <a:gd name="connsiteX4199" fmla="*/ 1460386 w 2044700"/>
                <a:gd name="connsiteY4199" fmla="*/ 81863 h 800786"/>
                <a:gd name="connsiteX4200" fmla="*/ 1463633 w 2044700"/>
                <a:gd name="connsiteY4200" fmla="*/ 81863 h 800786"/>
                <a:gd name="connsiteX4201" fmla="*/ 1463633 w 2044700"/>
                <a:gd name="connsiteY4201" fmla="*/ 80240 h 800786"/>
                <a:gd name="connsiteX4202" fmla="*/ 1460386 w 2044700"/>
                <a:gd name="connsiteY4202" fmla="*/ 76995 h 800786"/>
                <a:gd name="connsiteX4203" fmla="*/ 1458763 w 2044700"/>
                <a:gd name="connsiteY4203" fmla="*/ 75372 h 800786"/>
                <a:gd name="connsiteX4204" fmla="*/ 1453894 w 2044700"/>
                <a:gd name="connsiteY4204" fmla="*/ 72126 h 800786"/>
                <a:gd name="connsiteX4205" fmla="*/ 1450648 w 2044700"/>
                <a:gd name="connsiteY4205" fmla="*/ 68880 h 800786"/>
                <a:gd name="connsiteX4206" fmla="*/ 1449025 w 2044700"/>
                <a:gd name="connsiteY4206" fmla="*/ 67258 h 800786"/>
                <a:gd name="connsiteX4207" fmla="*/ 1445778 w 2044700"/>
                <a:gd name="connsiteY4207" fmla="*/ 64012 h 800786"/>
                <a:gd name="connsiteX4208" fmla="*/ 1442532 w 2044700"/>
                <a:gd name="connsiteY4208" fmla="*/ 64012 h 800786"/>
                <a:gd name="connsiteX4209" fmla="*/ 1439286 w 2044700"/>
                <a:gd name="connsiteY4209" fmla="*/ 62389 h 800786"/>
                <a:gd name="connsiteX4210" fmla="*/ 1436040 w 2044700"/>
                <a:gd name="connsiteY4210" fmla="*/ 62389 h 800786"/>
                <a:gd name="connsiteX4211" fmla="*/ 1431171 w 2044700"/>
                <a:gd name="connsiteY4211" fmla="*/ 59143 h 800786"/>
                <a:gd name="connsiteX4212" fmla="*/ 1429548 w 2044700"/>
                <a:gd name="connsiteY4212" fmla="*/ 60766 h 800786"/>
                <a:gd name="connsiteX4213" fmla="*/ 1424678 w 2044700"/>
                <a:gd name="connsiteY4213" fmla="*/ 59143 h 800786"/>
                <a:gd name="connsiteX4214" fmla="*/ 1421432 w 2044700"/>
                <a:gd name="connsiteY4214" fmla="*/ 57521 h 800786"/>
                <a:gd name="connsiteX4215" fmla="*/ 1418186 w 2044700"/>
                <a:gd name="connsiteY4215" fmla="*/ 54275 h 800786"/>
                <a:gd name="connsiteX4216" fmla="*/ 1414940 w 2044700"/>
                <a:gd name="connsiteY4216" fmla="*/ 52652 h 800786"/>
                <a:gd name="connsiteX4217" fmla="*/ 1413317 w 2044700"/>
                <a:gd name="connsiteY4217" fmla="*/ 51029 h 800786"/>
                <a:gd name="connsiteX4218" fmla="*/ 1410070 w 2044700"/>
                <a:gd name="connsiteY4218" fmla="*/ 47783 h 800786"/>
                <a:gd name="connsiteX4219" fmla="*/ 1410070 w 2044700"/>
                <a:gd name="connsiteY4219" fmla="*/ 46161 h 800786"/>
                <a:gd name="connsiteX4220" fmla="*/ 1413317 w 2044700"/>
                <a:gd name="connsiteY4220" fmla="*/ 46161 h 800786"/>
                <a:gd name="connsiteX4221" fmla="*/ 1421432 w 2044700"/>
                <a:gd name="connsiteY4221" fmla="*/ 44538 h 800786"/>
                <a:gd name="connsiteX4222" fmla="*/ 1423055 w 2044700"/>
                <a:gd name="connsiteY4222" fmla="*/ 44538 h 800786"/>
                <a:gd name="connsiteX4223" fmla="*/ 1427924 w 2044700"/>
                <a:gd name="connsiteY4223" fmla="*/ 42915 h 800786"/>
                <a:gd name="connsiteX4224" fmla="*/ 1431171 w 2044700"/>
                <a:gd name="connsiteY4224" fmla="*/ 44538 h 800786"/>
                <a:gd name="connsiteX4225" fmla="*/ 1439286 w 2044700"/>
                <a:gd name="connsiteY4225" fmla="*/ 44538 h 800786"/>
                <a:gd name="connsiteX4226" fmla="*/ 1440909 w 2044700"/>
                <a:gd name="connsiteY4226" fmla="*/ 44538 h 800786"/>
                <a:gd name="connsiteX4227" fmla="*/ 1445778 w 2044700"/>
                <a:gd name="connsiteY4227" fmla="*/ 47783 h 800786"/>
                <a:gd name="connsiteX4228" fmla="*/ 1450648 w 2044700"/>
                <a:gd name="connsiteY4228" fmla="*/ 49406 h 800786"/>
                <a:gd name="connsiteX4229" fmla="*/ 1462009 w 2044700"/>
                <a:gd name="connsiteY4229" fmla="*/ 52652 h 800786"/>
                <a:gd name="connsiteX4230" fmla="*/ 1465256 w 2044700"/>
                <a:gd name="connsiteY4230" fmla="*/ 54275 h 800786"/>
                <a:gd name="connsiteX4231" fmla="*/ 1470125 w 2044700"/>
                <a:gd name="connsiteY4231" fmla="*/ 57521 h 800786"/>
                <a:gd name="connsiteX4232" fmla="*/ 1476617 w 2044700"/>
                <a:gd name="connsiteY4232" fmla="*/ 59143 h 800786"/>
                <a:gd name="connsiteX4233" fmla="*/ 1479863 w 2044700"/>
                <a:gd name="connsiteY4233" fmla="*/ 59143 h 800786"/>
                <a:gd name="connsiteX4234" fmla="*/ 1478240 w 2044700"/>
                <a:gd name="connsiteY4234" fmla="*/ 57521 h 800786"/>
                <a:gd name="connsiteX4235" fmla="*/ 1474994 w 2044700"/>
                <a:gd name="connsiteY4235" fmla="*/ 54275 h 800786"/>
                <a:gd name="connsiteX4236" fmla="*/ 1470125 w 2044700"/>
                <a:gd name="connsiteY4236" fmla="*/ 54275 h 800786"/>
                <a:gd name="connsiteX4237" fmla="*/ 1468502 w 2044700"/>
                <a:gd name="connsiteY4237" fmla="*/ 54275 h 800786"/>
                <a:gd name="connsiteX4238" fmla="*/ 1466879 w 2044700"/>
                <a:gd name="connsiteY4238" fmla="*/ 51029 h 800786"/>
                <a:gd name="connsiteX4239" fmla="*/ 1462009 w 2044700"/>
                <a:gd name="connsiteY4239" fmla="*/ 49406 h 800786"/>
                <a:gd name="connsiteX4240" fmla="*/ 1460386 w 2044700"/>
                <a:gd name="connsiteY4240" fmla="*/ 49406 h 800786"/>
                <a:gd name="connsiteX4241" fmla="*/ 1457140 w 2044700"/>
                <a:gd name="connsiteY4241" fmla="*/ 46161 h 800786"/>
                <a:gd name="connsiteX4242" fmla="*/ 1452271 w 2044700"/>
                <a:gd name="connsiteY4242" fmla="*/ 46161 h 800786"/>
                <a:gd name="connsiteX4243" fmla="*/ 1449025 w 2044700"/>
                <a:gd name="connsiteY4243" fmla="*/ 42915 h 800786"/>
                <a:gd name="connsiteX4244" fmla="*/ 1447402 w 2044700"/>
                <a:gd name="connsiteY4244" fmla="*/ 41292 h 800786"/>
                <a:gd name="connsiteX4245" fmla="*/ 1453894 w 2044700"/>
                <a:gd name="connsiteY4245" fmla="*/ 39669 h 800786"/>
                <a:gd name="connsiteX4246" fmla="*/ 1457140 w 2044700"/>
                <a:gd name="connsiteY4246" fmla="*/ 39669 h 800786"/>
                <a:gd name="connsiteX4247" fmla="*/ 1463633 w 2044700"/>
                <a:gd name="connsiteY4247" fmla="*/ 39669 h 800786"/>
                <a:gd name="connsiteX4248" fmla="*/ 1462009 w 2044700"/>
                <a:gd name="connsiteY4248" fmla="*/ 38046 h 800786"/>
                <a:gd name="connsiteX4249" fmla="*/ 1455517 w 2044700"/>
                <a:gd name="connsiteY4249" fmla="*/ 36423 h 800786"/>
                <a:gd name="connsiteX4250" fmla="*/ 1450648 w 2044700"/>
                <a:gd name="connsiteY4250" fmla="*/ 36423 h 800786"/>
                <a:gd name="connsiteX4251" fmla="*/ 1439286 w 2044700"/>
                <a:gd name="connsiteY4251" fmla="*/ 36423 h 800786"/>
                <a:gd name="connsiteX4252" fmla="*/ 1436040 w 2044700"/>
                <a:gd name="connsiteY4252" fmla="*/ 36423 h 800786"/>
                <a:gd name="connsiteX4253" fmla="*/ 1431171 w 2044700"/>
                <a:gd name="connsiteY4253" fmla="*/ 33178 h 800786"/>
                <a:gd name="connsiteX4254" fmla="*/ 1427924 w 2044700"/>
                <a:gd name="connsiteY4254" fmla="*/ 31555 h 800786"/>
                <a:gd name="connsiteX4255" fmla="*/ 1427924 w 2044700"/>
                <a:gd name="connsiteY4255" fmla="*/ 28309 h 800786"/>
                <a:gd name="connsiteX4256" fmla="*/ 1431171 w 2044700"/>
                <a:gd name="connsiteY4256" fmla="*/ 25064 h 800786"/>
                <a:gd name="connsiteX4257" fmla="*/ 1437663 w 2044700"/>
                <a:gd name="connsiteY4257" fmla="*/ 25064 h 800786"/>
                <a:gd name="connsiteX4258" fmla="*/ 1442532 w 2044700"/>
                <a:gd name="connsiteY4258" fmla="*/ 28309 h 800786"/>
                <a:gd name="connsiteX4259" fmla="*/ 1445778 w 2044700"/>
                <a:gd name="connsiteY4259" fmla="*/ 28309 h 800786"/>
                <a:gd name="connsiteX4260" fmla="*/ 1449025 w 2044700"/>
                <a:gd name="connsiteY4260" fmla="*/ 31555 h 800786"/>
                <a:gd name="connsiteX4261" fmla="*/ 1450648 w 2044700"/>
                <a:gd name="connsiteY4261" fmla="*/ 31555 h 800786"/>
                <a:gd name="connsiteX4262" fmla="*/ 1452271 w 2044700"/>
                <a:gd name="connsiteY4262" fmla="*/ 28309 h 800786"/>
                <a:gd name="connsiteX4263" fmla="*/ 1450648 w 2044700"/>
                <a:gd name="connsiteY4263" fmla="*/ 25064 h 800786"/>
                <a:gd name="connsiteX4264" fmla="*/ 1449025 w 2044700"/>
                <a:gd name="connsiteY4264" fmla="*/ 23441 h 800786"/>
                <a:gd name="connsiteX4265" fmla="*/ 1457140 w 2044700"/>
                <a:gd name="connsiteY4265" fmla="*/ 23441 h 800786"/>
                <a:gd name="connsiteX4266" fmla="*/ 1458763 w 2044700"/>
                <a:gd name="connsiteY4266" fmla="*/ 23441 h 800786"/>
                <a:gd name="connsiteX4267" fmla="*/ 1470125 w 2044700"/>
                <a:gd name="connsiteY4267" fmla="*/ 23441 h 800786"/>
                <a:gd name="connsiteX4268" fmla="*/ 1473371 w 2044700"/>
                <a:gd name="connsiteY4268" fmla="*/ 23441 h 800786"/>
                <a:gd name="connsiteX4269" fmla="*/ 1478240 w 2044700"/>
                <a:gd name="connsiteY4269" fmla="*/ 21818 h 800786"/>
                <a:gd name="connsiteX4270" fmla="*/ 1479863 w 2044700"/>
                <a:gd name="connsiteY4270" fmla="*/ 21818 h 800786"/>
                <a:gd name="connsiteX4271" fmla="*/ 1484733 w 2044700"/>
                <a:gd name="connsiteY4271" fmla="*/ 21818 h 800786"/>
                <a:gd name="connsiteX4272" fmla="*/ 1487979 w 2044700"/>
                <a:gd name="connsiteY4272" fmla="*/ 21818 h 800786"/>
                <a:gd name="connsiteX4273" fmla="*/ 1489602 w 2044700"/>
                <a:gd name="connsiteY4273" fmla="*/ 20195 h 800786"/>
                <a:gd name="connsiteX4274" fmla="*/ 1491225 w 2044700"/>
                <a:gd name="connsiteY4274" fmla="*/ 18572 h 800786"/>
                <a:gd name="connsiteX4275" fmla="*/ 1496094 w 2044700"/>
                <a:gd name="connsiteY4275" fmla="*/ 18572 h 800786"/>
                <a:gd name="connsiteX4276" fmla="*/ 1499341 w 2044700"/>
                <a:gd name="connsiteY4276" fmla="*/ 16949 h 800786"/>
                <a:gd name="connsiteX4277" fmla="*/ 1512325 w 2044700"/>
                <a:gd name="connsiteY4277" fmla="*/ 21818 h 800786"/>
                <a:gd name="connsiteX4278" fmla="*/ 1517195 w 2044700"/>
                <a:gd name="connsiteY4278" fmla="*/ 23441 h 800786"/>
                <a:gd name="connsiteX4279" fmla="*/ 1520441 w 2044700"/>
                <a:gd name="connsiteY4279" fmla="*/ 25064 h 800786"/>
                <a:gd name="connsiteX4280" fmla="*/ 1525310 w 2044700"/>
                <a:gd name="connsiteY4280" fmla="*/ 26686 h 800786"/>
                <a:gd name="connsiteX4281" fmla="*/ 1530179 w 2044700"/>
                <a:gd name="connsiteY4281" fmla="*/ 26686 h 800786"/>
                <a:gd name="connsiteX4282" fmla="*/ 1533426 w 2044700"/>
                <a:gd name="connsiteY4282" fmla="*/ 26686 h 800786"/>
                <a:gd name="connsiteX4283" fmla="*/ 1536672 w 2044700"/>
                <a:gd name="connsiteY4283" fmla="*/ 28309 h 800786"/>
                <a:gd name="connsiteX4284" fmla="*/ 1539918 w 2044700"/>
                <a:gd name="connsiteY4284" fmla="*/ 29932 h 800786"/>
                <a:gd name="connsiteX4285" fmla="*/ 1544787 w 2044700"/>
                <a:gd name="connsiteY4285" fmla="*/ 28309 h 800786"/>
                <a:gd name="connsiteX4286" fmla="*/ 1548033 w 2044700"/>
                <a:gd name="connsiteY4286" fmla="*/ 26686 h 800786"/>
                <a:gd name="connsiteX4287" fmla="*/ 1546410 w 2044700"/>
                <a:gd name="connsiteY4287" fmla="*/ 23441 h 800786"/>
                <a:gd name="connsiteX4288" fmla="*/ 1544787 w 2044700"/>
                <a:gd name="connsiteY4288" fmla="*/ 21818 h 800786"/>
                <a:gd name="connsiteX4289" fmla="*/ 1551280 w 2044700"/>
                <a:gd name="connsiteY4289" fmla="*/ 20195 h 800786"/>
                <a:gd name="connsiteX4290" fmla="*/ 1557772 w 2044700"/>
                <a:gd name="connsiteY4290" fmla="*/ 21818 h 800786"/>
                <a:gd name="connsiteX4291" fmla="*/ 1561018 w 2044700"/>
                <a:gd name="connsiteY4291" fmla="*/ 23441 h 800786"/>
                <a:gd name="connsiteX4292" fmla="*/ 1559395 w 2044700"/>
                <a:gd name="connsiteY4292" fmla="*/ 26686 h 800786"/>
                <a:gd name="connsiteX4293" fmla="*/ 1556149 w 2044700"/>
                <a:gd name="connsiteY4293" fmla="*/ 29932 h 800786"/>
                <a:gd name="connsiteX4294" fmla="*/ 1561018 w 2044700"/>
                <a:gd name="connsiteY4294" fmla="*/ 33178 h 800786"/>
                <a:gd name="connsiteX4295" fmla="*/ 1562641 w 2044700"/>
                <a:gd name="connsiteY4295" fmla="*/ 34801 h 800786"/>
                <a:gd name="connsiteX4296" fmla="*/ 1570757 w 2044700"/>
                <a:gd name="connsiteY4296" fmla="*/ 38046 h 800786"/>
                <a:gd name="connsiteX4297" fmla="*/ 1570757 w 2044700"/>
                <a:gd name="connsiteY4297" fmla="*/ 34801 h 800786"/>
                <a:gd name="connsiteX4298" fmla="*/ 1565887 w 2044700"/>
                <a:gd name="connsiteY4298" fmla="*/ 31555 h 800786"/>
                <a:gd name="connsiteX4299" fmla="*/ 1565887 w 2044700"/>
                <a:gd name="connsiteY4299" fmla="*/ 29932 h 800786"/>
                <a:gd name="connsiteX4300" fmla="*/ 1572380 w 2044700"/>
                <a:gd name="connsiteY4300" fmla="*/ 28309 h 800786"/>
                <a:gd name="connsiteX4301" fmla="*/ 1574003 w 2044700"/>
                <a:gd name="connsiteY4301" fmla="*/ 26686 h 800786"/>
                <a:gd name="connsiteX4302" fmla="*/ 1575626 w 2044700"/>
                <a:gd name="connsiteY4302" fmla="*/ 25064 h 800786"/>
                <a:gd name="connsiteX4303" fmla="*/ 1580495 w 2044700"/>
                <a:gd name="connsiteY4303" fmla="*/ 25064 h 800786"/>
                <a:gd name="connsiteX4304" fmla="*/ 1583741 w 2044700"/>
                <a:gd name="connsiteY4304" fmla="*/ 23441 h 800786"/>
                <a:gd name="connsiteX4305" fmla="*/ 1588611 w 2044700"/>
                <a:gd name="connsiteY4305" fmla="*/ 23441 h 800786"/>
                <a:gd name="connsiteX4306" fmla="*/ 1585365 w 2044700"/>
                <a:gd name="connsiteY4306" fmla="*/ 21818 h 800786"/>
                <a:gd name="connsiteX4307" fmla="*/ 1578872 w 2044700"/>
                <a:gd name="connsiteY4307" fmla="*/ 21818 h 800786"/>
                <a:gd name="connsiteX4308" fmla="*/ 1574003 w 2044700"/>
                <a:gd name="connsiteY4308" fmla="*/ 20195 h 800786"/>
                <a:gd name="connsiteX4309" fmla="*/ 1569134 w 2044700"/>
                <a:gd name="connsiteY4309" fmla="*/ 16949 h 800786"/>
                <a:gd name="connsiteX4310" fmla="*/ 1567511 w 2044700"/>
                <a:gd name="connsiteY4310" fmla="*/ 13704 h 800786"/>
                <a:gd name="connsiteX4311" fmla="*/ 1572380 w 2044700"/>
                <a:gd name="connsiteY4311" fmla="*/ 12081 h 800786"/>
                <a:gd name="connsiteX4312" fmla="*/ 1577249 w 2044700"/>
                <a:gd name="connsiteY4312" fmla="*/ 10458 h 800786"/>
                <a:gd name="connsiteX4313" fmla="*/ 1582118 w 2044700"/>
                <a:gd name="connsiteY4313" fmla="*/ 12081 h 800786"/>
                <a:gd name="connsiteX4314" fmla="*/ 1586988 w 2044700"/>
                <a:gd name="connsiteY4314" fmla="*/ 8835 h 800786"/>
                <a:gd name="connsiteX4315" fmla="*/ 1596726 w 2044700"/>
                <a:gd name="connsiteY4315" fmla="*/ 7212 h 800786"/>
                <a:gd name="connsiteX4316" fmla="*/ 1599972 w 2044700"/>
                <a:gd name="connsiteY4316" fmla="*/ 8835 h 800786"/>
                <a:gd name="connsiteX4317" fmla="*/ 1601596 w 2044700"/>
                <a:gd name="connsiteY4317" fmla="*/ 8835 h 800786"/>
                <a:gd name="connsiteX4318" fmla="*/ 1603219 w 2044700"/>
                <a:gd name="connsiteY4318" fmla="*/ 10458 h 800786"/>
                <a:gd name="connsiteX4319" fmla="*/ 1608088 w 2044700"/>
                <a:gd name="connsiteY4319" fmla="*/ 7212 h 800786"/>
                <a:gd name="connsiteX4320" fmla="*/ 1609711 w 2044700"/>
                <a:gd name="connsiteY4320" fmla="*/ 3966 h 800786"/>
                <a:gd name="connsiteX4321" fmla="*/ 1614580 w 2044700"/>
                <a:gd name="connsiteY4321" fmla="*/ 3966 h 800786"/>
                <a:gd name="connsiteX4322" fmla="*/ 1621073 w 2044700"/>
                <a:gd name="connsiteY4322" fmla="*/ 2344 h 800786"/>
                <a:gd name="connsiteX4323" fmla="*/ 1647042 w 2044700"/>
                <a:gd name="connsiteY4323" fmla="*/ 2344 h 800786"/>
                <a:gd name="connsiteX4324" fmla="*/ 1650288 w 2044700"/>
                <a:gd name="connsiteY4324" fmla="*/ 3966 h 800786"/>
                <a:gd name="connsiteX4325" fmla="*/ 1651911 w 2044700"/>
                <a:gd name="connsiteY4325" fmla="*/ 7212 h 800786"/>
                <a:gd name="connsiteX4326" fmla="*/ 1656781 w 2044700"/>
                <a:gd name="connsiteY4326" fmla="*/ 8835 h 800786"/>
                <a:gd name="connsiteX4327" fmla="*/ 1658404 w 2044700"/>
                <a:gd name="connsiteY4327" fmla="*/ 3966 h 800786"/>
                <a:gd name="connsiteX4328" fmla="*/ 1658404 w 2044700"/>
                <a:gd name="connsiteY4328" fmla="*/ 2344 h 800786"/>
                <a:gd name="connsiteX4329" fmla="*/ 1663273 w 2044700"/>
                <a:gd name="connsiteY4329" fmla="*/ 721 h 800786"/>
                <a:gd name="connsiteX4330" fmla="*/ 1669765 w 2044700"/>
                <a:gd name="connsiteY4330" fmla="*/ 721 h 800786"/>
                <a:gd name="connsiteX4331" fmla="*/ 1682953 w 2044700"/>
                <a:gd name="connsiteY4331" fmla="*/ 112 h 800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Lst>
              <a:rect l="l" t="t" r="r" b="b"/>
              <a:pathLst>
                <a:path w="2044700" h="800786">
                  <a:moveTo>
                    <a:pt x="923925" y="572186"/>
                  </a:moveTo>
                  <a:cubicBezTo>
                    <a:pt x="925512" y="573774"/>
                    <a:pt x="925512" y="573774"/>
                    <a:pt x="927100" y="573774"/>
                  </a:cubicBezTo>
                  <a:cubicBezTo>
                    <a:pt x="928687" y="575361"/>
                    <a:pt x="936625" y="576949"/>
                    <a:pt x="939800" y="576949"/>
                  </a:cubicBezTo>
                  <a:cubicBezTo>
                    <a:pt x="942975" y="578536"/>
                    <a:pt x="941387" y="580124"/>
                    <a:pt x="941387" y="583299"/>
                  </a:cubicBezTo>
                  <a:cubicBezTo>
                    <a:pt x="939800" y="584886"/>
                    <a:pt x="939800" y="583299"/>
                    <a:pt x="935037" y="583299"/>
                  </a:cubicBezTo>
                  <a:cubicBezTo>
                    <a:pt x="931862" y="583299"/>
                    <a:pt x="928687" y="583299"/>
                    <a:pt x="923925" y="583299"/>
                  </a:cubicBezTo>
                  <a:cubicBezTo>
                    <a:pt x="919162" y="583299"/>
                    <a:pt x="920750" y="580124"/>
                    <a:pt x="919162" y="576949"/>
                  </a:cubicBezTo>
                  <a:cubicBezTo>
                    <a:pt x="917575" y="575361"/>
                    <a:pt x="917575" y="573774"/>
                    <a:pt x="919162" y="573774"/>
                  </a:cubicBezTo>
                  <a:cubicBezTo>
                    <a:pt x="920750" y="572186"/>
                    <a:pt x="920750" y="572186"/>
                    <a:pt x="923925" y="572186"/>
                  </a:cubicBezTo>
                  <a:close/>
                  <a:moveTo>
                    <a:pt x="705446" y="567225"/>
                  </a:moveTo>
                  <a:cubicBezTo>
                    <a:pt x="706438" y="568217"/>
                    <a:pt x="707232" y="569804"/>
                    <a:pt x="708025" y="570598"/>
                  </a:cubicBezTo>
                  <a:cubicBezTo>
                    <a:pt x="708025" y="572186"/>
                    <a:pt x="709613" y="575361"/>
                    <a:pt x="706438" y="578536"/>
                  </a:cubicBezTo>
                  <a:cubicBezTo>
                    <a:pt x="704850" y="580124"/>
                    <a:pt x="704850" y="581711"/>
                    <a:pt x="701675" y="581711"/>
                  </a:cubicBezTo>
                  <a:cubicBezTo>
                    <a:pt x="696912" y="581711"/>
                    <a:pt x="698500" y="581711"/>
                    <a:pt x="696912" y="578536"/>
                  </a:cubicBezTo>
                  <a:cubicBezTo>
                    <a:pt x="695325" y="573773"/>
                    <a:pt x="698500" y="570598"/>
                    <a:pt x="701675" y="567423"/>
                  </a:cubicBezTo>
                  <a:cubicBezTo>
                    <a:pt x="703263" y="565836"/>
                    <a:pt x="704453" y="566232"/>
                    <a:pt x="705446" y="567225"/>
                  </a:cubicBezTo>
                  <a:close/>
                  <a:moveTo>
                    <a:pt x="898429" y="567027"/>
                  </a:moveTo>
                  <a:cubicBezTo>
                    <a:pt x="902557" y="567424"/>
                    <a:pt x="906272" y="568217"/>
                    <a:pt x="906272" y="569011"/>
                  </a:cubicBezTo>
                  <a:cubicBezTo>
                    <a:pt x="906272" y="569011"/>
                    <a:pt x="909574" y="572186"/>
                    <a:pt x="909574" y="575361"/>
                  </a:cubicBezTo>
                  <a:cubicBezTo>
                    <a:pt x="911225" y="578536"/>
                    <a:pt x="909574" y="584886"/>
                    <a:pt x="907923" y="588061"/>
                  </a:cubicBezTo>
                  <a:cubicBezTo>
                    <a:pt x="906272" y="589649"/>
                    <a:pt x="899668" y="595999"/>
                    <a:pt x="896366" y="597586"/>
                  </a:cubicBezTo>
                  <a:cubicBezTo>
                    <a:pt x="893064" y="597586"/>
                    <a:pt x="884809" y="595999"/>
                    <a:pt x="876554" y="594411"/>
                  </a:cubicBezTo>
                  <a:cubicBezTo>
                    <a:pt x="869950" y="592824"/>
                    <a:pt x="873252" y="594411"/>
                    <a:pt x="871601" y="586474"/>
                  </a:cubicBezTo>
                  <a:cubicBezTo>
                    <a:pt x="869950" y="578536"/>
                    <a:pt x="874903" y="576949"/>
                    <a:pt x="876554" y="572186"/>
                  </a:cubicBezTo>
                  <a:cubicBezTo>
                    <a:pt x="879856" y="569011"/>
                    <a:pt x="883158" y="569011"/>
                    <a:pt x="888111" y="567424"/>
                  </a:cubicBezTo>
                  <a:cubicBezTo>
                    <a:pt x="889762" y="566630"/>
                    <a:pt x="894302" y="566630"/>
                    <a:pt x="898429" y="567027"/>
                  </a:cubicBezTo>
                  <a:close/>
                  <a:moveTo>
                    <a:pt x="911226" y="554723"/>
                  </a:moveTo>
                  <a:cubicBezTo>
                    <a:pt x="911226" y="556311"/>
                    <a:pt x="911226" y="561073"/>
                    <a:pt x="909638" y="561073"/>
                  </a:cubicBezTo>
                  <a:cubicBezTo>
                    <a:pt x="908050" y="562661"/>
                    <a:pt x="908050" y="559486"/>
                    <a:pt x="906463" y="557898"/>
                  </a:cubicBezTo>
                  <a:cubicBezTo>
                    <a:pt x="906463" y="556311"/>
                    <a:pt x="911226" y="554723"/>
                    <a:pt x="911226" y="554723"/>
                  </a:cubicBezTo>
                  <a:close/>
                  <a:moveTo>
                    <a:pt x="1327156" y="552144"/>
                  </a:moveTo>
                  <a:cubicBezTo>
                    <a:pt x="1329812" y="552739"/>
                    <a:pt x="1331446" y="553930"/>
                    <a:pt x="1331446" y="554724"/>
                  </a:cubicBezTo>
                  <a:cubicBezTo>
                    <a:pt x="1331446" y="557899"/>
                    <a:pt x="1333080" y="556311"/>
                    <a:pt x="1337983" y="556311"/>
                  </a:cubicBezTo>
                  <a:cubicBezTo>
                    <a:pt x="1341251" y="556311"/>
                    <a:pt x="1339617" y="557899"/>
                    <a:pt x="1341251" y="562661"/>
                  </a:cubicBezTo>
                  <a:cubicBezTo>
                    <a:pt x="1341251" y="565836"/>
                    <a:pt x="1341251" y="567424"/>
                    <a:pt x="1337983" y="565836"/>
                  </a:cubicBezTo>
                  <a:cubicBezTo>
                    <a:pt x="1333080" y="565836"/>
                    <a:pt x="1324909" y="569011"/>
                    <a:pt x="1324909" y="569011"/>
                  </a:cubicBezTo>
                  <a:cubicBezTo>
                    <a:pt x="1324909" y="569011"/>
                    <a:pt x="1329812" y="570599"/>
                    <a:pt x="1336349" y="570599"/>
                  </a:cubicBezTo>
                  <a:cubicBezTo>
                    <a:pt x="1342886" y="572186"/>
                    <a:pt x="1342886" y="572186"/>
                    <a:pt x="1344520" y="572186"/>
                  </a:cubicBezTo>
                  <a:cubicBezTo>
                    <a:pt x="1347788" y="572186"/>
                    <a:pt x="1347788" y="575361"/>
                    <a:pt x="1346154" y="576949"/>
                  </a:cubicBezTo>
                  <a:cubicBezTo>
                    <a:pt x="1344520" y="576949"/>
                    <a:pt x="1342886" y="578536"/>
                    <a:pt x="1337983" y="580124"/>
                  </a:cubicBezTo>
                  <a:cubicBezTo>
                    <a:pt x="1333080" y="583299"/>
                    <a:pt x="1331446" y="576949"/>
                    <a:pt x="1331446" y="576949"/>
                  </a:cubicBezTo>
                  <a:cubicBezTo>
                    <a:pt x="1331446" y="576949"/>
                    <a:pt x="1331446" y="576949"/>
                    <a:pt x="1324909" y="580124"/>
                  </a:cubicBezTo>
                  <a:cubicBezTo>
                    <a:pt x="1324909" y="580124"/>
                    <a:pt x="1320006" y="578536"/>
                    <a:pt x="1318372" y="578536"/>
                  </a:cubicBezTo>
                  <a:cubicBezTo>
                    <a:pt x="1316738" y="578536"/>
                    <a:pt x="1315104" y="580124"/>
                    <a:pt x="1311835" y="580124"/>
                  </a:cubicBezTo>
                  <a:cubicBezTo>
                    <a:pt x="1308567" y="581711"/>
                    <a:pt x="1302030" y="584886"/>
                    <a:pt x="1297127" y="584886"/>
                  </a:cubicBezTo>
                  <a:cubicBezTo>
                    <a:pt x="1292225" y="584886"/>
                    <a:pt x="1297127" y="583299"/>
                    <a:pt x="1298762" y="578536"/>
                  </a:cubicBezTo>
                  <a:cubicBezTo>
                    <a:pt x="1300396" y="575361"/>
                    <a:pt x="1305298" y="576949"/>
                    <a:pt x="1305298" y="575361"/>
                  </a:cubicBezTo>
                  <a:cubicBezTo>
                    <a:pt x="1305298" y="572186"/>
                    <a:pt x="1311835" y="570599"/>
                    <a:pt x="1315104" y="570599"/>
                  </a:cubicBezTo>
                  <a:cubicBezTo>
                    <a:pt x="1318372" y="570599"/>
                    <a:pt x="1321640" y="567424"/>
                    <a:pt x="1318372" y="567424"/>
                  </a:cubicBezTo>
                  <a:cubicBezTo>
                    <a:pt x="1315104" y="565836"/>
                    <a:pt x="1311835" y="565836"/>
                    <a:pt x="1308567" y="564249"/>
                  </a:cubicBezTo>
                  <a:cubicBezTo>
                    <a:pt x="1303664" y="562661"/>
                    <a:pt x="1311835" y="562661"/>
                    <a:pt x="1316738" y="561074"/>
                  </a:cubicBezTo>
                  <a:cubicBezTo>
                    <a:pt x="1321640" y="559486"/>
                    <a:pt x="1321640" y="561074"/>
                    <a:pt x="1320006" y="556311"/>
                  </a:cubicBezTo>
                  <a:cubicBezTo>
                    <a:pt x="1318372" y="553136"/>
                    <a:pt x="1315104" y="553136"/>
                    <a:pt x="1316738" y="553136"/>
                  </a:cubicBezTo>
                  <a:cubicBezTo>
                    <a:pt x="1320823" y="551549"/>
                    <a:pt x="1324500" y="551549"/>
                    <a:pt x="1327156" y="552144"/>
                  </a:cubicBezTo>
                  <a:close/>
                  <a:moveTo>
                    <a:pt x="850107" y="533061"/>
                  </a:moveTo>
                  <a:cubicBezTo>
                    <a:pt x="851298" y="533491"/>
                    <a:pt x="852488" y="534351"/>
                    <a:pt x="854076" y="534351"/>
                  </a:cubicBezTo>
                  <a:cubicBezTo>
                    <a:pt x="857251" y="534351"/>
                    <a:pt x="854076" y="537790"/>
                    <a:pt x="852488" y="539510"/>
                  </a:cubicBezTo>
                  <a:cubicBezTo>
                    <a:pt x="850901" y="541230"/>
                    <a:pt x="847726" y="546390"/>
                    <a:pt x="842963" y="548109"/>
                  </a:cubicBezTo>
                  <a:cubicBezTo>
                    <a:pt x="838200" y="551549"/>
                    <a:pt x="839788" y="551549"/>
                    <a:pt x="836613" y="551549"/>
                  </a:cubicBezTo>
                  <a:cubicBezTo>
                    <a:pt x="835025" y="551549"/>
                    <a:pt x="833438" y="549829"/>
                    <a:pt x="835025" y="546390"/>
                  </a:cubicBezTo>
                  <a:cubicBezTo>
                    <a:pt x="835025" y="544670"/>
                    <a:pt x="841375" y="537790"/>
                    <a:pt x="846138" y="534351"/>
                  </a:cubicBezTo>
                  <a:cubicBezTo>
                    <a:pt x="847726" y="532631"/>
                    <a:pt x="848916" y="532631"/>
                    <a:pt x="850107" y="533061"/>
                  </a:cubicBezTo>
                  <a:close/>
                  <a:moveTo>
                    <a:pt x="871970" y="530911"/>
                  </a:moveTo>
                  <a:cubicBezTo>
                    <a:pt x="875434" y="529323"/>
                    <a:pt x="880629" y="532498"/>
                    <a:pt x="882361" y="535673"/>
                  </a:cubicBezTo>
                  <a:cubicBezTo>
                    <a:pt x="885825" y="538848"/>
                    <a:pt x="880629" y="538848"/>
                    <a:pt x="877166" y="540436"/>
                  </a:cubicBezTo>
                  <a:cubicBezTo>
                    <a:pt x="875434" y="540436"/>
                    <a:pt x="871970" y="540436"/>
                    <a:pt x="868507" y="538848"/>
                  </a:cubicBezTo>
                  <a:cubicBezTo>
                    <a:pt x="866775" y="537261"/>
                    <a:pt x="868507" y="532498"/>
                    <a:pt x="871970" y="530911"/>
                  </a:cubicBezTo>
                  <a:close/>
                  <a:moveTo>
                    <a:pt x="854075" y="519799"/>
                  </a:moveTo>
                  <a:cubicBezTo>
                    <a:pt x="857250" y="521386"/>
                    <a:pt x="862013" y="521386"/>
                    <a:pt x="858838" y="524561"/>
                  </a:cubicBezTo>
                  <a:cubicBezTo>
                    <a:pt x="857250" y="527736"/>
                    <a:pt x="855663" y="527736"/>
                    <a:pt x="852488" y="529324"/>
                  </a:cubicBezTo>
                  <a:cubicBezTo>
                    <a:pt x="849313" y="530911"/>
                    <a:pt x="846138" y="530911"/>
                    <a:pt x="846138" y="527736"/>
                  </a:cubicBezTo>
                  <a:cubicBezTo>
                    <a:pt x="846138" y="524561"/>
                    <a:pt x="850900" y="518211"/>
                    <a:pt x="854075" y="519799"/>
                  </a:cubicBezTo>
                  <a:close/>
                  <a:moveTo>
                    <a:pt x="499038" y="518211"/>
                  </a:moveTo>
                  <a:cubicBezTo>
                    <a:pt x="500658" y="518211"/>
                    <a:pt x="502279" y="518211"/>
                    <a:pt x="503899" y="518211"/>
                  </a:cubicBezTo>
                  <a:cubicBezTo>
                    <a:pt x="503899" y="518211"/>
                    <a:pt x="508761" y="519857"/>
                    <a:pt x="508761" y="519857"/>
                  </a:cubicBezTo>
                  <a:cubicBezTo>
                    <a:pt x="508761" y="519857"/>
                    <a:pt x="512002" y="523150"/>
                    <a:pt x="515244" y="523150"/>
                  </a:cubicBezTo>
                  <a:cubicBezTo>
                    <a:pt x="516864" y="523150"/>
                    <a:pt x="516864" y="523150"/>
                    <a:pt x="518485" y="526443"/>
                  </a:cubicBezTo>
                  <a:cubicBezTo>
                    <a:pt x="520105" y="529735"/>
                    <a:pt x="521726" y="529735"/>
                    <a:pt x="523346" y="528089"/>
                  </a:cubicBezTo>
                  <a:cubicBezTo>
                    <a:pt x="524967" y="528089"/>
                    <a:pt x="523346" y="528089"/>
                    <a:pt x="524967" y="528089"/>
                  </a:cubicBezTo>
                  <a:cubicBezTo>
                    <a:pt x="526588" y="526443"/>
                    <a:pt x="526588" y="528089"/>
                    <a:pt x="526588" y="528089"/>
                  </a:cubicBezTo>
                  <a:cubicBezTo>
                    <a:pt x="528208" y="528089"/>
                    <a:pt x="531449" y="528089"/>
                    <a:pt x="531449" y="526443"/>
                  </a:cubicBezTo>
                  <a:cubicBezTo>
                    <a:pt x="533070" y="526443"/>
                    <a:pt x="534691" y="526443"/>
                    <a:pt x="537932" y="526443"/>
                  </a:cubicBezTo>
                  <a:cubicBezTo>
                    <a:pt x="541173" y="524796"/>
                    <a:pt x="542793" y="526443"/>
                    <a:pt x="542793" y="526443"/>
                  </a:cubicBezTo>
                  <a:cubicBezTo>
                    <a:pt x="542793" y="526443"/>
                    <a:pt x="546035" y="528089"/>
                    <a:pt x="547655" y="528089"/>
                  </a:cubicBezTo>
                  <a:cubicBezTo>
                    <a:pt x="549276" y="529735"/>
                    <a:pt x="547655" y="531381"/>
                    <a:pt x="547655" y="531381"/>
                  </a:cubicBezTo>
                  <a:cubicBezTo>
                    <a:pt x="547655" y="533028"/>
                    <a:pt x="546035" y="534674"/>
                    <a:pt x="546035" y="534674"/>
                  </a:cubicBezTo>
                  <a:cubicBezTo>
                    <a:pt x="546035" y="534674"/>
                    <a:pt x="542793" y="537967"/>
                    <a:pt x="541173" y="537967"/>
                  </a:cubicBezTo>
                  <a:cubicBezTo>
                    <a:pt x="539552" y="536320"/>
                    <a:pt x="539552" y="536320"/>
                    <a:pt x="537932" y="533028"/>
                  </a:cubicBezTo>
                  <a:cubicBezTo>
                    <a:pt x="536311" y="529735"/>
                    <a:pt x="537932" y="533028"/>
                    <a:pt x="534691" y="533028"/>
                  </a:cubicBezTo>
                  <a:cubicBezTo>
                    <a:pt x="529829" y="533028"/>
                    <a:pt x="534691" y="534674"/>
                    <a:pt x="533070" y="539613"/>
                  </a:cubicBezTo>
                  <a:cubicBezTo>
                    <a:pt x="533070" y="542906"/>
                    <a:pt x="533070" y="539613"/>
                    <a:pt x="536311" y="542906"/>
                  </a:cubicBezTo>
                  <a:cubicBezTo>
                    <a:pt x="537932" y="542906"/>
                    <a:pt x="539552" y="544552"/>
                    <a:pt x="541173" y="544552"/>
                  </a:cubicBezTo>
                  <a:cubicBezTo>
                    <a:pt x="542793" y="544552"/>
                    <a:pt x="542793" y="547844"/>
                    <a:pt x="542793" y="547844"/>
                  </a:cubicBezTo>
                  <a:cubicBezTo>
                    <a:pt x="542793" y="547844"/>
                    <a:pt x="544414" y="547844"/>
                    <a:pt x="547655" y="547844"/>
                  </a:cubicBezTo>
                  <a:cubicBezTo>
                    <a:pt x="549276" y="547844"/>
                    <a:pt x="547655" y="549491"/>
                    <a:pt x="549276" y="552783"/>
                  </a:cubicBezTo>
                  <a:cubicBezTo>
                    <a:pt x="549276" y="554430"/>
                    <a:pt x="549276" y="552783"/>
                    <a:pt x="547655" y="554430"/>
                  </a:cubicBezTo>
                  <a:cubicBezTo>
                    <a:pt x="546035" y="554430"/>
                    <a:pt x="547655" y="554430"/>
                    <a:pt x="544414" y="554430"/>
                  </a:cubicBezTo>
                  <a:cubicBezTo>
                    <a:pt x="542793" y="554430"/>
                    <a:pt x="544414" y="556076"/>
                    <a:pt x="536311" y="557722"/>
                  </a:cubicBezTo>
                  <a:cubicBezTo>
                    <a:pt x="536311" y="557722"/>
                    <a:pt x="534691" y="561015"/>
                    <a:pt x="534691" y="561015"/>
                  </a:cubicBezTo>
                  <a:cubicBezTo>
                    <a:pt x="534691" y="561015"/>
                    <a:pt x="531449" y="562661"/>
                    <a:pt x="529829" y="562661"/>
                  </a:cubicBezTo>
                  <a:cubicBezTo>
                    <a:pt x="529829" y="562661"/>
                    <a:pt x="526588" y="562661"/>
                    <a:pt x="524967" y="561015"/>
                  </a:cubicBezTo>
                  <a:cubicBezTo>
                    <a:pt x="523346" y="561015"/>
                    <a:pt x="521726" y="561015"/>
                    <a:pt x="521726" y="561015"/>
                  </a:cubicBezTo>
                  <a:cubicBezTo>
                    <a:pt x="520105" y="559368"/>
                    <a:pt x="516864" y="557722"/>
                    <a:pt x="516864" y="557722"/>
                  </a:cubicBezTo>
                  <a:cubicBezTo>
                    <a:pt x="515244" y="556076"/>
                    <a:pt x="515244" y="557722"/>
                    <a:pt x="510382" y="557722"/>
                  </a:cubicBezTo>
                  <a:cubicBezTo>
                    <a:pt x="508761" y="557722"/>
                    <a:pt x="508761" y="556076"/>
                    <a:pt x="507141" y="556076"/>
                  </a:cubicBezTo>
                  <a:cubicBezTo>
                    <a:pt x="505520" y="556076"/>
                    <a:pt x="502279" y="554430"/>
                    <a:pt x="502279" y="554430"/>
                  </a:cubicBezTo>
                  <a:cubicBezTo>
                    <a:pt x="502279" y="554430"/>
                    <a:pt x="500658" y="554430"/>
                    <a:pt x="499038" y="554430"/>
                  </a:cubicBezTo>
                  <a:cubicBezTo>
                    <a:pt x="497417" y="552783"/>
                    <a:pt x="495797" y="554430"/>
                    <a:pt x="490935" y="554430"/>
                  </a:cubicBezTo>
                  <a:cubicBezTo>
                    <a:pt x="487694" y="552783"/>
                    <a:pt x="490935" y="551137"/>
                    <a:pt x="490935" y="549491"/>
                  </a:cubicBezTo>
                  <a:cubicBezTo>
                    <a:pt x="490935" y="547844"/>
                    <a:pt x="487694" y="549491"/>
                    <a:pt x="484452" y="549491"/>
                  </a:cubicBezTo>
                  <a:cubicBezTo>
                    <a:pt x="481211" y="549491"/>
                    <a:pt x="482832" y="549491"/>
                    <a:pt x="476350" y="549491"/>
                  </a:cubicBezTo>
                  <a:cubicBezTo>
                    <a:pt x="471488" y="547844"/>
                    <a:pt x="474729" y="547844"/>
                    <a:pt x="473108" y="547844"/>
                  </a:cubicBezTo>
                  <a:cubicBezTo>
                    <a:pt x="473108" y="546198"/>
                    <a:pt x="473108" y="546198"/>
                    <a:pt x="474729" y="542906"/>
                  </a:cubicBezTo>
                  <a:cubicBezTo>
                    <a:pt x="474729" y="539613"/>
                    <a:pt x="474729" y="541259"/>
                    <a:pt x="476350" y="539613"/>
                  </a:cubicBezTo>
                  <a:cubicBezTo>
                    <a:pt x="479591" y="539613"/>
                    <a:pt x="479591" y="541259"/>
                    <a:pt x="481211" y="541259"/>
                  </a:cubicBezTo>
                  <a:cubicBezTo>
                    <a:pt x="482832" y="541259"/>
                    <a:pt x="482832" y="541259"/>
                    <a:pt x="486073" y="541259"/>
                  </a:cubicBezTo>
                  <a:cubicBezTo>
                    <a:pt x="487694" y="539613"/>
                    <a:pt x="487694" y="537967"/>
                    <a:pt x="487694" y="537967"/>
                  </a:cubicBezTo>
                  <a:cubicBezTo>
                    <a:pt x="487694" y="536320"/>
                    <a:pt x="490935" y="536320"/>
                    <a:pt x="490935" y="536320"/>
                  </a:cubicBezTo>
                  <a:cubicBezTo>
                    <a:pt x="490935" y="536320"/>
                    <a:pt x="492555" y="536320"/>
                    <a:pt x="492555" y="533028"/>
                  </a:cubicBezTo>
                  <a:cubicBezTo>
                    <a:pt x="492555" y="531381"/>
                    <a:pt x="492555" y="533028"/>
                    <a:pt x="492555" y="531381"/>
                  </a:cubicBezTo>
                  <a:cubicBezTo>
                    <a:pt x="492555" y="529735"/>
                    <a:pt x="492555" y="528089"/>
                    <a:pt x="494176" y="526443"/>
                  </a:cubicBezTo>
                  <a:cubicBezTo>
                    <a:pt x="494176" y="523150"/>
                    <a:pt x="495797" y="523150"/>
                    <a:pt x="495797" y="521504"/>
                  </a:cubicBezTo>
                  <a:cubicBezTo>
                    <a:pt x="497417" y="519857"/>
                    <a:pt x="499038" y="519857"/>
                    <a:pt x="499038" y="518211"/>
                  </a:cubicBezTo>
                  <a:close/>
                  <a:moveTo>
                    <a:pt x="822325" y="518211"/>
                  </a:moveTo>
                  <a:cubicBezTo>
                    <a:pt x="825500" y="516623"/>
                    <a:pt x="827087" y="518211"/>
                    <a:pt x="831850" y="521386"/>
                  </a:cubicBezTo>
                  <a:cubicBezTo>
                    <a:pt x="838200" y="522973"/>
                    <a:pt x="833437" y="522973"/>
                    <a:pt x="831850" y="524561"/>
                  </a:cubicBezTo>
                  <a:cubicBezTo>
                    <a:pt x="828675" y="526148"/>
                    <a:pt x="827087" y="527736"/>
                    <a:pt x="822325" y="529323"/>
                  </a:cubicBezTo>
                  <a:cubicBezTo>
                    <a:pt x="819150" y="529323"/>
                    <a:pt x="817562" y="527736"/>
                    <a:pt x="814387" y="524561"/>
                  </a:cubicBezTo>
                  <a:cubicBezTo>
                    <a:pt x="812800" y="521386"/>
                    <a:pt x="812800" y="519798"/>
                    <a:pt x="815975" y="521386"/>
                  </a:cubicBezTo>
                  <a:cubicBezTo>
                    <a:pt x="819150" y="521386"/>
                    <a:pt x="819150" y="521386"/>
                    <a:pt x="822325" y="518211"/>
                  </a:cubicBezTo>
                  <a:close/>
                  <a:moveTo>
                    <a:pt x="696913" y="508686"/>
                  </a:moveTo>
                  <a:cubicBezTo>
                    <a:pt x="700088" y="510274"/>
                    <a:pt x="704850" y="510274"/>
                    <a:pt x="708025" y="513449"/>
                  </a:cubicBezTo>
                  <a:cubicBezTo>
                    <a:pt x="709613" y="516624"/>
                    <a:pt x="706438" y="515036"/>
                    <a:pt x="701675" y="513449"/>
                  </a:cubicBezTo>
                  <a:cubicBezTo>
                    <a:pt x="695325" y="513449"/>
                    <a:pt x="695325" y="513449"/>
                    <a:pt x="693738" y="511861"/>
                  </a:cubicBezTo>
                  <a:cubicBezTo>
                    <a:pt x="690563" y="510274"/>
                    <a:pt x="695325" y="508686"/>
                    <a:pt x="696913" y="508686"/>
                  </a:cubicBezTo>
                  <a:close/>
                  <a:moveTo>
                    <a:pt x="1300806" y="502336"/>
                  </a:moveTo>
                  <a:cubicBezTo>
                    <a:pt x="1307327" y="502336"/>
                    <a:pt x="1307327" y="503923"/>
                    <a:pt x="1310588" y="505511"/>
                  </a:cubicBezTo>
                  <a:cubicBezTo>
                    <a:pt x="1313849" y="508686"/>
                    <a:pt x="1317110" y="510273"/>
                    <a:pt x="1317110" y="513448"/>
                  </a:cubicBezTo>
                  <a:cubicBezTo>
                    <a:pt x="1318740" y="516623"/>
                    <a:pt x="1331784" y="515036"/>
                    <a:pt x="1333414" y="518211"/>
                  </a:cubicBezTo>
                  <a:cubicBezTo>
                    <a:pt x="1336675" y="521386"/>
                    <a:pt x="1336675" y="524561"/>
                    <a:pt x="1330154" y="527736"/>
                  </a:cubicBezTo>
                  <a:cubicBezTo>
                    <a:pt x="1323632" y="529323"/>
                    <a:pt x="1325262" y="530911"/>
                    <a:pt x="1323632" y="530911"/>
                  </a:cubicBezTo>
                  <a:cubicBezTo>
                    <a:pt x="1322001" y="530911"/>
                    <a:pt x="1307327" y="534086"/>
                    <a:pt x="1304067" y="534086"/>
                  </a:cubicBezTo>
                  <a:cubicBezTo>
                    <a:pt x="1302436" y="534086"/>
                    <a:pt x="1295915" y="535673"/>
                    <a:pt x="1292654" y="530911"/>
                  </a:cubicBezTo>
                  <a:cubicBezTo>
                    <a:pt x="1289393" y="527736"/>
                    <a:pt x="1300806" y="532498"/>
                    <a:pt x="1297545" y="526148"/>
                  </a:cubicBezTo>
                  <a:cubicBezTo>
                    <a:pt x="1295915" y="524561"/>
                    <a:pt x="1287763" y="526148"/>
                    <a:pt x="1284502" y="526148"/>
                  </a:cubicBezTo>
                  <a:cubicBezTo>
                    <a:pt x="1281241" y="526148"/>
                    <a:pt x="1279611" y="522973"/>
                    <a:pt x="1279611" y="518211"/>
                  </a:cubicBezTo>
                  <a:cubicBezTo>
                    <a:pt x="1277980" y="515036"/>
                    <a:pt x="1287763" y="518211"/>
                    <a:pt x="1287763" y="515036"/>
                  </a:cubicBezTo>
                  <a:cubicBezTo>
                    <a:pt x="1287763" y="511861"/>
                    <a:pt x="1282871" y="515036"/>
                    <a:pt x="1281241" y="513448"/>
                  </a:cubicBezTo>
                  <a:cubicBezTo>
                    <a:pt x="1279611" y="511861"/>
                    <a:pt x="1276350" y="505511"/>
                    <a:pt x="1279611" y="503923"/>
                  </a:cubicBezTo>
                  <a:cubicBezTo>
                    <a:pt x="1287763" y="500748"/>
                    <a:pt x="1295915" y="502336"/>
                    <a:pt x="1300806" y="502336"/>
                  </a:cubicBezTo>
                  <a:close/>
                  <a:moveTo>
                    <a:pt x="1335088" y="478523"/>
                  </a:moveTo>
                  <a:cubicBezTo>
                    <a:pt x="1338263" y="478523"/>
                    <a:pt x="1338263" y="480111"/>
                    <a:pt x="1341438" y="483286"/>
                  </a:cubicBezTo>
                  <a:cubicBezTo>
                    <a:pt x="1344613" y="486461"/>
                    <a:pt x="1339851" y="484873"/>
                    <a:pt x="1335088" y="484873"/>
                  </a:cubicBezTo>
                  <a:cubicBezTo>
                    <a:pt x="1330326" y="484873"/>
                    <a:pt x="1328738" y="484873"/>
                    <a:pt x="1330326" y="481698"/>
                  </a:cubicBezTo>
                  <a:cubicBezTo>
                    <a:pt x="1330326" y="480111"/>
                    <a:pt x="1333501" y="478523"/>
                    <a:pt x="1335088" y="478523"/>
                  </a:cubicBezTo>
                  <a:close/>
                  <a:moveTo>
                    <a:pt x="1301750" y="469452"/>
                  </a:moveTo>
                  <a:cubicBezTo>
                    <a:pt x="1302544" y="467637"/>
                    <a:pt x="1303735" y="468091"/>
                    <a:pt x="1304727" y="469452"/>
                  </a:cubicBezTo>
                  <a:cubicBezTo>
                    <a:pt x="1305719" y="470812"/>
                    <a:pt x="1306513" y="473080"/>
                    <a:pt x="1306513" y="474894"/>
                  </a:cubicBezTo>
                  <a:cubicBezTo>
                    <a:pt x="1306513" y="478523"/>
                    <a:pt x="1306513" y="478523"/>
                    <a:pt x="1301750" y="478523"/>
                  </a:cubicBezTo>
                  <a:cubicBezTo>
                    <a:pt x="1296988" y="478523"/>
                    <a:pt x="1298575" y="478523"/>
                    <a:pt x="1298575" y="474894"/>
                  </a:cubicBezTo>
                  <a:cubicBezTo>
                    <a:pt x="1296988" y="473080"/>
                    <a:pt x="1300163" y="471266"/>
                    <a:pt x="1301750" y="469452"/>
                  </a:cubicBezTo>
                  <a:close/>
                  <a:moveTo>
                    <a:pt x="1316038" y="466088"/>
                  </a:moveTo>
                  <a:cubicBezTo>
                    <a:pt x="1317625" y="464236"/>
                    <a:pt x="1317625" y="466088"/>
                    <a:pt x="1319213" y="467940"/>
                  </a:cubicBezTo>
                  <a:cubicBezTo>
                    <a:pt x="1322388" y="471645"/>
                    <a:pt x="1320800" y="471645"/>
                    <a:pt x="1317625" y="473497"/>
                  </a:cubicBezTo>
                  <a:cubicBezTo>
                    <a:pt x="1314450" y="475349"/>
                    <a:pt x="1316038" y="473497"/>
                    <a:pt x="1311275" y="473497"/>
                  </a:cubicBezTo>
                  <a:cubicBezTo>
                    <a:pt x="1308100" y="473497"/>
                    <a:pt x="1309687" y="471645"/>
                    <a:pt x="1311275" y="467940"/>
                  </a:cubicBezTo>
                  <a:cubicBezTo>
                    <a:pt x="1311275" y="466088"/>
                    <a:pt x="1314450" y="466088"/>
                    <a:pt x="1316038" y="466088"/>
                  </a:cubicBezTo>
                  <a:close/>
                  <a:moveTo>
                    <a:pt x="1319212" y="462648"/>
                  </a:moveTo>
                  <a:cubicBezTo>
                    <a:pt x="1320800" y="462648"/>
                    <a:pt x="1323975" y="464500"/>
                    <a:pt x="1327150" y="466352"/>
                  </a:cubicBezTo>
                  <a:cubicBezTo>
                    <a:pt x="1331913" y="466352"/>
                    <a:pt x="1328738" y="466352"/>
                    <a:pt x="1328738" y="468204"/>
                  </a:cubicBezTo>
                  <a:cubicBezTo>
                    <a:pt x="1330326" y="470057"/>
                    <a:pt x="1328738" y="473761"/>
                    <a:pt x="1325563" y="471909"/>
                  </a:cubicBezTo>
                  <a:cubicBezTo>
                    <a:pt x="1322387" y="471909"/>
                    <a:pt x="1325563" y="468204"/>
                    <a:pt x="1322387" y="466352"/>
                  </a:cubicBezTo>
                  <a:cubicBezTo>
                    <a:pt x="1319212" y="464500"/>
                    <a:pt x="1317625" y="462648"/>
                    <a:pt x="1319212" y="462648"/>
                  </a:cubicBezTo>
                  <a:close/>
                  <a:moveTo>
                    <a:pt x="1308100" y="456298"/>
                  </a:moveTo>
                  <a:cubicBezTo>
                    <a:pt x="1311275" y="459473"/>
                    <a:pt x="1309687" y="459473"/>
                    <a:pt x="1309687" y="461061"/>
                  </a:cubicBezTo>
                  <a:cubicBezTo>
                    <a:pt x="1308100" y="464236"/>
                    <a:pt x="1301750" y="457886"/>
                    <a:pt x="1304925" y="457886"/>
                  </a:cubicBezTo>
                  <a:cubicBezTo>
                    <a:pt x="1308100" y="456298"/>
                    <a:pt x="1304925" y="454711"/>
                    <a:pt x="1308100" y="456298"/>
                  </a:cubicBezTo>
                  <a:close/>
                  <a:moveTo>
                    <a:pt x="1279526" y="429310"/>
                  </a:moveTo>
                  <a:cubicBezTo>
                    <a:pt x="1282701" y="429310"/>
                    <a:pt x="1281113" y="430898"/>
                    <a:pt x="1279526" y="434073"/>
                  </a:cubicBezTo>
                  <a:cubicBezTo>
                    <a:pt x="1279526" y="435661"/>
                    <a:pt x="1277938" y="440423"/>
                    <a:pt x="1276351" y="442011"/>
                  </a:cubicBezTo>
                  <a:cubicBezTo>
                    <a:pt x="1273176" y="443598"/>
                    <a:pt x="1271588" y="445186"/>
                    <a:pt x="1273176" y="442011"/>
                  </a:cubicBezTo>
                  <a:cubicBezTo>
                    <a:pt x="1273176" y="438836"/>
                    <a:pt x="1271588" y="442011"/>
                    <a:pt x="1266825" y="442011"/>
                  </a:cubicBezTo>
                  <a:cubicBezTo>
                    <a:pt x="1262063" y="443598"/>
                    <a:pt x="1265238" y="440423"/>
                    <a:pt x="1265238" y="437248"/>
                  </a:cubicBezTo>
                  <a:cubicBezTo>
                    <a:pt x="1265238" y="434073"/>
                    <a:pt x="1271588" y="437248"/>
                    <a:pt x="1273176" y="435661"/>
                  </a:cubicBezTo>
                  <a:cubicBezTo>
                    <a:pt x="1273176" y="434073"/>
                    <a:pt x="1271588" y="434073"/>
                    <a:pt x="1268413" y="434073"/>
                  </a:cubicBezTo>
                  <a:cubicBezTo>
                    <a:pt x="1265238" y="434073"/>
                    <a:pt x="1268413" y="432486"/>
                    <a:pt x="1270000" y="430898"/>
                  </a:cubicBezTo>
                  <a:cubicBezTo>
                    <a:pt x="1271588" y="427723"/>
                    <a:pt x="1276351" y="430898"/>
                    <a:pt x="1279526" y="429310"/>
                  </a:cubicBezTo>
                  <a:close/>
                  <a:moveTo>
                    <a:pt x="1833944" y="419786"/>
                  </a:moveTo>
                  <a:cubicBezTo>
                    <a:pt x="1835595" y="419786"/>
                    <a:pt x="1835595" y="421373"/>
                    <a:pt x="1838897" y="421373"/>
                  </a:cubicBezTo>
                  <a:cubicBezTo>
                    <a:pt x="1842199" y="422961"/>
                    <a:pt x="1843850" y="424548"/>
                    <a:pt x="1847152" y="424548"/>
                  </a:cubicBezTo>
                  <a:cubicBezTo>
                    <a:pt x="1850454" y="424548"/>
                    <a:pt x="1850454" y="424548"/>
                    <a:pt x="1853756" y="426136"/>
                  </a:cubicBezTo>
                  <a:cubicBezTo>
                    <a:pt x="1857058" y="426136"/>
                    <a:pt x="1855407" y="426136"/>
                    <a:pt x="1860360" y="427723"/>
                  </a:cubicBezTo>
                  <a:cubicBezTo>
                    <a:pt x="1863662" y="429311"/>
                    <a:pt x="1865313" y="430898"/>
                    <a:pt x="1863662" y="432486"/>
                  </a:cubicBezTo>
                  <a:cubicBezTo>
                    <a:pt x="1863662" y="434073"/>
                    <a:pt x="1860360" y="432486"/>
                    <a:pt x="1862011" y="435661"/>
                  </a:cubicBezTo>
                  <a:cubicBezTo>
                    <a:pt x="1862011" y="437248"/>
                    <a:pt x="1865313" y="440423"/>
                    <a:pt x="1865313" y="442011"/>
                  </a:cubicBezTo>
                  <a:cubicBezTo>
                    <a:pt x="1865313" y="445186"/>
                    <a:pt x="1860360" y="443598"/>
                    <a:pt x="1855407" y="442011"/>
                  </a:cubicBezTo>
                  <a:cubicBezTo>
                    <a:pt x="1852105" y="440423"/>
                    <a:pt x="1852105" y="442011"/>
                    <a:pt x="1847152" y="437248"/>
                  </a:cubicBezTo>
                  <a:cubicBezTo>
                    <a:pt x="1842199" y="432486"/>
                    <a:pt x="1843850" y="435661"/>
                    <a:pt x="1840548" y="432486"/>
                  </a:cubicBezTo>
                  <a:cubicBezTo>
                    <a:pt x="1837246" y="430898"/>
                    <a:pt x="1838897" y="432486"/>
                    <a:pt x="1835595" y="432486"/>
                  </a:cubicBezTo>
                  <a:cubicBezTo>
                    <a:pt x="1830642" y="432486"/>
                    <a:pt x="1832293" y="430898"/>
                    <a:pt x="1827340" y="426136"/>
                  </a:cubicBezTo>
                  <a:cubicBezTo>
                    <a:pt x="1824038" y="421373"/>
                    <a:pt x="1825689" y="422961"/>
                    <a:pt x="1828991" y="421373"/>
                  </a:cubicBezTo>
                  <a:cubicBezTo>
                    <a:pt x="1830642" y="419786"/>
                    <a:pt x="1832293" y="419786"/>
                    <a:pt x="1833944" y="419786"/>
                  </a:cubicBezTo>
                  <a:close/>
                  <a:moveTo>
                    <a:pt x="1263650" y="419786"/>
                  </a:moveTo>
                  <a:cubicBezTo>
                    <a:pt x="1263650" y="419786"/>
                    <a:pt x="1273175" y="421373"/>
                    <a:pt x="1274763" y="422961"/>
                  </a:cubicBezTo>
                  <a:cubicBezTo>
                    <a:pt x="1274763" y="426136"/>
                    <a:pt x="1271588" y="426136"/>
                    <a:pt x="1266825" y="424548"/>
                  </a:cubicBezTo>
                  <a:cubicBezTo>
                    <a:pt x="1263650" y="424548"/>
                    <a:pt x="1258887" y="424548"/>
                    <a:pt x="1257300" y="422961"/>
                  </a:cubicBezTo>
                  <a:cubicBezTo>
                    <a:pt x="1257300" y="422961"/>
                    <a:pt x="1260475" y="421373"/>
                    <a:pt x="1263650" y="419786"/>
                  </a:cubicBezTo>
                  <a:close/>
                  <a:moveTo>
                    <a:pt x="1830541" y="410261"/>
                  </a:moveTo>
                  <a:cubicBezTo>
                    <a:pt x="1832180" y="410261"/>
                    <a:pt x="1832180" y="411848"/>
                    <a:pt x="1835458" y="410261"/>
                  </a:cubicBezTo>
                  <a:cubicBezTo>
                    <a:pt x="1837096" y="410261"/>
                    <a:pt x="1840374" y="410261"/>
                    <a:pt x="1845290" y="410261"/>
                  </a:cubicBezTo>
                  <a:cubicBezTo>
                    <a:pt x="1850206" y="410261"/>
                    <a:pt x="1850206" y="413436"/>
                    <a:pt x="1851845" y="413436"/>
                  </a:cubicBezTo>
                  <a:cubicBezTo>
                    <a:pt x="1853483" y="413436"/>
                    <a:pt x="1866593" y="415023"/>
                    <a:pt x="1871509" y="419786"/>
                  </a:cubicBezTo>
                  <a:cubicBezTo>
                    <a:pt x="1876425" y="422961"/>
                    <a:pt x="1871509" y="421373"/>
                    <a:pt x="1869870" y="424548"/>
                  </a:cubicBezTo>
                  <a:cubicBezTo>
                    <a:pt x="1866593" y="426136"/>
                    <a:pt x="1861677" y="426136"/>
                    <a:pt x="1858399" y="424548"/>
                  </a:cubicBezTo>
                  <a:cubicBezTo>
                    <a:pt x="1855122" y="424548"/>
                    <a:pt x="1853483" y="426136"/>
                    <a:pt x="1850206" y="424548"/>
                  </a:cubicBezTo>
                  <a:cubicBezTo>
                    <a:pt x="1846928" y="421373"/>
                    <a:pt x="1845290" y="421373"/>
                    <a:pt x="1843651" y="422961"/>
                  </a:cubicBezTo>
                  <a:cubicBezTo>
                    <a:pt x="1843651" y="422961"/>
                    <a:pt x="1837096" y="419786"/>
                    <a:pt x="1835458" y="418198"/>
                  </a:cubicBezTo>
                  <a:cubicBezTo>
                    <a:pt x="1835458" y="416611"/>
                    <a:pt x="1832180" y="416611"/>
                    <a:pt x="1828903" y="415023"/>
                  </a:cubicBezTo>
                  <a:cubicBezTo>
                    <a:pt x="1825625" y="411848"/>
                    <a:pt x="1828903" y="410261"/>
                    <a:pt x="1830541" y="410261"/>
                  </a:cubicBezTo>
                  <a:close/>
                  <a:moveTo>
                    <a:pt x="817990" y="389692"/>
                  </a:moveTo>
                  <a:cubicBezTo>
                    <a:pt x="819638" y="391349"/>
                    <a:pt x="817990" y="389692"/>
                    <a:pt x="821287" y="393006"/>
                  </a:cubicBezTo>
                  <a:cubicBezTo>
                    <a:pt x="821287" y="393006"/>
                    <a:pt x="824584" y="393006"/>
                    <a:pt x="824584" y="391349"/>
                  </a:cubicBezTo>
                  <a:cubicBezTo>
                    <a:pt x="826232" y="391349"/>
                    <a:pt x="827881" y="391349"/>
                    <a:pt x="827881" y="391349"/>
                  </a:cubicBezTo>
                  <a:cubicBezTo>
                    <a:pt x="829530" y="391349"/>
                    <a:pt x="832827" y="394662"/>
                    <a:pt x="832827" y="394662"/>
                  </a:cubicBezTo>
                  <a:cubicBezTo>
                    <a:pt x="832827" y="396319"/>
                    <a:pt x="836124" y="396319"/>
                    <a:pt x="839421" y="393006"/>
                  </a:cubicBezTo>
                  <a:cubicBezTo>
                    <a:pt x="841069" y="393006"/>
                    <a:pt x="842718" y="393006"/>
                    <a:pt x="842718" y="393006"/>
                  </a:cubicBezTo>
                  <a:cubicBezTo>
                    <a:pt x="842718" y="393006"/>
                    <a:pt x="842718" y="393006"/>
                    <a:pt x="847664" y="391349"/>
                  </a:cubicBezTo>
                  <a:cubicBezTo>
                    <a:pt x="847664" y="391349"/>
                    <a:pt x="847664" y="391349"/>
                    <a:pt x="854258" y="394662"/>
                  </a:cubicBezTo>
                  <a:cubicBezTo>
                    <a:pt x="854258" y="394662"/>
                    <a:pt x="857555" y="396319"/>
                    <a:pt x="859204" y="394662"/>
                  </a:cubicBezTo>
                  <a:cubicBezTo>
                    <a:pt x="859204" y="394662"/>
                    <a:pt x="864149" y="394662"/>
                    <a:pt x="864149" y="394662"/>
                  </a:cubicBezTo>
                  <a:cubicBezTo>
                    <a:pt x="864149" y="394662"/>
                    <a:pt x="867446" y="396319"/>
                    <a:pt x="869095" y="397975"/>
                  </a:cubicBezTo>
                  <a:cubicBezTo>
                    <a:pt x="870744" y="397975"/>
                    <a:pt x="872392" y="399632"/>
                    <a:pt x="874041" y="399632"/>
                  </a:cubicBezTo>
                  <a:cubicBezTo>
                    <a:pt x="875689" y="399632"/>
                    <a:pt x="877338" y="402945"/>
                    <a:pt x="878986" y="402945"/>
                  </a:cubicBezTo>
                  <a:cubicBezTo>
                    <a:pt x="878986" y="402945"/>
                    <a:pt x="880635" y="404601"/>
                    <a:pt x="882283" y="404601"/>
                  </a:cubicBezTo>
                  <a:cubicBezTo>
                    <a:pt x="882283" y="406258"/>
                    <a:pt x="885581" y="407914"/>
                    <a:pt x="885581" y="407914"/>
                  </a:cubicBezTo>
                  <a:cubicBezTo>
                    <a:pt x="885581" y="409571"/>
                    <a:pt x="887229" y="412884"/>
                    <a:pt x="887229" y="414540"/>
                  </a:cubicBezTo>
                  <a:cubicBezTo>
                    <a:pt x="888878" y="414540"/>
                    <a:pt x="892175" y="421166"/>
                    <a:pt x="892175" y="421166"/>
                  </a:cubicBezTo>
                  <a:cubicBezTo>
                    <a:pt x="892175" y="421166"/>
                    <a:pt x="888878" y="422823"/>
                    <a:pt x="887229" y="422823"/>
                  </a:cubicBezTo>
                  <a:cubicBezTo>
                    <a:pt x="887229" y="422823"/>
                    <a:pt x="885581" y="422823"/>
                    <a:pt x="874041" y="419510"/>
                  </a:cubicBezTo>
                  <a:cubicBezTo>
                    <a:pt x="864149" y="416197"/>
                    <a:pt x="870744" y="419510"/>
                    <a:pt x="867446" y="419510"/>
                  </a:cubicBezTo>
                  <a:cubicBezTo>
                    <a:pt x="864149" y="419510"/>
                    <a:pt x="865798" y="419510"/>
                    <a:pt x="864149" y="417853"/>
                  </a:cubicBezTo>
                  <a:cubicBezTo>
                    <a:pt x="864149" y="417853"/>
                    <a:pt x="860852" y="419510"/>
                    <a:pt x="857555" y="417853"/>
                  </a:cubicBezTo>
                  <a:cubicBezTo>
                    <a:pt x="854258" y="417853"/>
                    <a:pt x="854258" y="417853"/>
                    <a:pt x="854258" y="417853"/>
                  </a:cubicBezTo>
                  <a:cubicBezTo>
                    <a:pt x="854258" y="417853"/>
                    <a:pt x="849312" y="421166"/>
                    <a:pt x="846015" y="422823"/>
                  </a:cubicBezTo>
                  <a:cubicBezTo>
                    <a:pt x="846015" y="422823"/>
                    <a:pt x="839421" y="424479"/>
                    <a:pt x="839421" y="424479"/>
                  </a:cubicBezTo>
                  <a:cubicBezTo>
                    <a:pt x="839421" y="422823"/>
                    <a:pt x="834475" y="426136"/>
                    <a:pt x="832827" y="424479"/>
                  </a:cubicBezTo>
                  <a:cubicBezTo>
                    <a:pt x="832827" y="424479"/>
                    <a:pt x="831178" y="424479"/>
                    <a:pt x="829530" y="424479"/>
                  </a:cubicBezTo>
                  <a:cubicBezTo>
                    <a:pt x="826232" y="424479"/>
                    <a:pt x="827881" y="422823"/>
                    <a:pt x="826232" y="421166"/>
                  </a:cubicBezTo>
                  <a:cubicBezTo>
                    <a:pt x="824584" y="417853"/>
                    <a:pt x="822935" y="419510"/>
                    <a:pt x="821287" y="417853"/>
                  </a:cubicBezTo>
                  <a:cubicBezTo>
                    <a:pt x="821287" y="417853"/>
                    <a:pt x="819638" y="416197"/>
                    <a:pt x="819638" y="414540"/>
                  </a:cubicBezTo>
                  <a:cubicBezTo>
                    <a:pt x="817990" y="411227"/>
                    <a:pt x="819638" y="411227"/>
                    <a:pt x="819638" y="409571"/>
                  </a:cubicBezTo>
                  <a:cubicBezTo>
                    <a:pt x="817990" y="407914"/>
                    <a:pt x="817990" y="407914"/>
                    <a:pt x="816341" y="406258"/>
                  </a:cubicBezTo>
                  <a:cubicBezTo>
                    <a:pt x="816341" y="404601"/>
                    <a:pt x="814693" y="406258"/>
                    <a:pt x="813044" y="404601"/>
                  </a:cubicBezTo>
                  <a:cubicBezTo>
                    <a:pt x="811395" y="404601"/>
                    <a:pt x="811395" y="404601"/>
                    <a:pt x="809747" y="404601"/>
                  </a:cubicBezTo>
                  <a:cubicBezTo>
                    <a:pt x="808098" y="402945"/>
                    <a:pt x="808098" y="402945"/>
                    <a:pt x="808098" y="401288"/>
                  </a:cubicBezTo>
                  <a:cubicBezTo>
                    <a:pt x="806450" y="399632"/>
                    <a:pt x="806450" y="399632"/>
                    <a:pt x="806450" y="396319"/>
                  </a:cubicBezTo>
                  <a:cubicBezTo>
                    <a:pt x="806450" y="394662"/>
                    <a:pt x="808098" y="391349"/>
                    <a:pt x="808098" y="391349"/>
                  </a:cubicBezTo>
                  <a:cubicBezTo>
                    <a:pt x="809747" y="388036"/>
                    <a:pt x="814693" y="389692"/>
                    <a:pt x="817990" y="389692"/>
                  </a:cubicBezTo>
                  <a:close/>
                  <a:moveTo>
                    <a:pt x="371195" y="388036"/>
                  </a:moveTo>
                  <a:cubicBezTo>
                    <a:pt x="374448" y="388036"/>
                    <a:pt x="377701" y="391300"/>
                    <a:pt x="379327" y="391300"/>
                  </a:cubicBezTo>
                  <a:cubicBezTo>
                    <a:pt x="380953" y="391300"/>
                    <a:pt x="380953" y="392932"/>
                    <a:pt x="380953" y="392932"/>
                  </a:cubicBezTo>
                  <a:cubicBezTo>
                    <a:pt x="380953" y="392932"/>
                    <a:pt x="380953" y="396196"/>
                    <a:pt x="382580" y="401092"/>
                  </a:cubicBezTo>
                  <a:cubicBezTo>
                    <a:pt x="384206" y="404356"/>
                    <a:pt x="382580" y="402724"/>
                    <a:pt x="382580" y="404356"/>
                  </a:cubicBezTo>
                  <a:cubicBezTo>
                    <a:pt x="382580" y="407620"/>
                    <a:pt x="380953" y="407620"/>
                    <a:pt x="377701" y="409252"/>
                  </a:cubicBezTo>
                  <a:cubicBezTo>
                    <a:pt x="376074" y="412516"/>
                    <a:pt x="376074" y="412516"/>
                    <a:pt x="374448" y="415780"/>
                  </a:cubicBezTo>
                  <a:cubicBezTo>
                    <a:pt x="372821" y="417412"/>
                    <a:pt x="371195" y="419044"/>
                    <a:pt x="371195" y="419044"/>
                  </a:cubicBezTo>
                  <a:cubicBezTo>
                    <a:pt x="371195" y="419044"/>
                    <a:pt x="366316" y="419044"/>
                    <a:pt x="364689" y="419044"/>
                  </a:cubicBezTo>
                  <a:cubicBezTo>
                    <a:pt x="363063" y="417412"/>
                    <a:pt x="364689" y="420676"/>
                    <a:pt x="366316" y="420676"/>
                  </a:cubicBezTo>
                  <a:cubicBezTo>
                    <a:pt x="367942" y="420676"/>
                    <a:pt x="367942" y="423940"/>
                    <a:pt x="367942" y="425572"/>
                  </a:cubicBezTo>
                  <a:cubicBezTo>
                    <a:pt x="367942" y="427204"/>
                    <a:pt x="369569" y="428836"/>
                    <a:pt x="369569" y="433732"/>
                  </a:cubicBezTo>
                  <a:cubicBezTo>
                    <a:pt x="369569" y="438628"/>
                    <a:pt x="371195" y="438628"/>
                    <a:pt x="374448" y="440260"/>
                  </a:cubicBezTo>
                  <a:cubicBezTo>
                    <a:pt x="376074" y="443524"/>
                    <a:pt x="376074" y="445156"/>
                    <a:pt x="376074" y="445156"/>
                  </a:cubicBezTo>
                  <a:cubicBezTo>
                    <a:pt x="377701" y="446788"/>
                    <a:pt x="379327" y="450052"/>
                    <a:pt x="382580" y="453316"/>
                  </a:cubicBezTo>
                  <a:cubicBezTo>
                    <a:pt x="385833" y="454948"/>
                    <a:pt x="384206" y="458212"/>
                    <a:pt x="387459" y="459844"/>
                  </a:cubicBezTo>
                  <a:cubicBezTo>
                    <a:pt x="390712" y="461476"/>
                    <a:pt x="387459" y="466372"/>
                    <a:pt x="387459" y="468004"/>
                  </a:cubicBezTo>
                  <a:cubicBezTo>
                    <a:pt x="387459" y="471268"/>
                    <a:pt x="385833" y="471268"/>
                    <a:pt x="384206" y="471268"/>
                  </a:cubicBezTo>
                  <a:cubicBezTo>
                    <a:pt x="384206" y="471268"/>
                    <a:pt x="382580" y="474532"/>
                    <a:pt x="382580" y="477796"/>
                  </a:cubicBezTo>
                  <a:cubicBezTo>
                    <a:pt x="384206" y="481061"/>
                    <a:pt x="387459" y="481061"/>
                    <a:pt x="390712" y="481061"/>
                  </a:cubicBezTo>
                  <a:cubicBezTo>
                    <a:pt x="393965" y="481061"/>
                    <a:pt x="395591" y="487589"/>
                    <a:pt x="395591" y="487589"/>
                  </a:cubicBezTo>
                  <a:cubicBezTo>
                    <a:pt x="395591" y="487589"/>
                    <a:pt x="398844" y="492485"/>
                    <a:pt x="400470" y="494117"/>
                  </a:cubicBezTo>
                  <a:cubicBezTo>
                    <a:pt x="403723" y="495749"/>
                    <a:pt x="405350" y="494117"/>
                    <a:pt x="408602" y="490853"/>
                  </a:cubicBezTo>
                  <a:cubicBezTo>
                    <a:pt x="413482" y="487589"/>
                    <a:pt x="410229" y="492485"/>
                    <a:pt x="411855" y="492485"/>
                  </a:cubicBezTo>
                  <a:cubicBezTo>
                    <a:pt x="415108" y="494117"/>
                    <a:pt x="413482" y="495749"/>
                    <a:pt x="416735" y="495749"/>
                  </a:cubicBezTo>
                  <a:cubicBezTo>
                    <a:pt x="421614" y="495749"/>
                    <a:pt x="419987" y="499013"/>
                    <a:pt x="421614" y="500645"/>
                  </a:cubicBezTo>
                  <a:cubicBezTo>
                    <a:pt x="423240" y="502277"/>
                    <a:pt x="423240" y="503909"/>
                    <a:pt x="423240" y="503909"/>
                  </a:cubicBezTo>
                  <a:cubicBezTo>
                    <a:pt x="423240" y="503909"/>
                    <a:pt x="428119" y="503909"/>
                    <a:pt x="431372" y="502277"/>
                  </a:cubicBezTo>
                  <a:cubicBezTo>
                    <a:pt x="434625" y="502277"/>
                    <a:pt x="432999" y="503909"/>
                    <a:pt x="434625" y="505541"/>
                  </a:cubicBezTo>
                  <a:cubicBezTo>
                    <a:pt x="434625" y="507173"/>
                    <a:pt x="434625" y="507173"/>
                    <a:pt x="436251" y="508805"/>
                  </a:cubicBezTo>
                  <a:cubicBezTo>
                    <a:pt x="436251" y="508805"/>
                    <a:pt x="439504" y="508805"/>
                    <a:pt x="442757" y="508805"/>
                  </a:cubicBezTo>
                  <a:cubicBezTo>
                    <a:pt x="446010" y="510437"/>
                    <a:pt x="447636" y="512069"/>
                    <a:pt x="447636" y="512069"/>
                  </a:cubicBezTo>
                  <a:cubicBezTo>
                    <a:pt x="449263" y="512069"/>
                    <a:pt x="449263" y="516965"/>
                    <a:pt x="449263" y="518597"/>
                  </a:cubicBezTo>
                  <a:cubicBezTo>
                    <a:pt x="449263" y="518597"/>
                    <a:pt x="449263" y="521861"/>
                    <a:pt x="447636" y="523493"/>
                  </a:cubicBezTo>
                  <a:cubicBezTo>
                    <a:pt x="447636" y="526757"/>
                    <a:pt x="446010" y="525125"/>
                    <a:pt x="444384" y="523493"/>
                  </a:cubicBezTo>
                  <a:cubicBezTo>
                    <a:pt x="442757" y="523493"/>
                    <a:pt x="439504" y="523493"/>
                    <a:pt x="436251" y="523493"/>
                  </a:cubicBezTo>
                  <a:cubicBezTo>
                    <a:pt x="434625" y="521861"/>
                    <a:pt x="434625" y="523493"/>
                    <a:pt x="431372" y="523493"/>
                  </a:cubicBezTo>
                  <a:cubicBezTo>
                    <a:pt x="429746" y="521861"/>
                    <a:pt x="429746" y="523493"/>
                    <a:pt x="429746" y="520229"/>
                  </a:cubicBezTo>
                  <a:cubicBezTo>
                    <a:pt x="428119" y="518597"/>
                    <a:pt x="426493" y="520229"/>
                    <a:pt x="424867" y="520229"/>
                  </a:cubicBezTo>
                  <a:cubicBezTo>
                    <a:pt x="423240" y="520229"/>
                    <a:pt x="421614" y="520229"/>
                    <a:pt x="418361" y="520229"/>
                  </a:cubicBezTo>
                  <a:cubicBezTo>
                    <a:pt x="416735" y="521861"/>
                    <a:pt x="416735" y="523493"/>
                    <a:pt x="416735" y="526757"/>
                  </a:cubicBezTo>
                  <a:cubicBezTo>
                    <a:pt x="416735" y="530021"/>
                    <a:pt x="416735" y="526757"/>
                    <a:pt x="416735" y="528389"/>
                  </a:cubicBezTo>
                  <a:cubicBezTo>
                    <a:pt x="416735" y="530021"/>
                    <a:pt x="415108" y="530021"/>
                    <a:pt x="411855" y="528389"/>
                  </a:cubicBezTo>
                  <a:cubicBezTo>
                    <a:pt x="410229" y="528389"/>
                    <a:pt x="408602" y="530021"/>
                    <a:pt x="408602" y="530021"/>
                  </a:cubicBezTo>
                  <a:cubicBezTo>
                    <a:pt x="408602" y="530021"/>
                    <a:pt x="410229" y="530021"/>
                    <a:pt x="413482" y="530021"/>
                  </a:cubicBezTo>
                  <a:cubicBezTo>
                    <a:pt x="415108" y="531653"/>
                    <a:pt x="413482" y="533285"/>
                    <a:pt x="411855" y="533285"/>
                  </a:cubicBezTo>
                  <a:cubicBezTo>
                    <a:pt x="411855" y="534917"/>
                    <a:pt x="413482" y="536549"/>
                    <a:pt x="413482" y="536549"/>
                  </a:cubicBezTo>
                  <a:cubicBezTo>
                    <a:pt x="413482" y="536549"/>
                    <a:pt x="413482" y="536549"/>
                    <a:pt x="416735" y="533285"/>
                  </a:cubicBezTo>
                  <a:cubicBezTo>
                    <a:pt x="419987" y="530021"/>
                    <a:pt x="418361" y="533285"/>
                    <a:pt x="419987" y="531653"/>
                  </a:cubicBezTo>
                  <a:cubicBezTo>
                    <a:pt x="421614" y="530021"/>
                    <a:pt x="426493" y="533285"/>
                    <a:pt x="426493" y="533285"/>
                  </a:cubicBezTo>
                  <a:cubicBezTo>
                    <a:pt x="426493" y="533285"/>
                    <a:pt x="426493" y="533285"/>
                    <a:pt x="428119" y="536549"/>
                  </a:cubicBezTo>
                  <a:cubicBezTo>
                    <a:pt x="428119" y="536549"/>
                    <a:pt x="429746" y="539813"/>
                    <a:pt x="434625" y="541445"/>
                  </a:cubicBezTo>
                  <a:cubicBezTo>
                    <a:pt x="434625" y="541445"/>
                    <a:pt x="432999" y="541445"/>
                    <a:pt x="432999" y="543077"/>
                  </a:cubicBezTo>
                  <a:cubicBezTo>
                    <a:pt x="432999" y="544709"/>
                    <a:pt x="431372" y="543077"/>
                    <a:pt x="429746" y="544709"/>
                  </a:cubicBezTo>
                  <a:cubicBezTo>
                    <a:pt x="426493" y="546341"/>
                    <a:pt x="426493" y="546341"/>
                    <a:pt x="426493" y="546341"/>
                  </a:cubicBezTo>
                  <a:cubicBezTo>
                    <a:pt x="424867" y="547973"/>
                    <a:pt x="423240" y="549605"/>
                    <a:pt x="421614" y="549605"/>
                  </a:cubicBezTo>
                  <a:cubicBezTo>
                    <a:pt x="419987" y="549605"/>
                    <a:pt x="416735" y="549605"/>
                    <a:pt x="416735" y="549605"/>
                  </a:cubicBezTo>
                  <a:cubicBezTo>
                    <a:pt x="416735" y="549605"/>
                    <a:pt x="411855" y="551237"/>
                    <a:pt x="410229" y="551237"/>
                  </a:cubicBezTo>
                  <a:cubicBezTo>
                    <a:pt x="408602" y="551237"/>
                    <a:pt x="398844" y="552869"/>
                    <a:pt x="393965" y="551237"/>
                  </a:cubicBezTo>
                  <a:cubicBezTo>
                    <a:pt x="389086" y="547973"/>
                    <a:pt x="390712" y="551237"/>
                    <a:pt x="389086" y="549605"/>
                  </a:cubicBezTo>
                  <a:cubicBezTo>
                    <a:pt x="387459" y="547973"/>
                    <a:pt x="385833" y="549605"/>
                    <a:pt x="384206" y="549605"/>
                  </a:cubicBezTo>
                  <a:cubicBezTo>
                    <a:pt x="382580" y="549605"/>
                    <a:pt x="382580" y="549605"/>
                    <a:pt x="380953" y="551237"/>
                  </a:cubicBezTo>
                  <a:cubicBezTo>
                    <a:pt x="377701" y="551237"/>
                    <a:pt x="377701" y="551237"/>
                    <a:pt x="377701" y="549605"/>
                  </a:cubicBezTo>
                  <a:cubicBezTo>
                    <a:pt x="376074" y="549605"/>
                    <a:pt x="372821" y="547973"/>
                    <a:pt x="371195" y="544709"/>
                  </a:cubicBezTo>
                  <a:cubicBezTo>
                    <a:pt x="369569" y="543077"/>
                    <a:pt x="367942" y="543077"/>
                    <a:pt x="366316" y="541445"/>
                  </a:cubicBezTo>
                  <a:cubicBezTo>
                    <a:pt x="366316" y="541445"/>
                    <a:pt x="359810" y="541445"/>
                    <a:pt x="358184" y="541445"/>
                  </a:cubicBezTo>
                  <a:cubicBezTo>
                    <a:pt x="358184" y="541445"/>
                    <a:pt x="353304" y="541445"/>
                    <a:pt x="351678" y="541445"/>
                  </a:cubicBezTo>
                  <a:cubicBezTo>
                    <a:pt x="350052" y="541445"/>
                    <a:pt x="350052" y="539813"/>
                    <a:pt x="351678" y="536549"/>
                  </a:cubicBezTo>
                  <a:cubicBezTo>
                    <a:pt x="353304" y="533285"/>
                    <a:pt x="350052" y="534917"/>
                    <a:pt x="346799" y="533285"/>
                  </a:cubicBezTo>
                  <a:cubicBezTo>
                    <a:pt x="345172" y="533285"/>
                    <a:pt x="343546" y="534917"/>
                    <a:pt x="341920" y="536549"/>
                  </a:cubicBezTo>
                  <a:cubicBezTo>
                    <a:pt x="340293" y="536549"/>
                    <a:pt x="340293" y="541445"/>
                    <a:pt x="340293" y="541445"/>
                  </a:cubicBezTo>
                  <a:cubicBezTo>
                    <a:pt x="340293" y="541445"/>
                    <a:pt x="340293" y="541445"/>
                    <a:pt x="335414" y="544709"/>
                  </a:cubicBezTo>
                  <a:cubicBezTo>
                    <a:pt x="335414" y="544709"/>
                    <a:pt x="330535" y="544709"/>
                    <a:pt x="328908" y="546341"/>
                  </a:cubicBezTo>
                  <a:cubicBezTo>
                    <a:pt x="327282" y="546341"/>
                    <a:pt x="328908" y="546341"/>
                    <a:pt x="322403" y="547973"/>
                  </a:cubicBezTo>
                  <a:cubicBezTo>
                    <a:pt x="315897" y="549605"/>
                    <a:pt x="317523" y="547973"/>
                    <a:pt x="312644" y="549605"/>
                  </a:cubicBezTo>
                  <a:cubicBezTo>
                    <a:pt x="311018" y="549605"/>
                    <a:pt x="309391" y="551237"/>
                    <a:pt x="307765" y="552869"/>
                  </a:cubicBezTo>
                  <a:cubicBezTo>
                    <a:pt x="306139" y="554501"/>
                    <a:pt x="299633" y="556133"/>
                    <a:pt x="299633" y="556133"/>
                  </a:cubicBezTo>
                  <a:cubicBezTo>
                    <a:pt x="299633" y="556133"/>
                    <a:pt x="299633" y="556133"/>
                    <a:pt x="288248" y="556133"/>
                  </a:cubicBezTo>
                  <a:cubicBezTo>
                    <a:pt x="288248" y="556133"/>
                    <a:pt x="278490" y="559397"/>
                    <a:pt x="267105" y="557765"/>
                  </a:cubicBezTo>
                  <a:cubicBezTo>
                    <a:pt x="254093" y="557765"/>
                    <a:pt x="262225" y="559397"/>
                    <a:pt x="258973" y="559397"/>
                  </a:cubicBezTo>
                  <a:cubicBezTo>
                    <a:pt x="255720" y="559397"/>
                    <a:pt x="255720" y="561029"/>
                    <a:pt x="255720" y="561029"/>
                  </a:cubicBezTo>
                  <a:cubicBezTo>
                    <a:pt x="255720" y="561029"/>
                    <a:pt x="247588" y="561029"/>
                    <a:pt x="245961" y="561029"/>
                  </a:cubicBezTo>
                  <a:cubicBezTo>
                    <a:pt x="242709" y="559397"/>
                    <a:pt x="241082" y="561029"/>
                    <a:pt x="241082" y="561029"/>
                  </a:cubicBezTo>
                  <a:cubicBezTo>
                    <a:pt x="241082" y="561029"/>
                    <a:pt x="234577" y="562661"/>
                    <a:pt x="232950" y="561029"/>
                  </a:cubicBezTo>
                  <a:cubicBezTo>
                    <a:pt x="231324" y="559397"/>
                    <a:pt x="228071" y="561029"/>
                    <a:pt x="228071" y="559397"/>
                  </a:cubicBezTo>
                  <a:cubicBezTo>
                    <a:pt x="228071" y="557765"/>
                    <a:pt x="226444" y="557765"/>
                    <a:pt x="223192" y="556133"/>
                  </a:cubicBezTo>
                  <a:cubicBezTo>
                    <a:pt x="221565" y="554501"/>
                    <a:pt x="221565" y="556133"/>
                    <a:pt x="219939" y="554501"/>
                  </a:cubicBezTo>
                  <a:cubicBezTo>
                    <a:pt x="218312" y="554501"/>
                    <a:pt x="218312" y="556133"/>
                    <a:pt x="219939" y="552869"/>
                  </a:cubicBezTo>
                  <a:cubicBezTo>
                    <a:pt x="219939" y="551237"/>
                    <a:pt x="218312" y="549605"/>
                    <a:pt x="219939" y="547973"/>
                  </a:cubicBezTo>
                  <a:cubicBezTo>
                    <a:pt x="219939" y="544709"/>
                    <a:pt x="219939" y="543077"/>
                    <a:pt x="219939" y="541445"/>
                  </a:cubicBezTo>
                  <a:cubicBezTo>
                    <a:pt x="218312" y="541445"/>
                    <a:pt x="216686" y="539813"/>
                    <a:pt x="215060" y="539813"/>
                  </a:cubicBezTo>
                  <a:cubicBezTo>
                    <a:pt x="213433" y="539813"/>
                    <a:pt x="213433" y="539813"/>
                    <a:pt x="210180" y="539813"/>
                  </a:cubicBezTo>
                  <a:cubicBezTo>
                    <a:pt x="208554" y="539813"/>
                    <a:pt x="205301" y="541445"/>
                    <a:pt x="203675" y="539813"/>
                  </a:cubicBezTo>
                  <a:cubicBezTo>
                    <a:pt x="202048" y="538181"/>
                    <a:pt x="202048" y="539813"/>
                    <a:pt x="200422" y="541445"/>
                  </a:cubicBezTo>
                  <a:cubicBezTo>
                    <a:pt x="198795" y="543077"/>
                    <a:pt x="192290" y="539813"/>
                    <a:pt x="190663" y="538181"/>
                  </a:cubicBezTo>
                  <a:cubicBezTo>
                    <a:pt x="189037" y="536549"/>
                    <a:pt x="184158" y="539813"/>
                    <a:pt x="179279" y="538181"/>
                  </a:cubicBezTo>
                  <a:cubicBezTo>
                    <a:pt x="174399" y="536549"/>
                    <a:pt x="176026" y="536549"/>
                    <a:pt x="174399" y="534917"/>
                  </a:cubicBezTo>
                  <a:cubicBezTo>
                    <a:pt x="174399" y="533285"/>
                    <a:pt x="171146" y="533285"/>
                    <a:pt x="171146" y="533285"/>
                  </a:cubicBezTo>
                  <a:cubicBezTo>
                    <a:pt x="169520" y="531653"/>
                    <a:pt x="163014" y="530021"/>
                    <a:pt x="158135" y="525125"/>
                  </a:cubicBezTo>
                  <a:cubicBezTo>
                    <a:pt x="156509" y="523493"/>
                    <a:pt x="158135" y="521861"/>
                    <a:pt x="154882" y="516965"/>
                  </a:cubicBezTo>
                  <a:cubicBezTo>
                    <a:pt x="150003" y="512069"/>
                    <a:pt x="153256" y="513701"/>
                    <a:pt x="153256" y="510437"/>
                  </a:cubicBezTo>
                  <a:cubicBezTo>
                    <a:pt x="153256" y="508805"/>
                    <a:pt x="154882" y="512069"/>
                    <a:pt x="156509" y="508805"/>
                  </a:cubicBezTo>
                  <a:cubicBezTo>
                    <a:pt x="159762" y="507173"/>
                    <a:pt x="159762" y="508805"/>
                    <a:pt x="164641" y="507173"/>
                  </a:cubicBezTo>
                  <a:cubicBezTo>
                    <a:pt x="167894" y="505541"/>
                    <a:pt x="167894" y="507173"/>
                    <a:pt x="172773" y="507173"/>
                  </a:cubicBezTo>
                  <a:cubicBezTo>
                    <a:pt x="176026" y="505541"/>
                    <a:pt x="180905" y="507173"/>
                    <a:pt x="185784" y="505541"/>
                  </a:cubicBezTo>
                  <a:cubicBezTo>
                    <a:pt x="192290" y="503909"/>
                    <a:pt x="190663" y="507173"/>
                    <a:pt x="193916" y="505541"/>
                  </a:cubicBezTo>
                  <a:cubicBezTo>
                    <a:pt x="197169" y="505541"/>
                    <a:pt x="200422" y="505541"/>
                    <a:pt x="203675" y="503909"/>
                  </a:cubicBezTo>
                  <a:cubicBezTo>
                    <a:pt x="206928" y="503909"/>
                    <a:pt x="208554" y="505541"/>
                    <a:pt x="211807" y="503909"/>
                  </a:cubicBezTo>
                  <a:cubicBezTo>
                    <a:pt x="216686" y="503909"/>
                    <a:pt x="219939" y="503909"/>
                    <a:pt x="226444" y="502277"/>
                  </a:cubicBezTo>
                  <a:cubicBezTo>
                    <a:pt x="231324" y="502277"/>
                    <a:pt x="232950" y="503909"/>
                    <a:pt x="236203" y="503909"/>
                  </a:cubicBezTo>
                  <a:cubicBezTo>
                    <a:pt x="237829" y="505541"/>
                    <a:pt x="242709" y="502277"/>
                    <a:pt x="245961" y="500645"/>
                  </a:cubicBezTo>
                  <a:cubicBezTo>
                    <a:pt x="247588" y="499013"/>
                    <a:pt x="242709" y="497381"/>
                    <a:pt x="241082" y="497381"/>
                  </a:cubicBezTo>
                  <a:cubicBezTo>
                    <a:pt x="237829" y="495749"/>
                    <a:pt x="228071" y="495749"/>
                    <a:pt x="224818" y="495749"/>
                  </a:cubicBezTo>
                  <a:cubicBezTo>
                    <a:pt x="223192" y="495749"/>
                    <a:pt x="215060" y="492485"/>
                    <a:pt x="213433" y="492485"/>
                  </a:cubicBezTo>
                  <a:cubicBezTo>
                    <a:pt x="210180" y="492485"/>
                    <a:pt x="205301" y="494117"/>
                    <a:pt x="203675" y="494117"/>
                  </a:cubicBezTo>
                  <a:cubicBezTo>
                    <a:pt x="203675" y="494117"/>
                    <a:pt x="195543" y="494117"/>
                    <a:pt x="193916" y="494117"/>
                  </a:cubicBezTo>
                  <a:cubicBezTo>
                    <a:pt x="192290" y="494117"/>
                    <a:pt x="187411" y="494117"/>
                    <a:pt x="185784" y="494117"/>
                  </a:cubicBezTo>
                  <a:cubicBezTo>
                    <a:pt x="184158" y="494117"/>
                    <a:pt x="177652" y="494117"/>
                    <a:pt x="172773" y="494117"/>
                  </a:cubicBezTo>
                  <a:cubicBezTo>
                    <a:pt x="167894" y="494117"/>
                    <a:pt x="169520" y="494117"/>
                    <a:pt x="166267" y="494117"/>
                  </a:cubicBezTo>
                  <a:cubicBezTo>
                    <a:pt x="164641" y="495749"/>
                    <a:pt x="161388" y="495749"/>
                    <a:pt x="158135" y="495749"/>
                  </a:cubicBezTo>
                  <a:cubicBezTo>
                    <a:pt x="154882" y="495749"/>
                    <a:pt x="153256" y="495749"/>
                    <a:pt x="153256" y="495749"/>
                  </a:cubicBezTo>
                  <a:cubicBezTo>
                    <a:pt x="153256" y="495749"/>
                    <a:pt x="146750" y="492485"/>
                    <a:pt x="143497" y="490853"/>
                  </a:cubicBezTo>
                  <a:cubicBezTo>
                    <a:pt x="138618" y="489221"/>
                    <a:pt x="135365" y="487589"/>
                    <a:pt x="133739" y="485957"/>
                  </a:cubicBezTo>
                  <a:cubicBezTo>
                    <a:pt x="132113" y="484325"/>
                    <a:pt x="133739" y="482693"/>
                    <a:pt x="136992" y="479429"/>
                  </a:cubicBezTo>
                  <a:cubicBezTo>
                    <a:pt x="140245" y="476164"/>
                    <a:pt x="141871" y="477796"/>
                    <a:pt x="146750" y="476164"/>
                  </a:cubicBezTo>
                  <a:cubicBezTo>
                    <a:pt x="151630" y="474532"/>
                    <a:pt x="150003" y="476164"/>
                    <a:pt x="153256" y="476164"/>
                  </a:cubicBezTo>
                  <a:cubicBezTo>
                    <a:pt x="154882" y="476164"/>
                    <a:pt x="156509" y="474532"/>
                    <a:pt x="161388" y="472900"/>
                  </a:cubicBezTo>
                  <a:cubicBezTo>
                    <a:pt x="164641" y="472900"/>
                    <a:pt x="163014" y="472900"/>
                    <a:pt x="167894" y="471268"/>
                  </a:cubicBezTo>
                  <a:cubicBezTo>
                    <a:pt x="171146" y="471268"/>
                    <a:pt x="172773" y="469636"/>
                    <a:pt x="176026" y="469636"/>
                  </a:cubicBezTo>
                  <a:cubicBezTo>
                    <a:pt x="180905" y="468004"/>
                    <a:pt x="184158" y="466372"/>
                    <a:pt x="185784" y="464740"/>
                  </a:cubicBezTo>
                  <a:cubicBezTo>
                    <a:pt x="187411" y="461476"/>
                    <a:pt x="184158" y="464740"/>
                    <a:pt x="182531" y="464740"/>
                  </a:cubicBezTo>
                  <a:cubicBezTo>
                    <a:pt x="180905" y="463108"/>
                    <a:pt x="176026" y="464740"/>
                    <a:pt x="174399" y="464740"/>
                  </a:cubicBezTo>
                  <a:cubicBezTo>
                    <a:pt x="172773" y="464740"/>
                    <a:pt x="167894" y="466372"/>
                    <a:pt x="164641" y="466372"/>
                  </a:cubicBezTo>
                  <a:cubicBezTo>
                    <a:pt x="161388" y="466372"/>
                    <a:pt x="161388" y="468004"/>
                    <a:pt x="156509" y="468004"/>
                  </a:cubicBezTo>
                  <a:cubicBezTo>
                    <a:pt x="156509" y="468004"/>
                    <a:pt x="151630" y="468004"/>
                    <a:pt x="148377" y="469636"/>
                  </a:cubicBezTo>
                  <a:cubicBezTo>
                    <a:pt x="145124" y="471268"/>
                    <a:pt x="143497" y="469636"/>
                    <a:pt x="141871" y="468004"/>
                  </a:cubicBezTo>
                  <a:cubicBezTo>
                    <a:pt x="140245" y="468004"/>
                    <a:pt x="138618" y="466372"/>
                    <a:pt x="138618" y="466372"/>
                  </a:cubicBezTo>
                  <a:cubicBezTo>
                    <a:pt x="140245" y="464740"/>
                    <a:pt x="143497" y="464740"/>
                    <a:pt x="143497" y="461476"/>
                  </a:cubicBezTo>
                  <a:cubicBezTo>
                    <a:pt x="145124" y="459844"/>
                    <a:pt x="136992" y="461476"/>
                    <a:pt x="136992" y="461476"/>
                  </a:cubicBezTo>
                  <a:cubicBezTo>
                    <a:pt x="135365" y="459844"/>
                    <a:pt x="133739" y="461476"/>
                    <a:pt x="125607" y="461476"/>
                  </a:cubicBezTo>
                  <a:cubicBezTo>
                    <a:pt x="117475" y="463108"/>
                    <a:pt x="123981" y="461476"/>
                    <a:pt x="120728" y="459844"/>
                  </a:cubicBezTo>
                  <a:cubicBezTo>
                    <a:pt x="117475" y="456580"/>
                    <a:pt x="120728" y="459844"/>
                    <a:pt x="122354" y="454948"/>
                  </a:cubicBezTo>
                  <a:cubicBezTo>
                    <a:pt x="123981" y="448420"/>
                    <a:pt x="122354" y="451684"/>
                    <a:pt x="123981" y="450052"/>
                  </a:cubicBezTo>
                  <a:cubicBezTo>
                    <a:pt x="125607" y="446788"/>
                    <a:pt x="123981" y="446788"/>
                    <a:pt x="127233" y="445156"/>
                  </a:cubicBezTo>
                  <a:cubicBezTo>
                    <a:pt x="132113" y="443524"/>
                    <a:pt x="127233" y="445156"/>
                    <a:pt x="132113" y="445156"/>
                  </a:cubicBezTo>
                  <a:cubicBezTo>
                    <a:pt x="133739" y="445156"/>
                    <a:pt x="140245" y="440260"/>
                    <a:pt x="140245" y="440260"/>
                  </a:cubicBezTo>
                  <a:cubicBezTo>
                    <a:pt x="140245" y="440260"/>
                    <a:pt x="138618" y="440260"/>
                    <a:pt x="133739" y="438628"/>
                  </a:cubicBezTo>
                  <a:cubicBezTo>
                    <a:pt x="130486" y="435364"/>
                    <a:pt x="133739" y="438628"/>
                    <a:pt x="130486" y="435364"/>
                  </a:cubicBezTo>
                  <a:cubicBezTo>
                    <a:pt x="130486" y="435364"/>
                    <a:pt x="130486" y="433732"/>
                    <a:pt x="135365" y="428836"/>
                  </a:cubicBezTo>
                  <a:cubicBezTo>
                    <a:pt x="136992" y="427204"/>
                    <a:pt x="136992" y="427204"/>
                    <a:pt x="141871" y="423940"/>
                  </a:cubicBezTo>
                  <a:cubicBezTo>
                    <a:pt x="145124" y="420676"/>
                    <a:pt x="143497" y="422308"/>
                    <a:pt x="146750" y="420676"/>
                  </a:cubicBezTo>
                  <a:cubicBezTo>
                    <a:pt x="148377" y="419044"/>
                    <a:pt x="150003" y="420676"/>
                    <a:pt x="153256" y="419044"/>
                  </a:cubicBezTo>
                  <a:cubicBezTo>
                    <a:pt x="154882" y="417412"/>
                    <a:pt x="154882" y="419044"/>
                    <a:pt x="156509" y="419044"/>
                  </a:cubicBezTo>
                  <a:cubicBezTo>
                    <a:pt x="156509" y="417412"/>
                    <a:pt x="158135" y="417412"/>
                    <a:pt x="161388" y="415780"/>
                  </a:cubicBezTo>
                  <a:cubicBezTo>
                    <a:pt x="164641" y="412516"/>
                    <a:pt x="163014" y="414148"/>
                    <a:pt x="164641" y="412516"/>
                  </a:cubicBezTo>
                  <a:cubicBezTo>
                    <a:pt x="166267" y="410884"/>
                    <a:pt x="166267" y="414148"/>
                    <a:pt x="169520" y="412516"/>
                  </a:cubicBezTo>
                  <a:cubicBezTo>
                    <a:pt x="172773" y="410884"/>
                    <a:pt x="171146" y="412516"/>
                    <a:pt x="174399" y="410884"/>
                  </a:cubicBezTo>
                  <a:cubicBezTo>
                    <a:pt x="176026" y="409252"/>
                    <a:pt x="176026" y="410884"/>
                    <a:pt x="177652" y="409252"/>
                  </a:cubicBezTo>
                  <a:cubicBezTo>
                    <a:pt x="180905" y="407620"/>
                    <a:pt x="179279" y="409252"/>
                    <a:pt x="182531" y="407620"/>
                  </a:cubicBezTo>
                  <a:cubicBezTo>
                    <a:pt x="185784" y="405988"/>
                    <a:pt x="185784" y="407620"/>
                    <a:pt x="187411" y="407620"/>
                  </a:cubicBezTo>
                  <a:cubicBezTo>
                    <a:pt x="189037" y="407620"/>
                    <a:pt x="190663" y="407620"/>
                    <a:pt x="193916" y="405988"/>
                  </a:cubicBezTo>
                  <a:cubicBezTo>
                    <a:pt x="197169" y="402724"/>
                    <a:pt x="197169" y="404356"/>
                    <a:pt x="197169" y="402724"/>
                  </a:cubicBezTo>
                  <a:cubicBezTo>
                    <a:pt x="198795" y="402724"/>
                    <a:pt x="203675" y="401092"/>
                    <a:pt x="205301" y="401092"/>
                  </a:cubicBezTo>
                  <a:cubicBezTo>
                    <a:pt x="206928" y="399460"/>
                    <a:pt x="208554" y="401092"/>
                    <a:pt x="210180" y="402724"/>
                  </a:cubicBezTo>
                  <a:cubicBezTo>
                    <a:pt x="211807" y="404356"/>
                    <a:pt x="213433" y="407620"/>
                    <a:pt x="213433" y="407620"/>
                  </a:cubicBezTo>
                  <a:cubicBezTo>
                    <a:pt x="213433" y="407620"/>
                    <a:pt x="213433" y="407620"/>
                    <a:pt x="213433" y="412516"/>
                  </a:cubicBezTo>
                  <a:cubicBezTo>
                    <a:pt x="213433" y="412516"/>
                    <a:pt x="211807" y="419044"/>
                    <a:pt x="211807" y="419044"/>
                  </a:cubicBezTo>
                  <a:cubicBezTo>
                    <a:pt x="211807" y="420676"/>
                    <a:pt x="211807" y="422308"/>
                    <a:pt x="211807" y="422308"/>
                  </a:cubicBezTo>
                  <a:cubicBezTo>
                    <a:pt x="211807" y="422308"/>
                    <a:pt x="210180" y="423940"/>
                    <a:pt x="205301" y="425572"/>
                  </a:cubicBezTo>
                  <a:cubicBezTo>
                    <a:pt x="205301" y="427204"/>
                    <a:pt x="205301" y="427204"/>
                    <a:pt x="205301" y="428836"/>
                  </a:cubicBezTo>
                  <a:cubicBezTo>
                    <a:pt x="203675" y="430468"/>
                    <a:pt x="208554" y="432100"/>
                    <a:pt x="210180" y="428836"/>
                  </a:cubicBezTo>
                  <a:cubicBezTo>
                    <a:pt x="213433" y="425572"/>
                    <a:pt x="211807" y="428836"/>
                    <a:pt x="213433" y="428836"/>
                  </a:cubicBezTo>
                  <a:cubicBezTo>
                    <a:pt x="216686" y="428836"/>
                    <a:pt x="218312" y="428836"/>
                    <a:pt x="219939" y="425572"/>
                  </a:cubicBezTo>
                  <a:cubicBezTo>
                    <a:pt x="219939" y="423940"/>
                    <a:pt x="219939" y="425572"/>
                    <a:pt x="216686" y="425572"/>
                  </a:cubicBezTo>
                  <a:cubicBezTo>
                    <a:pt x="215060" y="425572"/>
                    <a:pt x="218312" y="423940"/>
                    <a:pt x="219939" y="422308"/>
                  </a:cubicBezTo>
                  <a:cubicBezTo>
                    <a:pt x="221565" y="419044"/>
                    <a:pt x="221565" y="419044"/>
                    <a:pt x="224818" y="417412"/>
                  </a:cubicBezTo>
                  <a:cubicBezTo>
                    <a:pt x="226444" y="415780"/>
                    <a:pt x="224818" y="417412"/>
                    <a:pt x="228071" y="415780"/>
                  </a:cubicBezTo>
                  <a:cubicBezTo>
                    <a:pt x="229697" y="414148"/>
                    <a:pt x="229697" y="415780"/>
                    <a:pt x="231324" y="415780"/>
                  </a:cubicBezTo>
                  <a:cubicBezTo>
                    <a:pt x="234577" y="415780"/>
                    <a:pt x="232950" y="415780"/>
                    <a:pt x="234577" y="415780"/>
                  </a:cubicBezTo>
                  <a:cubicBezTo>
                    <a:pt x="236203" y="417412"/>
                    <a:pt x="237829" y="417412"/>
                    <a:pt x="239456" y="415780"/>
                  </a:cubicBezTo>
                  <a:cubicBezTo>
                    <a:pt x="241082" y="415780"/>
                    <a:pt x="242709" y="417412"/>
                    <a:pt x="244335" y="417412"/>
                  </a:cubicBezTo>
                  <a:cubicBezTo>
                    <a:pt x="247588" y="417412"/>
                    <a:pt x="247588" y="419044"/>
                    <a:pt x="249214" y="419044"/>
                  </a:cubicBezTo>
                  <a:cubicBezTo>
                    <a:pt x="250841" y="419044"/>
                    <a:pt x="250841" y="422308"/>
                    <a:pt x="252467" y="420676"/>
                  </a:cubicBezTo>
                  <a:cubicBezTo>
                    <a:pt x="252467" y="419044"/>
                    <a:pt x="260599" y="423940"/>
                    <a:pt x="260599" y="423940"/>
                  </a:cubicBezTo>
                  <a:cubicBezTo>
                    <a:pt x="260599" y="423940"/>
                    <a:pt x="262225" y="425572"/>
                    <a:pt x="263852" y="425572"/>
                  </a:cubicBezTo>
                  <a:cubicBezTo>
                    <a:pt x="263852" y="425572"/>
                    <a:pt x="263852" y="427204"/>
                    <a:pt x="262225" y="430468"/>
                  </a:cubicBezTo>
                  <a:cubicBezTo>
                    <a:pt x="260599" y="432100"/>
                    <a:pt x="258973" y="433732"/>
                    <a:pt x="257346" y="436996"/>
                  </a:cubicBezTo>
                  <a:cubicBezTo>
                    <a:pt x="257346" y="436996"/>
                    <a:pt x="258973" y="436996"/>
                    <a:pt x="260599" y="436996"/>
                  </a:cubicBezTo>
                  <a:cubicBezTo>
                    <a:pt x="262225" y="436996"/>
                    <a:pt x="263852" y="436996"/>
                    <a:pt x="265478" y="433732"/>
                  </a:cubicBezTo>
                  <a:cubicBezTo>
                    <a:pt x="267105" y="432100"/>
                    <a:pt x="267105" y="433732"/>
                    <a:pt x="271984" y="430468"/>
                  </a:cubicBezTo>
                  <a:cubicBezTo>
                    <a:pt x="271984" y="430468"/>
                    <a:pt x="271984" y="430468"/>
                    <a:pt x="275237" y="432100"/>
                  </a:cubicBezTo>
                  <a:cubicBezTo>
                    <a:pt x="275237" y="432100"/>
                    <a:pt x="278490" y="432100"/>
                    <a:pt x="280116" y="428836"/>
                  </a:cubicBezTo>
                  <a:cubicBezTo>
                    <a:pt x="280116" y="427204"/>
                    <a:pt x="281742" y="428836"/>
                    <a:pt x="283369" y="428836"/>
                  </a:cubicBezTo>
                  <a:cubicBezTo>
                    <a:pt x="284995" y="430468"/>
                    <a:pt x="284995" y="430468"/>
                    <a:pt x="286622" y="428836"/>
                  </a:cubicBezTo>
                  <a:cubicBezTo>
                    <a:pt x="288248" y="427204"/>
                    <a:pt x="284995" y="425572"/>
                    <a:pt x="283369" y="425572"/>
                  </a:cubicBezTo>
                  <a:cubicBezTo>
                    <a:pt x="283369" y="425572"/>
                    <a:pt x="280116" y="423940"/>
                    <a:pt x="280116" y="423940"/>
                  </a:cubicBezTo>
                  <a:cubicBezTo>
                    <a:pt x="280116" y="423940"/>
                    <a:pt x="276863" y="420676"/>
                    <a:pt x="273610" y="419044"/>
                  </a:cubicBezTo>
                  <a:cubicBezTo>
                    <a:pt x="271984" y="417412"/>
                    <a:pt x="271984" y="419044"/>
                    <a:pt x="273610" y="415780"/>
                  </a:cubicBezTo>
                  <a:cubicBezTo>
                    <a:pt x="273610" y="414148"/>
                    <a:pt x="273610" y="415780"/>
                    <a:pt x="276863" y="414148"/>
                  </a:cubicBezTo>
                  <a:cubicBezTo>
                    <a:pt x="278490" y="414148"/>
                    <a:pt x="280116" y="414148"/>
                    <a:pt x="280116" y="414148"/>
                  </a:cubicBezTo>
                  <a:cubicBezTo>
                    <a:pt x="281742" y="414148"/>
                    <a:pt x="284995" y="415780"/>
                    <a:pt x="284995" y="415780"/>
                  </a:cubicBezTo>
                  <a:cubicBezTo>
                    <a:pt x="284995" y="415780"/>
                    <a:pt x="284995" y="415780"/>
                    <a:pt x="288248" y="417412"/>
                  </a:cubicBezTo>
                  <a:cubicBezTo>
                    <a:pt x="288248" y="417412"/>
                    <a:pt x="288248" y="417412"/>
                    <a:pt x="291501" y="420676"/>
                  </a:cubicBezTo>
                  <a:cubicBezTo>
                    <a:pt x="291501" y="420676"/>
                    <a:pt x="298006" y="423940"/>
                    <a:pt x="299633" y="425572"/>
                  </a:cubicBezTo>
                  <a:cubicBezTo>
                    <a:pt x="299633" y="425572"/>
                    <a:pt x="302886" y="427204"/>
                    <a:pt x="304512" y="427204"/>
                  </a:cubicBezTo>
                  <a:cubicBezTo>
                    <a:pt x="306139" y="428836"/>
                    <a:pt x="306139" y="432100"/>
                    <a:pt x="307765" y="432100"/>
                  </a:cubicBezTo>
                  <a:cubicBezTo>
                    <a:pt x="307765" y="432100"/>
                    <a:pt x="307765" y="433732"/>
                    <a:pt x="309391" y="436996"/>
                  </a:cubicBezTo>
                  <a:cubicBezTo>
                    <a:pt x="311018" y="438628"/>
                    <a:pt x="311018" y="441892"/>
                    <a:pt x="311018" y="443524"/>
                  </a:cubicBezTo>
                  <a:cubicBezTo>
                    <a:pt x="312644" y="443524"/>
                    <a:pt x="314271" y="446788"/>
                    <a:pt x="315897" y="446788"/>
                  </a:cubicBezTo>
                  <a:cubicBezTo>
                    <a:pt x="317523" y="446788"/>
                    <a:pt x="315897" y="451684"/>
                    <a:pt x="315897" y="453316"/>
                  </a:cubicBezTo>
                  <a:cubicBezTo>
                    <a:pt x="315897" y="454948"/>
                    <a:pt x="317523" y="458212"/>
                    <a:pt x="320776" y="458212"/>
                  </a:cubicBezTo>
                  <a:cubicBezTo>
                    <a:pt x="322403" y="458212"/>
                    <a:pt x="322403" y="461476"/>
                    <a:pt x="324029" y="459844"/>
                  </a:cubicBezTo>
                  <a:cubicBezTo>
                    <a:pt x="325655" y="458212"/>
                    <a:pt x="325655" y="456580"/>
                    <a:pt x="327282" y="456580"/>
                  </a:cubicBezTo>
                  <a:cubicBezTo>
                    <a:pt x="328908" y="456580"/>
                    <a:pt x="330535" y="458212"/>
                    <a:pt x="332161" y="454948"/>
                  </a:cubicBezTo>
                  <a:cubicBezTo>
                    <a:pt x="332161" y="454948"/>
                    <a:pt x="330535" y="450052"/>
                    <a:pt x="330535" y="450052"/>
                  </a:cubicBezTo>
                  <a:cubicBezTo>
                    <a:pt x="330535" y="448420"/>
                    <a:pt x="328908" y="445156"/>
                    <a:pt x="330535" y="441892"/>
                  </a:cubicBezTo>
                  <a:cubicBezTo>
                    <a:pt x="330535" y="438628"/>
                    <a:pt x="327282" y="436996"/>
                    <a:pt x="327282" y="436996"/>
                  </a:cubicBezTo>
                  <a:cubicBezTo>
                    <a:pt x="325655" y="435364"/>
                    <a:pt x="320776" y="433732"/>
                    <a:pt x="320776" y="430468"/>
                  </a:cubicBezTo>
                  <a:cubicBezTo>
                    <a:pt x="319150" y="428836"/>
                    <a:pt x="319150" y="427204"/>
                    <a:pt x="319150" y="425572"/>
                  </a:cubicBezTo>
                  <a:cubicBezTo>
                    <a:pt x="319150" y="423940"/>
                    <a:pt x="317523" y="422308"/>
                    <a:pt x="317523" y="422308"/>
                  </a:cubicBezTo>
                  <a:cubicBezTo>
                    <a:pt x="317523" y="420676"/>
                    <a:pt x="317523" y="415780"/>
                    <a:pt x="317523" y="412516"/>
                  </a:cubicBezTo>
                  <a:cubicBezTo>
                    <a:pt x="319150" y="409252"/>
                    <a:pt x="317523" y="409252"/>
                    <a:pt x="319150" y="407620"/>
                  </a:cubicBezTo>
                  <a:cubicBezTo>
                    <a:pt x="320776" y="404356"/>
                    <a:pt x="320776" y="404356"/>
                    <a:pt x="324029" y="402724"/>
                  </a:cubicBezTo>
                  <a:cubicBezTo>
                    <a:pt x="328908" y="401092"/>
                    <a:pt x="327282" y="404356"/>
                    <a:pt x="327282" y="404356"/>
                  </a:cubicBezTo>
                  <a:cubicBezTo>
                    <a:pt x="328908" y="402724"/>
                    <a:pt x="332161" y="405988"/>
                    <a:pt x="338667" y="407620"/>
                  </a:cubicBezTo>
                  <a:cubicBezTo>
                    <a:pt x="338667" y="407620"/>
                    <a:pt x="337040" y="404356"/>
                    <a:pt x="340293" y="402724"/>
                  </a:cubicBezTo>
                  <a:cubicBezTo>
                    <a:pt x="340293" y="402724"/>
                    <a:pt x="345172" y="405988"/>
                    <a:pt x="346799" y="407620"/>
                  </a:cubicBezTo>
                  <a:cubicBezTo>
                    <a:pt x="348425" y="407620"/>
                    <a:pt x="348425" y="410884"/>
                    <a:pt x="351678" y="410884"/>
                  </a:cubicBezTo>
                  <a:cubicBezTo>
                    <a:pt x="353304" y="410884"/>
                    <a:pt x="354931" y="414148"/>
                    <a:pt x="356557" y="414148"/>
                  </a:cubicBezTo>
                  <a:cubicBezTo>
                    <a:pt x="359810" y="412516"/>
                    <a:pt x="356557" y="412516"/>
                    <a:pt x="356557" y="407620"/>
                  </a:cubicBezTo>
                  <a:cubicBezTo>
                    <a:pt x="356557" y="404356"/>
                    <a:pt x="354931" y="405988"/>
                    <a:pt x="353304" y="404356"/>
                  </a:cubicBezTo>
                  <a:cubicBezTo>
                    <a:pt x="350052" y="401092"/>
                    <a:pt x="348425" y="401092"/>
                    <a:pt x="345172" y="399460"/>
                  </a:cubicBezTo>
                  <a:cubicBezTo>
                    <a:pt x="341920" y="399460"/>
                    <a:pt x="338667" y="397828"/>
                    <a:pt x="340293" y="396196"/>
                  </a:cubicBezTo>
                  <a:cubicBezTo>
                    <a:pt x="340293" y="394564"/>
                    <a:pt x="341920" y="394564"/>
                    <a:pt x="345172" y="392932"/>
                  </a:cubicBezTo>
                  <a:cubicBezTo>
                    <a:pt x="346799" y="389668"/>
                    <a:pt x="346799" y="389668"/>
                    <a:pt x="351678" y="389668"/>
                  </a:cubicBezTo>
                  <a:cubicBezTo>
                    <a:pt x="356557" y="388036"/>
                    <a:pt x="354931" y="389668"/>
                    <a:pt x="358184" y="389668"/>
                  </a:cubicBezTo>
                  <a:cubicBezTo>
                    <a:pt x="361437" y="388036"/>
                    <a:pt x="366316" y="388036"/>
                    <a:pt x="371195" y="388036"/>
                  </a:cubicBezTo>
                  <a:close/>
                  <a:moveTo>
                    <a:pt x="496434" y="378564"/>
                  </a:moveTo>
                  <a:cubicBezTo>
                    <a:pt x="498044" y="378564"/>
                    <a:pt x="498044" y="376923"/>
                    <a:pt x="499654" y="378564"/>
                  </a:cubicBezTo>
                  <a:cubicBezTo>
                    <a:pt x="502875" y="378564"/>
                    <a:pt x="504485" y="378564"/>
                    <a:pt x="504485" y="378564"/>
                  </a:cubicBezTo>
                  <a:cubicBezTo>
                    <a:pt x="506095" y="381847"/>
                    <a:pt x="506095" y="381847"/>
                    <a:pt x="506095" y="383488"/>
                  </a:cubicBezTo>
                  <a:cubicBezTo>
                    <a:pt x="504485" y="383488"/>
                    <a:pt x="504485" y="383488"/>
                    <a:pt x="502875" y="385130"/>
                  </a:cubicBezTo>
                  <a:cubicBezTo>
                    <a:pt x="502875" y="385130"/>
                    <a:pt x="506095" y="385130"/>
                    <a:pt x="507705" y="386771"/>
                  </a:cubicBezTo>
                  <a:cubicBezTo>
                    <a:pt x="507705" y="386771"/>
                    <a:pt x="509316" y="385130"/>
                    <a:pt x="510926" y="385130"/>
                  </a:cubicBezTo>
                  <a:cubicBezTo>
                    <a:pt x="514146" y="386771"/>
                    <a:pt x="515756" y="388412"/>
                    <a:pt x="517366" y="390054"/>
                  </a:cubicBezTo>
                  <a:cubicBezTo>
                    <a:pt x="517366" y="390054"/>
                    <a:pt x="517366" y="393336"/>
                    <a:pt x="517366" y="394977"/>
                  </a:cubicBezTo>
                  <a:cubicBezTo>
                    <a:pt x="517366" y="396619"/>
                    <a:pt x="515756" y="396619"/>
                    <a:pt x="515756" y="398260"/>
                  </a:cubicBezTo>
                  <a:cubicBezTo>
                    <a:pt x="514146" y="398260"/>
                    <a:pt x="514146" y="396619"/>
                    <a:pt x="512536" y="398260"/>
                  </a:cubicBezTo>
                  <a:cubicBezTo>
                    <a:pt x="510926" y="401543"/>
                    <a:pt x="512536" y="403184"/>
                    <a:pt x="510926" y="403184"/>
                  </a:cubicBezTo>
                  <a:cubicBezTo>
                    <a:pt x="507705" y="404825"/>
                    <a:pt x="507705" y="404825"/>
                    <a:pt x="504485" y="406467"/>
                  </a:cubicBezTo>
                  <a:cubicBezTo>
                    <a:pt x="502875" y="408108"/>
                    <a:pt x="501265" y="408108"/>
                    <a:pt x="501265" y="409749"/>
                  </a:cubicBezTo>
                  <a:cubicBezTo>
                    <a:pt x="499654" y="411391"/>
                    <a:pt x="498044" y="411391"/>
                    <a:pt x="498044" y="413032"/>
                  </a:cubicBezTo>
                  <a:cubicBezTo>
                    <a:pt x="498044" y="414673"/>
                    <a:pt x="498044" y="413032"/>
                    <a:pt x="496434" y="416315"/>
                  </a:cubicBezTo>
                  <a:cubicBezTo>
                    <a:pt x="494824" y="417956"/>
                    <a:pt x="493214" y="416315"/>
                    <a:pt x="494824" y="417956"/>
                  </a:cubicBezTo>
                  <a:cubicBezTo>
                    <a:pt x="494824" y="419597"/>
                    <a:pt x="496434" y="416315"/>
                    <a:pt x="498044" y="416315"/>
                  </a:cubicBezTo>
                  <a:cubicBezTo>
                    <a:pt x="502875" y="414673"/>
                    <a:pt x="502875" y="414673"/>
                    <a:pt x="504485" y="413032"/>
                  </a:cubicBezTo>
                  <a:cubicBezTo>
                    <a:pt x="504485" y="413032"/>
                    <a:pt x="506095" y="413032"/>
                    <a:pt x="506095" y="413032"/>
                  </a:cubicBezTo>
                  <a:cubicBezTo>
                    <a:pt x="510926" y="416315"/>
                    <a:pt x="509316" y="414673"/>
                    <a:pt x="510926" y="416315"/>
                  </a:cubicBezTo>
                  <a:cubicBezTo>
                    <a:pt x="512536" y="419597"/>
                    <a:pt x="514146" y="417956"/>
                    <a:pt x="514146" y="421239"/>
                  </a:cubicBezTo>
                  <a:cubicBezTo>
                    <a:pt x="514146" y="424521"/>
                    <a:pt x="514146" y="424521"/>
                    <a:pt x="515756" y="424521"/>
                  </a:cubicBezTo>
                  <a:cubicBezTo>
                    <a:pt x="520587" y="422880"/>
                    <a:pt x="520587" y="422880"/>
                    <a:pt x="520587" y="421239"/>
                  </a:cubicBezTo>
                  <a:cubicBezTo>
                    <a:pt x="518977" y="419597"/>
                    <a:pt x="520587" y="417956"/>
                    <a:pt x="518977" y="417956"/>
                  </a:cubicBezTo>
                  <a:cubicBezTo>
                    <a:pt x="515756" y="417956"/>
                    <a:pt x="515756" y="417956"/>
                    <a:pt x="515756" y="417956"/>
                  </a:cubicBezTo>
                  <a:cubicBezTo>
                    <a:pt x="515756" y="414673"/>
                    <a:pt x="515756" y="411391"/>
                    <a:pt x="517366" y="411391"/>
                  </a:cubicBezTo>
                  <a:cubicBezTo>
                    <a:pt x="518977" y="411391"/>
                    <a:pt x="518977" y="411391"/>
                    <a:pt x="520587" y="411391"/>
                  </a:cubicBezTo>
                  <a:cubicBezTo>
                    <a:pt x="522197" y="411391"/>
                    <a:pt x="525417" y="411391"/>
                    <a:pt x="525417" y="411391"/>
                  </a:cubicBezTo>
                  <a:cubicBezTo>
                    <a:pt x="525417" y="413032"/>
                    <a:pt x="527028" y="413032"/>
                    <a:pt x="527028" y="414673"/>
                  </a:cubicBezTo>
                  <a:cubicBezTo>
                    <a:pt x="527028" y="417956"/>
                    <a:pt x="527028" y="417956"/>
                    <a:pt x="525417" y="419597"/>
                  </a:cubicBezTo>
                  <a:cubicBezTo>
                    <a:pt x="523807" y="421239"/>
                    <a:pt x="522197" y="422880"/>
                    <a:pt x="523807" y="424521"/>
                  </a:cubicBezTo>
                  <a:cubicBezTo>
                    <a:pt x="523807" y="424521"/>
                    <a:pt x="525417" y="424521"/>
                    <a:pt x="527028" y="426163"/>
                  </a:cubicBezTo>
                  <a:cubicBezTo>
                    <a:pt x="527028" y="427804"/>
                    <a:pt x="528638" y="427804"/>
                    <a:pt x="528638" y="429445"/>
                  </a:cubicBezTo>
                  <a:cubicBezTo>
                    <a:pt x="528638" y="434369"/>
                    <a:pt x="527028" y="432728"/>
                    <a:pt x="525417" y="436011"/>
                  </a:cubicBezTo>
                  <a:cubicBezTo>
                    <a:pt x="523807" y="437652"/>
                    <a:pt x="525417" y="437652"/>
                    <a:pt x="523807" y="437652"/>
                  </a:cubicBezTo>
                  <a:cubicBezTo>
                    <a:pt x="523807" y="439293"/>
                    <a:pt x="523807" y="440934"/>
                    <a:pt x="525417" y="442576"/>
                  </a:cubicBezTo>
                  <a:cubicBezTo>
                    <a:pt x="527028" y="444217"/>
                    <a:pt x="527028" y="444217"/>
                    <a:pt x="527028" y="447500"/>
                  </a:cubicBezTo>
                  <a:cubicBezTo>
                    <a:pt x="525417" y="449141"/>
                    <a:pt x="525417" y="450782"/>
                    <a:pt x="525417" y="452424"/>
                  </a:cubicBezTo>
                  <a:cubicBezTo>
                    <a:pt x="523807" y="455706"/>
                    <a:pt x="525417" y="454065"/>
                    <a:pt x="522197" y="455706"/>
                  </a:cubicBezTo>
                  <a:cubicBezTo>
                    <a:pt x="517366" y="457348"/>
                    <a:pt x="518977" y="455706"/>
                    <a:pt x="517366" y="457348"/>
                  </a:cubicBezTo>
                  <a:cubicBezTo>
                    <a:pt x="517366" y="458989"/>
                    <a:pt x="515756" y="458989"/>
                    <a:pt x="515756" y="460630"/>
                  </a:cubicBezTo>
                  <a:cubicBezTo>
                    <a:pt x="514146" y="462272"/>
                    <a:pt x="510926" y="462272"/>
                    <a:pt x="509316" y="462272"/>
                  </a:cubicBezTo>
                  <a:cubicBezTo>
                    <a:pt x="507705" y="462272"/>
                    <a:pt x="507705" y="462272"/>
                    <a:pt x="504485" y="462272"/>
                  </a:cubicBezTo>
                  <a:cubicBezTo>
                    <a:pt x="501265" y="463913"/>
                    <a:pt x="502875" y="467196"/>
                    <a:pt x="501265" y="463913"/>
                  </a:cubicBezTo>
                  <a:cubicBezTo>
                    <a:pt x="498044" y="462272"/>
                    <a:pt x="498044" y="460630"/>
                    <a:pt x="498044" y="458989"/>
                  </a:cubicBezTo>
                  <a:cubicBezTo>
                    <a:pt x="498044" y="457348"/>
                    <a:pt x="496434" y="455706"/>
                    <a:pt x="496434" y="455706"/>
                  </a:cubicBezTo>
                  <a:cubicBezTo>
                    <a:pt x="496434" y="455706"/>
                    <a:pt x="493214" y="455706"/>
                    <a:pt x="494824" y="458989"/>
                  </a:cubicBezTo>
                  <a:cubicBezTo>
                    <a:pt x="496434" y="462272"/>
                    <a:pt x="498044" y="463913"/>
                    <a:pt x="498044" y="463913"/>
                  </a:cubicBezTo>
                  <a:cubicBezTo>
                    <a:pt x="498044" y="465554"/>
                    <a:pt x="498044" y="467196"/>
                    <a:pt x="496434" y="468837"/>
                  </a:cubicBezTo>
                  <a:cubicBezTo>
                    <a:pt x="493214" y="472120"/>
                    <a:pt x="491603" y="473761"/>
                    <a:pt x="491603" y="473761"/>
                  </a:cubicBezTo>
                  <a:cubicBezTo>
                    <a:pt x="491603" y="473761"/>
                    <a:pt x="489993" y="470478"/>
                    <a:pt x="488383" y="472120"/>
                  </a:cubicBezTo>
                  <a:cubicBezTo>
                    <a:pt x="485163" y="473761"/>
                    <a:pt x="485163" y="473761"/>
                    <a:pt x="483553" y="472120"/>
                  </a:cubicBezTo>
                  <a:cubicBezTo>
                    <a:pt x="481942" y="472120"/>
                    <a:pt x="480332" y="472120"/>
                    <a:pt x="480332" y="470478"/>
                  </a:cubicBezTo>
                  <a:cubicBezTo>
                    <a:pt x="478722" y="468837"/>
                    <a:pt x="477112" y="468837"/>
                    <a:pt x="477112" y="465554"/>
                  </a:cubicBezTo>
                  <a:cubicBezTo>
                    <a:pt x="477112" y="463913"/>
                    <a:pt x="473891" y="462272"/>
                    <a:pt x="473891" y="462272"/>
                  </a:cubicBezTo>
                  <a:cubicBezTo>
                    <a:pt x="473891" y="462272"/>
                    <a:pt x="470671" y="458989"/>
                    <a:pt x="469061" y="457348"/>
                  </a:cubicBezTo>
                  <a:cubicBezTo>
                    <a:pt x="467451" y="457348"/>
                    <a:pt x="464230" y="454065"/>
                    <a:pt x="464230" y="452424"/>
                  </a:cubicBezTo>
                  <a:cubicBezTo>
                    <a:pt x="462620" y="452424"/>
                    <a:pt x="461010" y="454065"/>
                    <a:pt x="459400" y="452424"/>
                  </a:cubicBezTo>
                  <a:cubicBezTo>
                    <a:pt x="459400" y="450782"/>
                    <a:pt x="456179" y="447500"/>
                    <a:pt x="456179" y="447500"/>
                  </a:cubicBezTo>
                  <a:cubicBezTo>
                    <a:pt x="454569" y="445858"/>
                    <a:pt x="452959" y="444217"/>
                    <a:pt x="451349" y="444217"/>
                  </a:cubicBezTo>
                  <a:cubicBezTo>
                    <a:pt x="451349" y="442576"/>
                    <a:pt x="446518" y="442576"/>
                    <a:pt x="446518" y="442576"/>
                  </a:cubicBezTo>
                  <a:cubicBezTo>
                    <a:pt x="446518" y="442576"/>
                    <a:pt x="444908" y="444217"/>
                    <a:pt x="444908" y="442576"/>
                  </a:cubicBezTo>
                  <a:cubicBezTo>
                    <a:pt x="443298" y="440934"/>
                    <a:pt x="444908" y="439293"/>
                    <a:pt x="443298" y="439293"/>
                  </a:cubicBezTo>
                  <a:cubicBezTo>
                    <a:pt x="440078" y="439293"/>
                    <a:pt x="436857" y="439293"/>
                    <a:pt x="436857" y="439293"/>
                  </a:cubicBezTo>
                  <a:cubicBezTo>
                    <a:pt x="435247" y="440934"/>
                    <a:pt x="433637" y="439293"/>
                    <a:pt x="433637" y="439293"/>
                  </a:cubicBezTo>
                  <a:cubicBezTo>
                    <a:pt x="432027" y="439293"/>
                    <a:pt x="430416" y="439293"/>
                    <a:pt x="430416" y="437652"/>
                  </a:cubicBezTo>
                  <a:cubicBezTo>
                    <a:pt x="430416" y="436011"/>
                    <a:pt x="428806" y="436011"/>
                    <a:pt x="428806" y="434369"/>
                  </a:cubicBezTo>
                  <a:cubicBezTo>
                    <a:pt x="423976" y="432728"/>
                    <a:pt x="425586" y="432728"/>
                    <a:pt x="422365" y="431087"/>
                  </a:cubicBezTo>
                  <a:cubicBezTo>
                    <a:pt x="420755" y="429445"/>
                    <a:pt x="420755" y="427804"/>
                    <a:pt x="419145" y="426163"/>
                  </a:cubicBezTo>
                  <a:cubicBezTo>
                    <a:pt x="417535" y="426163"/>
                    <a:pt x="415925" y="424521"/>
                    <a:pt x="415925" y="422880"/>
                  </a:cubicBezTo>
                  <a:cubicBezTo>
                    <a:pt x="415925" y="422880"/>
                    <a:pt x="415925" y="419597"/>
                    <a:pt x="415925" y="419597"/>
                  </a:cubicBezTo>
                  <a:cubicBezTo>
                    <a:pt x="417535" y="417956"/>
                    <a:pt x="420755" y="416315"/>
                    <a:pt x="420755" y="416315"/>
                  </a:cubicBezTo>
                  <a:cubicBezTo>
                    <a:pt x="425586" y="413032"/>
                    <a:pt x="425586" y="413032"/>
                    <a:pt x="428806" y="413032"/>
                  </a:cubicBezTo>
                  <a:cubicBezTo>
                    <a:pt x="430416" y="413032"/>
                    <a:pt x="425586" y="409749"/>
                    <a:pt x="433637" y="416315"/>
                  </a:cubicBezTo>
                  <a:cubicBezTo>
                    <a:pt x="440078" y="422880"/>
                    <a:pt x="440078" y="424521"/>
                    <a:pt x="441688" y="424521"/>
                  </a:cubicBezTo>
                  <a:cubicBezTo>
                    <a:pt x="443298" y="426163"/>
                    <a:pt x="443298" y="426163"/>
                    <a:pt x="444908" y="426163"/>
                  </a:cubicBezTo>
                  <a:cubicBezTo>
                    <a:pt x="446518" y="426163"/>
                    <a:pt x="448128" y="426163"/>
                    <a:pt x="449739" y="426163"/>
                  </a:cubicBezTo>
                  <a:cubicBezTo>
                    <a:pt x="452959" y="422880"/>
                    <a:pt x="451349" y="422880"/>
                    <a:pt x="454569" y="422880"/>
                  </a:cubicBezTo>
                  <a:cubicBezTo>
                    <a:pt x="456179" y="422880"/>
                    <a:pt x="459400" y="424521"/>
                    <a:pt x="457790" y="421239"/>
                  </a:cubicBezTo>
                  <a:cubicBezTo>
                    <a:pt x="456179" y="417956"/>
                    <a:pt x="452959" y="414673"/>
                    <a:pt x="456179" y="416315"/>
                  </a:cubicBezTo>
                  <a:cubicBezTo>
                    <a:pt x="461010" y="416315"/>
                    <a:pt x="461010" y="414673"/>
                    <a:pt x="459400" y="414673"/>
                  </a:cubicBezTo>
                  <a:cubicBezTo>
                    <a:pt x="459400" y="413032"/>
                    <a:pt x="457790" y="411391"/>
                    <a:pt x="456179" y="411391"/>
                  </a:cubicBezTo>
                  <a:cubicBezTo>
                    <a:pt x="456179" y="411391"/>
                    <a:pt x="452959" y="409749"/>
                    <a:pt x="452959" y="409749"/>
                  </a:cubicBezTo>
                  <a:cubicBezTo>
                    <a:pt x="451349" y="411391"/>
                    <a:pt x="451349" y="411391"/>
                    <a:pt x="449739" y="409749"/>
                  </a:cubicBezTo>
                  <a:cubicBezTo>
                    <a:pt x="444908" y="408108"/>
                    <a:pt x="441688" y="408108"/>
                    <a:pt x="441688" y="408108"/>
                  </a:cubicBezTo>
                  <a:cubicBezTo>
                    <a:pt x="441688" y="408108"/>
                    <a:pt x="440078" y="408108"/>
                    <a:pt x="440078" y="404825"/>
                  </a:cubicBezTo>
                  <a:cubicBezTo>
                    <a:pt x="438467" y="403184"/>
                    <a:pt x="438467" y="401543"/>
                    <a:pt x="436857" y="401543"/>
                  </a:cubicBezTo>
                  <a:cubicBezTo>
                    <a:pt x="436857" y="401543"/>
                    <a:pt x="433637" y="401543"/>
                    <a:pt x="435247" y="399901"/>
                  </a:cubicBezTo>
                  <a:cubicBezTo>
                    <a:pt x="435247" y="398260"/>
                    <a:pt x="435247" y="396619"/>
                    <a:pt x="436857" y="396619"/>
                  </a:cubicBezTo>
                  <a:cubicBezTo>
                    <a:pt x="438467" y="394977"/>
                    <a:pt x="440078" y="393336"/>
                    <a:pt x="441688" y="393336"/>
                  </a:cubicBezTo>
                  <a:cubicBezTo>
                    <a:pt x="443298" y="394977"/>
                    <a:pt x="441688" y="394977"/>
                    <a:pt x="443298" y="394977"/>
                  </a:cubicBezTo>
                  <a:cubicBezTo>
                    <a:pt x="446518" y="393336"/>
                    <a:pt x="446518" y="391695"/>
                    <a:pt x="446518" y="391695"/>
                  </a:cubicBezTo>
                  <a:cubicBezTo>
                    <a:pt x="446518" y="391695"/>
                    <a:pt x="444908" y="388412"/>
                    <a:pt x="446518" y="388412"/>
                  </a:cubicBezTo>
                  <a:cubicBezTo>
                    <a:pt x="448128" y="388412"/>
                    <a:pt x="446518" y="386771"/>
                    <a:pt x="449739" y="386771"/>
                  </a:cubicBezTo>
                  <a:cubicBezTo>
                    <a:pt x="452959" y="386771"/>
                    <a:pt x="451349" y="386771"/>
                    <a:pt x="452959" y="388412"/>
                  </a:cubicBezTo>
                  <a:cubicBezTo>
                    <a:pt x="456179" y="390054"/>
                    <a:pt x="457790" y="390054"/>
                    <a:pt x="459400" y="388412"/>
                  </a:cubicBezTo>
                  <a:cubicBezTo>
                    <a:pt x="461010" y="388412"/>
                    <a:pt x="462620" y="386771"/>
                    <a:pt x="462620" y="386771"/>
                  </a:cubicBezTo>
                  <a:cubicBezTo>
                    <a:pt x="462620" y="386771"/>
                    <a:pt x="459400" y="383488"/>
                    <a:pt x="462620" y="383488"/>
                  </a:cubicBezTo>
                  <a:cubicBezTo>
                    <a:pt x="465841" y="383488"/>
                    <a:pt x="461010" y="383488"/>
                    <a:pt x="465841" y="383488"/>
                  </a:cubicBezTo>
                  <a:cubicBezTo>
                    <a:pt x="469061" y="385130"/>
                    <a:pt x="469061" y="385130"/>
                    <a:pt x="470671" y="386771"/>
                  </a:cubicBezTo>
                  <a:cubicBezTo>
                    <a:pt x="473891" y="390054"/>
                    <a:pt x="473891" y="388412"/>
                    <a:pt x="475502" y="390054"/>
                  </a:cubicBezTo>
                  <a:cubicBezTo>
                    <a:pt x="478722" y="393336"/>
                    <a:pt x="480332" y="391695"/>
                    <a:pt x="481942" y="391695"/>
                  </a:cubicBezTo>
                  <a:cubicBezTo>
                    <a:pt x="481942" y="391695"/>
                    <a:pt x="483553" y="391695"/>
                    <a:pt x="483553" y="390054"/>
                  </a:cubicBezTo>
                  <a:cubicBezTo>
                    <a:pt x="481942" y="388412"/>
                    <a:pt x="483553" y="386771"/>
                    <a:pt x="480332" y="386771"/>
                  </a:cubicBezTo>
                  <a:cubicBezTo>
                    <a:pt x="477112" y="386771"/>
                    <a:pt x="475502" y="386771"/>
                    <a:pt x="477112" y="383488"/>
                  </a:cubicBezTo>
                  <a:cubicBezTo>
                    <a:pt x="480332" y="381847"/>
                    <a:pt x="480332" y="380206"/>
                    <a:pt x="481942" y="381847"/>
                  </a:cubicBezTo>
                  <a:cubicBezTo>
                    <a:pt x="483553" y="381847"/>
                    <a:pt x="483553" y="383488"/>
                    <a:pt x="485163" y="381847"/>
                  </a:cubicBezTo>
                  <a:cubicBezTo>
                    <a:pt x="486773" y="381847"/>
                    <a:pt x="489993" y="381847"/>
                    <a:pt x="489993" y="381847"/>
                  </a:cubicBezTo>
                  <a:cubicBezTo>
                    <a:pt x="489993" y="381847"/>
                    <a:pt x="491603" y="380206"/>
                    <a:pt x="493214" y="380206"/>
                  </a:cubicBezTo>
                  <a:cubicBezTo>
                    <a:pt x="494824" y="378564"/>
                    <a:pt x="496434" y="378564"/>
                    <a:pt x="496434" y="378564"/>
                  </a:cubicBezTo>
                  <a:close/>
                  <a:moveTo>
                    <a:pt x="55336" y="361091"/>
                  </a:moveTo>
                  <a:cubicBezTo>
                    <a:pt x="56963" y="362721"/>
                    <a:pt x="58591" y="361091"/>
                    <a:pt x="61846" y="362721"/>
                  </a:cubicBezTo>
                  <a:cubicBezTo>
                    <a:pt x="66728" y="364350"/>
                    <a:pt x="69983" y="364350"/>
                    <a:pt x="69983" y="364350"/>
                  </a:cubicBezTo>
                  <a:cubicBezTo>
                    <a:pt x="69983" y="364350"/>
                    <a:pt x="69983" y="364350"/>
                    <a:pt x="79748" y="365980"/>
                  </a:cubicBezTo>
                  <a:cubicBezTo>
                    <a:pt x="79748" y="365980"/>
                    <a:pt x="83003" y="359461"/>
                    <a:pt x="86258" y="362721"/>
                  </a:cubicBezTo>
                  <a:cubicBezTo>
                    <a:pt x="91141" y="369240"/>
                    <a:pt x="97651" y="374129"/>
                    <a:pt x="100906" y="374129"/>
                  </a:cubicBezTo>
                  <a:cubicBezTo>
                    <a:pt x="102534" y="375759"/>
                    <a:pt x="100906" y="374129"/>
                    <a:pt x="105789" y="372500"/>
                  </a:cubicBezTo>
                  <a:cubicBezTo>
                    <a:pt x="110671" y="372500"/>
                    <a:pt x="113926" y="370870"/>
                    <a:pt x="117181" y="372500"/>
                  </a:cubicBezTo>
                  <a:cubicBezTo>
                    <a:pt x="123691" y="377389"/>
                    <a:pt x="122064" y="372500"/>
                    <a:pt x="123691" y="377389"/>
                  </a:cubicBezTo>
                  <a:cubicBezTo>
                    <a:pt x="123691" y="377389"/>
                    <a:pt x="123691" y="377389"/>
                    <a:pt x="130202" y="374129"/>
                  </a:cubicBezTo>
                  <a:cubicBezTo>
                    <a:pt x="130202" y="374129"/>
                    <a:pt x="136712" y="370870"/>
                    <a:pt x="138339" y="372500"/>
                  </a:cubicBezTo>
                  <a:cubicBezTo>
                    <a:pt x="141594" y="372500"/>
                    <a:pt x="144849" y="372500"/>
                    <a:pt x="144849" y="372500"/>
                  </a:cubicBezTo>
                  <a:cubicBezTo>
                    <a:pt x="144849" y="372500"/>
                    <a:pt x="152987" y="372500"/>
                    <a:pt x="154614" y="374129"/>
                  </a:cubicBezTo>
                  <a:cubicBezTo>
                    <a:pt x="156242" y="375759"/>
                    <a:pt x="164379" y="375759"/>
                    <a:pt x="164379" y="375759"/>
                  </a:cubicBezTo>
                  <a:cubicBezTo>
                    <a:pt x="167635" y="382279"/>
                    <a:pt x="169262" y="383909"/>
                    <a:pt x="170890" y="385538"/>
                  </a:cubicBezTo>
                  <a:cubicBezTo>
                    <a:pt x="182282" y="392058"/>
                    <a:pt x="193675" y="390428"/>
                    <a:pt x="192047" y="395317"/>
                  </a:cubicBezTo>
                  <a:cubicBezTo>
                    <a:pt x="190420" y="400207"/>
                    <a:pt x="190420" y="398577"/>
                    <a:pt x="187165" y="400207"/>
                  </a:cubicBezTo>
                  <a:cubicBezTo>
                    <a:pt x="185537" y="401837"/>
                    <a:pt x="183910" y="400207"/>
                    <a:pt x="179027" y="403467"/>
                  </a:cubicBezTo>
                  <a:cubicBezTo>
                    <a:pt x="174145" y="405096"/>
                    <a:pt x="174145" y="405096"/>
                    <a:pt x="169262" y="406726"/>
                  </a:cubicBezTo>
                  <a:cubicBezTo>
                    <a:pt x="166007" y="408356"/>
                    <a:pt x="161124" y="413246"/>
                    <a:pt x="159497" y="413246"/>
                  </a:cubicBezTo>
                  <a:cubicBezTo>
                    <a:pt x="157869" y="413246"/>
                    <a:pt x="152987" y="418135"/>
                    <a:pt x="149732" y="418135"/>
                  </a:cubicBezTo>
                  <a:cubicBezTo>
                    <a:pt x="148104" y="419765"/>
                    <a:pt x="146477" y="418135"/>
                    <a:pt x="143222" y="419765"/>
                  </a:cubicBezTo>
                  <a:cubicBezTo>
                    <a:pt x="138339" y="423025"/>
                    <a:pt x="133457" y="424655"/>
                    <a:pt x="130202" y="426284"/>
                  </a:cubicBezTo>
                  <a:cubicBezTo>
                    <a:pt x="128574" y="427914"/>
                    <a:pt x="123691" y="429544"/>
                    <a:pt x="123691" y="429544"/>
                  </a:cubicBezTo>
                  <a:cubicBezTo>
                    <a:pt x="118809" y="436063"/>
                    <a:pt x="118809" y="436063"/>
                    <a:pt x="115554" y="439323"/>
                  </a:cubicBezTo>
                  <a:cubicBezTo>
                    <a:pt x="112299" y="442583"/>
                    <a:pt x="105789" y="445842"/>
                    <a:pt x="105789" y="445842"/>
                  </a:cubicBezTo>
                  <a:cubicBezTo>
                    <a:pt x="105789" y="445842"/>
                    <a:pt x="102534" y="445842"/>
                    <a:pt x="102534" y="450732"/>
                  </a:cubicBezTo>
                  <a:cubicBezTo>
                    <a:pt x="100906" y="455621"/>
                    <a:pt x="102534" y="450732"/>
                    <a:pt x="100906" y="455621"/>
                  </a:cubicBezTo>
                  <a:cubicBezTo>
                    <a:pt x="99279" y="458881"/>
                    <a:pt x="100906" y="458881"/>
                    <a:pt x="99279" y="462141"/>
                  </a:cubicBezTo>
                  <a:cubicBezTo>
                    <a:pt x="97651" y="465401"/>
                    <a:pt x="96024" y="467030"/>
                    <a:pt x="94396" y="468660"/>
                  </a:cubicBezTo>
                  <a:cubicBezTo>
                    <a:pt x="87886" y="470290"/>
                    <a:pt x="87886" y="467030"/>
                    <a:pt x="86258" y="468660"/>
                  </a:cubicBezTo>
                  <a:cubicBezTo>
                    <a:pt x="83003" y="468660"/>
                    <a:pt x="78121" y="470290"/>
                    <a:pt x="78121" y="470290"/>
                  </a:cubicBezTo>
                  <a:cubicBezTo>
                    <a:pt x="71611" y="473550"/>
                    <a:pt x="69983" y="473550"/>
                    <a:pt x="66728" y="476809"/>
                  </a:cubicBezTo>
                  <a:cubicBezTo>
                    <a:pt x="65101" y="480069"/>
                    <a:pt x="61846" y="478439"/>
                    <a:pt x="61846" y="478439"/>
                  </a:cubicBezTo>
                  <a:cubicBezTo>
                    <a:pt x="61846" y="478439"/>
                    <a:pt x="61846" y="478439"/>
                    <a:pt x="56963" y="480069"/>
                  </a:cubicBezTo>
                  <a:cubicBezTo>
                    <a:pt x="56963" y="480069"/>
                    <a:pt x="50453" y="481699"/>
                    <a:pt x="48826" y="478439"/>
                  </a:cubicBezTo>
                  <a:cubicBezTo>
                    <a:pt x="45570" y="473550"/>
                    <a:pt x="42315" y="470290"/>
                    <a:pt x="42315" y="470290"/>
                  </a:cubicBezTo>
                  <a:cubicBezTo>
                    <a:pt x="42315" y="470290"/>
                    <a:pt x="42315" y="470290"/>
                    <a:pt x="34178" y="467030"/>
                  </a:cubicBezTo>
                  <a:cubicBezTo>
                    <a:pt x="34178" y="467030"/>
                    <a:pt x="34178" y="467030"/>
                    <a:pt x="30923" y="458881"/>
                  </a:cubicBezTo>
                  <a:cubicBezTo>
                    <a:pt x="30923" y="458881"/>
                    <a:pt x="26040" y="457251"/>
                    <a:pt x="24413" y="457251"/>
                  </a:cubicBezTo>
                  <a:cubicBezTo>
                    <a:pt x="17903" y="453992"/>
                    <a:pt x="19530" y="452362"/>
                    <a:pt x="14648" y="452362"/>
                  </a:cubicBezTo>
                  <a:cubicBezTo>
                    <a:pt x="8137" y="452362"/>
                    <a:pt x="3255" y="452362"/>
                    <a:pt x="3255" y="452362"/>
                  </a:cubicBezTo>
                  <a:cubicBezTo>
                    <a:pt x="3255" y="452362"/>
                    <a:pt x="3255" y="452362"/>
                    <a:pt x="0" y="450732"/>
                  </a:cubicBezTo>
                  <a:cubicBezTo>
                    <a:pt x="0" y="450732"/>
                    <a:pt x="0" y="450732"/>
                    <a:pt x="9765" y="436063"/>
                  </a:cubicBezTo>
                  <a:cubicBezTo>
                    <a:pt x="9765" y="436063"/>
                    <a:pt x="9765" y="436063"/>
                    <a:pt x="11393" y="429544"/>
                  </a:cubicBezTo>
                  <a:cubicBezTo>
                    <a:pt x="11393" y="429544"/>
                    <a:pt x="11393" y="429544"/>
                    <a:pt x="14648" y="423025"/>
                  </a:cubicBezTo>
                  <a:cubicBezTo>
                    <a:pt x="14648" y="423025"/>
                    <a:pt x="19530" y="416505"/>
                    <a:pt x="21158" y="418135"/>
                  </a:cubicBezTo>
                  <a:cubicBezTo>
                    <a:pt x="21158" y="418135"/>
                    <a:pt x="21158" y="418135"/>
                    <a:pt x="19530" y="411616"/>
                  </a:cubicBezTo>
                  <a:cubicBezTo>
                    <a:pt x="22785" y="406726"/>
                    <a:pt x="26040" y="403467"/>
                    <a:pt x="26040" y="403467"/>
                  </a:cubicBezTo>
                  <a:cubicBezTo>
                    <a:pt x="26040" y="403467"/>
                    <a:pt x="26040" y="403467"/>
                    <a:pt x="30923" y="395317"/>
                  </a:cubicBezTo>
                  <a:cubicBezTo>
                    <a:pt x="30923" y="395317"/>
                    <a:pt x="34178" y="392058"/>
                    <a:pt x="34178" y="390428"/>
                  </a:cubicBezTo>
                  <a:cubicBezTo>
                    <a:pt x="34178" y="387168"/>
                    <a:pt x="30923" y="382279"/>
                    <a:pt x="30923" y="382279"/>
                  </a:cubicBezTo>
                  <a:cubicBezTo>
                    <a:pt x="30923" y="382279"/>
                    <a:pt x="30923" y="382279"/>
                    <a:pt x="27668" y="375759"/>
                  </a:cubicBezTo>
                  <a:cubicBezTo>
                    <a:pt x="27668" y="375759"/>
                    <a:pt x="27668" y="375759"/>
                    <a:pt x="19530" y="369240"/>
                  </a:cubicBezTo>
                  <a:cubicBezTo>
                    <a:pt x="27668" y="369240"/>
                    <a:pt x="35805" y="364350"/>
                    <a:pt x="35805" y="364350"/>
                  </a:cubicBezTo>
                  <a:cubicBezTo>
                    <a:pt x="35805" y="364350"/>
                    <a:pt x="39060" y="365980"/>
                    <a:pt x="40688" y="367610"/>
                  </a:cubicBezTo>
                  <a:cubicBezTo>
                    <a:pt x="43943" y="367610"/>
                    <a:pt x="52081" y="359461"/>
                    <a:pt x="55336" y="361091"/>
                  </a:cubicBezTo>
                  <a:close/>
                  <a:moveTo>
                    <a:pt x="543918" y="357873"/>
                  </a:moveTo>
                  <a:cubicBezTo>
                    <a:pt x="549276" y="359460"/>
                    <a:pt x="547490" y="361048"/>
                    <a:pt x="547490" y="361048"/>
                  </a:cubicBezTo>
                  <a:cubicBezTo>
                    <a:pt x="547490" y="361048"/>
                    <a:pt x="547490" y="361048"/>
                    <a:pt x="547490" y="365810"/>
                  </a:cubicBezTo>
                  <a:cubicBezTo>
                    <a:pt x="549276" y="367398"/>
                    <a:pt x="547490" y="365810"/>
                    <a:pt x="543918" y="365810"/>
                  </a:cubicBezTo>
                  <a:cubicBezTo>
                    <a:pt x="540346" y="365810"/>
                    <a:pt x="542132" y="365810"/>
                    <a:pt x="540346" y="364223"/>
                  </a:cubicBezTo>
                  <a:cubicBezTo>
                    <a:pt x="540346" y="362635"/>
                    <a:pt x="538560" y="364223"/>
                    <a:pt x="536774" y="362635"/>
                  </a:cubicBezTo>
                  <a:cubicBezTo>
                    <a:pt x="534988" y="362635"/>
                    <a:pt x="536774" y="362635"/>
                    <a:pt x="536774" y="361048"/>
                  </a:cubicBezTo>
                  <a:cubicBezTo>
                    <a:pt x="538560" y="357873"/>
                    <a:pt x="538560" y="361048"/>
                    <a:pt x="540346" y="359460"/>
                  </a:cubicBezTo>
                  <a:cubicBezTo>
                    <a:pt x="542132" y="357873"/>
                    <a:pt x="543918" y="357873"/>
                    <a:pt x="543918" y="357873"/>
                  </a:cubicBezTo>
                  <a:close/>
                  <a:moveTo>
                    <a:pt x="386329" y="332473"/>
                  </a:moveTo>
                  <a:cubicBezTo>
                    <a:pt x="389731" y="332473"/>
                    <a:pt x="393133" y="332473"/>
                    <a:pt x="398236" y="335648"/>
                  </a:cubicBezTo>
                  <a:cubicBezTo>
                    <a:pt x="401638" y="335648"/>
                    <a:pt x="399937" y="337235"/>
                    <a:pt x="399937" y="340410"/>
                  </a:cubicBezTo>
                  <a:cubicBezTo>
                    <a:pt x="399937" y="341998"/>
                    <a:pt x="401638" y="341998"/>
                    <a:pt x="398236" y="346760"/>
                  </a:cubicBezTo>
                  <a:cubicBezTo>
                    <a:pt x="396535" y="348348"/>
                    <a:pt x="394834" y="348348"/>
                    <a:pt x="391432" y="348348"/>
                  </a:cubicBezTo>
                  <a:cubicBezTo>
                    <a:pt x="389731" y="348348"/>
                    <a:pt x="388030" y="346760"/>
                    <a:pt x="386329" y="346760"/>
                  </a:cubicBezTo>
                  <a:cubicBezTo>
                    <a:pt x="382928" y="346760"/>
                    <a:pt x="382928" y="348348"/>
                    <a:pt x="381227" y="346760"/>
                  </a:cubicBezTo>
                  <a:cubicBezTo>
                    <a:pt x="377825" y="345173"/>
                    <a:pt x="377825" y="343585"/>
                    <a:pt x="377825" y="341998"/>
                  </a:cubicBezTo>
                  <a:cubicBezTo>
                    <a:pt x="377825" y="338823"/>
                    <a:pt x="377825" y="338823"/>
                    <a:pt x="377825" y="337235"/>
                  </a:cubicBezTo>
                  <a:cubicBezTo>
                    <a:pt x="377825" y="335648"/>
                    <a:pt x="384628" y="332473"/>
                    <a:pt x="386329" y="332473"/>
                  </a:cubicBezTo>
                  <a:close/>
                  <a:moveTo>
                    <a:pt x="546717" y="324602"/>
                  </a:moveTo>
                  <a:cubicBezTo>
                    <a:pt x="548349" y="322948"/>
                    <a:pt x="553244" y="326255"/>
                    <a:pt x="554875" y="324602"/>
                  </a:cubicBezTo>
                  <a:cubicBezTo>
                    <a:pt x="558139" y="322948"/>
                    <a:pt x="558139" y="324602"/>
                    <a:pt x="559770" y="324602"/>
                  </a:cubicBezTo>
                  <a:cubicBezTo>
                    <a:pt x="561402" y="324602"/>
                    <a:pt x="564665" y="326255"/>
                    <a:pt x="564665" y="326255"/>
                  </a:cubicBezTo>
                  <a:cubicBezTo>
                    <a:pt x="566297" y="324602"/>
                    <a:pt x="567928" y="326255"/>
                    <a:pt x="567928" y="326255"/>
                  </a:cubicBezTo>
                  <a:cubicBezTo>
                    <a:pt x="567928" y="326255"/>
                    <a:pt x="571191" y="329563"/>
                    <a:pt x="572823" y="332870"/>
                  </a:cubicBezTo>
                  <a:cubicBezTo>
                    <a:pt x="574455" y="334524"/>
                    <a:pt x="576086" y="334524"/>
                    <a:pt x="576086" y="334524"/>
                  </a:cubicBezTo>
                  <a:cubicBezTo>
                    <a:pt x="577718" y="336177"/>
                    <a:pt x="577718" y="336177"/>
                    <a:pt x="579350" y="346099"/>
                  </a:cubicBezTo>
                  <a:lnTo>
                    <a:pt x="580981" y="349407"/>
                  </a:lnTo>
                  <a:lnTo>
                    <a:pt x="580981" y="354368"/>
                  </a:lnTo>
                  <a:cubicBezTo>
                    <a:pt x="580981" y="356021"/>
                    <a:pt x="580981" y="357675"/>
                    <a:pt x="577718" y="360982"/>
                  </a:cubicBezTo>
                  <a:cubicBezTo>
                    <a:pt x="577718" y="360982"/>
                    <a:pt x="576086" y="360982"/>
                    <a:pt x="574455" y="360982"/>
                  </a:cubicBezTo>
                  <a:cubicBezTo>
                    <a:pt x="572823" y="359329"/>
                    <a:pt x="569560" y="362636"/>
                    <a:pt x="567928" y="360982"/>
                  </a:cubicBezTo>
                  <a:cubicBezTo>
                    <a:pt x="566297" y="360982"/>
                    <a:pt x="566297" y="360982"/>
                    <a:pt x="564665" y="360982"/>
                  </a:cubicBezTo>
                  <a:cubicBezTo>
                    <a:pt x="563033" y="360982"/>
                    <a:pt x="561402" y="362636"/>
                    <a:pt x="558139" y="359329"/>
                  </a:cubicBezTo>
                  <a:cubicBezTo>
                    <a:pt x="556507" y="359329"/>
                    <a:pt x="553244" y="357675"/>
                    <a:pt x="545086" y="354368"/>
                  </a:cubicBezTo>
                  <a:cubicBezTo>
                    <a:pt x="541822" y="354368"/>
                    <a:pt x="543454" y="354368"/>
                    <a:pt x="540191" y="352714"/>
                  </a:cubicBezTo>
                  <a:cubicBezTo>
                    <a:pt x="536928" y="351060"/>
                    <a:pt x="540191" y="352714"/>
                    <a:pt x="533664" y="351060"/>
                  </a:cubicBezTo>
                  <a:cubicBezTo>
                    <a:pt x="528770" y="347753"/>
                    <a:pt x="533664" y="351060"/>
                    <a:pt x="530401" y="349407"/>
                  </a:cubicBezTo>
                  <a:cubicBezTo>
                    <a:pt x="528770" y="347753"/>
                    <a:pt x="528770" y="347753"/>
                    <a:pt x="527138" y="346099"/>
                  </a:cubicBezTo>
                  <a:cubicBezTo>
                    <a:pt x="523875" y="346099"/>
                    <a:pt x="527138" y="344446"/>
                    <a:pt x="527138" y="341138"/>
                  </a:cubicBezTo>
                  <a:cubicBezTo>
                    <a:pt x="527138" y="337831"/>
                    <a:pt x="528770" y="339485"/>
                    <a:pt x="530401" y="337831"/>
                  </a:cubicBezTo>
                  <a:cubicBezTo>
                    <a:pt x="532033" y="336177"/>
                    <a:pt x="530401" y="336177"/>
                    <a:pt x="533664" y="334524"/>
                  </a:cubicBezTo>
                  <a:cubicBezTo>
                    <a:pt x="535296" y="331216"/>
                    <a:pt x="536928" y="332870"/>
                    <a:pt x="538559" y="332870"/>
                  </a:cubicBezTo>
                  <a:cubicBezTo>
                    <a:pt x="540191" y="331216"/>
                    <a:pt x="541822" y="329563"/>
                    <a:pt x="541822" y="329563"/>
                  </a:cubicBezTo>
                  <a:cubicBezTo>
                    <a:pt x="543454" y="327909"/>
                    <a:pt x="545086" y="324602"/>
                    <a:pt x="546717" y="324602"/>
                  </a:cubicBezTo>
                  <a:close/>
                  <a:moveTo>
                    <a:pt x="533034" y="323147"/>
                  </a:moveTo>
                  <a:cubicBezTo>
                    <a:pt x="534744" y="323147"/>
                    <a:pt x="538163" y="326719"/>
                    <a:pt x="538163" y="326719"/>
                  </a:cubicBezTo>
                  <a:cubicBezTo>
                    <a:pt x="538163" y="326719"/>
                    <a:pt x="538163" y="326719"/>
                    <a:pt x="536453" y="330291"/>
                  </a:cubicBezTo>
                  <a:cubicBezTo>
                    <a:pt x="534744" y="330291"/>
                    <a:pt x="533034" y="330291"/>
                    <a:pt x="527905" y="332077"/>
                  </a:cubicBezTo>
                  <a:cubicBezTo>
                    <a:pt x="522776" y="335649"/>
                    <a:pt x="527905" y="332077"/>
                    <a:pt x="524486" y="333863"/>
                  </a:cubicBezTo>
                  <a:cubicBezTo>
                    <a:pt x="524486" y="333863"/>
                    <a:pt x="522776" y="333863"/>
                    <a:pt x="521067" y="333863"/>
                  </a:cubicBezTo>
                  <a:cubicBezTo>
                    <a:pt x="519357" y="332077"/>
                    <a:pt x="519357" y="332077"/>
                    <a:pt x="517647" y="330291"/>
                  </a:cubicBezTo>
                  <a:cubicBezTo>
                    <a:pt x="515938" y="330291"/>
                    <a:pt x="517647" y="328505"/>
                    <a:pt x="517647" y="328505"/>
                  </a:cubicBezTo>
                  <a:cubicBezTo>
                    <a:pt x="517647" y="324933"/>
                    <a:pt x="522776" y="326719"/>
                    <a:pt x="526195" y="324933"/>
                  </a:cubicBezTo>
                  <a:cubicBezTo>
                    <a:pt x="527905" y="323147"/>
                    <a:pt x="529615" y="321361"/>
                    <a:pt x="533034" y="323147"/>
                  </a:cubicBezTo>
                  <a:close/>
                  <a:moveTo>
                    <a:pt x="558800" y="311836"/>
                  </a:moveTo>
                  <a:cubicBezTo>
                    <a:pt x="561975" y="311836"/>
                    <a:pt x="561975" y="311836"/>
                    <a:pt x="561975" y="311836"/>
                  </a:cubicBezTo>
                  <a:cubicBezTo>
                    <a:pt x="561975" y="311836"/>
                    <a:pt x="563562" y="315011"/>
                    <a:pt x="565150" y="315011"/>
                  </a:cubicBezTo>
                  <a:cubicBezTo>
                    <a:pt x="566737" y="316598"/>
                    <a:pt x="568325" y="318186"/>
                    <a:pt x="566737" y="318186"/>
                  </a:cubicBezTo>
                  <a:cubicBezTo>
                    <a:pt x="563562" y="318186"/>
                    <a:pt x="565150" y="318186"/>
                    <a:pt x="563562" y="318186"/>
                  </a:cubicBezTo>
                  <a:cubicBezTo>
                    <a:pt x="560387" y="318186"/>
                    <a:pt x="558800" y="318186"/>
                    <a:pt x="558800" y="318186"/>
                  </a:cubicBezTo>
                  <a:cubicBezTo>
                    <a:pt x="557212" y="316598"/>
                    <a:pt x="555625" y="316598"/>
                    <a:pt x="555625" y="315011"/>
                  </a:cubicBezTo>
                  <a:cubicBezTo>
                    <a:pt x="555625" y="315011"/>
                    <a:pt x="557212" y="311836"/>
                    <a:pt x="558800" y="311836"/>
                  </a:cubicBezTo>
                  <a:close/>
                  <a:moveTo>
                    <a:pt x="143688" y="304412"/>
                  </a:moveTo>
                  <a:cubicBezTo>
                    <a:pt x="143273" y="303992"/>
                    <a:pt x="143273" y="303992"/>
                    <a:pt x="145762" y="305673"/>
                  </a:cubicBezTo>
                  <a:cubicBezTo>
                    <a:pt x="152401" y="307354"/>
                    <a:pt x="152401" y="309034"/>
                    <a:pt x="152401" y="310715"/>
                  </a:cubicBezTo>
                  <a:cubicBezTo>
                    <a:pt x="150741" y="312396"/>
                    <a:pt x="149082" y="314077"/>
                    <a:pt x="147422" y="317439"/>
                  </a:cubicBezTo>
                  <a:cubicBezTo>
                    <a:pt x="145762" y="320801"/>
                    <a:pt x="145762" y="322482"/>
                    <a:pt x="142443" y="324162"/>
                  </a:cubicBezTo>
                  <a:cubicBezTo>
                    <a:pt x="140783" y="325843"/>
                    <a:pt x="142443" y="324162"/>
                    <a:pt x="139123" y="325843"/>
                  </a:cubicBezTo>
                  <a:cubicBezTo>
                    <a:pt x="134144" y="329205"/>
                    <a:pt x="137464" y="327524"/>
                    <a:pt x="134144" y="329205"/>
                  </a:cubicBezTo>
                  <a:cubicBezTo>
                    <a:pt x="130825" y="330886"/>
                    <a:pt x="129165" y="330886"/>
                    <a:pt x="127506" y="329205"/>
                  </a:cubicBezTo>
                  <a:cubicBezTo>
                    <a:pt x="124186" y="329205"/>
                    <a:pt x="125846" y="330886"/>
                    <a:pt x="122527" y="327524"/>
                  </a:cubicBezTo>
                  <a:cubicBezTo>
                    <a:pt x="117548" y="325843"/>
                    <a:pt x="115888" y="325843"/>
                    <a:pt x="119207" y="324162"/>
                  </a:cubicBezTo>
                  <a:cubicBezTo>
                    <a:pt x="120867" y="320801"/>
                    <a:pt x="122527" y="320801"/>
                    <a:pt x="125846" y="317439"/>
                  </a:cubicBezTo>
                  <a:cubicBezTo>
                    <a:pt x="127506" y="315758"/>
                    <a:pt x="134144" y="312396"/>
                    <a:pt x="135804" y="310715"/>
                  </a:cubicBezTo>
                  <a:cubicBezTo>
                    <a:pt x="137464" y="310715"/>
                    <a:pt x="137464" y="309034"/>
                    <a:pt x="139123" y="307354"/>
                  </a:cubicBezTo>
                  <a:cubicBezTo>
                    <a:pt x="140783" y="307354"/>
                    <a:pt x="140783" y="305673"/>
                    <a:pt x="144102" y="305673"/>
                  </a:cubicBezTo>
                  <a:cubicBezTo>
                    <a:pt x="144932" y="305673"/>
                    <a:pt x="144102" y="304832"/>
                    <a:pt x="143688" y="304412"/>
                  </a:cubicBezTo>
                  <a:close/>
                  <a:moveTo>
                    <a:pt x="613554" y="284848"/>
                  </a:moveTo>
                  <a:cubicBezTo>
                    <a:pt x="615182" y="284848"/>
                    <a:pt x="615182" y="284848"/>
                    <a:pt x="618439" y="284848"/>
                  </a:cubicBezTo>
                  <a:cubicBezTo>
                    <a:pt x="620068" y="284848"/>
                    <a:pt x="620068" y="284848"/>
                    <a:pt x="621696" y="284848"/>
                  </a:cubicBezTo>
                  <a:cubicBezTo>
                    <a:pt x="623325" y="284848"/>
                    <a:pt x="623325" y="286467"/>
                    <a:pt x="626581" y="288085"/>
                  </a:cubicBezTo>
                  <a:cubicBezTo>
                    <a:pt x="628210" y="289704"/>
                    <a:pt x="631467" y="289704"/>
                    <a:pt x="633095" y="291322"/>
                  </a:cubicBezTo>
                  <a:cubicBezTo>
                    <a:pt x="634724" y="292941"/>
                    <a:pt x="634724" y="292941"/>
                    <a:pt x="634724" y="294560"/>
                  </a:cubicBezTo>
                  <a:cubicBezTo>
                    <a:pt x="634724" y="296178"/>
                    <a:pt x="636352" y="294560"/>
                    <a:pt x="637981" y="296178"/>
                  </a:cubicBezTo>
                  <a:cubicBezTo>
                    <a:pt x="639609" y="296178"/>
                    <a:pt x="639609" y="296178"/>
                    <a:pt x="644495" y="299416"/>
                  </a:cubicBezTo>
                  <a:cubicBezTo>
                    <a:pt x="644495" y="299416"/>
                    <a:pt x="647752" y="299416"/>
                    <a:pt x="649380" y="299416"/>
                  </a:cubicBezTo>
                  <a:cubicBezTo>
                    <a:pt x="651009" y="299416"/>
                    <a:pt x="655894" y="301034"/>
                    <a:pt x="655894" y="301034"/>
                  </a:cubicBezTo>
                  <a:cubicBezTo>
                    <a:pt x="655894" y="301034"/>
                    <a:pt x="655894" y="301034"/>
                    <a:pt x="654265" y="305890"/>
                  </a:cubicBezTo>
                  <a:cubicBezTo>
                    <a:pt x="654265" y="305890"/>
                    <a:pt x="652637" y="305890"/>
                    <a:pt x="651009" y="305890"/>
                  </a:cubicBezTo>
                  <a:cubicBezTo>
                    <a:pt x="649380" y="305890"/>
                    <a:pt x="651009" y="305890"/>
                    <a:pt x="647752" y="305890"/>
                  </a:cubicBezTo>
                  <a:cubicBezTo>
                    <a:pt x="644495" y="305890"/>
                    <a:pt x="644495" y="305890"/>
                    <a:pt x="641238" y="305890"/>
                  </a:cubicBezTo>
                  <a:cubicBezTo>
                    <a:pt x="637981" y="305890"/>
                    <a:pt x="637981" y="304271"/>
                    <a:pt x="637981" y="304271"/>
                  </a:cubicBezTo>
                  <a:cubicBezTo>
                    <a:pt x="636352" y="304271"/>
                    <a:pt x="636352" y="304271"/>
                    <a:pt x="633095" y="304271"/>
                  </a:cubicBezTo>
                  <a:cubicBezTo>
                    <a:pt x="631467" y="304271"/>
                    <a:pt x="631467" y="305890"/>
                    <a:pt x="629838" y="307509"/>
                  </a:cubicBezTo>
                  <a:cubicBezTo>
                    <a:pt x="629838" y="307509"/>
                    <a:pt x="631467" y="307509"/>
                    <a:pt x="634724" y="309127"/>
                  </a:cubicBezTo>
                  <a:cubicBezTo>
                    <a:pt x="637981" y="310746"/>
                    <a:pt x="634724" y="309127"/>
                    <a:pt x="634724" y="312365"/>
                  </a:cubicBezTo>
                  <a:cubicBezTo>
                    <a:pt x="634724" y="312365"/>
                    <a:pt x="636352" y="310746"/>
                    <a:pt x="639609" y="310746"/>
                  </a:cubicBezTo>
                  <a:cubicBezTo>
                    <a:pt x="642866" y="310746"/>
                    <a:pt x="641238" y="310746"/>
                    <a:pt x="642866" y="310746"/>
                  </a:cubicBezTo>
                  <a:cubicBezTo>
                    <a:pt x="644495" y="310746"/>
                    <a:pt x="644495" y="310746"/>
                    <a:pt x="646123" y="312365"/>
                  </a:cubicBezTo>
                  <a:cubicBezTo>
                    <a:pt x="647752" y="312365"/>
                    <a:pt x="646123" y="313983"/>
                    <a:pt x="646123" y="315602"/>
                  </a:cubicBezTo>
                  <a:cubicBezTo>
                    <a:pt x="646123" y="315602"/>
                    <a:pt x="649380" y="315602"/>
                    <a:pt x="649380" y="315602"/>
                  </a:cubicBezTo>
                  <a:cubicBezTo>
                    <a:pt x="651009" y="315602"/>
                    <a:pt x="652637" y="315602"/>
                    <a:pt x="654265" y="315602"/>
                  </a:cubicBezTo>
                  <a:cubicBezTo>
                    <a:pt x="654265" y="317220"/>
                    <a:pt x="655894" y="317220"/>
                    <a:pt x="657522" y="318839"/>
                  </a:cubicBezTo>
                  <a:cubicBezTo>
                    <a:pt x="657522" y="318839"/>
                    <a:pt x="657522" y="320458"/>
                    <a:pt x="657522" y="320458"/>
                  </a:cubicBezTo>
                  <a:cubicBezTo>
                    <a:pt x="657522" y="322076"/>
                    <a:pt x="657522" y="325314"/>
                    <a:pt x="659151" y="326932"/>
                  </a:cubicBezTo>
                  <a:cubicBezTo>
                    <a:pt x="659151" y="328551"/>
                    <a:pt x="662408" y="331788"/>
                    <a:pt x="662408" y="330170"/>
                  </a:cubicBezTo>
                  <a:cubicBezTo>
                    <a:pt x="662408" y="328551"/>
                    <a:pt x="662408" y="330170"/>
                    <a:pt x="662408" y="326932"/>
                  </a:cubicBezTo>
                  <a:cubicBezTo>
                    <a:pt x="662408" y="325314"/>
                    <a:pt x="664036" y="326932"/>
                    <a:pt x="664036" y="325314"/>
                  </a:cubicBezTo>
                  <a:cubicBezTo>
                    <a:pt x="664036" y="323695"/>
                    <a:pt x="665665" y="323695"/>
                    <a:pt x="668922" y="323695"/>
                  </a:cubicBezTo>
                  <a:cubicBezTo>
                    <a:pt x="670550" y="323695"/>
                    <a:pt x="670550" y="323695"/>
                    <a:pt x="672179" y="323695"/>
                  </a:cubicBezTo>
                  <a:cubicBezTo>
                    <a:pt x="672179" y="325314"/>
                    <a:pt x="672179" y="325314"/>
                    <a:pt x="675436" y="326932"/>
                  </a:cubicBezTo>
                  <a:cubicBezTo>
                    <a:pt x="677064" y="328551"/>
                    <a:pt x="677064" y="326932"/>
                    <a:pt x="680321" y="325314"/>
                  </a:cubicBezTo>
                  <a:cubicBezTo>
                    <a:pt x="681949" y="325314"/>
                    <a:pt x="680321" y="325314"/>
                    <a:pt x="683578" y="325314"/>
                  </a:cubicBezTo>
                  <a:cubicBezTo>
                    <a:pt x="685206" y="323695"/>
                    <a:pt x="686835" y="325314"/>
                    <a:pt x="686835" y="325314"/>
                  </a:cubicBezTo>
                  <a:cubicBezTo>
                    <a:pt x="688463" y="325314"/>
                    <a:pt x="691720" y="325314"/>
                    <a:pt x="691720" y="325314"/>
                  </a:cubicBezTo>
                  <a:cubicBezTo>
                    <a:pt x="691720" y="325314"/>
                    <a:pt x="691720" y="325314"/>
                    <a:pt x="694977" y="325314"/>
                  </a:cubicBezTo>
                  <a:cubicBezTo>
                    <a:pt x="694977" y="325314"/>
                    <a:pt x="696606" y="326932"/>
                    <a:pt x="699863" y="328551"/>
                  </a:cubicBezTo>
                  <a:cubicBezTo>
                    <a:pt x="699863" y="328551"/>
                    <a:pt x="699863" y="328551"/>
                    <a:pt x="704748" y="331788"/>
                  </a:cubicBezTo>
                  <a:cubicBezTo>
                    <a:pt x="704748" y="331788"/>
                    <a:pt x="706377" y="331788"/>
                    <a:pt x="712890" y="331788"/>
                  </a:cubicBezTo>
                  <a:cubicBezTo>
                    <a:pt x="714519" y="331788"/>
                    <a:pt x="712890" y="331788"/>
                    <a:pt x="711262" y="328551"/>
                  </a:cubicBezTo>
                  <a:cubicBezTo>
                    <a:pt x="711262" y="326932"/>
                    <a:pt x="712890" y="328551"/>
                    <a:pt x="714519" y="326932"/>
                  </a:cubicBezTo>
                  <a:cubicBezTo>
                    <a:pt x="716147" y="325314"/>
                    <a:pt x="716147" y="326932"/>
                    <a:pt x="717776" y="325314"/>
                  </a:cubicBezTo>
                  <a:cubicBezTo>
                    <a:pt x="719404" y="325314"/>
                    <a:pt x="722661" y="325314"/>
                    <a:pt x="724290" y="326932"/>
                  </a:cubicBezTo>
                  <a:cubicBezTo>
                    <a:pt x="725918" y="326932"/>
                    <a:pt x="727547" y="325314"/>
                    <a:pt x="729175" y="325314"/>
                  </a:cubicBezTo>
                  <a:cubicBezTo>
                    <a:pt x="730804" y="323695"/>
                    <a:pt x="734061" y="323695"/>
                    <a:pt x="735689" y="323695"/>
                  </a:cubicBezTo>
                  <a:cubicBezTo>
                    <a:pt x="738946" y="323695"/>
                    <a:pt x="738946" y="322076"/>
                    <a:pt x="743831" y="320458"/>
                  </a:cubicBezTo>
                  <a:cubicBezTo>
                    <a:pt x="745460" y="320458"/>
                    <a:pt x="745460" y="320458"/>
                    <a:pt x="748717" y="317220"/>
                  </a:cubicBezTo>
                  <a:cubicBezTo>
                    <a:pt x="750345" y="315602"/>
                    <a:pt x="750345" y="317220"/>
                    <a:pt x="751974" y="317220"/>
                  </a:cubicBezTo>
                  <a:cubicBezTo>
                    <a:pt x="755231" y="317220"/>
                    <a:pt x="751974" y="317220"/>
                    <a:pt x="755231" y="317220"/>
                  </a:cubicBezTo>
                  <a:cubicBezTo>
                    <a:pt x="755231" y="317220"/>
                    <a:pt x="758488" y="318839"/>
                    <a:pt x="760116" y="318839"/>
                  </a:cubicBezTo>
                  <a:cubicBezTo>
                    <a:pt x="761745" y="318839"/>
                    <a:pt x="761745" y="318839"/>
                    <a:pt x="763373" y="322076"/>
                  </a:cubicBezTo>
                  <a:cubicBezTo>
                    <a:pt x="765002" y="323695"/>
                    <a:pt x="765002" y="322076"/>
                    <a:pt x="765002" y="322076"/>
                  </a:cubicBezTo>
                  <a:cubicBezTo>
                    <a:pt x="765002" y="322076"/>
                    <a:pt x="765002" y="322076"/>
                    <a:pt x="768258" y="320458"/>
                  </a:cubicBezTo>
                  <a:cubicBezTo>
                    <a:pt x="768258" y="320458"/>
                    <a:pt x="769887" y="318839"/>
                    <a:pt x="771515" y="318839"/>
                  </a:cubicBezTo>
                  <a:cubicBezTo>
                    <a:pt x="774772" y="317220"/>
                    <a:pt x="773144" y="318839"/>
                    <a:pt x="776401" y="315602"/>
                  </a:cubicBezTo>
                  <a:cubicBezTo>
                    <a:pt x="779658" y="313983"/>
                    <a:pt x="779658" y="317220"/>
                    <a:pt x="781286" y="317220"/>
                  </a:cubicBezTo>
                  <a:cubicBezTo>
                    <a:pt x="781286" y="315602"/>
                    <a:pt x="786172" y="315602"/>
                    <a:pt x="787800" y="315602"/>
                  </a:cubicBezTo>
                  <a:cubicBezTo>
                    <a:pt x="789429" y="315602"/>
                    <a:pt x="789429" y="318839"/>
                    <a:pt x="789429" y="318839"/>
                  </a:cubicBezTo>
                  <a:cubicBezTo>
                    <a:pt x="789429" y="318839"/>
                    <a:pt x="792686" y="318839"/>
                    <a:pt x="794314" y="318839"/>
                  </a:cubicBezTo>
                  <a:cubicBezTo>
                    <a:pt x="794314" y="318839"/>
                    <a:pt x="797571" y="318839"/>
                    <a:pt x="802456" y="322076"/>
                  </a:cubicBezTo>
                  <a:cubicBezTo>
                    <a:pt x="802456" y="322076"/>
                    <a:pt x="804085" y="323695"/>
                    <a:pt x="805713" y="323695"/>
                  </a:cubicBezTo>
                  <a:cubicBezTo>
                    <a:pt x="805713" y="323695"/>
                    <a:pt x="812227" y="323695"/>
                    <a:pt x="812227" y="323695"/>
                  </a:cubicBezTo>
                  <a:cubicBezTo>
                    <a:pt x="812227" y="323695"/>
                    <a:pt x="813856" y="323695"/>
                    <a:pt x="817113" y="323695"/>
                  </a:cubicBezTo>
                  <a:cubicBezTo>
                    <a:pt x="818741" y="325314"/>
                    <a:pt x="818741" y="325314"/>
                    <a:pt x="820370" y="325314"/>
                  </a:cubicBezTo>
                  <a:cubicBezTo>
                    <a:pt x="821998" y="325314"/>
                    <a:pt x="821998" y="326932"/>
                    <a:pt x="821998" y="330170"/>
                  </a:cubicBezTo>
                  <a:cubicBezTo>
                    <a:pt x="821998" y="330170"/>
                    <a:pt x="825255" y="330170"/>
                    <a:pt x="828512" y="330170"/>
                  </a:cubicBezTo>
                  <a:cubicBezTo>
                    <a:pt x="830140" y="330170"/>
                    <a:pt x="830140" y="331788"/>
                    <a:pt x="831769" y="331788"/>
                  </a:cubicBezTo>
                  <a:cubicBezTo>
                    <a:pt x="833397" y="333407"/>
                    <a:pt x="831769" y="336644"/>
                    <a:pt x="831769" y="338263"/>
                  </a:cubicBezTo>
                  <a:cubicBezTo>
                    <a:pt x="831769" y="339881"/>
                    <a:pt x="830140" y="339881"/>
                    <a:pt x="828512" y="339881"/>
                  </a:cubicBezTo>
                  <a:cubicBezTo>
                    <a:pt x="826883" y="341500"/>
                    <a:pt x="826883" y="344737"/>
                    <a:pt x="826883" y="344737"/>
                  </a:cubicBezTo>
                  <a:cubicBezTo>
                    <a:pt x="828512" y="344737"/>
                    <a:pt x="828512" y="347974"/>
                    <a:pt x="828512" y="347974"/>
                  </a:cubicBezTo>
                  <a:cubicBezTo>
                    <a:pt x="828512" y="347974"/>
                    <a:pt x="833397" y="347974"/>
                    <a:pt x="833397" y="347974"/>
                  </a:cubicBezTo>
                  <a:cubicBezTo>
                    <a:pt x="835026" y="347974"/>
                    <a:pt x="831769" y="351212"/>
                    <a:pt x="831769" y="351212"/>
                  </a:cubicBezTo>
                  <a:cubicBezTo>
                    <a:pt x="830140" y="351212"/>
                    <a:pt x="828512" y="352830"/>
                    <a:pt x="825255" y="351212"/>
                  </a:cubicBezTo>
                  <a:cubicBezTo>
                    <a:pt x="823626" y="351212"/>
                    <a:pt x="823626" y="351212"/>
                    <a:pt x="820370" y="351212"/>
                  </a:cubicBezTo>
                  <a:cubicBezTo>
                    <a:pt x="817113" y="352830"/>
                    <a:pt x="820370" y="354449"/>
                    <a:pt x="820370" y="354449"/>
                  </a:cubicBezTo>
                  <a:cubicBezTo>
                    <a:pt x="820370" y="356068"/>
                    <a:pt x="818741" y="359305"/>
                    <a:pt x="818741" y="360923"/>
                  </a:cubicBezTo>
                  <a:cubicBezTo>
                    <a:pt x="817113" y="362542"/>
                    <a:pt x="818741" y="360923"/>
                    <a:pt x="815484" y="362542"/>
                  </a:cubicBezTo>
                  <a:cubicBezTo>
                    <a:pt x="813856" y="362542"/>
                    <a:pt x="810599" y="362542"/>
                    <a:pt x="808970" y="362542"/>
                  </a:cubicBezTo>
                  <a:cubicBezTo>
                    <a:pt x="805713" y="362542"/>
                    <a:pt x="800828" y="364161"/>
                    <a:pt x="800828" y="364161"/>
                  </a:cubicBezTo>
                  <a:cubicBezTo>
                    <a:pt x="800828" y="364161"/>
                    <a:pt x="800828" y="364161"/>
                    <a:pt x="794314" y="367398"/>
                  </a:cubicBezTo>
                  <a:cubicBezTo>
                    <a:pt x="794314" y="367398"/>
                    <a:pt x="789429" y="367398"/>
                    <a:pt x="784543" y="365779"/>
                  </a:cubicBezTo>
                  <a:cubicBezTo>
                    <a:pt x="784543" y="365779"/>
                    <a:pt x="782915" y="365779"/>
                    <a:pt x="778029" y="364161"/>
                  </a:cubicBezTo>
                  <a:cubicBezTo>
                    <a:pt x="778029" y="364161"/>
                    <a:pt x="774772" y="364161"/>
                    <a:pt x="774772" y="364161"/>
                  </a:cubicBezTo>
                  <a:cubicBezTo>
                    <a:pt x="773144" y="364161"/>
                    <a:pt x="773144" y="362542"/>
                    <a:pt x="766630" y="360923"/>
                  </a:cubicBezTo>
                  <a:cubicBezTo>
                    <a:pt x="766630" y="360923"/>
                    <a:pt x="766630" y="359305"/>
                    <a:pt x="766630" y="357686"/>
                  </a:cubicBezTo>
                  <a:cubicBezTo>
                    <a:pt x="766630" y="356068"/>
                    <a:pt x="766630" y="356068"/>
                    <a:pt x="761745" y="356068"/>
                  </a:cubicBezTo>
                  <a:cubicBezTo>
                    <a:pt x="760116" y="356068"/>
                    <a:pt x="761745" y="357686"/>
                    <a:pt x="761745" y="359305"/>
                  </a:cubicBezTo>
                  <a:cubicBezTo>
                    <a:pt x="763373" y="359305"/>
                    <a:pt x="761745" y="360923"/>
                    <a:pt x="761745" y="362542"/>
                  </a:cubicBezTo>
                  <a:cubicBezTo>
                    <a:pt x="760116" y="362542"/>
                    <a:pt x="756859" y="362542"/>
                    <a:pt x="753602" y="362542"/>
                  </a:cubicBezTo>
                  <a:cubicBezTo>
                    <a:pt x="753602" y="362542"/>
                    <a:pt x="750345" y="364161"/>
                    <a:pt x="748717" y="364161"/>
                  </a:cubicBezTo>
                  <a:cubicBezTo>
                    <a:pt x="748717" y="365779"/>
                    <a:pt x="743831" y="365779"/>
                    <a:pt x="742203" y="365779"/>
                  </a:cubicBezTo>
                  <a:cubicBezTo>
                    <a:pt x="740574" y="365779"/>
                    <a:pt x="740574" y="362542"/>
                    <a:pt x="737317" y="362542"/>
                  </a:cubicBezTo>
                  <a:cubicBezTo>
                    <a:pt x="737317" y="362542"/>
                    <a:pt x="737317" y="362542"/>
                    <a:pt x="734061" y="362542"/>
                  </a:cubicBezTo>
                  <a:cubicBezTo>
                    <a:pt x="734061" y="362542"/>
                    <a:pt x="734061" y="362542"/>
                    <a:pt x="730804" y="364161"/>
                  </a:cubicBezTo>
                  <a:cubicBezTo>
                    <a:pt x="730804" y="364161"/>
                    <a:pt x="729175" y="364161"/>
                    <a:pt x="727547" y="362542"/>
                  </a:cubicBezTo>
                  <a:cubicBezTo>
                    <a:pt x="725918" y="360923"/>
                    <a:pt x="727547" y="362542"/>
                    <a:pt x="724290" y="362542"/>
                  </a:cubicBezTo>
                  <a:cubicBezTo>
                    <a:pt x="722661" y="362542"/>
                    <a:pt x="724290" y="362542"/>
                    <a:pt x="722661" y="364161"/>
                  </a:cubicBezTo>
                  <a:cubicBezTo>
                    <a:pt x="719404" y="365779"/>
                    <a:pt x="719404" y="364161"/>
                    <a:pt x="719404" y="364161"/>
                  </a:cubicBezTo>
                  <a:cubicBezTo>
                    <a:pt x="717776" y="362542"/>
                    <a:pt x="717776" y="362542"/>
                    <a:pt x="716147" y="362542"/>
                  </a:cubicBezTo>
                  <a:cubicBezTo>
                    <a:pt x="716147" y="360923"/>
                    <a:pt x="711262" y="364161"/>
                    <a:pt x="711262" y="364161"/>
                  </a:cubicBezTo>
                  <a:cubicBezTo>
                    <a:pt x="711262" y="364161"/>
                    <a:pt x="711262" y="364161"/>
                    <a:pt x="708005" y="365779"/>
                  </a:cubicBezTo>
                  <a:cubicBezTo>
                    <a:pt x="708005" y="365779"/>
                    <a:pt x="708005" y="365779"/>
                    <a:pt x="703120" y="364161"/>
                  </a:cubicBezTo>
                  <a:cubicBezTo>
                    <a:pt x="703120" y="364161"/>
                    <a:pt x="699863" y="365779"/>
                    <a:pt x="696606" y="364161"/>
                  </a:cubicBezTo>
                  <a:cubicBezTo>
                    <a:pt x="696606" y="364161"/>
                    <a:pt x="694977" y="362542"/>
                    <a:pt x="694977" y="362542"/>
                  </a:cubicBezTo>
                  <a:cubicBezTo>
                    <a:pt x="693349" y="360923"/>
                    <a:pt x="693349" y="362542"/>
                    <a:pt x="691720" y="362542"/>
                  </a:cubicBezTo>
                  <a:cubicBezTo>
                    <a:pt x="690092" y="362542"/>
                    <a:pt x="688463" y="365779"/>
                    <a:pt x="686835" y="365779"/>
                  </a:cubicBezTo>
                  <a:cubicBezTo>
                    <a:pt x="685206" y="365779"/>
                    <a:pt x="680321" y="365779"/>
                    <a:pt x="680321" y="365779"/>
                  </a:cubicBezTo>
                  <a:cubicBezTo>
                    <a:pt x="678693" y="364161"/>
                    <a:pt x="677064" y="365779"/>
                    <a:pt x="677064" y="365779"/>
                  </a:cubicBezTo>
                  <a:cubicBezTo>
                    <a:pt x="675436" y="365779"/>
                    <a:pt x="670550" y="365779"/>
                    <a:pt x="670550" y="365779"/>
                  </a:cubicBezTo>
                  <a:cubicBezTo>
                    <a:pt x="670550" y="365779"/>
                    <a:pt x="670550" y="365779"/>
                    <a:pt x="668922" y="360923"/>
                  </a:cubicBezTo>
                  <a:cubicBezTo>
                    <a:pt x="668922" y="360923"/>
                    <a:pt x="670550" y="356068"/>
                    <a:pt x="668922" y="354449"/>
                  </a:cubicBezTo>
                  <a:cubicBezTo>
                    <a:pt x="668922" y="354449"/>
                    <a:pt x="665665" y="356068"/>
                    <a:pt x="665665" y="356068"/>
                  </a:cubicBezTo>
                  <a:cubicBezTo>
                    <a:pt x="664036" y="356068"/>
                    <a:pt x="662408" y="359305"/>
                    <a:pt x="662408" y="359305"/>
                  </a:cubicBezTo>
                  <a:cubicBezTo>
                    <a:pt x="662408" y="359305"/>
                    <a:pt x="662408" y="359305"/>
                    <a:pt x="655894" y="362542"/>
                  </a:cubicBezTo>
                  <a:cubicBezTo>
                    <a:pt x="655894" y="362542"/>
                    <a:pt x="654265" y="362542"/>
                    <a:pt x="654265" y="362542"/>
                  </a:cubicBezTo>
                  <a:cubicBezTo>
                    <a:pt x="652637" y="362542"/>
                    <a:pt x="651009" y="364161"/>
                    <a:pt x="649380" y="364161"/>
                  </a:cubicBezTo>
                  <a:cubicBezTo>
                    <a:pt x="649380" y="364161"/>
                    <a:pt x="647752" y="364161"/>
                    <a:pt x="646123" y="364161"/>
                  </a:cubicBezTo>
                  <a:cubicBezTo>
                    <a:pt x="644495" y="362542"/>
                    <a:pt x="642866" y="364161"/>
                    <a:pt x="642866" y="364161"/>
                  </a:cubicBezTo>
                  <a:cubicBezTo>
                    <a:pt x="642866" y="364161"/>
                    <a:pt x="642866" y="364161"/>
                    <a:pt x="639609" y="364161"/>
                  </a:cubicBezTo>
                  <a:cubicBezTo>
                    <a:pt x="639609" y="364161"/>
                    <a:pt x="639609" y="364161"/>
                    <a:pt x="634724" y="362542"/>
                  </a:cubicBezTo>
                  <a:cubicBezTo>
                    <a:pt x="634724" y="360923"/>
                    <a:pt x="633095" y="360923"/>
                    <a:pt x="631467" y="360923"/>
                  </a:cubicBezTo>
                  <a:cubicBezTo>
                    <a:pt x="629838" y="359305"/>
                    <a:pt x="628210" y="357686"/>
                    <a:pt x="628210" y="357686"/>
                  </a:cubicBezTo>
                  <a:cubicBezTo>
                    <a:pt x="628210" y="357686"/>
                    <a:pt x="628210" y="357686"/>
                    <a:pt x="628210" y="354449"/>
                  </a:cubicBezTo>
                  <a:cubicBezTo>
                    <a:pt x="628210" y="354449"/>
                    <a:pt x="628210" y="354449"/>
                    <a:pt x="624953" y="354449"/>
                  </a:cubicBezTo>
                  <a:cubicBezTo>
                    <a:pt x="624953" y="354449"/>
                    <a:pt x="624953" y="354449"/>
                    <a:pt x="624953" y="357686"/>
                  </a:cubicBezTo>
                  <a:cubicBezTo>
                    <a:pt x="624953" y="357686"/>
                    <a:pt x="624953" y="360923"/>
                    <a:pt x="621696" y="359305"/>
                  </a:cubicBezTo>
                  <a:cubicBezTo>
                    <a:pt x="620068" y="359305"/>
                    <a:pt x="618439" y="359305"/>
                    <a:pt x="618439" y="359305"/>
                  </a:cubicBezTo>
                  <a:cubicBezTo>
                    <a:pt x="618439" y="359305"/>
                    <a:pt x="615182" y="359305"/>
                    <a:pt x="615182" y="357686"/>
                  </a:cubicBezTo>
                  <a:cubicBezTo>
                    <a:pt x="613554" y="357686"/>
                    <a:pt x="611925" y="356068"/>
                    <a:pt x="611925" y="354449"/>
                  </a:cubicBezTo>
                  <a:cubicBezTo>
                    <a:pt x="610297" y="352830"/>
                    <a:pt x="608668" y="354449"/>
                    <a:pt x="608668" y="354449"/>
                  </a:cubicBezTo>
                  <a:cubicBezTo>
                    <a:pt x="607040" y="352830"/>
                    <a:pt x="605411" y="351212"/>
                    <a:pt x="605411" y="347974"/>
                  </a:cubicBezTo>
                  <a:cubicBezTo>
                    <a:pt x="603783" y="346356"/>
                    <a:pt x="605411" y="346356"/>
                    <a:pt x="605411" y="344737"/>
                  </a:cubicBezTo>
                  <a:cubicBezTo>
                    <a:pt x="603783" y="341500"/>
                    <a:pt x="602154" y="343119"/>
                    <a:pt x="602154" y="339881"/>
                  </a:cubicBezTo>
                  <a:cubicBezTo>
                    <a:pt x="602154" y="338263"/>
                    <a:pt x="602154" y="339881"/>
                    <a:pt x="600526" y="336644"/>
                  </a:cubicBezTo>
                  <a:cubicBezTo>
                    <a:pt x="597269" y="335025"/>
                    <a:pt x="600526" y="333407"/>
                    <a:pt x="600526" y="333407"/>
                  </a:cubicBezTo>
                  <a:cubicBezTo>
                    <a:pt x="600526" y="331788"/>
                    <a:pt x="600526" y="333407"/>
                    <a:pt x="602154" y="330170"/>
                  </a:cubicBezTo>
                  <a:cubicBezTo>
                    <a:pt x="603783" y="326932"/>
                    <a:pt x="603783" y="328551"/>
                    <a:pt x="607040" y="325314"/>
                  </a:cubicBezTo>
                  <a:cubicBezTo>
                    <a:pt x="608668" y="325314"/>
                    <a:pt x="607040" y="323695"/>
                    <a:pt x="605411" y="320458"/>
                  </a:cubicBezTo>
                  <a:cubicBezTo>
                    <a:pt x="605411" y="318839"/>
                    <a:pt x="605411" y="317220"/>
                    <a:pt x="605411" y="317220"/>
                  </a:cubicBezTo>
                  <a:cubicBezTo>
                    <a:pt x="605411" y="315602"/>
                    <a:pt x="602154" y="315602"/>
                    <a:pt x="602154" y="313983"/>
                  </a:cubicBezTo>
                  <a:cubicBezTo>
                    <a:pt x="600526" y="313983"/>
                    <a:pt x="598897" y="313983"/>
                    <a:pt x="598897" y="312365"/>
                  </a:cubicBezTo>
                  <a:cubicBezTo>
                    <a:pt x="597269" y="310746"/>
                    <a:pt x="597269" y="309127"/>
                    <a:pt x="595641" y="309127"/>
                  </a:cubicBezTo>
                  <a:cubicBezTo>
                    <a:pt x="594012" y="307509"/>
                    <a:pt x="594012" y="309127"/>
                    <a:pt x="592384" y="309127"/>
                  </a:cubicBezTo>
                  <a:cubicBezTo>
                    <a:pt x="590755" y="307509"/>
                    <a:pt x="592384" y="307509"/>
                    <a:pt x="589127" y="305890"/>
                  </a:cubicBezTo>
                  <a:cubicBezTo>
                    <a:pt x="587498" y="304271"/>
                    <a:pt x="589127" y="302653"/>
                    <a:pt x="587498" y="301034"/>
                  </a:cubicBezTo>
                  <a:cubicBezTo>
                    <a:pt x="585870" y="301034"/>
                    <a:pt x="585870" y="299416"/>
                    <a:pt x="584241" y="297797"/>
                  </a:cubicBezTo>
                  <a:cubicBezTo>
                    <a:pt x="582613" y="297797"/>
                    <a:pt x="584241" y="297797"/>
                    <a:pt x="584241" y="296178"/>
                  </a:cubicBezTo>
                  <a:cubicBezTo>
                    <a:pt x="584241" y="294560"/>
                    <a:pt x="584241" y="294560"/>
                    <a:pt x="587498" y="291322"/>
                  </a:cubicBezTo>
                  <a:cubicBezTo>
                    <a:pt x="587498" y="291322"/>
                    <a:pt x="589127" y="291322"/>
                    <a:pt x="590755" y="288085"/>
                  </a:cubicBezTo>
                  <a:cubicBezTo>
                    <a:pt x="590755" y="286467"/>
                    <a:pt x="594012" y="288085"/>
                    <a:pt x="595641" y="288085"/>
                  </a:cubicBezTo>
                  <a:cubicBezTo>
                    <a:pt x="595641" y="288085"/>
                    <a:pt x="598897" y="289704"/>
                    <a:pt x="600526" y="288085"/>
                  </a:cubicBezTo>
                  <a:cubicBezTo>
                    <a:pt x="602154" y="288085"/>
                    <a:pt x="602154" y="286467"/>
                    <a:pt x="603783" y="286467"/>
                  </a:cubicBezTo>
                  <a:cubicBezTo>
                    <a:pt x="605411" y="286467"/>
                    <a:pt x="610297" y="286467"/>
                    <a:pt x="613554" y="284848"/>
                  </a:cubicBezTo>
                  <a:close/>
                  <a:moveTo>
                    <a:pt x="471065" y="282116"/>
                  </a:moveTo>
                  <a:cubicBezTo>
                    <a:pt x="472488" y="281710"/>
                    <a:pt x="473707" y="281710"/>
                    <a:pt x="473707" y="283335"/>
                  </a:cubicBezTo>
                  <a:cubicBezTo>
                    <a:pt x="473707" y="286584"/>
                    <a:pt x="473707" y="288208"/>
                    <a:pt x="473707" y="289832"/>
                  </a:cubicBezTo>
                  <a:cubicBezTo>
                    <a:pt x="473707" y="291457"/>
                    <a:pt x="476958" y="289832"/>
                    <a:pt x="476958" y="291457"/>
                  </a:cubicBezTo>
                  <a:cubicBezTo>
                    <a:pt x="478584" y="291457"/>
                    <a:pt x="483461" y="289832"/>
                    <a:pt x="483461" y="289832"/>
                  </a:cubicBezTo>
                  <a:cubicBezTo>
                    <a:pt x="483461" y="289832"/>
                    <a:pt x="485087" y="288208"/>
                    <a:pt x="486713" y="288208"/>
                  </a:cubicBezTo>
                  <a:cubicBezTo>
                    <a:pt x="489964" y="286584"/>
                    <a:pt x="493216" y="284959"/>
                    <a:pt x="494842" y="286584"/>
                  </a:cubicBezTo>
                  <a:cubicBezTo>
                    <a:pt x="496467" y="289832"/>
                    <a:pt x="499719" y="289832"/>
                    <a:pt x="499719" y="289832"/>
                  </a:cubicBezTo>
                  <a:cubicBezTo>
                    <a:pt x="502970" y="293081"/>
                    <a:pt x="507848" y="289832"/>
                    <a:pt x="507848" y="293081"/>
                  </a:cubicBezTo>
                  <a:cubicBezTo>
                    <a:pt x="506222" y="294706"/>
                    <a:pt x="506222" y="294706"/>
                    <a:pt x="506222" y="296330"/>
                  </a:cubicBezTo>
                  <a:cubicBezTo>
                    <a:pt x="506222" y="297955"/>
                    <a:pt x="504596" y="297955"/>
                    <a:pt x="506222" y="299579"/>
                  </a:cubicBezTo>
                  <a:cubicBezTo>
                    <a:pt x="507848" y="302828"/>
                    <a:pt x="507848" y="299579"/>
                    <a:pt x="507848" y="302828"/>
                  </a:cubicBezTo>
                  <a:cubicBezTo>
                    <a:pt x="507848" y="306077"/>
                    <a:pt x="507848" y="307701"/>
                    <a:pt x="507848" y="310950"/>
                  </a:cubicBezTo>
                  <a:cubicBezTo>
                    <a:pt x="506222" y="314199"/>
                    <a:pt x="507848" y="312574"/>
                    <a:pt x="506222" y="314199"/>
                  </a:cubicBezTo>
                  <a:cubicBezTo>
                    <a:pt x="506222" y="315823"/>
                    <a:pt x="507848" y="315823"/>
                    <a:pt x="507848" y="317448"/>
                  </a:cubicBezTo>
                  <a:cubicBezTo>
                    <a:pt x="509473" y="320696"/>
                    <a:pt x="507848" y="317448"/>
                    <a:pt x="509473" y="320696"/>
                  </a:cubicBezTo>
                  <a:cubicBezTo>
                    <a:pt x="509473" y="320696"/>
                    <a:pt x="509473" y="320696"/>
                    <a:pt x="509473" y="322321"/>
                  </a:cubicBezTo>
                  <a:cubicBezTo>
                    <a:pt x="512725" y="325570"/>
                    <a:pt x="514351" y="323945"/>
                    <a:pt x="512725" y="325570"/>
                  </a:cubicBezTo>
                  <a:cubicBezTo>
                    <a:pt x="511099" y="327194"/>
                    <a:pt x="509473" y="325570"/>
                    <a:pt x="511099" y="328818"/>
                  </a:cubicBezTo>
                  <a:cubicBezTo>
                    <a:pt x="512725" y="332067"/>
                    <a:pt x="512725" y="332067"/>
                    <a:pt x="512725" y="333692"/>
                  </a:cubicBezTo>
                  <a:cubicBezTo>
                    <a:pt x="511099" y="335316"/>
                    <a:pt x="507848" y="335316"/>
                    <a:pt x="507848" y="333692"/>
                  </a:cubicBezTo>
                  <a:cubicBezTo>
                    <a:pt x="506222" y="332067"/>
                    <a:pt x="506222" y="330443"/>
                    <a:pt x="506222" y="330443"/>
                  </a:cubicBezTo>
                  <a:cubicBezTo>
                    <a:pt x="501345" y="332067"/>
                    <a:pt x="501345" y="325570"/>
                    <a:pt x="501345" y="332067"/>
                  </a:cubicBezTo>
                  <a:cubicBezTo>
                    <a:pt x="501345" y="336941"/>
                    <a:pt x="499719" y="336941"/>
                    <a:pt x="501345" y="336941"/>
                  </a:cubicBezTo>
                  <a:cubicBezTo>
                    <a:pt x="504596" y="338565"/>
                    <a:pt x="504596" y="335316"/>
                    <a:pt x="506222" y="336941"/>
                  </a:cubicBezTo>
                  <a:cubicBezTo>
                    <a:pt x="506222" y="340189"/>
                    <a:pt x="507848" y="335316"/>
                    <a:pt x="506222" y="340189"/>
                  </a:cubicBezTo>
                  <a:cubicBezTo>
                    <a:pt x="504596" y="345063"/>
                    <a:pt x="502970" y="345063"/>
                    <a:pt x="501345" y="345063"/>
                  </a:cubicBezTo>
                  <a:cubicBezTo>
                    <a:pt x="499719" y="346687"/>
                    <a:pt x="498093" y="346687"/>
                    <a:pt x="498093" y="348312"/>
                  </a:cubicBezTo>
                  <a:cubicBezTo>
                    <a:pt x="496467" y="349936"/>
                    <a:pt x="491590" y="349936"/>
                    <a:pt x="491590" y="349936"/>
                  </a:cubicBezTo>
                  <a:cubicBezTo>
                    <a:pt x="491590" y="349936"/>
                    <a:pt x="489964" y="348312"/>
                    <a:pt x="488339" y="348312"/>
                  </a:cubicBezTo>
                  <a:cubicBezTo>
                    <a:pt x="486713" y="348312"/>
                    <a:pt x="486713" y="348312"/>
                    <a:pt x="485087" y="348312"/>
                  </a:cubicBezTo>
                  <a:cubicBezTo>
                    <a:pt x="481836" y="348312"/>
                    <a:pt x="481836" y="346687"/>
                    <a:pt x="480210" y="348312"/>
                  </a:cubicBezTo>
                  <a:cubicBezTo>
                    <a:pt x="478584" y="348312"/>
                    <a:pt x="476958" y="346687"/>
                    <a:pt x="475333" y="348312"/>
                  </a:cubicBezTo>
                  <a:cubicBezTo>
                    <a:pt x="475333" y="348312"/>
                    <a:pt x="475333" y="348312"/>
                    <a:pt x="472081" y="349936"/>
                  </a:cubicBezTo>
                  <a:cubicBezTo>
                    <a:pt x="468830" y="349936"/>
                    <a:pt x="457449" y="348312"/>
                    <a:pt x="457449" y="348312"/>
                  </a:cubicBezTo>
                  <a:cubicBezTo>
                    <a:pt x="457449" y="348312"/>
                    <a:pt x="457449" y="348312"/>
                    <a:pt x="455823" y="341814"/>
                  </a:cubicBezTo>
                  <a:cubicBezTo>
                    <a:pt x="455823" y="341814"/>
                    <a:pt x="457449" y="338565"/>
                    <a:pt x="455823" y="336941"/>
                  </a:cubicBezTo>
                  <a:cubicBezTo>
                    <a:pt x="455823" y="336941"/>
                    <a:pt x="452572" y="332067"/>
                    <a:pt x="452572" y="332067"/>
                  </a:cubicBezTo>
                  <a:cubicBezTo>
                    <a:pt x="452572" y="332067"/>
                    <a:pt x="452572" y="332067"/>
                    <a:pt x="455823" y="328818"/>
                  </a:cubicBezTo>
                  <a:cubicBezTo>
                    <a:pt x="455823" y="328818"/>
                    <a:pt x="459075" y="325570"/>
                    <a:pt x="460701" y="327194"/>
                  </a:cubicBezTo>
                  <a:cubicBezTo>
                    <a:pt x="460701" y="327194"/>
                    <a:pt x="465578" y="322321"/>
                    <a:pt x="462326" y="323945"/>
                  </a:cubicBezTo>
                  <a:cubicBezTo>
                    <a:pt x="459075" y="325570"/>
                    <a:pt x="455823" y="323945"/>
                    <a:pt x="455823" y="323945"/>
                  </a:cubicBezTo>
                  <a:cubicBezTo>
                    <a:pt x="454198" y="325570"/>
                    <a:pt x="450946" y="325570"/>
                    <a:pt x="450946" y="325570"/>
                  </a:cubicBezTo>
                  <a:cubicBezTo>
                    <a:pt x="450946" y="327194"/>
                    <a:pt x="449320" y="327194"/>
                    <a:pt x="447695" y="328818"/>
                  </a:cubicBezTo>
                  <a:cubicBezTo>
                    <a:pt x="446069" y="330443"/>
                    <a:pt x="446069" y="327194"/>
                    <a:pt x="442817" y="328818"/>
                  </a:cubicBezTo>
                  <a:cubicBezTo>
                    <a:pt x="439566" y="328818"/>
                    <a:pt x="436314" y="328818"/>
                    <a:pt x="436314" y="328818"/>
                  </a:cubicBezTo>
                  <a:cubicBezTo>
                    <a:pt x="431437" y="325570"/>
                    <a:pt x="434689" y="325570"/>
                    <a:pt x="429811" y="325570"/>
                  </a:cubicBezTo>
                  <a:cubicBezTo>
                    <a:pt x="426560" y="327194"/>
                    <a:pt x="426560" y="327194"/>
                    <a:pt x="424934" y="328818"/>
                  </a:cubicBezTo>
                  <a:cubicBezTo>
                    <a:pt x="423308" y="330443"/>
                    <a:pt x="426560" y="330443"/>
                    <a:pt x="421682" y="330443"/>
                  </a:cubicBezTo>
                  <a:cubicBezTo>
                    <a:pt x="415179" y="328818"/>
                    <a:pt x="411928" y="330443"/>
                    <a:pt x="413554" y="327194"/>
                  </a:cubicBezTo>
                  <a:cubicBezTo>
                    <a:pt x="413554" y="323945"/>
                    <a:pt x="413554" y="325570"/>
                    <a:pt x="413554" y="323945"/>
                  </a:cubicBezTo>
                  <a:cubicBezTo>
                    <a:pt x="415179" y="322321"/>
                    <a:pt x="415179" y="320696"/>
                    <a:pt x="415179" y="320696"/>
                  </a:cubicBezTo>
                  <a:cubicBezTo>
                    <a:pt x="415179" y="320696"/>
                    <a:pt x="415179" y="320696"/>
                    <a:pt x="411928" y="319072"/>
                  </a:cubicBezTo>
                  <a:cubicBezTo>
                    <a:pt x="411928" y="319072"/>
                    <a:pt x="408676" y="319072"/>
                    <a:pt x="408676" y="319072"/>
                  </a:cubicBezTo>
                  <a:cubicBezTo>
                    <a:pt x="408676" y="319072"/>
                    <a:pt x="408676" y="319072"/>
                    <a:pt x="403799" y="319072"/>
                  </a:cubicBezTo>
                  <a:cubicBezTo>
                    <a:pt x="403799" y="319072"/>
                    <a:pt x="400548" y="317448"/>
                    <a:pt x="400548" y="315823"/>
                  </a:cubicBezTo>
                  <a:cubicBezTo>
                    <a:pt x="400548" y="314199"/>
                    <a:pt x="397296" y="317448"/>
                    <a:pt x="397296" y="317448"/>
                  </a:cubicBezTo>
                  <a:cubicBezTo>
                    <a:pt x="397296" y="317448"/>
                    <a:pt x="395670" y="314199"/>
                    <a:pt x="395670" y="312574"/>
                  </a:cubicBezTo>
                  <a:cubicBezTo>
                    <a:pt x="395670" y="312574"/>
                    <a:pt x="397296" y="309325"/>
                    <a:pt x="395670" y="309325"/>
                  </a:cubicBezTo>
                  <a:cubicBezTo>
                    <a:pt x="394045" y="310950"/>
                    <a:pt x="387542" y="310950"/>
                    <a:pt x="387542" y="310950"/>
                  </a:cubicBezTo>
                  <a:cubicBezTo>
                    <a:pt x="385916" y="310950"/>
                    <a:pt x="381039" y="314199"/>
                    <a:pt x="384290" y="307701"/>
                  </a:cubicBezTo>
                  <a:cubicBezTo>
                    <a:pt x="385916" y="301203"/>
                    <a:pt x="387542" y="301203"/>
                    <a:pt x="385916" y="299579"/>
                  </a:cubicBezTo>
                  <a:cubicBezTo>
                    <a:pt x="384290" y="297955"/>
                    <a:pt x="381039" y="297955"/>
                    <a:pt x="381039" y="294706"/>
                  </a:cubicBezTo>
                  <a:cubicBezTo>
                    <a:pt x="381039" y="291457"/>
                    <a:pt x="379413" y="289832"/>
                    <a:pt x="381039" y="288208"/>
                  </a:cubicBezTo>
                  <a:cubicBezTo>
                    <a:pt x="381039" y="286584"/>
                    <a:pt x="395670" y="286584"/>
                    <a:pt x="397296" y="288208"/>
                  </a:cubicBezTo>
                  <a:cubicBezTo>
                    <a:pt x="400548" y="291457"/>
                    <a:pt x="402173" y="291457"/>
                    <a:pt x="403799" y="293081"/>
                  </a:cubicBezTo>
                  <a:cubicBezTo>
                    <a:pt x="403799" y="293081"/>
                    <a:pt x="407051" y="291457"/>
                    <a:pt x="407051" y="294706"/>
                  </a:cubicBezTo>
                  <a:cubicBezTo>
                    <a:pt x="407051" y="296330"/>
                    <a:pt x="407051" y="296330"/>
                    <a:pt x="408676" y="297955"/>
                  </a:cubicBezTo>
                  <a:cubicBezTo>
                    <a:pt x="410302" y="297955"/>
                    <a:pt x="413554" y="297955"/>
                    <a:pt x="415179" y="299579"/>
                  </a:cubicBezTo>
                  <a:cubicBezTo>
                    <a:pt x="416805" y="302828"/>
                    <a:pt x="415179" y="302828"/>
                    <a:pt x="416805" y="304452"/>
                  </a:cubicBezTo>
                  <a:cubicBezTo>
                    <a:pt x="420057" y="307701"/>
                    <a:pt x="418431" y="304452"/>
                    <a:pt x="420057" y="307701"/>
                  </a:cubicBezTo>
                  <a:cubicBezTo>
                    <a:pt x="420057" y="309325"/>
                    <a:pt x="420057" y="306077"/>
                    <a:pt x="420057" y="309325"/>
                  </a:cubicBezTo>
                  <a:cubicBezTo>
                    <a:pt x="421682" y="312574"/>
                    <a:pt x="423308" y="309325"/>
                    <a:pt x="423308" y="310950"/>
                  </a:cubicBezTo>
                  <a:cubicBezTo>
                    <a:pt x="424934" y="312574"/>
                    <a:pt x="429811" y="310950"/>
                    <a:pt x="429811" y="310950"/>
                  </a:cubicBezTo>
                  <a:cubicBezTo>
                    <a:pt x="429811" y="310950"/>
                    <a:pt x="428186" y="314199"/>
                    <a:pt x="429811" y="314199"/>
                  </a:cubicBezTo>
                  <a:cubicBezTo>
                    <a:pt x="433063" y="317448"/>
                    <a:pt x="433063" y="315823"/>
                    <a:pt x="434689" y="317448"/>
                  </a:cubicBezTo>
                  <a:cubicBezTo>
                    <a:pt x="434689" y="319072"/>
                    <a:pt x="434689" y="317448"/>
                    <a:pt x="436314" y="319072"/>
                  </a:cubicBezTo>
                  <a:cubicBezTo>
                    <a:pt x="437940" y="320696"/>
                    <a:pt x="439566" y="319072"/>
                    <a:pt x="439566" y="319072"/>
                  </a:cubicBezTo>
                  <a:cubicBezTo>
                    <a:pt x="439566" y="319072"/>
                    <a:pt x="444443" y="320696"/>
                    <a:pt x="444443" y="319072"/>
                  </a:cubicBezTo>
                  <a:cubicBezTo>
                    <a:pt x="444443" y="319072"/>
                    <a:pt x="437940" y="315823"/>
                    <a:pt x="437940" y="315823"/>
                  </a:cubicBezTo>
                  <a:cubicBezTo>
                    <a:pt x="437940" y="314199"/>
                    <a:pt x="436314" y="310950"/>
                    <a:pt x="436314" y="310950"/>
                  </a:cubicBezTo>
                  <a:cubicBezTo>
                    <a:pt x="436314" y="310950"/>
                    <a:pt x="434689" y="310950"/>
                    <a:pt x="433063" y="310950"/>
                  </a:cubicBezTo>
                  <a:cubicBezTo>
                    <a:pt x="431437" y="310950"/>
                    <a:pt x="431437" y="309325"/>
                    <a:pt x="429811" y="307701"/>
                  </a:cubicBezTo>
                  <a:cubicBezTo>
                    <a:pt x="426560" y="306077"/>
                    <a:pt x="423308" y="304452"/>
                    <a:pt x="423308" y="302828"/>
                  </a:cubicBezTo>
                  <a:cubicBezTo>
                    <a:pt x="426560" y="299579"/>
                    <a:pt x="424934" y="297955"/>
                    <a:pt x="426560" y="296330"/>
                  </a:cubicBezTo>
                  <a:cubicBezTo>
                    <a:pt x="428186" y="294706"/>
                    <a:pt x="429811" y="293081"/>
                    <a:pt x="431437" y="294706"/>
                  </a:cubicBezTo>
                  <a:cubicBezTo>
                    <a:pt x="433063" y="294706"/>
                    <a:pt x="434689" y="296330"/>
                    <a:pt x="436314" y="296330"/>
                  </a:cubicBezTo>
                  <a:cubicBezTo>
                    <a:pt x="437940" y="297955"/>
                    <a:pt x="439566" y="293081"/>
                    <a:pt x="442817" y="297955"/>
                  </a:cubicBezTo>
                  <a:cubicBezTo>
                    <a:pt x="444443" y="301203"/>
                    <a:pt x="447695" y="301203"/>
                    <a:pt x="447695" y="302828"/>
                  </a:cubicBezTo>
                  <a:cubicBezTo>
                    <a:pt x="447695" y="304452"/>
                    <a:pt x="452572" y="304452"/>
                    <a:pt x="452572" y="306077"/>
                  </a:cubicBezTo>
                  <a:cubicBezTo>
                    <a:pt x="452572" y="307701"/>
                    <a:pt x="457449" y="307701"/>
                    <a:pt x="457449" y="307701"/>
                  </a:cubicBezTo>
                  <a:cubicBezTo>
                    <a:pt x="457449" y="309325"/>
                    <a:pt x="459075" y="309325"/>
                    <a:pt x="460701" y="310950"/>
                  </a:cubicBezTo>
                  <a:cubicBezTo>
                    <a:pt x="465578" y="312574"/>
                    <a:pt x="467204" y="312574"/>
                    <a:pt x="467204" y="312574"/>
                  </a:cubicBezTo>
                  <a:cubicBezTo>
                    <a:pt x="467204" y="312574"/>
                    <a:pt x="467204" y="312574"/>
                    <a:pt x="467204" y="310950"/>
                  </a:cubicBezTo>
                  <a:cubicBezTo>
                    <a:pt x="467204" y="310950"/>
                    <a:pt x="463952" y="310950"/>
                    <a:pt x="463952" y="307701"/>
                  </a:cubicBezTo>
                  <a:cubicBezTo>
                    <a:pt x="463952" y="304452"/>
                    <a:pt x="460701" y="304452"/>
                    <a:pt x="460701" y="302828"/>
                  </a:cubicBezTo>
                  <a:cubicBezTo>
                    <a:pt x="460701" y="301203"/>
                    <a:pt x="459075" y="299579"/>
                    <a:pt x="457449" y="299579"/>
                  </a:cubicBezTo>
                  <a:cubicBezTo>
                    <a:pt x="455823" y="299579"/>
                    <a:pt x="454198" y="299579"/>
                    <a:pt x="452572" y="297955"/>
                  </a:cubicBezTo>
                  <a:cubicBezTo>
                    <a:pt x="450946" y="297955"/>
                    <a:pt x="447695" y="299579"/>
                    <a:pt x="447695" y="297955"/>
                  </a:cubicBezTo>
                  <a:cubicBezTo>
                    <a:pt x="449320" y="294706"/>
                    <a:pt x="447695" y="294706"/>
                    <a:pt x="447695" y="293081"/>
                  </a:cubicBezTo>
                  <a:cubicBezTo>
                    <a:pt x="446069" y="291457"/>
                    <a:pt x="444443" y="291457"/>
                    <a:pt x="442817" y="291457"/>
                  </a:cubicBezTo>
                  <a:cubicBezTo>
                    <a:pt x="442817" y="291457"/>
                    <a:pt x="439566" y="291457"/>
                    <a:pt x="437940" y="291457"/>
                  </a:cubicBezTo>
                  <a:cubicBezTo>
                    <a:pt x="436314" y="291457"/>
                    <a:pt x="439566" y="284959"/>
                    <a:pt x="441192" y="284959"/>
                  </a:cubicBezTo>
                  <a:cubicBezTo>
                    <a:pt x="442817" y="286584"/>
                    <a:pt x="447695" y="283335"/>
                    <a:pt x="449320" y="283335"/>
                  </a:cubicBezTo>
                  <a:cubicBezTo>
                    <a:pt x="450946" y="284959"/>
                    <a:pt x="447695" y="288208"/>
                    <a:pt x="449320" y="288208"/>
                  </a:cubicBezTo>
                  <a:cubicBezTo>
                    <a:pt x="452572" y="288208"/>
                    <a:pt x="457449" y="283335"/>
                    <a:pt x="457449" y="283335"/>
                  </a:cubicBezTo>
                  <a:cubicBezTo>
                    <a:pt x="460701" y="283335"/>
                    <a:pt x="460701" y="284959"/>
                    <a:pt x="460701" y="286584"/>
                  </a:cubicBezTo>
                  <a:cubicBezTo>
                    <a:pt x="462326" y="288208"/>
                    <a:pt x="465578" y="286584"/>
                    <a:pt x="465578" y="286584"/>
                  </a:cubicBezTo>
                  <a:cubicBezTo>
                    <a:pt x="465578" y="286584"/>
                    <a:pt x="465578" y="281710"/>
                    <a:pt x="467204" y="283335"/>
                  </a:cubicBezTo>
                  <a:cubicBezTo>
                    <a:pt x="468017" y="283335"/>
                    <a:pt x="469643" y="282523"/>
                    <a:pt x="471065" y="282116"/>
                  </a:cubicBezTo>
                  <a:close/>
                  <a:moveTo>
                    <a:pt x="301777" y="280114"/>
                  </a:moveTo>
                  <a:cubicBezTo>
                    <a:pt x="305022" y="280114"/>
                    <a:pt x="305022" y="280114"/>
                    <a:pt x="308267" y="280114"/>
                  </a:cubicBezTo>
                  <a:cubicBezTo>
                    <a:pt x="311512" y="280114"/>
                    <a:pt x="311512" y="278498"/>
                    <a:pt x="311512" y="281730"/>
                  </a:cubicBezTo>
                  <a:cubicBezTo>
                    <a:pt x="313135" y="286577"/>
                    <a:pt x="313135" y="286577"/>
                    <a:pt x="313135" y="289809"/>
                  </a:cubicBezTo>
                  <a:cubicBezTo>
                    <a:pt x="313135" y="296272"/>
                    <a:pt x="314758" y="294657"/>
                    <a:pt x="314758" y="297888"/>
                  </a:cubicBezTo>
                  <a:cubicBezTo>
                    <a:pt x="318003" y="302736"/>
                    <a:pt x="318003" y="301120"/>
                    <a:pt x="318003" y="304352"/>
                  </a:cubicBezTo>
                  <a:cubicBezTo>
                    <a:pt x="316380" y="305968"/>
                    <a:pt x="314758" y="304352"/>
                    <a:pt x="316380" y="305968"/>
                  </a:cubicBezTo>
                  <a:cubicBezTo>
                    <a:pt x="318003" y="309199"/>
                    <a:pt x="324493" y="307583"/>
                    <a:pt x="326115" y="309199"/>
                  </a:cubicBezTo>
                  <a:cubicBezTo>
                    <a:pt x="327738" y="310815"/>
                    <a:pt x="330983" y="309199"/>
                    <a:pt x="327738" y="312431"/>
                  </a:cubicBezTo>
                  <a:cubicBezTo>
                    <a:pt x="324493" y="315663"/>
                    <a:pt x="321248" y="315663"/>
                    <a:pt x="322870" y="315663"/>
                  </a:cubicBezTo>
                  <a:cubicBezTo>
                    <a:pt x="326115" y="315663"/>
                    <a:pt x="330983" y="314047"/>
                    <a:pt x="330983" y="314047"/>
                  </a:cubicBezTo>
                  <a:cubicBezTo>
                    <a:pt x="332605" y="314047"/>
                    <a:pt x="335850" y="312431"/>
                    <a:pt x="337473" y="314047"/>
                  </a:cubicBezTo>
                  <a:cubicBezTo>
                    <a:pt x="337473" y="314047"/>
                    <a:pt x="340718" y="315663"/>
                    <a:pt x="342340" y="317279"/>
                  </a:cubicBezTo>
                  <a:cubicBezTo>
                    <a:pt x="342340" y="318894"/>
                    <a:pt x="343963" y="314047"/>
                    <a:pt x="343963" y="312431"/>
                  </a:cubicBezTo>
                  <a:cubicBezTo>
                    <a:pt x="345585" y="312431"/>
                    <a:pt x="345585" y="310815"/>
                    <a:pt x="347208" y="310815"/>
                  </a:cubicBezTo>
                  <a:cubicBezTo>
                    <a:pt x="347208" y="310815"/>
                    <a:pt x="356943" y="309199"/>
                    <a:pt x="356943" y="309199"/>
                  </a:cubicBezTo>
                  <a:cubicBezTo>
                    <a:pt x="358566" y="310815"/>
                    <a:pt x="365056" y="310815"/>
                    <a:pt x="366678" y="312431"/>
                  </a:cubicBezTo>
                  <a:cubicBezTo>
                    <a:pt x="366678" y="314047"/>
                    <a:pt x="368301" y="314047"/>
                    <a:pt x="368301" y="317279"/>
                  </a:cubicBezTo>
                  <a:cubicBezTo>
                    <a:pt x="368301" y="320510"/>
                    <a:pt x="368301" y="318894"/>
                    <a:pt x="368301" y="322126"/>
                  </a:cubicBezTo>
                  <a:cubicBezTo>
                    <a:pt x="366678" y="325358"/>
                    <a:pt x="366678" y="323742"/>
                    <a:pt x="365056" y="325358"/>
                  </a:cubicBezTo>
                  <a:cubicBezTo>
                    <a:pt x="365056" y="328590"/>
                    <a:pt x="365056" y="322126"/>
                    <a:pt x="365056" y="328590"/>
                  </a:cubicBezTo>
                  <a:cubicBezTo>
                    <a:pt x="363433" y="333437"/>
                    <a:pt x="363433" y="336669"/>
                    <a:pt x="361811" y="336669"/>
                  </a:cubicBezTo>
                  <a:cubicBezTo>
                    <a:pt x="356943" y="339901"/>
                    <a:pt x="356943" y="336669"/>
                    <a:pt x="356943" y="339901"/>
                  </a:cubicBezTo>
                  <a:cubicBezTo>
                    <a:pt x="358566" y="343132"/>
                    <a:pt x="361811" y="343132"/>
                    <a:pt x="356943" y="344748"/>
                  </a:cubicBezTo>
                  <a:cubicBezTo>
                    <a:pt x="353698" y="346364"/>
                    <a:pt x="352076" y="346364"/>
                    <a:pt x="352076" y="346364"/>
                  </a:cubicBezTo>
                  <a:cubicBezTo>
                    <a:pt x="352076" y="347980"/>
                    <a:pt x="348830" y="347980"/>
                    <a:pt x="347208" y="349596"/>
                  </a:cubicBezTo>
                  <a:cubicBezTo>
                    <a:pt x="345585" y="351212"/>
                    <a:pt x="343963" y="349596"/>
                    <a:pt x="342340" y="349596"/>
                  </a:cubicBezTo>
                  <a:cubicBezTo>
                    <a:pt x="340718" y="349596"/>
                    <a:pt x="339095" y="349596"/>
                    <a:pt x="339095" y="351212"/>
                  </a:cubicBezTo>
                  <a:cubicBezTo>
                    <a:pt x="337473" y="351212"/>
                    <a:pt x="337473" y="351212"/>
                    <a:pt x="334228" y="351212"/>
                  </a:cubicBezTo>
                  <a:cubicBezTo>
                    <a:pt x="330983" y="351212"/>
                    <a:pt x="329360" y="352827"/>
                    <a:pt x="329360" y="349596"/>
                  </a:cubicBezTo>
                  <a:cubicBezTo>
                    <a:pt x="329360" y="347980"/>
                    <a:pt x="329360" y="346364"/>
                    <a:pt x="327738" y="346364"/>
                  </a:cubicBezTo>
                  <a:cubicBezTo>
                    <a:pt x="326115" y="346364"/>
                    <a:pt x="324493" y="344748"/>
                    <a:pt x="322870" y="347980"/>
                  </a:cubicBezTo>
                  <a:cubicBezTo>
                    <a:pt x="321248" y="349596"/>
                    <a:pt x="319625" y="351212"/>
                    <a:pt x="319625" y="351212"/>
                  </a:cubicBezTo>
                  <a:cubicBezTo>
                    <a:pt x="319625" y="351212"/>
                    <a:pt x="316380" y="349596"/>
                    <a:pt x="316380" y="349596"/>
                  </a:cubicBezTo>
                  <a:cubicBezTo>
                    <a:pt x="314758" y="349596"/>
                    <a:pt x="311512" y="347980"/>
                    <a:pt x="311512" y="347980"/>
                  </a:cubicBezTo>
                  <a:cubicBezTo>
                    <a:pt x="306645" y="347980"/>
                    <a:pt x="301777" y="347980"/>
                    <a:pt x="301777" y="349596"/>
                  </a:cubicBezTo>
                  <a:cubicBezTo>
                    <a:pt x="301777" y="349596"/>
                    <a:pt x="303400" y="346364"/>
                    <a:pt x="298532" y="349596"/>
                  </a:cubicBezTo>
                  <a:cubicBezTo>
                    <a:pt x="293665" y="354443"/>
                    <a:pt x="293665" y="352827"/>
                    <a:pt x="292042" y="354443"/>
                  </a:cubicBezTo>
                  <a:cubicBezTo>
                    <a:pt x="290420" y="354443"/>
                    <a:pt x="293665" y="352827"/>
                    <a:pt x="288797" y="354443"/>
                  </a:cubicBezTo>
                  <a:cubicBezTo>
                    <a:pt x="282307" y="354443"/>
                    <a:pt x="280685" y="356059"/>
                    <a:pt x="280685" y="356059"/>
                  </a:cubicBezTo>
                  <a:cubicBezTo>
                    <a:pt x="280685" y="356059"/>
                    <a:pt x="282307" y="354443"/>
                    <a:pt x="280685" y="354443"/>
                  </a:cubicBezTo>
                  <a:cubicBezTo>
                    <a:pt x="277440" y="356059"/>
                    <a:pt x="279062" y="354443"/>
                    <a:pt x="279062" y="354443"/>
                  </a:cubicBezTo>
                  <a:cubicBezTo>
                    <a:pt x="279062" y="354443"/>
                    <a:pt x="279062" y="354443"/>
                    <a:pt x="272572" y="357675"/>
                  </a:cubicBezTo>
                  <a:cubicBezTo>
                    <a:pt x="272572" y="357675"/>
                    <a:pt x="270949" y="357675"/>
                    <a:pt x="269327" y="359291"/>
                  </a:cubicBezTo>
                  <a:cubicBezTo>
                    <a:pt x="267704" y="360907"/>
                    <a:pt x="262837" y="364138"/>
                    <a:pt x="256347" y="364138"/>
                  </a:cubicBezTo>
                  <a:cubicBezTo>
                    <a:pt x="251479" y="365754"/>
                    <a:pt x="243367" y="367370"/>
                    <a:pt x="241744" y="367370"/>
                  </a:cubicBezTo>
                  <a:cubicBezTo>
                    <a:pt x="240122" y="367370"/>
                    <a:pt x="235254" y="368986"/>
                    <a:pt x="232009" y="368986"/>
                  </a:cubicBezTo>
                  <a:cubicBezTo>
                    <a:pt x="228764" y="368986"/>
                    <a:pt x="225519" y="368986"/>
                    <a:pt x="222274" y="367370"/>
                  </a:cubicBezTo>
                  <a:cubicBezTo>
                    <a:pt x="220651" y="365754"/>
                    <a:pt x="215784" y="364138"/>
                    <a:pt x="214161" y="364138"/>
                  </a:cubicBezTo>
                  <a:cubicBezTo>
                    <a:pt x="210916" y="364138"/>
                    <a:pt x="209294" y="362523"/>
                    <a:pt x="209294" y="360907"/>
                  </a:cubicBezTo>
                  <a:cubicBezTo>
                    <a:pt x="207671" y="360907"/>
                    <a:pt x="199559" y="360907"/>
                    <a:pt x="207671" y="357675"/>
                  </a:cubicBezTo>
                  <a:cubicBezTo>
                    <a:pt x="215784" y="354443"/>
                    <a:pt x="217406" y="352827"/>
                    <a:pt x="220651" y="352827"/>
                  </a:cubicBezTo>
                  <a:cubicBezTo>
                    <a:pt x="222274" y="352827"/>
                    <a:pt x="225519" y="351212"/>
                    <a:pt x="225519" y="351212"/>
                  </a:cubicBezTo>
                  <a:cubicBezTo>
                    <a:pt x="227141" y="351212"/>
                    <a:pt x="230386" y="347980"/>
                    <a:pt x="232009" y="347980"/>
                  </a:cubicBezTo>
                  <a:cubicBezTo>
                    <a:pt x="233632" y="347980"/>
                    <a:pt x="238499" y="346364"/>
                    <a:pt x="238499" y="346364"/>
                  </a:cubicBezTo>
                  <a:cubicBezTo>
                    <a:pt x="238499" y="346364"/>
                    <a:pt x="249857" y="346364"/>
                    <a:pt x="249857" y="346364"/>
                  </a:cubicBezTo>
                  <a:cubicBezTo>
                    <a:pt x="251479" y="346364"/>
                    <a:pt x="256347" y="344748"/>
                    <a:pt x="257969" y="344748"/>
                  </a:cubicBezTo>
                  <a:cubicBezTo>
                    <a:pt x="257969" y="344748"/>
                    <a:pt x="259592" y="343132"/>
                    <a:pt x="261214" y="343132"/>
                  </a:cubicBezTo>
                  <a:cubicBezTo>
                    <a:pt x="262837" y="343132"/>
                    <a:pt x="266082" y="341516"/>
                    <a:pt x="267704" y="339901"/>
                  </a:cubicBezTo>
                  <a:cubicBezTo>
                    <a:pt x="269327" y="336669"/>
                    <a:pt x="269327" y="335053"/>
                    <a:pt x="267704" y="336669"/>
                  </a:cubicBezTo>
                  <a:cubicBezTo>
                    <a:pt x="266082" y="336669"/>
                    <a:pt x="264459" y="336669"/>
                    <a:pt x="262837" y="338285"/>
                  </a:cubicBezTo>
                  <a:cubicBezTo>
                    <a:pt x="261214" y="339901"/>
                    <a:pt x="257969" y="339901"/>
                    <a:pt x="257969" y="339901"/>
                  </a:cubicBezTo>
                  <a:cubicBezTo>
                    <a:pt x="256347" y="341516"/>
                    <a:pt x="256347" y="338285"/>
                    <a:pt x="254724" y="341516"/>
                  </a:cubicBezTo>
                  <a:cubicBezTo>
                    <a:pt x="253102" y="344748"/>
                    <a:pt x="249857" y="344748"/>
                    <a:pt x="248234" y="344748"/>
                  </a:cubicBezTo>
                  <a:cubicBezTo>
                    <a:pt x="248234" y="344748"/>
                    <a:pt x="246612" y="341516"/>
                    <a:pt x="244989" y="341516"/>
                  </a:cubicBezTo>
                  <a:cubicBezTo>
                    <a:pt x="243367" y="341516"/>
                    <a:pt x="243367" y="341516"/>
                    <a:pt x="241744" y="341516"/>
                  </a:cubicBezTo>
                  <a:cubicBezTo>
                    <a:pt x="241744" y="339901"/>
                    <a:pt x="241744" y="339901"/>
                    <a:pt x="238499" y="339901"/>
                  </a:cubicBezTo>
                  <a:cubicBezTo>
                    <a:pt x="236877" y="341516"/>
                    <a:pt x="235254" y="341516"/>
                    <a:pt x="233632" y="343132"/>
                  </a:cubicBezTo>
                  <a:cubicBezTo>
                    <a:pt x="233632" y="344748"/>
                    <a:pt x="233632" y="344748"/>
                    <a:pt x="230386" y="343132"/>
                  </a:cubicBezTo>
                  <a:cubicBezTo>
                    <a:pt x="227141" y="343132"/>
                    <a:pt x="225519" y="339901"/>
                    <a:pt x="225519" y="344748"/>
                  </a:cubicBezTo>
                  <a:cubicBezTo>
                    <a:pt x="225519" y="347980"/>
                    <a:pt x="227141" y="349596"/>
                    <a:pt x="220651" y="347980"/>
                  </a:cubicBezTo>
                  <a:cubicBezTo>
                    <a:pt x="215784" y="346364"/>
                    <a:pt x="215784" y="346364"/>
                    <a:pt x="215784" y="346364"/>
                  </a:cubicBezTo>
                  <a:cubicBezTo>
                    <a:pt x="215784" y="346364"/>
                    <a:pt x="214161" y="344748"/>
                    <a:pt x="215784" y="343132"/>
                  </a:cubicBezTo>
                  <a:cubicBezTo>
                    <a:pt x="217406" y="339901"/>
                    <a:pt x="219029" y="336669"/>
                    <a:pt x="219029" y="336669"/>
                  </a:cubicBezTo>
                  <a:cubicBezTo>
                    <a:pt x="219029" y="336669"/>
                    <a:pt x="212539" y="331821"/>
                    <a:pt x="212539" y="333437"/>
                  </a:cubicBezTo>
                  <a:cubicBezTo>
                    <a:pt x="210916" y="339901"/>
                    <a:pt x="212539" y="341516"/>
                    <a:pt x="210916" y="341516"/>
                  </a:cubicBezTo>
                  <a:cubicBezTo>
                    <a:pt x="209294" y="341516"/>
                    <a:pt x="206049" y="338285"/>
                    <a:pt x="206049" y="339901"/>
                  </a:cubicBezTo>
                  <a:cubicBezTo>
                    <a:pt x="206049" y="341516"/>
                    <a:pt x="207671" y="343132"/>
                    <a:pt x="206049" y="344748"/>
                  </a:cubicBezTo>
                  <a:cubicBezTo>
                    <a:pt x="206049" y="346364"/>
                    <a:pt x="202804" y="347980"/>
                    <a:pt x="201181" y="347980"/>
                  </a:cubicBezTo>
                  <a:cubicBezTo>
                    <a:pt x="201181" y="346364"/>
                    <a:pt x="191446" y="347980"/>
                    <a:pt x="191446" y="347980"/>
                  </a:cubicBezTo>
                  <a:cubicBezTo>
                    <a:pt x="189823" y="346364"/>
                    <a:pt x="188201" y="347980"/>
                    <a:pt x="188201" y="346364"/>
                  </a:cubicBezTo>
                  <a:cubicBezTo>
                    <a:pt x="188201" y="344748"/>
                    <a:pt x="186578" y="343132"/>
                    <a:pt x="184956" y="344748"/>
                  </a:cubicBezTo>
                  <a:cubicBezTo>
                    <a:pt x="180088" y="346364"/>
                    <a:pt x="181711" y="344748"/>
                    <a:pt x="180088" y="346364"/>
                  </a:cubicBezTo>
                  <a:cubicBezTo>
                    <a:pt x="180088" y="347980"/>
                    <a:pt x="176843" y="346364"/>
                    <a:pt x="176843" y="346364"/>
                  </a:cubicBezTo>
                  <a:cubicBezTo>
                    <a:pt x="176843" y="346364"/>
                    <a:pt x="173598" y="343132"/>
                    <a:pt x="171976" y="343132"/>
                  </a:cubicBezTo>
                  <a:cubicBezTo>
                    <a:pt x="171976" y="341516"/>
                    <a:pt x="171976" y="339901"/>
                    <a:pt x="170353" y="339901"/>
                  </a:cubicBezTo>
                  <a:cubicBezTo>
                    <a:pt x="168731" y="341516"/>
                    <a:pt x="167108" y="339901"/>
                    <a:pt x="165486" y="341516"/>
                  </a:cubicBezTo>
                  <a:cubicBezTo>
                    <a:pt x="163863" y="341516"/>
                    <a:pt x="163863" y="343132"/>
                    <a:pt x="163863" y="343132"/>
                  </a:cubicBezTo>
                  <a:cubicBezTo>
                    <a:pt x="163863" y="343132"/>
                    <a:pt x="158996" y="343132"/>
                    <a:pt x="157373" y="343132"/>
                  </a:cubicBezTo>
                  <a:cubicBezTo>
                    <a:pt x="157373" y="343132"/>
                    <a:pt x="157373" y="339901"/>
                    <a:pt x="154128" y="339901"/>
                  </a:cubicBezTo>
                  <a:cubicBezTo>
                    <a:pt x="150883" y="339901"/>
                    <a:pt x="150883" y="339901"/>
                    <a:pt x="150883" y="339901"/>
                  </a:cubicBezTo>
                  <a:cubicBezTo>
                    <a:pt x="150883" y="339901"/>
                    <a:pt x="147638" y="335053"/>
                    <a:pt x="149260" y="333437"/>
                  </a:cubicBezTo>
                  <a:cubicBezTo>
                    <a:pt x="150883" y="333437"/>
                    <a:pt x="150883" y="331821"/>
                    <a:pt x="152505" y="331821"/>
                  </a:cubicBezTo>
                  <a:cubicBezTo>
                    <a:pt x="154128" y="330205"/>
                    <a:pt x="154128" y="328590"/>
                    <a:pt x="155750" y="330205"/>
                  </a:cubicBezTo>
                  <a:cubicBezTo>
                    <a:pt x="157373" y="330205"/>
                    <a:pt x="163863" y="330205"/>
                    <a:pt x="163863" y="330205"/>
                  </a:cubicBezTo>
                  <a:cubicBezTo>
                    <a:pt x="163863" y="330205"/>
                    <a:pt x="168731" y="330205"/>
                    <a:pt x="170353" y="331821"/>
                  </a:cubicBezTo>
                  <a:cubicBezTo>
                    <a:pt x="171976" y="333437"/>
                    <a:pt x="175221" y="331821"/>
                    <a:pt x="175221" y="331821"/>
                  </a:cubicBezTo>
                  <a:cubicBezTo>
                    <a:pt x="175221" y="331821"/>
                    <a:pt x="175221" y="331821"/>
                    <a:pt x="176843" y="330205"/>
                  </a:cubicBezTo>
                  <a:cubicBezTo>
                    <a:pt x="176843" y="330205"/>
                    <a:pt x="181711" y="326974"/>
                    <a:pt x="183333" y="326974"/>
                  </a:cubicBezTo>
                  <a:cubicBezTo>
                    <a:pt x="184956" y="325358"/>
                    <a:pt x="188201" y="325358"/>
                    <a:pt x="188201" y="325358"/>
                  </a:cubicBezTo>
                  <a:cubicBezTo>
                    <a:pt x="188201" y="325358"/>
                    <a:pt x="183333" y="323742"/>
                    <a:pt x="181711" y="325358"/>
                  </a:cubicBezTo>
                  <a:cubicBezTo>
                    <a:pt x="180088" y="325358"/>
                    <a:pt x="175221" y="326974"/>
                    <a:pt x="173598" y="326974"/>
                  </a:cubicBezTo>
                  <a:cubicBezTo>
                    <a:pt x="171976" y="326974"/>
                    <a:pt x="171976" y="326974"/>
                    <a:pt x="168731" y="328590"/>
                  </a:cubicBezTo>
                  <a:cubicBezTo>
                    <a:pt x="167108" y="328590"/>
                    <a:pt x="163863" y="326974"/>
                    <a:pt x="162241" y="326974"/>
                  </a:cubicBezTo>
                  <a:cubicBezTo>
                    <a:pt x="158996" y="326974"/>
                    <a:pt x="157373" y="326974"/>
                    <a:pt x="155750" y="325358"/>
                  </a:cubicBezTo>
                  <a:cubicBezTo>
                    <a:pt x="155750" y="325358"/>
                    <a:pt x="157373" y="322126"/>
                    <a:pt x="158996" y="322126"/>
                  </a:cubicBezTo>
                  <a:cubicBezTo>
                    <a:pt x="162241" y="320510"/>
                    <a:pt x="163863" y="318894"/>
                    <a:pt x="163863" y="318894"/>
                  </a:cubicBezTo>
                  <a:cubicBezTo>
                    <a:pt x="165486" y="317279"/>
                    <a:pt x="167108" y="317279"/>
                    <a:pt x="168731" y="317279"/>
                  </a:cubicBezTo>
                  <a:cubicBezTo>
                    <a:pt x="170353" y="318894"/>
                    <a:pt x="171976" y="317279"/>
                    <a:pt x="175221" y="318894"/>
                  </a:cubicBezTo>
                  <a:cubicBezTo>
                    <a:pt x="178466" y="318894"/>
                    <a:pt x="181711" y="317279"/>
                    <a:pt x="181711" y="317279"/>
                  </a:cubicBezTo>
                  <a:cubicBezTo>
                    <a:pt x="183333" y="318894"/>
                    <a:pt x="186578" y="317279"/>
                    <a:pt x="188201" y="317279"/>
                  </a:cubicBezTo>
                  <a:cubicBezTo>
                    <a:pt x="189823" y="317279"/>
                    <a:pt x="193068" y="315663"/>
                    <a:pt x="194691" y="315663"/>
                  </a:cubicBezTo>
                  <a:cubicBezTo>
                    <a:pt x="194691" y="315663"/>
                    <a:pt x="196314" y="314047"/>
                    <a:pt x="194691" y="314047"/>
                  </a:cubicBezTo>
                  <a:cubicBezTo>
                    <a:pt x="193068" y="314047"/>
                    <a:pt x="189823" y="312431"/>
                    <a:pt x="188201" y="314047"/>
                  </a:cubicBezTo>
                  <a:cubicBezTo>
                    <a:pt x="186578" y="314047"/>
                    <a:pt x="180088" y="315663"/>
                    <a:pt x="176843" y="315663"/>
                  </a:cubicBezTo>
                  <a:cubicBezTo>
                    <a:pt x="175221" y="315663"/>
                    <a:pt x="173598" y="317279"/>
                    <a:pt x="171976" y="315663"/>
                  </a:cubicBezTo>
                  <a:cubicBezTo>
                    <a:pt x="168731" y="314047"/>
                    <a:pt x="167108" y="314047"/>
                    <a:pt x="167108" y="312431"/>
                  </a:cubicBezTo>
                  <a:cubicBezTo>
                    <a:pt x="165486" y="312431"/>
                    <a:pt x="165486" y="309199"/>
                    <a:pt x="167108" y="307583"/>
                  </a:cubicBezTo>
                  <a:cubicBezTo>
                    <a:pt x="168731" y="305968"/>
                    <a:pt x="171976" y="304352"/>
                    <a:pt x="171976" y="304352"/>
                  </a:cubicBezTo>
                  <a:cubicBezTo>
                    <a:pt x="173598" y="304352"/>
                    <a:pt x="171976" y="302736"/>
                    <a:pt x="176843" y="304352"/>
                  </a:cubicBezTo>
                  <a:lnTo>
                    <a:pt x="181711" y="304352"/>
                  </a:lnTo>
                  <a:cubicBezTo>
                    <a:pt x="180088" y="302736"/>
                    <a:pt x="178466" y="301120"/>
                    <a:pt x="180088" y="301120"/>
                  </a:cubicBezTo>
                  <a:cubicBezTo>
                    <a:pt x="181711" y="301120"/>
                    <a:pt x="184956" y="297888"/>
                    <a:pt x="184956" y="297888"/>
                  </a:cubicBezTo>
                  <a:cubicBezTo>
                    <a:pt x="184956" y="297888"/>
                    <a:pt x="184956" y="296272"/>
                    <a:pt x="186578" y="294657"/>
                  </a:cubicBezTo>
                  <a:cubicBezTo>
                    <a:pt x="188201" y="294657"/>
                    <a:pt x="191446" y="293041"/>
                    <a:pt x="193068" y="293041"/>
                  </a:cubicBezTo>
                  <a:cubicBezTo>
                    <a:pt x="194691" y="293041"/>
                    <a:pt x="199559" y="291425"/>
                    <a:pt x="201181" y="293041"/>
                  </a:cubicBezTo>
                  <a:cubicBezTo>
                    <a:pt x="202804" y="293041"/>
                    <a:pt x="207671" y="289809"/>
                    <a:pt x="209294" y="291425"/>
                  </a:cubicBezTo>
                  <a:cubicBezTo>
                    <a:pt x="210916" y="294657"/>
                    <a:pt x="210916" y="291425"/>
                    <a:pt x="212539" y="296272"/>
                  </a:cubicBezTo>
                  <a:cubicBezTo>
                    <a:pt x="212539" y="301120"/>
                    <a:pt x="212539" y="301120"/>
                    <a:pt x="214161" y="302736"/>
                  </a:cubicBezTo>
                  <a:cubicBezTo>
                    <a:pt x="214161" y="304352"/>
                    <a:pt x="215784" y="302736"/>
                    <a:pt x="217406" y="302736"/>
                  </a:cubicBezTo>
                  <a:cubicBezTo>
                    <a:pt x="219029" y="302736"/>
                    <a:pt x="222274" y="301120"/>
                    <a:pt x="223896" y="301120"/>
                  </a:cubicBezTo>
                  <a:cubicBezTo>
                    <a:pt x="223896" y="302736"/>
                    <a:pt x="223896" y="301120"/>
                    <a:pt x="227141" y="301120"/>
                  </a:cubicBezTo>
                  <a:cubicBezTo>
                    <a:pt x="232009" y="302736"/>
                    <a:pt x="232009" y="301120"/>
                    <a:pt x="235254" y="302736"/>
                  </a:cubicBezTo>
                  <a:cubicBezTo>
                    <a:pt x="236877" y="304352"/>
                    <a:pt x="236877" y="305968"/>
                    <a:pt x="240122" y="307583"/>
                  </a:cubicBezTo>
                  <a:cubicBezTo>
                    <a:pt x="244989" y="307583"/>
                    <a:pt x="244989" y="305968"/>
                    <a:pt x="246612" y="309199"/>
                  </a:cubicBezTo>
                  <a:cubicBezTo>
                    <a:pt x="248234" y="312431"/>
                    <a:pt x="248234" y="309199"/>
                    <a:pt x="249857" y="312431"/>
                  </a:cubicBezTo>
                  <a:cubicBezTo>
                    <a:pt x="253102" y="314047"/>
                    <a:pt x="253102" y="314047"/>
                    <a:pt x="254724" y="314047"/>
                  </a:cubicBezTo>
                  <a:cubicBezTo>
                    <a:pt x="257969" y="315663"/>
                    <a:pt x="257969" y="314047"/>
                    <a:pt x="259592" y="315663"/>
                  </a:cubicBezTo>
                  <a:cubicBezTo>
                    <a:pt x="259592" y="317279"/>
                    <a:pt x="264459" y="315663"/>
                    <a:pt x="264459" y="318894"/>
                  </a:cubicBezTo>
                  <a:cubicBezTo>
                    <a:pt x="264459" y="320510"/>
                    <a:pt x="261214" y="320510"/>
                    <a:pt x="262837" y="323742"/>
                  </a:cubicBezTo>
                  <a:cubicBezTo>
                    <a:pt x="264459" y="325358"/>
                    <a:pt x="262837" y="328590"/>
                    <a:pt x="264459" y="326974"/>
                  </a:cubicBezTo>
                  <a:cubicBezTo>
                    <a:pt x="267704" y="326974"/>
                    <a:pt x="269327" y="325358"/>
                    <a:pt x="270949" y="325358"/>
                  </a:cubicBezTo>
                  <a:cubicBezTo>
                    <a:pt x="272572" y="326974"/>
                    <a:pt x="274194" y="323742"/>
                    <a:pt x="275817" y="325358"/>
                  </a:cubicBezTo>
                  <a:cubicBezTo>
                    <a:pt x="275817" y="326974"/>
                    <a:pt x="279062" y="325358"/>
                    <a:pt x="279062" y="325358"/>
                  </a:cubicBezTo>
                  <a:cubicBezTo>
                    <a:pt x="280685" y="326974"/>
                    <a:pt x="277440" y="326974"/>
                    <a:pt x="279062" y="328590"/>
                  </a:cubicBezTo>
                  <a:cubicBezTo>
                    <a:pt x="280685" y="330205"/>
                    <a:pt x="283930" y="328590"/>
                    <a:pt x="285552" y="328590"/>
                  </a:cubicBezTo>
                  <a:cubicBezTo>
                    <a:pt x="288797" y="328590"/>
                    <a:pt x="290420" y="325358"/>
                    <a:pt x="290420" y="326974"/>
                  </a:cubicBezTo>
                  <a:cubicBezTo>
                    <a:pt x="292042" y="326974"/>
                    <a:pt x="293665" y="328590"/>
                    <a:pt x="295287" y="326974"/>
                  </a:cubicBezTo>
                  <a:cubicBezTo>
                    <a:pt x="296910" y="326974"/>
                    <a:pt x="296910" y="325358"/>
                    <a:pt x="298532" y="325358"/>
                  </a:cubicBezTo>
                  <a:cubicBezTo>
                    <a:pt x="300155" y="326974"/>
                    <a:pt x="301777" y="326974"/>
                    <a:pt x="301777" y="325358"/>
                  </a:cubicBezTo>
                  <a:cubicBezTo>
                    <a:pt x="301777" y="322126"/>
                    <a:pt x="301777" y="322126"/>
                    <a:pt x="298532" y="322126"/>
                  </a:cubicBezTo>
                  <a:cubicBezTo>
                    <a:pt x="296910" y="320510"/>
                    <a:pt x="296910" y="320510"/>
                    <a:pt x="295287" y="320510"/>
                  </a:cubicBezTo>
                  <a:cubicBezTo>
                    <a:pt x="293665" y="320510"/>
                    <a:pt x="292042" y="320510"/>
                    <a:pt x="292042" y="318894"/>
                  </a:cubicBezTo>
                  <a:cubicBezTo>
                    <a:pt x="290420" y="318894"/>
                    <a:pt x="288797" y="318894"/>
                    <a:pt x="287175" y="318894"/>
                  </a:cubicBezTo>
                  <a:cubicBezTo>
                    <a:pt x="285552" y="317279"/>
                    <a:pt x="283930" y="317279"/>
                    <a:pt x="283930" y="317279"/>
                  </a:cubicBezTo>
                  <a:cubicBezTo>
                    <a:pt x="285552" y="315663"/>
                    <a:pt x="285552" y="314047"/>
                    <a:pt x="287175" y="314047"/>
                  </a:cubicBezTo>
                  <a:cubicBezTo>
                    <a:pt x="288797" y="314047"/>
                    <a:pt x="288797" y="314047"/>
                    <a:pt x="290420" y="314047"/>
                  </a:cubicBezTo>
                  <a:cubicBezTo>
                    <a:pt x="292042" y="312431"/>
                    <a:pt x="293665" y="312431"/>
                    <a:pt x="293665" y="310815"/>
                  </a:cubicBezTo>
                  <a:cubicBezTo>
                    <a:pt x="295287" y="310815"/>
                    <a:pt x="296910" y="309199"/>
                    <a:pt x="295287" y="309199"/>
                  </a:cubicBezTo>
                  <a:cubicBezTo>
                    <a:pt x="293665" y="307583"/>
                    <a:pt x="292042" y="305968"/>
                    <a:pt x="292042" y="305968"/>
                  </a:cubicBezTo>
                  <a:cubicBezTo>
                    <a:pt x="292042" y="305968"/>
                    <a:pt x="290420" y="304352"/>
                    <a:pt x="288797" y="304352"/>
                  </a:cubicBezTo>
                  <a:cubicBezTo>
                    <a:pt x="288797" y="304352"/>
                    <a:pt x="287175" y="302736"/>
                    <a:pt x="285552" y="302736"/>
                  </a:cubicBezTo>
                  <a:cubicBezTo>
                    <a:pt x="283930" y="301120"/>
                    <a:pt x="280685" y="304352"/>
                    <a:pt x="280685" y="301120"/>
                  </a:cubicBezTo>
                  <a:cubicBezTo>
                    <a:pt x="282307" y="296272"/>
                    <a:pt x="279062" y="299504"/>
                    <a:pt x="282307" y="296272"/>
                  </a:cubicBezTo>
                  <a:cubicBezTo>
                    <a:pt x="283930" y="293041"/>
                    <a:pt x="283930" y="291425"/>
                    <a:pt x="285552" y="291425"/>
                  </a:cubicBezTo>
                  <a:cubicBezTo>
                    <a:pt x="287175" y="293041"/>
                    <a:pt x="287175" y="291425"/>
                    <a:pt x="288797" y="289809"/>
                  </a:cubicBezTo>
                  <a:cubicBezTo>
                    <a:pt x="290420" y="288193"/>
                    <a:pt x="290420" y="286577"/>
                    <a:pt x="293665" y="284961"/>
                  </a:cubicBezTo>
                  <a:cubicBezTo>
                    <a:pt x="295287" y="283346"/>
                    <a:pt x="296910" y="281730"/>
                    <a:pt x="296910" y="281730"/>
                  </a:cubicBezTo>
                  <a:cubicBezTo>
                    <a:pt x="298532" y="281730"/>
                    <a:pt x="300155" y="278498"/>
                    <a:pt x="301777" y="280114"/>
                  </a:cubicBezTo>
                  <a:close/>
                  <a:moveTo>
                    <a:pt x="201612" y="278498"/>
                  </a:moveTo>
                  <a:cubicBezTo>
                    <a:pt x="204787" y="278498"/>
                    <a:pt x="207963" y="280085"/>
                    <a:pt x="209550" y="278498"/>
                  </a:cubicBezTo>
                  <a:cubicBezTo>
                    <a:pt x="211138" y="278498"/>
                    <a:pt x="214313" y="278498"/>
                    <a:pt x="214313" y="278498"/>
                  </a:cubicBezTo>
                  <a:cubicBezTo>
                    <a:pt x="215900" y="278498"/>
                    <a:pt x="223838" y="280085"/>
                    <a:pt x="223838" y="280085"/>
                  </a:cubicBezTo>
                  <a:cubicBezTo>
                    <a:pt x="223838" y="280085"/>
                    <a:pt x="223838" y="280085"/>
                    <a:pt x="223838" y="283260"/>
                  </a:cubicBezTo>
                  <a:cubicBezTo>
                    <a:pt x="223838" y="283260"/>
                    <a:pt x="223838" y="284848"/>
                    <a:pt x="222250" y="286435"/>
                  </a:cubicBezTo>
                  <a:cubicBezTo>
                    <a:pt x="222250" y="286435"/>
                    <a:pt x="220663" y="286435"/>
                    <a:pt x="219075" y="286435"/>
                  </a:cubicBezTo>
                  <a:cubicBezTo>
                    <a:pt x="217488" y="286435"/>
                    <a:pt x="217488" y="288023"/>
                    <a:pt x="214313" y="286435"/>
                  </a:cubicBezTo>
                  <a:cubicBezTo>
                    <a:pt x="211138" y="286435"/>
                    <a:pt x="211138" y="288023"/>
                    <a:pt x="209550" y="286435"/>
                  </a:cubicBezTo>
                  <a:cubicBezTo>
                    <a:pt x="207963" y="286435"/>
                    <a:pt x="207963" y="286435"/>
                    <a:pt x="204787" y="286435"/>
                  </a:cubicBezTo>
                  <a:cubicBezTo>
                    <a:pt x="203200" y="286435"/>
                    <a:pt x="203200" y="284848"/>
                    <a:pt x="201612" y="283260"/>
                  </a:cubicBezTo>
                  <a:cubicBezTo>
                    <a:pt x="200025" y="283260"/>
                    <a:pt x="200025" y="280085"/>
                    <a:pt x="201612" y="278498"/>
                  </a:cubicBezTo>
                  <a:close/>
                  <a:moveTo>
                    <a:pt x="533702" y="273736"/>
                  </a:moveTo>
                  <a:cubicBezTo>
                    <a:pt x="535328" y="273736"/>
                    <a:pt x="545079" y="273736"/>
                    <a:pt x="545079" y="273736"/>
                  </a:cubicBezTo>
                  <a:cubicBezTo>
                    <a:pt x="545079" y="273736"/>
                    <a:pt x="549955" y="275323"/>
                    <a:pt x="553206" y="275323"/>
                  </a:cubicBezTo>
                  <a:cubicBezTo>
                    <a:pt x="554831" y="275323"/>
                    <a:pt x="558082" y="276911"/>
                    <a:pt x="559707" y="276911"/>
                  </a:cubicBezTo>
                  <a:cubicBezTo>
                    <a:pt x="561332" y="276911"/>
                    <a:pt x="561332" y="276911"/>
                    <a:pt x="562958" y="276911"/>
                  </a:cubicBezTo>
                  <a:cubicBezTo>
                    <a:pt x="562958" y="278499"/>
                    <a:pt x="564583" y="278499"/>
                    <a:pt x="564583" y="278499"/>
                  </a:cubicBezTo>
                  <a:cubicBezTo>
                    <a:pt x="564583" y="278499"/>
                    <a:pt x="567834" y="278499"/>
                    <a:pt x="569459" y="276911"/>
                  </a:cubicBezTo>
                  <a:cubicBezTo>
                    <a:pt x="571084" y="276911"/>
                    <a:pt x="574335" y="278499"/>
                    <a:pt x="574335" y="278499"/>
                  </a:cubicBezTo>
                  <a:cubicBezTo>
                    <a:pt x="574335" y="278499"/>
                    <a:pt x="580836" y="280086"/>
                    <a:pt x="580836" y="280086"/>
                  </a:cubicBezTo>
                  <a:cubicBezTo>
                    <a:pt x="582462" y="281674"/>
                    <a:pt x="584087" y="283261"/>
                    <a:pt x="585712" y="286436"/>
                  </a:cubicBezTo>
                  <a:cubicBezTo>
                    <a:pt x="588963" y="291199"/>
                    <a:pt x="585712" y="289611"/>
                    <a:pt x="584087" y="291199"/>
                  </a:cubicBezTo>
                  <a:cubicBezTo>
                    <a:pt x="584087" y="292786"/>
                    <a:pt x="582462" y="294374"/>
                    <a:pt x="580836" y="294374"/>
                  </a:cubicBezTo>
                  <a:cubicBezTo>
                    <a:pt x="579211" y="294374"/>
                    <a:pt x="580836" y="295961"/>
                    <a:pt x="582462" y="297549"/>
                  </a:cubicBezTo>
                  <a:cubicBezTo>
                    <a:pt x="582462" y="297549"/>
                    <a:pt x="582462" y="300724"/>
                    <a:pt x="580836" y="300724"/>
                  </a:cubicBezTo>
                  <a:cubicBezTo>
                    <a:pt x="579211" y="300724"/>
                    <a:pt x="579211" y="302311"/>
                    <a:pt x="577586" y="302311"/>
                  </a:cubicBezTo>
                  <a:cubicBezTo>
                    <a:pt x="575960" y="302311"/>
                    <a:pt x="571084" y="303899"/>
                    <a:pt x="569459" y="303899"/>
                  </a:cubicBezTo>
                  <a:cubicBezTo>
                    <a:pt x="569459" y="303899"/>
                    <a:pt x="566208" y="303899"/>
                    <a:pt x="564583" y="303899"/>
                  </a:cubicBezTo>
                  <a:cubicBezTo>
                    <a:pt x="564583" y="302311"/>
                    <a:pt x="559707" y="302311"/>
                    <a:pt x="559707" y="302311"/>
                  </a:cubicBezTo>
                  <a:cubicBezTo>
                    <a:pt x="559707" y="302311"/>
                    <a:pt x="556457" y="300724"/>
                    <a:pt x="554831" y="300724"/>
                  </a:cubicBezTo>
                  <a:cubicBezTo>
                    <a:pt x="554831" y="299136"/>
                    <a:pt x="551581" y="300724"/>
                    <a:pt x="551581" y="299136"/>
                  </a:cubicBezTo>
                  <a:cubicBezTo>
                    <a:pt x="551581" y="297549"/>
                    <a:pt x="549955" y="299136"/>
                    <a:pt x="548330" y="297549"/>
                  </a:cubicBezTo>
                  <a:cubicBezTo>
                    <a:pt x="548330" y="295961"/>
                    <a:pt x="548330" y="297549"/>
                    <a:pt x="546705" y="297549"/>
                  </a:cubicBezTo>
                  <a:cubicBezTo>
                    <a:pt x="545079" y="297549"/>
                    <a:pt x="543454" y="299136"/>
                    <a:pt x="541829" y="297549"/>
                  </a:cubicBezTo>
                  <a:cubicBezTo>
                    <a:pt x="541829" y="295961"/>
                    <a:pt x="538578" y="297549"/>
                    <a:pt x="536953" y="295961"/>
                  </a:cubicBezTo>
                  <a:cubicBezTo>
                    <a:pt x="535328" y="295961"/>
                    <a:pt x="540203" y="292786"/>
                    <a:pt x="538578" y="292786"/>
                  </a:cubicBezTo>
                  <a:cubicBezTo>
                    <a:pt x="538578" y="291199"/>
                    <a:pt x="536953" y="291199"/>
                    <a:pt x="535328" y="291199"/>
                  </a:cubicBezTo>
                  <a:cubicBezTo>
                    <a:pt x="533702" y="292786"/>
                    <a:pt x="533702" y="292786"/>
                    <a:pt x="530452" y="291199"/>
                  </a:cubicBezTo>
                  <a:cubicBezTo>
                    <a:pt x="527201" y="288024"/>
                    <a:pt x="530452" y="291199"/>
                    <a:pt x="527201" y="288024"/>
                  </a:cubicBezTo>
                  <a:cubicBezTo>
                    <a:pt x="525576" y="289611"/>
                    <a:pt x="527201" y="288024"/>
                    <a:pt x="522325" y="286436"/>
                  </a:cubicBezTo>
                  <a:cubicBezTo>
                    <a:pt x="520700" y="286436"/>
                    <a:pt x="522325" y="284849"/>
                    <a:pt x="520700" y="283261"/>
                  </a:cubicBezTo>
                  <a:cubicBezTo>
                    <a:pt x="520700" y="281674"/>
                    <a:pt x="522325" y="281674"/>
                    <a:pt x="522325" y="278499"/>
                  </a:cubicBezTo>
                  <a:cubicBezTo>
                    <a:pt x="522325" y="276911"/>
                    <a:pt x="523950" y="276911"/>
                    <a:pt x="525576" y="276911"/>
                  </a:cubicBezTo>
                  <a:cubicBezTo>
                    <a:pt x="527201" y="275323"/>
                    <a:pt x="533702" y="273736"/>
                    <a:pt x="533702" y="273736"/>
                  </a:cubicBezTo>
                  <a:close/>
                  <a:moveTo>
                    <a:pt x="159994" y="253137"/>
                  </a:moveTo>
                  <a:cubicBezTo>
                    <a:pt x="159994" y="253137"/>
                    <a:pt x="168027" y="254763"/>
                    <a:pt x="169633" y="254763"/>
                  </a:cubicBezTo>
                  <a:cubicBezTo>
                    <a:pt x="171240" y="254763"/>
                    <a:pt x="174453" y="253137"/>
                    <a:pt x="177666" y="253137"/>
                  </a:cubicBezTo>
                  <a:cubicBezTo>
                    <a:pt x="179273" y="254763"/>
                    <a:pt x="179273" y="251511"/>
                    <a:pt x="182486" y="256390"/>
                  </a:cubicBezTo>
                  <a:cubicBezTo>
                    <a:pt x="187306" y="259642"/>
                    <a:pt x="188913" y="259642"/>
                    <a:pt x="188913" y="261268"/>
                  </a:cubicBezTo>
                  <a:cubicBezTo>
                    <a:pt x="187306" y="264521"/>
                    <a:pt x="185700" y="264521"/>
                    <a:pt x="182486" y="266147"/>
                  </a:cubicBezTo>
                  <a:cubicBezTo>
                    <a:pt x="180880" y="266147"/>
                    <a:pt x="177666" y="264521"/>
                    <a:pt x="176060" y="267773"/>
                  </a:cubicBezTo>
                  <a:cubicBezTo>
                    <a:pt x="176060" y="271026"/>
                    <a:pt x="171240" y="267773"/>
                    <a:pt x="176060" y="271026"/>
                  </a:cubicBezTo>
                  <a:cubicBezTo>
                    <a:pt x="179273" y="275904"/>
                    <a:pt x="179273" y="277530"/>
                    <a:pt x="179273" y="277530"/>
                  </a:cubicBezTo>
                  <a:cubicBezTo>
                    <a:pt x="177666" y="279157"/>
                    <a:pt x="174453" y="277530"/>
                    <a:pt x="174453" y="279157"/>
                  </a:cubicBezTo>
                  <a:cubicBezTo>
                    <a:pt x="176060" y="282409"/>
                    <a:pt x="177666" y="282409"/>
                    <a:pt x="177666" y="284035"/>
                  </a:cubicBezTo>
                  <a:cubicBezTo>
                    <a:pt x="179273" y="285662"/>
                    <a:pt x="177666" y="285662"/>
                    <a:pt x="177666" y="287288"/>
                  </a:cubicBezTo>
                  <a:cubicBezTo>
                    <a:pt x="176060" y="288914"/>
                    <a:pt x="171240" y="288914"/>
                    <a:pt x="169633" y="290540"/>
                  </a:cubicBezTo>
                  <a:cubicBezTo>
                    <a:pt x="168027" y="292166"/>
                    <a:pt x="166420" y="290540"/>
                    <a:pt x="164813" y="290540"/>
                  </a:cubicBezTo>
                  <a:cubicBezTo>
                    <a:pt x="163207" y="290540"/>
                    <a:pt x="163207" y="290540"/>
                    <a:pt x="161600" y="290540"/>
                  </a:cubicBezTo>
                  <a:cubicBezTo>
                    <a:pt x="161600" y="292166"/>
                    <a:pt x="159994" y="290540"/>
                    <a:pt x="159994" y="295419"/>
                  </a:cubicBezTo>
                  <a:cubicBezTo>
                    <a:pt x="159994" y="298671"/>
                    <a:pt x="159994" y="297045"/>
                    <a:pt x="159994" y="298671"/>
                  </a:cubicBezTo>
                  <a:cubicBezTo>
                    <a:pt x="158387" y="300298"/>
                    <a:pt x="155174" y="300298"/>
                    <a:pt x="153567" y="300298"/>
                  </a:cubicBezTo>
                  <a:cubicBezTo>
                    <a:pt x="150354" y="301924"/>
                    <a:pt x="147141" y="301924"/>
                    <a:pt x="145534" y="300298"/>
                  </a:cubicBezTo>
                  <a:cubicBezTo>
                    <a:pt x="145534" y="298671"/>
                    <a:pt x="142321" y="297045"/>
                    <a:pt x="142321" y="295419"/>
                  </a:cubicBezTo>
                  <a:cubicBezTo>
                    <a:pt x="142321" y="293793"/>
                    <a:pt x="142321" y="293793"/>
                    <a:pt x="142321" y="290540"/>
                  </a:cubicBezTo>
                  <a:cubicBezTo>
                    <a:pt x="143927" y="288914"/>
                    <a:pt x="145534" y="287288"/>
                    <a:pt x="143927" y="285662"/>
                  </a:cubicBezTo>
                  <a:cubicBezTo>
                    <a:pt x="139107" y="284035"/>
                    <a:pt x="137501" y="282409"/>
                    <a:pt x="137501" y="284035"/>
                  </a:cubicBezTo>
                  <a:cubicBezTo>
                    <a:pt x="135894" y="284035"/>
                    <a:pt x="135894" y="284035"/>
                    <a:pt x="135894" y="287288"/>
                  </a:cubicBezTo>
                  <a:cubicBezTo>
                    <a:pt x="134288" y="288914"/>
                    <a:pt x="135894" y="288914"/>
                    <a:pt x="134288" y="288914"/>
                  </a:cubicBezTo>
                  <a:cubicBezTo>
                    <a:pt x="131074" y="290540"/>
                    <a:pt x="129468" y="290540"/>
                    <a:pt x="129468" y="292166"/>
                  </a:cubicBezTo>
                  <a:cubicBezTo>
                    <a:pt x="129468" y="293793"/>
                    <a:pt x="129468" y="293793"/>
                    <a:pt x="129468" y="295419"/>
                  </a:cubicBezTo>
                  <a:cubicBezTo>
                    <a:pt x="131074" y="298671"/>
                    <a:pt x="131074" y="297045"/>
                    <a:pt x="129468" y="298671"/>
                  </a:cubicBezTo>
                  <a:cubicBezTo>
                    <a:pt x="127861" y="300298"/>
                    <a:pt x="126254" y="298671"/>
                    <a:pt x="126254" y="300298"/>
                  </a:cubicBezTo>
                  <a:cubicBezTo>
                    <a:pt x="124648" y="301924"/>
                    <a:pt x="126254" y="301924"/>
                    <a:pt x="124648" y="303550"/>
                  </a:cubicBezTo>
                  <a:cubicBezTo>
                    <a:pt x="123041" y="306802"/>
                    <a:pt x="123041" y="305176"/>
                    <a:pt x="121435" y="306802"/>
                  </a:cubicBezTo>
                  <a:cubicBezTo>
                    <a:pt x="119828" y="306802"/>
                    <a:pt x="124648" y="310055"/>
                    <a:pt x="118221" y="306802"/>
                  </a:cubicBezTo>
                  <a:cubicBezTo>
                    <a:pt x="113401" y="303550"/>
                    <a:pt x="113401" y="303550"/>
                    <a:pt x="113401" y="306802"/>
                  </a:cubicBezTo>
                  <a:cubicBezTo>
                    <a:pt x="113401" y="310055"/>
                    <a:pt x="113401" y="306802"/>
                    <a:pt x="113401" y="310055"/>
                  </a:cubicBezTo>
                  <a:cubicBezTo>
                    <a:pt x="115008" y="311681"/>
                    <a:pt x="116615" y="308429"/>
                    <a:pt x="115008" y="311681"/>
                  </a:cubicBezTo>
                  <a:cubicBezTo>
                    <a:pt x="113401" y="314933"/>
                    <a:pt x="111795" y="314933"/>
                    <a:pt x="108582" y="314933"/>
                  </a:cubicBezTo>
                  <a:cubicBezTo>
                    <a:pt x="106975" y="316560"/>
                    <a:pt x="105368" y="316560"/>
                    <a:pt x="103762" y="318186"/>
                  </a:cubicBezTo>
                  <a:cubicBezTo>
                    <a:pt x="102155" y="318186"/>
                    <a:pt x="98942" y="318186"/>
                    <a:pt x="97335" y="316560"/>
                  </a:cubicBezTo>
                  <a:cubicBezTo>
                    <a:pt x="97335" y="314933"/>
                    <a:pt x="97335" y="314933"/>
                    <a:pt x="95729" y="313307"/>
                  </a:cubicBezTo>
                  <a:cubicBezTo>
                    <a:pt x="92515" y="308429"/>
                    <a:pt x="95729" y="305176"/>
                    <a:pt x="92515" y="306802"/>
                  </a:cubicBezTo>
                  <a:cubicBezTo>
                    <a:pt x="89302" y="308429"/>
                    <a:pt x="89302" y="303550"/>
                    <a:pt x="89302" y="308429"/>
                  </a:cubicBezTo>
                  <a:cubicBezTo>
                    <a:pt x="89302" y="311681"/>
                    <a:pt x="89302" y="308429"/>
                    <a:pt x="89302" y="311681"/>
                  </a:cubicBezTo>
                  <a:cubicBezTo>
                    <a:pt x="87695" y="314933"/>
                    <a:pt x="86089" y="316560"/>
                    <a:pt x="84482" y="314933"/>
                  </a:cubicBezTo>
                  <a:cubicBezTo>
                    <a:pt x="84482" y="311681"/>
                    <a:pt x="79662" y="313307"/>
                    <a:pt x="78056" y="313307"/>
                  </a:cubicBezTo>
                  <a:cubicBezTo>
                    <a:pt x="76449" y="313307"/>
                    <a:pt x="74842" y="311681"/>
                    <a:pt x="73236" y="311681"/>
                  </a:cubicBezTo>
                  <a:cubicBezTo>
                    <a:pt x="68416" y="311681"/>
                    <a:pt x="70023" y="310055"/>
                    <a:pt x="68416" y="311681"/>
                  </a:cubicBezTo>
                  <a:cubicBezTo>
                    <a:pt x="66809" y="313307"/>
                    <a:pt x="63596" y="316560"/>
                    <a:pt x="63596" y="316560"/>
                  </a:cubicBezTo>
                  <a:cubicBezTo>
                    <a:pt x="61989" y="316560"/>
                    <a:pt x="60383" y="314933"/>
                    <a:pt x="60383" y="314933"/>
                  </a:cubicBezTo>
                  <a:cubicBezTo>
                    <a:pt x="58776" y="313307"/>
                    <a:pt x="58776" y="311681"/>
                    <a:pt x="58776" y="311681"/>
                  </a:cubicBezTo>
                  <a:cubicBezTo>
                    <a:pt x="58776" y="311681"/>
                    <a:pt x="61989" y="306802"/>
                    <a:pt x="60383" y="305176"/>
                  </a:cubicBezTo>
                  <a:cubicBezTo>
                    <a:pt x="58776" y="303550"/>
                    <a:pt x="55563" y="305176"/>
                    <a:pt x="57170" y="303550"/>
                  </a:cubicBezTo>
                  <a:cubicBezTo>
                    <a:pt x="58776" y="298671"/>
                    <a:pt x="61989" y="295419"/>
                    <a:pt x="61989" y="295419"/>
                  </a:cubicBezTo>
                  <a:cubicBezTo>
                    <a:pt x="68416" y="293793"/>
                    <a:pt x="73236" y="293793"/>
                    <a:pt x="76449" y="293793"/>
                  </a:cubicBezTo>
                  <a:cubicBezTo>
                    <a:pt x="78056" y="292166"/>
                    <a:pt x="82876" y="290540"/>
                    <a:pt x="84482" y="288914"/>
                  </a:cubicBezTo>
                  <a:cubicBezTo>
                    <a:pt x="86089" y="287288"/>
                    <a:pt x="89302" y="285662"/>
                    <a:pt x="89302" y="285662"/>
                  </a:cubicBezTo>
                  <a:cubicBezTo>
                    <a:pt x="89302" y="285662"/>
                    <a:pt x="95729" y="282409"/>
                    <a:pt x="95729" y="282409"/>
                  </a:cubicBezTo>
                  <a:cubicBezTo>
                    <a:pt x="95729" y="280783"/>
                    <a:pt x="95729" y="280783"/>
                    <a:pt x="98942" y="279157"/>
                  </a:cubicBezTo>
                  <a:cubicBezTo>
                    <a:pt x="100548" y="277530"/>
                    <a:pt x="94122" y="282409"/>
                    <a:pt x="103762" y="275904"/>
                  </a:cubicBezTo>
                  <a:cubicBezTo>
                    <a:pt x="113401" y="269399"/>
                    <a:pt x="110188" y="271026"/>
                    <a:pt x="116615" y="266147"/>
                  </a:cubicBezTo>
                  <a:cubicBezTo>
                    <a:pt x="121435" y="261268"/>
                    <a:pt x="124648" y="259642"/>
                    <a:pt x="126254" y="259642"/>
                  </a:cubicBezTo>
                  <a:cubicBezTo>
                    <a:pt x="126254" y="259642"/>
                    <a:pt x="129468" y="259642"/>
                    <a:pt x="129468" y="259642"/>
                  </a:cubicBezTo>
                  <a:cubicBezTo>
                    <a:pt x="131074" y="259642"/>
                    <a:pt x="140714" y="259642"/>
                    <a:pt x="142321" y="259642"/>
                  </a:cubicBezTo>
                  <a:cubicBezTo>
                    <a:pt x="143927" y="259642"/>
                    <a:pt x="145534" y="258016"/>
                    <a:pt x="148747" y="259642"/>
                  </a:cubicBezTo>
                  <a:cubicBezTo>
                    <a:pt x="150354" y="259642"/>
                    <a:pt x="155174" y="261268"/>
                    <a:pt x="155174" y="261268"/>
                  </a:cubicBezTo>
                  <a:cubicBezTo>
                    <a:pt x="158387" y="258016"/>
                    <a:pt x="158387" y="258016"/>
                    <a:pt x="158387" y="256390"/>
                  </a:cubicBezTo>
                  <a:cubicBezTo>
                    <a:pt x="158387" y="254763"/>
                    <a:pt x="159994" y="253137"/>
                    <a:pt x="159994" y="253137"/>
                  </a:cubicBezTo>
                  <a:close/>
                  <a:moveTo>
                    <a:pt x="642739" y="248244"/>
                  </a:moveTo>
                  <a:cubicBezTo>
                    <a:pt x="643334" y="248885"/>
                    <a:pt x="642144" y="250167"/>
                    <a:pt x="642937" y="251877"/>
                  </a:cubicBezTo>
                  <a:cubicBezTo>
                    <a:pt x="642937" y="255296"/>
                    <a:pt x="644525" y="253586"/>
                    <a:pt x="646112" y="255296"/>
                  </a:cubicBezTo>
                  <a:cubicBezTo>
                    <a:pt x="647700" y="255296"/>
                    <a:pt x="649287" y="255296"/>
                    <a:pt x="649287" y="258715"/>
                  </a:cubicBezTo>
                  <a:cubicBezTo>
                    <a:pt x="649287" y="260425"/>
                    <a:pt x="650875" y="267263"/>
                    <a:pt x="649287" y="267263"/>
                  </a:cubicBezTo>
                  <a:cubicBezTo>
                    <a:pt x="647700" y="267263"/>
                    <a:pt x="646112" y="268973"/>
                    <a:pt x="644525" y="268973"/>
                  </a:cubicBezTo>
                  <a:cubicBezTo>
                    <a:pt x="641350" y="268973"/>
                    <a:pt x="642937" y="267263"/>
                    <a:pt x="638175" y="267263"/>
                  </a:cubicBezTo>
                  <a:cubicBezTo>
                    <a:pt x="635000" y="265554"/>
                    <a:pt x="635000" y="263844"/>
                    <a:pt x="635000" y="265554"/>
                  </a:cubicBezTo>
                  <a:cubicBezTo>
                    <a:pt x="633412" y="267263"/>
                    <a:pt x="631825" y="263844"/>
                    <a:pt x="631825" y="263844"/>
                  </a:cubicBezTo>
                  <a:cubicBezTo>
                    <a:pt x="630237" y="263844"/>
                    <a:pt x="630237" y="265554"/>
                    <a:pt x="630237" y="267263"/>
                  </a:cubicBezTo>
                  <a:cubicBezTo>
                    <a:pt x="628650" y="268973"/>
                    <a:pt x="628650" y="267263"/>
                    <a:pt x="627062" y="268973"/>
                  </a:cubicBezTo>
                  <a:cubicBezTo>
                    <a:pt x="625475" y="268973"/>
                    <a:pt x="625475" y="267263"/>
                    <a:pt x="623887" y="267263"/>
                  </a:cubicBezTo>
                  <a:cubicBezTo>
                    <a:pt x="623887" y="265554"/>
                    <a:pt x="620712" y="265554"/>
                    <a:pt x="622300" y="263844"/>
                  </a:cubicBezTo>
                  <a:cubicBezTo>
                    <a:pt x="623887" y="263844"/>
                    <a:pt x="625475" y="262134"/>
                    <a:pt x="623887" y="260425"/>
                  </a:cubicBezTo>
                  <a:cubicBezTo>
                    <a:pt x="623887" y="258715"/>
                    <a:pt x="620712" y="258715"/>
                    <a:pt x="620712" y="257006"/>
                  </a:cubicBezTo>
                  <a:cubicBezTo>
                    <a:pt x="620712" y="255296"/>
                    <a:pt x="615950" y="250167"/>
                    <a:pt x="631825" y="248458"/>
                  </a:cubicBezTo>
                  <a:cubicBezTo>
                    <a:pt x="639762" y="247603"/>
                    <a:pt x="642144" y="247603"/>
                    <a:pt x="642739" y="248244"/>
                  </a:cubicBezTo>
                  <a:close/>
                  <a:moveTo>
                    <a:pt x="364728" y="244918"/>
                  </a:moveTo>
                  <a:cubicBezTo>
                    <a:pt x="366315" y="245756"/>
                    <a:pt x="367506" y="247013"/>
                    <a:pt x="368300" y="247013"/>
                  </a:cubicBezTo>
                  <a:cubicBezTo>
                    <a:pt x="369887" y="247013"/>
                    <a:pt x="371475" y="250365"/>
                    <a:pt x="373063" y="250365"/>
                  </a:cubicBezTo>
                  <a:cubicBezTo>
                    <a:pt x="376238" y="252040"/>
                    <a:pt x="377825" y="253716"/>
                    <a:pt x="377825" y="257067"/>
                  </a:cubicBezTo>
                  <a:cubicBezTo>
                    <a:pt x="379413" y="258743"/>
                    <a:pt x="382588" y="260419"/>
                    <a:pt x="382588" y="262095"/>
                  </a:cubicBezTo>
                  <a:cubicBezTo>
                    <a:pt x="384175" y="263770"/>
                    <a:pt x="387350" y="263770"/>
                    <a:pt x="387350" y="267122"/>
                  </a:cubicBezTo>
                  <a:cubicBezTo>
                    <a:pt x="388938" y="270473"/>
                    <a:pt x="388938" y="270473"/>
                    <a:pt x="387350" y="270473"/>
                  </a:cubicBezTo>
                  <a:cubicBezTo>
                    <a:pt x="384175" y="270473"/>
                    <a:pt x="382588" y="272149"/>
                    <a:pt x="381000" y="270473"/>
                  </a:cubicBezTo>
                  <a:cubicBezTo>
                    <a:pt x="377825" y="270473"/>
                    <a:pt x="376238" y="272149"/>
                    <a:pt x="374650" y="272149"/>
                  </a:cubicBezTo>
                  <a:cubicBezTo>
                    <a:pt x="371475" y="272149"/>
                    <a:pt x="371475" y="268797"/>
                    <a:pt x="369887" y="268797"/>
                  </a:cubicBezTo>
                  <a:cubicBezTo>
                    <a:pt x="368300" y="267122"/>
                    <a:pt x="361950" y="262095"/>
                    <a:pt x="360362" y="260419"/>
                  </a:cubicBezTo>
                  <a:cubicBezTo>
                    <a:pt x="358775" y="258743"/>
                    <a:pt x="358775" y="257067"/>
                    <a:pt x="357187" y="253716"/>
                  </a:cubicBezTo>
                  <a:cubicBezTo>
                    <a:pt x="355600" y="252040"/>
                    <a:pt x="358775" y="245337"/>
                    <a:pt x="358775" y="245337"/>
                  </a:cubicBezTo>
                  <a:cubicBezTo>
                    <a:pt x="361156" y="243662"/>
                    <a:pt x="363140" y="244081"/>
                    <a:pt x="364728" y="244918"/>
                  </a:cubicBezTo>
                  <a:close/>
                  <a:moveTo>
                    <a:pt x="564533" y="243718"/>
                  </a:moveTo>
                  <a:cubicBezTo>
                    <a:pt x="567797" y="242852"/>
                    <a:pt x="569020" y="243285"/>
                    <a:pt x="569836" y="243718"/>
                  </a:cubicBezTo>
                  <a:cubicBezTo>
                    <a:pt x="570652" y="244151"/>
                    <a:pt x="571060" y="244584"/>
                    <a:pt x="572691" y="243718"/>
                  </a:cubicBezTo>
                  <a:cubicBezTo>
                    <a:pt x="575954" y="243718"/>
                    <a:pt x="575954" y="245450"/>
                    <a:pt x="580849" y="245450"/>
                  </a:cubicBezTo>
                  <a:cubicBezTo>
                    <a:pt x="585744" y="245450"/>
                    <a:pt x="584113" y="247181"/>
                    <a:pt x="585744" y="250645"/>
                  </a:cubicBezTo>
                  <a:cubicBezTo>
                    <a:pt x="587376" y="252377"/>
                    <a:pt x="585744" y="254109"/>
                    <a:pt x="584113" y="254109"/>
                  </a:cubicBezTo>
                  <a:cubicBezTo>
                    <a:pt x="584113" y="255840"/>
                    <a:pt x="582481" y="257572"/>
                    <a:pt x="582481" y="257572"/>
                  </a:cubicBezTo>
                  <a:cubicBezTo>
                    <a:pt x="582481" y="257572"/>
                    <a:pt x="575954" y="259304"/>
                    <a:pt x="574323" y="259304"/>
                  </a:cubicBezTo>
                  <a:cubicBezTo>
                    <a:pt x="572691" y="257572"/>
                    <a:pt x="571060" y="259304"/>
                    <a:pt x="569428" y="259304"/>
                  </a:cubicBezTo>
                  <a:cubicBezTo>
                    <a:pt x="567796" y="259304"/>
                    <a:pt x="562902" y="257572"/>
                    <a:pt x="561270" y="257572"/>
                  </a:cubicBezTo>
                  <a:cubicBezTo>
                    <a:pt x="559638" y="257572"/>
                    <a:pt x="554744" y="259304"/>
                    <a:pt x="553112" y="259304"/>
                  </a:cubicBezTo>
                  <a:cubicBezTo>
                    <a:pt x="551480" y="257572"/>
                    <a:pt x="546585" y="259304"/>
                    <a:pt x="544954" y="261036"/>
                  </a:cubicBezTo>
                  <a:cubicBezTo>
                    <a:pt x="543322" y="261036"/>
                    <a:pt x="541691" y="259304"/>
                    <a:pt x="541691" y="257572"/>
                  </a:cubicBezTo>
                  <a:cubicBezTo>
                    <a:pt x="540059" y="255840"/>
                    <a:pt x="538427" y="257572"/>
                    <a:pt x="536796" y="257572"/>
                  </a:cubicBezTo>
                  <a:cubicBezTo>
                    <a:pt x="535164" y="257572"/>
                    <a:pt x="531901" y="254109"/>
                    <a:pt x="530269" y="254109"/>
                  </a:cubicBezTo>
                  <a:cubicBezTo>
                    <a:pt x="528638" y="252377"/>
                    <a:pt x="530269" y="250645"/>
                    <a:pt x="530269" y="250645"/>
                  </a:cubicBezTo>
                  <a:cubicBezTo>
                    <a:pt x="530269" y="250645"/>
                    <a:pt x="533533" y="247181"/>
                    <a:pt x="536796" y="245450"/>
                  </a:cubicBezTo>
                  <a:cubicBezTo>
                    <a:pt x="538427" y="243718"/>
                    <a:pt x="536796" y="247181"/>
                    <a:pt x="543322" y="245450"/>
                  </a:cubicBezTo>
                  <a:cubicBezTo>
                    <a:pt x="543322" y="245450"/>
                    <a:pt x="546585" y="247181"/>
                    <a:pt x="546585" y="247181"/>
                  </a:cubicBezTo>
                  <a:cubicBezTo>
                    <a:pt x="546585" y="247181"/>
                    <a:pt x="548217" y="247181"/>
                    <a:pt x="551480" y="245450"/>
                  </a:cubicBezTo>
                  <a:cubicBezTo>
                    <a:pt x="554744" y="245450"/>
                    <a:pt x="559638" y="243718"/>
                    <a:pt x="564533" y="243718"/>
                  </a:cubicBezTo>
                  <a:close/>
                  <a:moveTo>
                    <a:pt x="428625" y="238811"/>
                  </a:moveTo>
                  <a:cubicBezTo>
                    <a:pt x="428625" y="238811"/>
                    <a:pt x="428625" y="238811"/>
                    <a:pt x="433387" y="238811"/>
                  </a:cubicBezTo>
                  <a:cubicBezTo>
                    <a:pt x="433387" y="238811"/>
                    <a:pt x="436562" y="240399"/>
                    <a:pt x="439737" y="241986"/>
                  </a:cubicBezTo>
                  <a:cubicBezTo>
                    <a:pt x="439737" y="241986"/>
                    <a:pt x="439737" y="241986"/>
                    <a:pt x="444500" y="245161"/>
                  </a:cubicBezTo>
                  <a:cubicBezTo>
                    <a:pt x="444500" y="245161"/>
                    <a:pt x="444500" y="245161"/>
                    <a:pt x="444500" y="248336"/>
                  </a:cubicBezTo>
                  <a:cubicBezTo>
                    <a:pt x="442912" y="249924"/>
                    <a:pt x="436562" y="249924"/>
                    <a:pt x="434975" y="249924"/>
                  </a:cubicBezTo>
                  <a:cubicBezTo>
                    <a:pt x="431800" y="248336"/>
                    <a:pt x="433387" y="249924"/>
                    <a:pt x="431800" y="248336"/>
                  </a:cubicBezTo>
                  <a:cubicBezTo>
                    <a:pt x="430212" y="248336"/>
                    <a:pt x="430212" y="248336"/>
                    <a:pt x="427037" y="248336"/>
                  </a:cubicBezTo>
                  <a:cubicBezTo>
                    <a:pt x="425450" y="246749"/>
                    <a:pt x="423862" y="248336"/>
                    <a:pt x="422275" y="248336"/>
                  </a:cubicBezTo>
                  <a:cubicBezTo>
                    <a:pt x="422275" y="246749"/>
                    <a:pt x="422275" y="246749"/>
                    <a:pt x="420687" y="245161"/>
                  </a:cubicBezTo>
                  <a:cubicBezTo>
                    <a:pt x="419100" y="243574"/>
                    <a:pt x="420687" y="243574"/>
                    <a:pt x="420687" y="241986"/>
                  </a:cubicBezTo>
                  <a:cubicBezTo>
                    <a:pt x="422275" y="240399"/>
                    <a:pt x="422275" y="240399"/>
                    <a:pt x="423862" y="240399"/>
                  </a:cubicBezTo>
                  <a:cubicBezTo>
                    <a:pt x="425450" y="238811"/>
                    <a:pt x="428625" y="238811"/>
                    <a:pt x="428625" y="238811"/>
                  </a:cubicBezTo>
                  <a:close/>
                  <a:moveTo>
                    <a:pt x="204788" y="234048"/>
                  </a:moveTo>
                  <a:cubicBezTo>
                    <a:pt x="206376" y="234048"/>
                    <a:pt x="207963" y="234048"/>
                    <a:pt x="209551" y="234048"/>
                  </a:cubicBezTo>
                  <a:cubicBezTo>
                    <a:pt x="211138" y="235635"/>
                    <a:pt x="212726" y="237223"/>
                    <a:pt x="214313" y="237223"/>
                  </a:cubicBezTo>
                  <a:cubicBezTo>
                    <a:pt x="215901" y="238811"/>
                    <a:pt x="219076" y="238811"/>
                    <a:pt x="219076" y="240398"/>
                  </a:cubicBezTo>
                  <a:cubicBezTo>
                    <a:pt x="220663" y="240398"/>
                    <a:pt x="222251" y="240398"/>
                    <a:pt x="220663" y="241986"/>
                  </a:cubicBezTo>
                  <a:cubicBezTo>
                    <a:pt x="220663" y="245161"/>
                    <a:pt x="220663" y="243573"/>
                    <a:pt x="217488" y="245161"/>
                  </a:cubicBezTo>
                  <a:cubicBezTo>
                    <a:pt x="215901" y="246748"/>
                    <a:pt x="212726" y="248336"/>
                    <a:pt x="211138" y="246748"/>
                  </a:cubicBezTo>
                  <a:cubicBezTo>
                    <a:pt x="209551" y="245161"/>
                    <a:pt x="206376" y="246748"/>
                    <a:pt x="203201" y="245161"/>
                  </a:cubicBezTo>
                  <a:cubicBezTo>
                    <a:pt x="200025" y="245161"/>
                    <a:pt x="198438" y="246748"/>
                    <a:pt x="198438" y="245161"/>
                  </a:cubicBezTo>
                  <a:cubicBezTo>
                    <a:pt x="196850" y="243573"/>
                    <a:pt x="195263" y="241986"/>
                    <a:pt x="195263" y="241986"/>
                  </a:cubicBezTo>
                  <a:cubicBezTo>
                    <a:pt x="195263" y="241986"/>
                    <a:pt x="195263" y="238811"/>
                    <a:pt x="195263" y="238811"/>
                  </a:cubicBezTo>
                  <a:cubicBezTo>
                    <a:pt x="196850" y="238811"/>
                    <a:pt x="198438" y="235635"/>
                    <a:pt x="200025" y="235635"/>
                  </a:cubicBezTo>
                  <a:cubicBezTo>
                    <a:pt x="201613" y="235635"/>
                    <a:pt x="203201" y="234048"/>
                    <a:pt x="204788" y="234048"/>
                  </a:cubicBezTo>
                  <a:close/>
                  <a:moveTo>
                    <a:pt x="262807" y="232461"/>
                  </a:moveTo>
                  <a:cubicBezTo>
                    <a:pt x="264432" y="232461"/>
                    <a:pt x="269308" y="232461"/>
                    <a:pt x="270933" y="232461"/>
                  </a:cubicBezTo>
                  <a:cubicBezTo>
                    <a:pt x="274184" y="232461"/>
                    <a:pt x="275809" y="232461"/>
                    <a:pt x="279060" y="232461"/>
                  </a:cubicBezTo>
                  <a:cubicBezTo>
                    <a:pt x="280685" y="234137"/>
                    <a:pt x="285561" y="234137"/>
                    <a:pt x="287187" y="234137"/>
                  </a:cubicBezTo>
                  <a:cubicBezTo>
                    <a:pt x="288812" y="234137"/>
                    <a:pt x="288812" y="235812"/>
                    <a:pt x="292062" y="234137"/>
                  </a:cubicBezTo>
                  <a:cubicBezTo>
                    <a:pt x="293688" y="234137"/>
                    <a:pt x="293688" y="235812"/>
                    <a:pt x="290437" y="239164"/>
                  </a:cubicBezTo>
                  <a:cubicBezTo>
                    <a:pt x="290437" y="239164"/>
                    <a:pt x="287187" y="240840"/>
                    <a:pt x="283936" y="239164"/>
                  </a:cubicBezTo>
                  <a:cubicBezTo>
                    <a:pt x="282311" y="237488"/>
                    <a:pt x="282311" y="239164"/>
                    <a:pt x="280685" y="239164"/>
                  </a:cubicBezTo>
                  <a:cubicBezTo>
                    <a:pt x="279060" y="239164"/>
                    <a:pt x="275809" y="240840"/>
                    <a:pt x="274184" y="244191"/>
                  </a:cubicBezTo>
                  <a:cubicBezTo>
                    <a:pt x="274184" y="244191"/>
                    <a:pt x="279060" y="244191"/>
                    <a:pt x="280685" y="245867"/>
                  </a:cubicBezTo>
                  <a:cubicBezTo>
                    <a:pt x="283936" y="245867"/>
                    <a:pt x="282311" y="245867"/>
                    <a:pt x="283936" y="247542"/>
                  </a:cubicBezTo>
                  <a:cubicBezTo>
                    <a:pt x="285561" y="249218"/>
                    <a:pt x="283936" y="247542"/>
                    <a:pt x="283936" y="249218"/>
                  </a:cubicBezTo>
                  <a:cubicBezTo>
                    <a:pt x="283936" y="252570"/>
                    <a:pt x="285561" y="252570"/>
                    <a:pt x="285561" y="252570"/>
                  </a:cubicBezTo>
                  <a:cubicBezTo>
                    <a:pt x="285561" y="252570"/>
                    <a:pt x="283936" y="254245"/>
                    <a:pt x="283936" y="255921"/>
                  </a:cubicBezTo>
                  <a:cubicBezTo>
                    <a:pt x="282311" y="255921"/>
                    <a:pt x="279060" y="257597"/>
                    <a:pt x="274184" y="257597"/>
                  </a:cubicBezTo>
                  <a:cubicBezTo>
                    <a:pt x="274184" y="257597"/>
                    <a:pt x="270933" y="259272"/>
                    <a:pt x="269308" y="259272"/>
                  </a:cubicBezTo>
                  <a:cubicBezTo>
                    <a:pt x="269308" y="259272"/>
                    <a:pt x="267683" y="259272"/>
                    <a:pt x="264432" y="260948"/>
                  </a:cubicBezTo>
                  <a:cubicBezTo>
                    <a:pt x="262807" y="260948"/>
                    <a:pt x="261182" y="260948"/>
                    <a:pt x="261182" y="260948"/>
                  </a:cubicBezTo>
                  <a:cubicBezTo>
                    <a:pt x="261182" y="260948"/>
                    <a:pt x="261182" y="260948"/>
                    <a:pt x="254680" y="260948"/>
                  </a:cubicBezTo>
                  <a:cubicBezTo>
                    <a:pt x="254680" y="260948"/>
                    <a:pt x="254680" y="260948"/>
                    <a:pt x="249805" y="262624"/>
                  </a:cubicBezTo>
                  <a:cubicBezTo>
                    <a:pt x="249805" y="262624"/>
                    <a:pt x="249805" y="262624"/>
                    <a:pt x="244929" y="262624"/>
                  </a:cubicBezTo>
                  <a:cubicBezTo>
                    <a:pt x="244929" y="262624"/>
                    <a:pt x="241678" y="262624"/>
                    <a:pt x="241678" y="260948"/>
                  </a:cubicBezTo>
                  <a:cubicBezTo>
                    <a:pt x="240053" y="259272"/>
                    <a:pt x="236802" y="259272"/>
                    <a:pt x="236802" y="259272"/>
                  </a:cubicBezTo>
                  <a:cubicBezTo>
                    <a:pt x="235177" y="259272"/>
                    <a:pt x="228675" y="259272"/>
                    <a:pt x="227050" y="257597"/>
                  </a:cubicBezTo>
                  <a:cubicBezTo>
                    <a:pt x="225425" y="255921"/>
                    <a:pt x="225425" y="254245"/>
                    <a:pt x="225425" y="250894"/>
                  </a:cubicBezTo>
                  <a:cubicBezTo>
                    <a:pt x="225425" y="249218"/>
                    <a:pt x="227050" y="244191"/>
                    <a:pt x="227050" y="242515"/>
                  </a:cubicBezTo>
                  <a:cubicBezTo>
                    <a:pt x="227050" y="240840"/>
                    <a:pt x="227050" y="240840"/>
                    <a:pt x="228675" y="240840"/>
                  </a:cubicBezTo>
                  <a:cubicBezTo>
                    <a:pt x="228675" y="240840"/>
                    <a:pt x="230301" y="239164"/>
                    <a:pt x="231926" y="237488"/>
                  </a:cubicBezTo>
                  <a:cubicBezTo>
                    <a:pt x="231926" y="237488"/>
                    <a:pt x="233551" y="237488"/>
                    <a:pt x="236802" y="237488"/>
                  </a:cubicBezTo>
                  <a:cubicBezTo>
                    <a:pt x="238427" y="237488"/>
                    <a:pt x="240053" y="237488"/>
                    <a:pt x="240053" y="235812"/>
                  </a:cubicBezTo>
                  <a:cubicBezTo>
                    <a:pt x="241678" y="235812"/>
                    <a:pt x="243303" y="235812"/>
                    <a:pt x="246554" y="234137"/>
                  </a:cubicBezTo>
                  <a:cubicBezTo>
                    <a:pt x="248179" y="232461"/>
                    <a:pt x="249805" y="234137"/>
                    <a:pt x="253055" y="235812"/>
                  </a:cubicBezTo>
                  <a:cubicBezTo>
                    <a:pt x="254680" y="235812"/>
                    <a:pt x="257931" y="235812"/>
                    <a:pt x="257931" y="234137"/>
                  </a:cubicBezTo>
                  <a:cubicBezTo>
                    <a:pt x="259556" y="232461"/>
                    <a:pt x="261182" y="234137"/>
                    <a:pt x="262807" y="232461"/>
                  </a:cubicBezTo>
                  <a:close/>
                  <a:moveTo>
                    <a:pt x="275742" y="207061"/>
                  </a:moveTo>
                  <a:cubicBezTo>
                    <a:pt x="277364" y="208648"/>
                    <a:pt x="282231" y="207061"/>
                    <a:pt x="282231" y="207061"/>
                  </a:cubicBezTo>
                  <a:cubicBezTo>
                    <a:pt x="283853" y="208648"/>
                    <a:pt x="283853" y="208648"/>
                    <a:pt x="287097" y="210236"/>
                  </a:cubicBezTo>
                  <a:cubicBezTo>
                    <a:pt x="288719" y="211824"/>
                    <a:pt x="291963" y="211824"/>
                    <a:pt x="293585" y="213411"/>
                  </a:cubicBezTo>
                  <a:cubicBezTo>
                    <a:pt x="295207" y="214999"/>
                    <a:pt x="296829" y="213411"/>
                    <a:pt x="298451" y="216586"/>
                  </a:cubicBezTo>
                  <a:cubicBezTo>
                    <a:pt x="298451" y="219761"/>
                    <a:pt x="298451" y="222936"/>
                    <a:pt x="296829" y="224524"/>
                  </a:cubicBezTo>
                  <a:cubicBezTo>
                    <a:pt x="295207" y="226111"/>
                    <a:pt x="296829" y="226111"/>
                    <a:pt x="291963" y="226111"/>
                  </a:cubicBezTo>
                  <a:cubicBezTo>
                    <a:pt x="288719" y="227699"/>
                    <a:pt x="287097" y="227699"/>
                    <a:pt x="283853" y="226111"/>
                  </a:cubicBezTo>
                  <a:cubicBezTo>
                    <a:pt x="280609" y="226111"/>
                    <a:pt x="277364" y="224524"/>
                    <a:pt x="275742" y="226111"/>
                  </a:cubicBezTo>
                  <a:cubicBezTo>
                    <a:pt x="272498" y="226111"/>
                    <a:pt x="269254" y="226111"/>
                    <a:pt x="267632" y="224524"/>
                  </a:cubicBezTo>
                  <a:cubicBezTo>
                    <a:pt x="266010" y="224524"/>
                    <a:pt x="267632" y="222936"/>
                    <a:pt x="264388" y="224524"/>
                  </a:cubicBezTo>
                  <a:cubicBezTo>
                    <a:pt x="261144" y="224524"/>
                    <a:pt x="262766" y="222936"/>
                    <a:pt x="261144" y="224524"/>
                  </a:cubicBezTo>
                  <a:cubicBezTo>
                    <a:pt x="259522" y="227699"/>
                    <a:pt x="257900" y="227699"/>
                    <a:pt x="256278" y="227699"/>
                  </a:cubicBezTo>
                  <a:cubicBezTo>
                    <a:pt x="254656" y="227699"/>
                    <a:pt x="253034" y="226111"/>
                    <a:pt x="251412" y="226111"/>
                  </a:cubicBezTo>
                  <a:cubicBezTo>
                    <a:pt x="249790" y="224524"/>
                    <a:pt x="249790" y="224524"/>
                    <a:pt x="248168" y="224524"/>
                  </a:cubicBezTo>
                  <a:cubicBezTo>
                    <a:pt x="246546" y="224524"/>
                    <a:pt x="246546" y="222936"/>
                    <a:pt x="244924" y="224524"/>
                  </a:cubicBezTo>
                  <a:cubicBezTo>
                    <a:pt x="241680" y="224524"/>
                    <a:pt x="241680" y="224524"/>
                    <a:pt x="240058" y="226111"/>
                  </a:cubicBezTo>
                  <a:cubicBezTo>
                    <a:pt x="238436" y="226111"/>
                    <a:pt x="236814" y="227699"/>
                    <a:pt x="236814" y="227699"/>
                  </a:cubicBezTo>
                  <a:cubicBezTo>
                    <a:pt x="233570" y="226111"/>
                    <a:pt x="231948" y="226111"/>
                    <a:pt x="228704" y="226111"/>
                  </a:cubicBezTo>
                  <a:cubicBezTo>
                    <a:pt x="227082" y="227699"/>
                    <a:pt x="225460" y="227699"/>
                    <a:pt x="225460" y="226111"/>
                  </a:cubicBezTo>
                  <a:cubicBezTo>
                    <a:pt x="225460" y="226111"/>
                    <a:pt x="223838" y="224524"/>
                    <a:pt x="225460" y="224524"/>
                  </a:cubicBezTo>
                  <a:cubicBezTo>
                    <a:pt x="228704" y="221349"/>
                    <a:pt x="233570" y="218174"/>
                    <a:pt x="233570" y="219761"/>
                  </a:cubicBezTo>
                  <a:cubicBezTo>
                    <a:pt x="235192" y="219761"/>
                    <a:pt x="235192" y="218174"/>
                    <a:pt x="236814" y="218174"/>
                  </a:cubicBezTo>
                  <a:cubicBezTo>
                    <a:pt x="238436" y="218174"/>
                    <a:pt x="238436" y="216586"/>
                    <a:pt x="240058" y="216586"/>
                  </a:cubicBezTo>
                  <a:cubicBezTo>
                    <a:pt x="241680" y="216586"/>
                    <a:pt x="241680" y="216586"/>
                    <a:pt x="243302" y="216586"/>
                  </a:cubicBezTo>
                  <a:cubicBezTo>
                    <a:pt x="244924" y="218174"/>
                    <a:pt x="246546" y="216586"/>
                    <a:pt x="248168" y="216586"/>
                  </a:cubicBezTo>
                  <a:cubicBezTo>
                    <a:pt x="249790" y="216586"/>
                    <a:pt x="253034" y="214999"/>
                    <a:pt x="253034" y="214999"/>
                  </a:cubicBezTo>
                  <a:cubicBezTo>
                    <a:pt x="253034" y="214999"/>
                    <a:pt x="256278" y="213411"/>
                    <a:pt x="257900" y="213411"/>
                  </a:cubicBezTo>
                  <a:cubicBezTo>
                    <a:pt x="257900" y="211824"/>
                    <a:pt x="264388" y="210236"/>
                    <a:pt x="264388" y="210236"/>
                  </a:cubicBezTo>
                  <a:cubicBezTo>
                    <a:pt x="264388" y="210236"/>
                    <a:pt x="266010" y="208648"/>
                    <a:pt x="267632" y="208648"/>
                  </a:cubicBezTo>
                  <a:cubicBezTo>
                    <a:pt x="269254" y="207061"/>
                    <a:pt x="272498" y="207061"/>
                    <a:pt x="275742" y="207061"/>
                  </a:cubicBezTo>
                  <a:close/>
                  <a:moveTo>
                    <a:pt x="495342" y="205473"/>
                  </a:moveTo>
                  <a:cubicBezTo>
                    <a:pt x="498601" y="205473"/>
                    <a:pt x="503488" y="203886"/>
                    <a:pt x="505118" y="205473"/>
                  </a:cubicBezTo>
                  <a:cubicBezTo>
                    <a:pt x="506747" y="205473"/>
                    <a:pt x="510006" y="207061"/>
                    <a:pt x="513264" y="208648"/>
                  </a:cubicBezTo>
                  <a:cubicBezTo>
                    <a:pt x="514894" y="208648"/>
                    <a:pt x="518152" y="208648"/>
                    <a:pt x="519781" y="210236"/>
                  </a:cubicBezTo>
                  <a:cubicBezTo>
                    <a:pt x="523040" y="211823"/>
                    <a:pt x="529557" y="210236"/>
                    <a:pt x="531186" y="211823"/>
                  </a:cubicBezTo>
                  <a:cubicBezTo>
                    <a:pt x="531186" y="211823"/>
                    <a:pt x="534445" y="211823"/>
                    <a:pt x="532816" y="214998"/>
                  </a:cubicBezTo>
                  <a:cubicBezTo>
                    <a:pt x="532816" y="218173"/>
                    <a:pt x="534445" y="218173"/>
                    <a:pt x="536074" y="218173"/>
                  </a:cubicBezTo>
                  <a:cubicBezTo>
                    <a:pt x="537704" y="219761"/>
                    <a:pt x="534445" y="218173"/>
                    <a:pt x="540962" y="218173"/>
                  </a:cubicBezTo>
                  <a:cubicBezTo>
                    <a:pt x="545850" y="219761"/>
                    <a:pt x="550738" y="219761"/>
                    <a:pt x="550738" y="219761"/>
                  </a:cubicBezTo>
                  <a:cubicBezTo>
                    <a:pt x="550738" y="219761"/>
                    <a:pt x="553996" y="219761"/>
                    <a:pt x="553996" y="222936"/>
                  </a:cubicBezTo>
                  <a:cubicBezTo>
                    <a:pt x="553996" y="224523"/>
                    <a:pt x="555626" y="224523"/>
                    <a:pt x="555626" y="224523"/>
                  </a:cubicBezTo>
                  <a:cubicBezTo>
                    <a:pt x="555626" y="224523"/>
                    <a:pt x="550738" y="227698"/>
                    <a:pt x="550738" y="229286"/>
                  </a:cubicBezTo>
                  <a:cubicBezTo>
                    <a:pt x="550738" y="230873"/>
                    <a:pt x="555626" y="230873"/>
                    <a:pt x="555626" y="232461"/>
                  </a:cubicBezTo>
                  <a:cubicBezTo>
                    <a:pt x="553996" y="234048"/>
                    <a:pt x="555626" y="235636"/>
                    <a:pt x="553996" y="237223"/>
                  </a:cubicBezTo>
                  <a:cubicBezTo>
                    <a:pt x="550738" y="238811"/>
                    <a:pt x="550738" y="238811"/>
                    <a:pt x="547479" y="240398"/>
                  </a:cubicBezTo>
                  <a:cubicBezTo>
                    <a:pt x="544221" y="240398"/>
                    <a:pt x="542591" y="240398"/>
                    <a:pt x="540962" y="240398"/>
                  </a:cubicBezTo>
                  <a:cubicBezTo>
                    <a:pt x="536074" y="241986"/>
                    <a:pt x="536074" y="243573"/>
                    <a:pt x="532816" y="243573"/>
                  </a:cubicBezTo>
                  <a:cubicBezTo>
                    <a:pt x="529557" y="241986"/>
                    <a:pt x="529557" y="240398"/>
                    <a:pt x="529557" y="240398"/>
                  </a:cubicBezTo>
                  <a:cubicBezTo>
                    <a:pt x="529557" y="240398"/>
                    <a:pt x="531186" y="238811"/>
                    <a:pt x="526299" y="241986"/>
                  </a:cubicBezTo>
                  <a:cubicBezTo>
                    <a:pt x="523040" y="245161"/>
                    <a:pt x="523040" y="243573"/>
                    <a:pt x="523040" y="245161"/>
                  </a:cubicBezTo>
                  <a:cubicBezTo>
                    <a:pt x="518152" y="245161"/>
                    <a:pt x="514894" y="243573"/>
                    <a:pt x="514894" y="241986"/>
                  </a:cubicBezTo>
                  <a:cubicBezTo>
                    <a:pt x="513264" y="240398"/>
                    <a:pt x="511635" y="240398"/>
                    <a:pt x="511635" y="238811"/>
                  </a:cubicBezTo>
                  <a:cubicBezTo>
                    <a:pt x="511635" y="237223"/>
                    <a:pt x="511635" y="235636"/>
                    <a:pt x="510006" y="235636"/>
                  </a:cubicBezTo>
                  <a:cubicBezTo>
                    <a:pt x="506747" y="235636"/>
                    <a:pt x="505118" y="234048"/>
                    <a:pt x="505118" y="234048"/>
                  </a:cubicBezTo>
                  <a:cubicBezTo>
                    <a:pt x="514894" y="232461"/>
                    <a:pt x="518152" y="234048"/>
                    <a:pt x="514894" y="232461"/>
                  </a:cubicBezTo>
                  <a:cubicBezTo>
                    <a:pt x="511635" y="230873"/>
                    <a:pt x="510006" y="227698"/>
                    <a:pt x="508376" y="227698"/>
                  </a:cubicBezTo>
                  <a:cubicBezTo>
                    <a:pt x="506747" y="229286"/>
                    <a:pt x="506747" y="229286"/>
                    <a:pt x="503488" y="227698"/>
                  </a:cubicBezTo>
                  <a:cubicBezTo>
                    <a:pt x="498601" y="226111"/>
                    <a:pt x="501859" y="232461"/>
                    <a:pt x="498601" y="224523"/>
                  </a:cubicBezTo>
                  <a:cubicBezTo>
                    <a:pt x="495342" y="218173"/>
                    <a:pt x="495342" y="219761"/>
                    <a:pt x="495342" y="216586"/>
                  </a:cubicBezTo>
                  <a:cubicBezTo>
                    <a:pt x="495342" y="211823"/>
                    <a:pt x="495342" y="211823"/>
                    <a:pt x="495342" y="210236"/>
                  </a:cubicBezTo>
                  <a:cubicBezTo>
                    <a:pt x="495342" y="208648"/>
                    <a:pt x="493713" y="207061"/>
                    <a:pt x="495342" y="205473"/>
                  </a:cubicBezTo>
                  <a:close/>
                  <a:moveTo>
                    <a:pt x="383165" y="184835"/>
                  </a:moveTo>
                  <a:cubicBezTo>
                    <a:pt x="386423" y="184835"/>
                    <a:pt x="388051" y="186423"/>
                    <a:pt x="389680" y="186423"/>
                  </a:cubicBezTo>
                  <a:cubicBezTo>
                    <a:pt x="392938" y="184835"/>
                    <a:pt x="392938" y="186423"/>
                    <a:pt x="396195" y="184835"/>
                  </a:cubicBezTo>
                  <a:cubicBezTo>
                    <a:pt x="399453" y="183248"/>
                    <a:pt x="399453" y="184835"/>
                    <a:pt x="401081" y="184835"/>
                  </a:cubicBezTo>
                  <a:cubicBezTo>
                    <a:pt x="402710" y="186423"/>
                    <a:pt x="402710" y="186423"/>
                    <a:pt x="407596" y="188010"/>
                  </a:cubicBezTo>
                  <a:cubicBezTo>
                    <a:pt x="407596" y="188010"/>
                    <a:pt x="410854" y="188010"/>
                    <a:pt x="412482" y="189598"/>
                  </a:cubicBezTo>
                  <a:cubicBezTo>
                    <a:pt x="414111" y="189598"/>
                    <a:pt x="415740" y="191185"/>
                    <a:pt x="415740" y="191185"/>
                  </a:cubicBezTo>
                  <a:cubicBezTo>
                    <a:pt x="415740" y="191185"/>
                    <a:pt x="415740" y="194360"/>
                    <a:pt x="415740" y="199123"/>
                  </a:cubicBezTo>
                  <a:cubicBezTo>
                    <a:pt x="415740" y="203885"/>
                    <a:pt x="415740" y="202298"/>
                    <a:pt x="418997" y="199123"/>
                  </a:cubicBezTo>
                  <a:cubicBezTo>
                    <a:pt x="420626" y="197535"/>
                    <a:pt x="423884" y="199123"/>
                    <a:pt x="425512" y="195948"/>
                  </a:cubicBezTo>
                  <a:cubicBezTo>
                    <a:pt x="428770" y="192773"/>
                    <a:pt x="428770" y="195948"/>
                    <a:pt x="430399" y="195948"/>
                  </a:cubicBezTo>
                  <a:cubicBezTo>
                    <a:pt x="432027" y="195948"/>
                    <a:pt x="433656" y="195948"/>
                    <a:pt x="436914" y="195948"/>
                  </a:cubicBezTo>
                  <a:cubicBezTo>
                    <a:pt x="441800" y="195948"/>
                    <a:pt x="438542" y="197535"/>
                    <a:pt x="441800" y="197535"/>
                  </a:cubicBezTo>
                  <a:cubicBezTo>
                    <a:pt x="445057" y="199123"/>
                    <a:pt x="443429" y="200710"/>
                    <a:pt x="445057" y="200710"/>
                  </a:cubicBezTo>
                  <a:cubicBezTo>
                    <a:pt x="446686" y="202298"/>
                    <a:pt x="446686" y="203885"/>
                    <a:pt x="449943" y="207060"/>
                  </a:cubicBezTo>
                  <a:cubicBezTo>
                    <a:pt x="449943" y="207060"/>
                    <a:pt x="451572" y="207060"/>
                    <a:pt x="454830" y="203885"/>
                  </a:cubicBezTo>
                  <a:cubicBezTo>
                    <a:pt x="456458" y="203885"/>
                    <a:pt x="459716" y="205473"/>
                    <a:pt x="461345" y="205473"/>
                  </a:cubicBezTo>
                  <a:cubicBezTo>
                    <a:pt x="464602" y="203885"/>
                    <a:pt x="464602" y="207060"/>
                    <a:pt x="464602" y="208648"/>
                  </a:cubicBezTo>
                  <a:cubicBezTo>
                    <a:pt x="464602" y="208648"/>
                    <a:pt x="462973" y="210235"/>
                    <a:pt x="467860" y="213410"/>
                  </a:cubicBezTo>
                  <a:cubicBezTo>
                    <a:pt x="467860" y="213410"/>
                    <a:pt x="471117" y="211823"/>
                    <a:pt x="472746" y="213410"/>
                  </a:cubicBezTo>
                  <a:cubicBezTo>
                    <a:pt x="476003" y="216585"/>
                    <a:pt x="472746" y="216585"/>
                    <a:pt x="472746" y="216585"/>
                  </a:cubicBezTo>
                  <a:cubicBezTo>
                    <a:pt x="472746" y="216585"/>
                    <a:pt x="471117" y="219760"/>
                    <a:pt x="471117" y="219760"/>
                  </a:cubicBezTo>
                  <a:cubicBezTo>
                    <a:pt x="469488" y="221348"/>
                    <a:pt x="471117" y="221348"/>
                    <a:pt x="474375" y="226110"/>
                  </a:cubicBezTo>
                  <a:cubicBezTo>
                    <a:pt x="474375" y="226110"/>
                    <a:pt x="474375" y="226110"/>
                    <a:pt x="477632" y="227698"/>
                  </a:cubicBezTo>
                  <a:cubicBezTo>
                    <a:pt x="477632" y="227698"/>
                    <a:pt x="480890" y="230873"/>
                    <a:pt x="482518" y="230873"/>
                  </a:cubicBezTo>
                  <a:cubicBezTo>
                    <a:pt x="482518" y="230873"/>
                    <a:pt x="482518" y="232460"/>
                    <a:pt x="482518" y="235635"/>
                  </a:cubicBezTo>
                  <a:cubicBezTo>
                    <a:pt x="482518" y="240398"/>
                    <a:pt x="484147" y="240398"/>
                    <a:pt x="484147" y="240398"/>
                  </a:cubicBezTo>
                  <a:cubicBezTo>
                    <a:pt x="485776" y="240398"/>
                    <a:pt x="480890" y="243573"/>
                    <a:pt x="479261" y="245160"/>
                  </a:cubicBezTo>
                  <a:cubicBezTo>
                    <a:pt x="477632" y="246748"/>
                    <a:pt x="472746" y="246748"/>
                    <a:pt x="467860" y="243573"/>
                  </a:cubicBezTo>
                  <a:cubicBezTo>
                    <a:pt x="467860" y="243573"/>
                    <a:pt x="464602" y="245160"/>
                    <a:pt x="462973" y="243573"/>
                  </a:cubicBezTo>
                  <a:cubicBezTo>
                    <a:pt x="461345" y="243573"/>
                    <a:pt x="458087" y="245160"/>
                    <a:pt x="453201" y="241985"/>
                  </a:cubicBezTo>
                  <a:cubicBezTo>
                    <a:pt x="451572" y="240398"/>
                    <a:pt x="448315" y="240398"/>
                    <a:pt x="448315" y="240398"/>
                  </a:cubicBezTo>
                  <a:cubicBezTo>
                    <a:pt x="448315" y="240398"/>
                    <a:pt x="448315" y="237223"/>
                    <a:pt x="448315" y="235635"/>
                  </a:cubicBezTo>
                  <a:cubicBezTo>
                    <a:pt x="446686" y="234048"/>
                    <a:pt x="445057" y="234048"/>
                    <a:pt x="445057" y="234048"/>
                  </a:cubicBezTo>
                  <a:cubicBezTo>
                    <a:pt x="445057" y="234048"/>
                    <a:pt x="445057" y="234048"/>
                    <a:pt x="445057" y="232460"/>
                  </a:cubicBezTo>
                  <a:cubicBezTo>
                    <a:pt x="445057" y="232460"/>
                    <a:pt x="443429" y="230873"/>
                    <a:pt x="438542" y="230873"/>
                  </a:cubicBezTo>
                  <a:cubicBezTo>
                    <a:pt x="432027" y="230873"/>
                    <a:pt x="438542" y="230873"/>
                    <a:pt x="435285" y="230873"/>
                  </a:cubicBezTo>
                  <a:cubicBezTo>
                    <a:pt x="435285" y="230873"/>
                    <a:pt x="435285" y="230873"/>
                    <a:pt x="430399" y="230873"/>
                  </a:cubicBezTo>
                  <a:cubicBezTo>
                    <a:pt x="430399" y="230873"/>
                    <a:pt x="430399" y="227698"/>
                    <a:pt x="430399" y="227698"/>
                  </a:cubicBezTo>
                  <a:cubicBezTo>
                    <a:pt x="428770" y="227698"/>
                    <a:pt x="425512" y="226110"/>
                    <a:pt x="425512" y="226110"/>
                  </a:cubicBezTo>
                  <a:cubicBezTo>
                    <a:pt x="422255" y="226110"/>
                    <a:pt x="423884" y="226110"/>
                    <a:pt x="422255" y="226110"/>
                  </a:cubicBezTo>
                  <a:cubicBezTo>
                    <a:pt x="418997" y="227698"/>
                    <a:pt x="418997" y="226110"/>
                    <a:pt x="417369" y="226110"/>
                  </a:cubicBezTo>
                  <a:cubicBezTo>
                    <a:pt x="414111" y="226110"/>
                    <a:pt x="415740" y="227698"/>
                    <a:pt x="414111" y="226110"/>
                  </a:cubicBezTo>
                  <a:cubicBezTo>
                    <a:pt x="414111" y="224523"/>
                    <a:pt x="414111" y="222935"/>
                    <a:pt x="412482" y="222935"/>
                  </a:cubicBezTo>
                  <a:cubicBezTo>
                    <a:pt x="412482" y="221348"/>
                    <a:pt x="410854" y="224523"/>
                    <a:pt x="407596" y="224523"/>
                  </a:cubicBezTo>
                  <a:cubicBezTo>
                    <a:pt x="404339" y="222935"/>
                    <a:pt x="404339" y="226110"/>
                    <a:pt x="402710" y="226110"/>
                  </a:cubicBezTo>
                  <a:cubicBezTo>
                    <a:pt x="401081" y="226110"/>
                    <a:pt x="399453" y="227698"/>
                    <a:pt x="399453" y="227698"/>
                  </a:cubicBezTo>
                  <a:cubicBezTo>
                    <a:pt x="399453" y="227698"/>
                    <a:pt x="396195" y="227698"/>
                    <a:pt x="394566" y="226110"/>
                  </a:cubicBezTo>
                  <a:cubicBezTo>
                    <a:pt x="394566" y="226110"/>
                    <a:pt x="391309" y="227698"/>
                    <a:pt x="388051" y="227698"/>
                  </a:cubicBezTo>
                  <a:cubicBezTo>
                    <a:pt x="384794" y="227698"/>
                    <a:pt x="386423" y="229285"/>
                    <a:pt x="384794" y="226110"/>
                  </a:cubicBezTo>
                  <a:cubicBezTo>
                    <a:pt x="383165" y="224523"/>
                    <a:pt x="381536" y="226110"/>
                    <a:pt x="379908" y="224523"/>
                  </a:cubicBezTo>
                  <a:cubicBezTo>
                    <a:pt x="379908" y="224523"/>
                    <a:pt x="378279" y="224523"/>
                    <a:pt x="375021" y="221348"/>
                  </a:cubicBezTo>
                  <a:cubicBezTo>
                    <a:pt x="370135" y="218173"/>
                    <a:pt x="375021" y="218173"/>
                    <a:pt x="375021" y="214998"/>
                  </a:cubicBezTo>
                  <a:cubicBezTo>
                    <a:pt x="376650" y="213410"/>
                    <a:pt x="378279" y="214998"/>
                    <a:pt x="381536" y="213410"/>
                  </a:cubicBezTo>
                  <a:cubicBezTo>
                    <a:pt x="384794" y="211823"/>
                    <a:pt x="384794" y="213410"/>
                    <a:pt x="388051" y="211823"/>
                  </a:cubicBezTo>
                  <a:cubicBezTo>
                    <a:pt x="389680" y="210235"/>
                    <a:pt x="389680" y="214998"/>
                    <a:pt x="391309" y="214998"/>
                  </a:cubicBezTo>
                  <a:cubicBezTo>
                    <a:pt x="391309" y="214998"/>
                    <a:pt x="392938" y="216585"/>
                    <a:pt x="394566" y="216585"/>
                  </a:cubicBezTo>
                  <a:cubicBezTo>
                    <a:pt x="396195" y="214998"/>
                    <a:pt x="397824" y="216585"/>
                    <a:pt x="399453" y="216585"/>
                  </a:cubicBezTo>
                  <a:cubicBezTo>
                    <a:pt x="401081" y="214998"/>
                    <a:pt x="399453" y="213410"/>
                    <a:pt x="399453" y="213410"/>
                  </a:cubicBezTo>
                  <a:cubicBezTo>
                    <a:pt x="397824" y="213410"/>
                    <a:pt x="396195" y="213410"/>
                    <a:pt x="394566" y="211823"/>
                  </a:cubicBezTo>
                  <a:cubicBezTo>
                    <a:pt x="394566" y="211823"/>
                    <a:pt x="396195" y="213410"/>
                    <a:pt x="399453" y="211823"/>
                  </a:cubicBezTo>
                  <a:cubicBezTo>
                    <a:pt x="401081" y="210235"/>
                    <a:pt x="402710" y="213410"/>
                    <a:pt x="402710" y="213410"/>
                  </a:cubicBezTo>
                  <a:cubicBezTo>
                    <a:pt x="402710" y="213410"/>
                    <a:pt x="402710" y="211823"/>
                    <a:pt x="401081" y="207060"/>
                  </a:cubicBezTo>
                  <a:cubicBezTo>
                    <a:pt x="399453" y="207060"/>
                    <a:pt x="394566" y="207060"/>
                    <a:pt x="394566" y="207060"/>
                  </a:cubicBezTo>
                  <a:cubicBezTo>
                    <a:pt x="392938" y="205473"/>
                    <a:pt x="391309" y="207060"/>
                    <a:pt x="391309" y="203885"/>
                  </a:cubicBezTo>
                  <a:cubicBezTo>
                    <a:pt x="391309" y="200710"/>
                    <a:pt x="392938" y="203885"/>
                    <a:pt x="392938" y="200710"/>
                  </a:cubicBezTo>
                  <a:cubicBezTo>
                    <a:pt x="394566" y="199123"/>
                    <a:pt x="389680" y="200710"/>
                    <a:pt x="388051" y="200710"/>
                  </a:cubicBezTo>
                  <a:cubicBezTo>
                    <a:pt x="388051" y="199123"/>
                    <a:pt x="384794" y="200710"/>
                    <a:pt x="384794" y="200710"/>
                  </a:cubicBezTo>
                  <a:cubicBezTo>
                    <a:pt x="384794" y="200710"/>
                    <a:pt x="384794" y="200710"/>
                    <a:pt x="384794" y="203885"/>
                  </a:cubicBezTo>
                  <a:cubicBezTo>
                    <a:pt x="384794" y="203885"/>
                    <a:pt x="381536" y="205473"/>
                    <a:pt x="378279" y="205473"/>
                  </a:cubicBezTo>
                  <a:cubicBezTo>
                    <a:pt x="375021" y="205473"/>
                    <a:pt x="376650" y="205473"/>
                    <a:pt x="375021" y="202298"/>
                  </a:cubicBezTo>
                  <a:cubicBezTo>
                    <a:pt x="373393" y="200710"/>
                    <a:pt x="375021" y="202298"/>
                    <a:pt x="376650" y="200710"/>
                  </a:cubicBezTo>
                  <a:cubicBezTo>
                    <a:pt x="378279" y="197535"/>
                    <a:pt x="376650" y="199123"/>
                    <a:pt x="375021" y="197535"/>
                  </a:cubicBezTo>
                  <a:cubicBezTo>
                    <a:pt x="373393" y="197535"/>
                    <a:pt x="371764" y="197535"/>
                    <a:pt x="368506" y="197535"/>
                  </a:cubicBezTo>
                  <a:cubicBezTo>
                    <a:pt x="365249" y="197535"/>
                    <a:pt x="365249" y="199123"/>
                    <a:pt x="361991" y="194360"/>
                  </a:cubicBezTo>
                  <a:cubicBezTo>
                    <a:pt x="360363" y="192773"/>
                    <a:pt x="361991" y="191185"/>
                    <a:pt x="363620" y="189598"/>
                  </a:cubicBezTo>
                  <a:cubicBezTo>
                    <a:pt x="365249" y="186423"/>
                    <a:pt x="366878" y="186423"/>
                    <a:pt x="368506" y="186423"/>
                  </a:cubicBezTo>
                  <a:cubicBezTo>
                    <a:pt x="370135" y="186423"/>
                    <a:pt x="373393" y="186423"/>
                    <a:pt x="375021" y="186423"/>
                  </a:cubicBezTo>
                  <a:cubicBezTo>
                    <a:pt x="376650" y="186423"/>
                    <a:pt x="379908" y="186423"/>
                    <a:pt x="383165" y="184835"/>
                  </a:cubicBezTo>
                  <a:close/>
                  <a:moveTo>
                    <a:pt x="468842" y="151498"/>
                  </a:moveTo>
                  <a:cubicBezTo>
                    <a:pt x="470518" y="151498"/>
                    <a:pt x="472194" y="153085"/>
                    <a:pt x="473869" y="153085"/>
                  </a:cubicBezTo>
                  <a:cubicBezTo>
                    <a:pt x="475545" y="153085"/>
                    <a:pt x="478896" y="154673"/>
                    <a:pt x="480572" y="153085"/>
                  </a:cubicBezTo>
                  <a:cubicBezTo>
                    <a:pt x="482248" y="153085"/>
                    <a:pt x="487275" y="157848"/>
                    <a:pt x="487275" y="157848"/>
                  </a:cubicBezTo>
                  <a:cubicBezTo>
                    <a:pt x="487275" y="156260"/>
                    <a:pt x="488951" y="161023"/>
                    <a:pt x="488951" y="162610"/>
                  </a:cubicBezTo>
                  <a:cubicBezTo>
                    <a:pt x="488951" y="164198"/>
                    <a:pt x="487275" y="165785"/>
                    <a:pt x="485599" y="168960"/>
                  </a:cubicBezTo>
                  <a:cubicBezTo>
                    <a:pt x="483924" y="170548"/>
                    <a:pt x="482248" y="168960"/>
                    <a:pt x="477221" y="168960"/>
                  </a:cubicBezTo>
                  <a:cubicBezTo>
                    <a:pt x="475545" y="167373"/>
                    <a:pt x="473869" y="165785"/>
                    <a:pt x="470518" y="164198"/>
                  </a:cubicBezTo>
                  <a:cubicBezTo>
                    <a:pt x="468842" y="164198"/>
                    <a:pt x="468842" y="165785"/>
                    <a:pt x="465491" y="165785"/>
                  </a:cubicBezTo>
                  <a:cubicBezTo>
                    <a:pt x="462139" y="165785"/>
                    <a:pt x="462139" y="162610"/>
                    <a:pt x="460463" y="159435"/>
                  </a:cubicBezTo>
                  <a:cubicBezTo>
                    <a:pt x="458788" y="157848"/>
                    <a:pt x="462139" y="154673"/>
                    <a:pt x="465491" y="153085"/>
                  </a:cubicBezTo>
                  <a:cubicBezTo>
                    <a:pt x="465491" y="153085"/>
                    <a:pt x="467166" y="151498"/>
                    <a:pt x="468842" y="151498"/>
                  </a:cubicBezTo>
                  <a:close/>
                  <a:moveTo>
                    <a:pt x="572616" y="100698"/>
                  </a:moveTo>
                  <a:cubicBezTo>
                    <a:pt x="574241" y="100698"/>
                    <a:pt x="577490" y="100698"/>
                    <a:pt x="579115" y="100698"/>
                  </a:cubicBezTo>
                  <a:cubicBezTo>
                    <a:pt x="580740" y="100698"/>
                    <a:pt x="582364" y="100698"/>
                    <a:pt x="585614" y="100698"/>
                  </a:cubicBezTo>
                  <a:cubicBezTo>
                    <a:pt x="587238" y="102323"/>
                    <a:pt x="588863" y="102323"/>
                    <a:pt x="592113" y="103949"/>
                  </a:cubicBezTo>
                  <a:cubicBezTo>
                    <a:pt x="593737" y="103949"/>
                    <a:pt x="596987" y="103949"/>
                    <a:pt x="600236" y="103949"/>
                  </a:cubicBezTo>
                  <a:cubicBezTo>
                    <a:pt x="603486" y="103949"/>
                    <a:pt x="601861" y="107199"/>
                    <a:pt x="605110" y="107199"/>
                  </a:cubicBezTo>
                  <a:cubicBezTo>
                    <a:pt x="606735" y="108824"/>
                    <a:pt x="608360" y="108824"/>
                    <a:pt x="609984" y="108824"/>
                  </a:cubicBezTo>
                  <a:cubicBezTo>
                    <a:pt x="609984" y="108824"/>
                    <a:pt x="611609" y="112075"/>
                    <a:pt x="614859" y="115326"/>
                  </a:cubicBezTo>
                  <a:cubicBezTo>
                    <a:pt x="619733" y="118576"/>
                    <a:pt x="618108" y="118576"/>
                    <a:pt x="619733" y="120202"/>
                  </a:cubicBezTo>
                  <a:cubicBezTo>
                    <a:pt x="622982" y="121827"/>
                    <a:pt x="622982" y="123452"/>
                    <a:pt x="626232" y="123452"/>
                  </a:cubicBezTo>
                  <a:cubicBezTo>
                    <a:pt x="631106" y="123452"/>
                    <a:pt x="629481" y="128328"/>
                    <a:pt x="631106" y="128328"/>
                  </a:cubicBezTo>
                  <a:cubicBezTo>
                    <a:pt x="632730" y="129953"/>
                    <a:pt x="632730" y="134829"/>
                    <a:pt x="632730" y="134829"/>
                  </a:cubicBezTo>
                  <a:cubicBezTo>
                    <a:pt x="632730" y="134829"/>
                    <a:pt x="639229" y="134829"/>
                    <a:pt x="644103" y="134829"/>
                  </a:cubicBezTo>
                  <a:cubicBezTo>
                    <a:pt x="648977" y="134829"/>
                    <a:pt x="648977" y="136454"/>
                    <a:pt x="652227" y="136454"/>
                  </a:cubicBezTo>
                  <a:cubicBezTo>
                    <a:pt x="655476" y="136454"/>
                    <a:pt x="655476" y="138080"/>
                    <a:pt x="657101" y="138080"/>
                  </a:cubicBezTo>
                  <a:cubicBezTo>
                    <a:pt x="660350" y="138080"/>
                    <a:pt x="658726" y="139705"/>
                    <a:pt x="658726" y="142956"/>
                  </a:cubicBezTo>
                  <a:cubicBezTo>
                    <a:pt x="658726" y="144581"/>
                    <a:pt x="658726" y="146206"/>
                    <a:pt x="658726" y="147832"/>
                  </a:cubicBezTo>
                  <a:cubicBezTo>
                    <a:pt x="658726" y="149457"/>
                    <a:pt x="660350" y="151082"/>
                    <a:pt x="661975" y="151082"/>
                  </a:cubicBezTo>
                  <a:cubicBezTo>
                    <a:pt x="661975" y="151082"/>
                    <a:pt x="666849" y="154333"/>
                    <a:pt x="668474" y="154333"/>
                  </a:cubicBezTo>
                  <a:cubicBezTo>
                    <a:pt x="671723" y="155958"/>
                    <a:pt x="671723" y="152707"/>
                    <a:pt x="671723" y="151082"/>
                  </a:cubicBezTo>
                  <a:cubicBezTo>
                    <a:pt x="670099" y="149457"/>
                    <a:pt x="668474" y="147832"/>
                    <a:pt x="666849" y="146206"/>
                  </a:cubicBezTo>
                  <a:cubicBezTo>
                    <a:pt x="665225" y="144581"/>
                    <a:pt x="666849" y="142956"/>
                    <a:pt x="666849" y="141330"/>
                  </a:cubicBezTo>
                  <a:cubicBezTo>
                    <a:pt x="668474" y="139705"/>
                    <a:pt x="670099" y="139705"/>
                    <a:pt x="671723" y="139705"/>
                  </a:cubicBezTo>
                  <a:cubicBezTo>
                    <a:pt x="673348" y="138080"/>
                    <a:pt x="683096" y="142956"/>
                    <a:pt x="683096" y="142956"/>
                  </a:cubicBezTo>
                  <a:cubicBezTo>
                    <a:pt x="684721" y="144581"/>
                    <a:pt x="686346" y="146206"/>
                    <a:pt x="686346" y="146206"/>
                  </a:cubicBezTo>
                  <a:cubicBezTo>
                    <a:pt x="687971" y="147832"/>
                    <a:pt x="687971" y="149457"/>
                    <a:pt x="687971" y="149457"/>
                  </a:cubicBezTo>
                  <a:cubicBezTo>
                    <a:pt x="687971" y="149457"/>
                    <a:pt x="674973" y="154333"/>
                    <a:pt x="676598" y="154333"/>
                  </a:cubicBezTo>
                  <a:cubicBezTo>
                    <a:pt x="678222" y="154333"/>
                    <a:pt x="679847" y="154333"/>
                    <a:pt x="683096" y="152707"/>
                  </a:cubicBezTo>
                  <a:cubicBezTo>
                    <a:pt x="684721" y="152707"/>
                    <a:pt x="691220" y="157583"/>
                    <a:pt x="691220" y="157583"/>
                  </a:cubicBezTo>
                  <a:cubicBezTo>
                    <a:pt x="691220" y="157583"/>
                    <a:pt x="694469" y="159209"/>
                    <a:pt x="696094" y="159209"/>
                  </a:cubicBezTo>
                  <a:cubicBezTo>
                    <a:pt x="696094" y="159209"/>
                    <a:pt x="692845" y="164085"/>
                    <a:pt x="692845" y="164085"/>
                  </a:cubicBezTo>
                  <a:cubicBezTo>
                    <a:pt x="692845" y="164085"/>
                    <a:pt x="694469" y="165710"/>
                    <a:pt x="696094" y="165710"/>
                  </a:cubicBezTo>
                  <a:cubicBezTo>
                    <a:pt x="696094" y="164085"/>
                    <a:pt x="697719" y="167335"/>
                    <a:pt x="697719" y="167335"/>
                  </a:cubicBezTo>
                  <a:cubicBezTo>
                    <a:pt x="699344" y="167335"/>
                    <a:pt x="697719" y="170586"/>
                    <a:pt x="696094" y="170586"/>
                  </a:cubicBezTo>
                  <a:cubicBezTo>
                    <a:pt x="696094" y="172211"/>
                    <a:pt x="696094" y="175462"/>
                    <a:pt x="696094" y="175462"/>
                  </a:cubicBezTo>
                  <a:cubicBezTo>
                    <a:pt x="696094" y="175462"/>
                    <a:pt x="700968" y="173836"/>
                    <a:pt x="702593" y="173836"/>
                  </a:cubicBezTo>
                  <a:cubicBezTo>
                    <a:pt x="704218" y="172211"/>
                    <a:pt x="705842" y="173836"/>
                    <a:pt x="709092" y="173836"/>
                  </a:cubicBezTo>
                  <a:cubicBezTo>
                    <a:pt x="710717" y="172211"/>
                    <a:pt x="712341" y="173836"/>
                    <a:pt x="712341" y="175462"/>
                  </a:cubicBezTo>
                  <a:cubicBezTo>
                    <a:pt x="712341" y="175462"/>
                    <a:pt x="713966" y="177087"/>
                    <a:pt x="715591" y="177087"/>
                  </a:cubicBezTo>
                  <a:cubicBezTo>
                    <a:pt x="717215" y="178712"/>
                    <a:pt x="717215" y="177087"/>
                    <a:pt x="717215" y="173836"/>
                  </a:cubicBezTo>
                  <a:cubicBezTo>
                    <a:pt x="718840" y="170586"/>
                    <a:pt x="720465" y="175462"/>
                    <a:pt x="722089" y="173836"/>
                  </a:cubicBezTo>
                  <a:cubicBezTo>
                    <a:pt x="723714" y="173836"/>
                    <a:pt x="723714" y="175462"/>
                    <a:pt x="725339" y="177087"/>
                  </a:cubicBezTo>
                  <a:cubicBezTo>
                    <a:pt x="725339" y="177087"/>
                    <a:pt x="725339" y="178712"/>
                    <a:pt x="726964" y="180338"/>
                  </a:cubicBezTo>
                  <a:cubicBezTo>
                    <a:pt x="728588" y="181963"/>
                    <a:pt x="728588" y="183588"/>
                    <a:pt x="728588" y="183588"/>
                  </a:cubicBezTo>
                  <a:cubicBezTo>
                    <a:pt x="728588" y="183588"/>
                    <a:pt x="730213" y="185213"/>
                    <a:pt x="730213" y="186839"/>
                  </a:cubicBezTo>
                  <a:cubicBezTo>
                    <a:pt x="731838" y="186839"/>
                    <a:pt x="726964" y="190089"/>
                    <a:pt x="726964" y="190089"/>
                  </a:cubicBezTo>
                  <a:cubicBezTo>
                    <a:pt x="726964" y="190089"/>
                    <a:pt x="726964" y="190089"/>
                    <a:pt x="730213" y="190089"/>
                  </a:cubicBezTo>
                  <a:cubicBezTo>
                    <a:pt x="730213" y="190089"/>
                    <a:pt x="726964" y="191715"/>
                    <a:pt x="723714" y="193340"/>
                  </a:cubicBezTo>
                  <a:cubicBezTo>
                    <a:pt x="723714" y="193340"/>
                    <a:pt x="720465" y="194965"/>
                    <a:pt x="718840" y="194965"/>
                  </a:cubicBezTo>
                  <a:cubicBezTo>
                    <a:pt x="715591" y="194965"/>
                    <a:pt x="717215" y="194965"/>
                    <a:pt x="704218" y="199841"/>
                  </a:cubicBezTo>
                  <a:cubicBezTo>
                    <a:pt x="692845" y="203092"/>
                    <a:pt x="704218" y="199841"/>
                    <a:pt x="696094" y="204717"/>
                  </a:cubicBezTo>
                  <a:cubicBezTo>
                    <a:pt x="689595" y="207968"/>
                    <a:pt x="694469" y="206342"/>
                    <a:pt x="692845" y="206342"/>
                  </a:cubicBezTo>
                  <a:cubicBezTo>
                    <a:pt x="691220" y="207968"/>
                    <a:pt x="692845" y="207968"/>
                    <a:pt x="686346" y="211218"/>
                  </a:cubicBezTo>
                  <a:cubicBezTo>
                    <a:pt x="681472" y="214469"/>
                    <a:pt x="683096" y="211218"/>
                    <a:pt x="681472" y="211218"/>
                  </a:cubicBezTo>
                  <a:cubicBezTo>
                    <a:pt x="679847" y="212843"/>
                    <a:pt x="679847" y="207968"/>
                    <a:pt x="679847" y="206342"/>
                  </a:cubicBezTo>
                  <a:cubicBezTo>
                    <a:pt x="678222" y="203092"/>
                    <a:pt x="681472" y="203092"/>
                    <a:pt x="683096" y="201466"/>
                  </a:cubicBezTo>
                  <a:cubicBezTo>
                    <a:pt x="684721" y="198216"/>
                    <a:pt x="679847" y="199841"/>
                    <a:pt x="678222" y="199841"/>
                  </a:cubicBezTo>
                  <a:cubicBezTo>
                    <a:pt x="676598" y="198216"/>
                    <a:pt x="676598" y="199841"/>
                    <a:pt x="674973" y="203092"/>
                  </a:cubicBezTo>
                  <a:cubicBezTo>
                    <a:pt x="673348" y="206342"/>
                    <a:pt x="674973" y="206342"/>
                    <a:pt x="676598" y="209593"/>
                  </a:cubicBezTo>
                  <a:cubicBezTo>
                    <a:pt x="676598" y="211218"/>
                    <a:pt x="678222" y="212843"/>
                    <a:pt x="679847" y="212843"/>
                  </a:cubicBezTo>
                  <a:cubicBezTo>
                    <a:pt x="681472" y="212843"/>
                    <a:pt x="679847" y="216094"/>
                    <a:pt x="681472" y="216094"/>
                  </a:cubicBezTo>
                  <a:cubicBezTo>
                    <a:pt x="681472" y="217719"/>
                    <a:pt x="678222" y="222595"/>
                    <a:pt x="678222" y="220970"/>
                  </a:cubicBezTo>
                  <a:cubicBezTo>
                    <a:pt x="676598" y="219345"/>
                    <a:pt x="678222" y="220970"/>
                    <a:pt x="678222" y="219345"/>
                  </a:cubicBezTo>
                  <a:cubicBezTo>
                    <a:pt x="678222" y="216094"/>
                    <a:pt x="676598" y="217719"/>
                    <a:pt x="670099" y="217719"/>
                  </a:cubicBezTo>
                  <a:cubicBezTo>
                    <a:pt x="665225" y="219345"/>
                    <a:pt x="670099" y="220970"/>
                    <a:pt x="670099" y="220970"/>
                  </a:cubicBezTo>
                  <a:cubicBezTo>
                    <a:pt x="670099" y="220970"/>
                    <a:pt x="670099" y="225846"/>
                    <a:pt x="668474" y="229096"/>
                  </a:cubicBezTo>
                  <a:cubicBezTo>
                    <a:pt x="668474" y="230722"/>
                    <a:pt x="665225" y="230722"/>
                    <a:pt x="665225" y="230722"/>
                  </a:cubicBezTo>
                  <a:cubicBezTo>
                    <a:pt x="663600" y="230722"/>
                    <a:pt x="661975" y="229096"/>
                    <a:pt x="658726" y="227471"/>
                  </a:cubicBezTo>
                  <a:cubicBezTo>
                    <a:pt x="653852" y="224221"/>
                    <a:pt x="653852" y="224221"/>
                    <a:pt x="653852" y="224221"/>
                  </a:cubicBezTo>
                  <a:cubicBezTo>
                    <a:pt x="652227" y="222595"/>
                    <a:pt x="653852" y="227471"/>
                    <a:pt x="653852" y="227471"/>
                  </a:cubicBezTo>
                  <a:cubicBezTo>
                    <a:pt x="653852" y="229096"/>
                    <a:pt x="653852" y="229096"/>
                    <a:pt x="652227" y="230722"/>
                  </a:cubicBezTo>
                  <a:cubicBezTo>
                    <a:pt x="648977" y="230722"/>
                    <a:pt x="648977" y="230722"/>
                    <a:pt x="648977" y="227471"/>
                  </a:cubicBezTo>
                  <a:cubicBezTo>
                    <a:pt x="648977" y="225846"/>
                    <a:pt x="647353" y="225846"/>
                    <a:pt x="644103" y="222595"/>
                  </a:cubicBezTo>
                  <a:cubicBezTo>
                    <a:pt x="642479" y="222595"/>
                    <a:pt x="639229" y="222595"/>
                    <a:pt x="637605" y="224221"/>
                  </a:cubicBezTo>
                  <a:cubicBezTo>
                    <a:pt x="635980" y="224221"/>
                    <a:pt x="637605" y="225846"/>
                    <a:pt x="639229" y="230722"/>
                  </a:cubicBezTo>
                  <a:cubicBezTo>
                    <a:pt x="640854" y="237223"/>
                    <a:pt x="635980" y="230722"/>
                    <a:pt x="631106" y="230722"/>
                  </a:cubicBezTo>
                  <a:cubicBezTo>
                    <a:pt x="627856" y="229096"/>
                    <a:pt x="627856" y="230722"/>
                    <a:pt x="624607" y="232347"/>
                  </a:cubicBezTo>
                  <a:cubicBezTo>
                    <a:pt x="621357" y="232347"/>
                    <a:pt x="621357" y="232347"/>
                    <a:pt x="618108" y="232347"/>
                  </a:cubicBezTo>
                  <a:cubicBezTo>
                    <a:pt x="614859" y="232347"/>
                    <a:pt x="614859" y="232347"/>
                    <a:pt x="613234" y="229096"/>
                  </a:cubicBezTo>
                  <a:cubicBezTo>
                    <a:pt x="611609" y="227471"/>
                    <a:pt x="611609" y="229096"/>
                    <a:pt x="606735" y="227471"/>
                  </a:cubicBezTo>
                  <a:cubicBezTo>
                    <a:pt x="601861" y="225846"/>
                    <a:pt x="600236" y="225846"/>
                    <a:pt x="598611" y="225846"/>
                  </a:cubicBezTo>
                  <a:cubicBezTo>
                    <a:pt x="596987" y="224221"/>
                    <a:pt x="592113" y="222595"/>
                    <a:pt x="592113" y="217719"/>
                  </a:cubicBezTo>
                  <a:cubicBezTo>
                    <a:pt x="593737" y="216094"/>
                    <a:pt x="595362" y="217719"/>
                    <a:pt x="598611" y="217719"/>
                  </a:cubicBezTo>
                  <a:cubicBezTo>
                    <a:pt x="600236" y="217719"/>
                    <a:pt x="609984" y="216094"/>
                    <a:pt x="609984" y="216094"/>
                  </a:cubicBezTo>
                  <a:cubicBezTo>
                    <a:pt x="608360" y="214469"/>
                    <a:pt x="605110" y="214469"/>
                    <a:pt x="603486" y="212843"/>
                  </a:cubicBezTo>
                  <a:cubicBezTo>
                    <a:pt x="601861" y="211218"/>
                    <a:pt x="600236" y="214469"/>
                    <a:pt x="598611" y="214469"/>
                  </a:cubicBezTo>
                  <a:cubicBezTo>
                    <a:pt x="596987" y="212843"/>
                    <a:pt x="593737" y="214469"/>
                    <a:pt x="592113" y="214469"/>
                  </a:cubicBezTo>
                  <a:cubicBezTo>
                    <a:pt x="588863" y="214469"/>
                    <a:pt x="588863" y="214469"/>
                    <a:pt x="588863" y="212843"/>
                  </a:cubicBezTo>
                  <a:cubicBezTo>
                    <a:pt x="587238" y="211218"/>
                    <a:pt x="588863" y="211218"/>
                    <a:pt x="587238" y="207968"/>
                  </a:cubicBezTo>
                  <a:cubicBezTo>
                    <a:pt x="585614" y="204717"/>
                    <a:pt x="583989" y="209593"/>
                    <a:pt x="580740" y="207968"/>
                  </a:cubicBezTo>
                  <a:cubicBezTo>
                    <a:pt x="577490" y="207968"/>
                    <a:pt x="579115" y="207968"/>
                    <a:pt x="575866" y="206342"/>
                  </a:cubicBezTo>
                  <a:cubicBezTo>
                    <a:pt x="574241" y="204717"/>
                    <a:pt x="570991" y="203092"/>
                    <a:pt x="566117" y="196590"/>
                  </a:cubicBezTo>
                  <a:cubicBezTo>
                    <a:pt x="562868" y="191715"/>
                    <a:pt x="566117" y="196590"/>
                    <a:pt x="570991" y="196590"/>
                  </a:cubicBezTo>
                  <a:cubicBezTo>
                    <a:pt x="574241" y="194965"/>
                    <a:pt x="574241" y="198216"/>
                    <a:pt x="577490" y="194965"/>
                  </a:cubicBezTo>
                  <a:cubicBezTo>
                    <a:pt x="579115" y="191715"/>
                    <a:pt x="577490" y="194965"/>
                    <a:pt x="580740" y="194965"/>
                  </a:cubicBezTo>
                  <a:cubicBezTo>
                    <a:pt x="583989" y="193340"/>
                    <a:pt x="585614" y="193340"/>
                    <a:pt x="588863" y="193340"/>
                  </a:cubicBezTo>
                  <a:cubicBezTo>
                    <a:pt x="592113" y="193340"/>
                    <a:pt x="593737" y="193340"/>
                    <a:pt x="596987" y="193340"/>
                  </a:cubicBezTo>
                  <a:cubicBezTo>
                    <a:pt x="598611" y="193340"/>
                    <a:pt x="608360" y="193340"/>
                    <a:pt x="609984" y="193340"/>
                  </a:cubicBezTo>
                  <a:cubicBezTo>
                    <a:pt x="611609" y="193340"/>
                    <a:pt x="621357" y="190089"/>
                    <a:pt x="619733" y="188464"/>
                  </a:cubicBezTo>
                  <a:cubicBezTo>
                    <a:pt x="616483" y="188464"/>
                    <a:pt x="616483" y="188464"/>
                    <a:pt x="614859" y="190089"/>
                  </a:cubicBezTo>
                  <a:cubicBezTo>
                    <a:pt x="614859" y="190089"/>
                    <a:pt x="609984" y="190089"/>
                    <a:pt x="601861" y="190089"/>
                  </a:cubicBezTo>
                  <a:cubicBezTo>
                    <a:pt x="593737" y="191715"/>
                    <a:pt x="596987" y="191715"/>
                    <a:pt x="595362" y="188464"/>
                  </a:cubicBezTo>
                  <a:cubicBezTo>
                    <a:pt x="593737" y="185213"/>
                    <a:pt x="596987" y="188464"/>
                    <a:pt x="598611" y="188464"/>
                  </a:cubicBezTo>
                  <a:cubicBezTo>
                    <a:pt x="600236" y="186839"/>
                    <a:pt x="605110" y="186839"/>
                    <a:pt x="606735" y="186839"/>
                  </a:cubicBezTo>
                  <a:cubicBezTo>
                    <a:pt x="609984" y="186839"/>
                    <a:pt x="611609" y="185213"/>
                    <a:pt x="609984" y="183588"/>
                  </a:cubicBezTo>
                  <a:cubicBezTo>
                    <a:pt x="609984" y="183588"/>
                    <a:pt x="605110" y="185213"/>
                    <a:pt x="603486" y="185213"/>
                  </a:cubicBezTo>
                  <a:cubicBezTo>
                    <a:pt x="600236" y="185213"/>
                    <a:pt x="600236" y="185213"/>
                    <a:pt x="600236" y="183588"/>
                  </a:cubicBezTo>
                  <a:cubicBezTo>
                    <a:pt x="600236" y="181963"/>
                    <a:pt x="598611" y="181963"/>
                    <a:pt x="593737" y="180338"/>
                  </a:cubicBezTo>
                  <a:cubicBezTo>
                    <a:pt x="587238" y="177087"/>
                    <a:pt x="592113" y="178712"/>
                    <a:pt x="588863" y="180338"/>
                  </a:cubicBezTo>
                  <a:cubicBezTo>
                    <a:pt x="585614" y="181963"/>
                    <a:pt x="583989" y="181963"/>
                    <a:pt x="582364" y="183588"/>
                  </a:cubicBezTo>
                  <a:cubicBezTo>
                    <a:pt x="580740" y="183588"/>
                    <a:pt x="579115" y="185213"/>
                    <a:pt x="579115" y="185213"/>
                  </a:cubicBezTo>
                  <a:cubicBezTo>
                    <a:pt x="579115" y="185213"/>
                    <a:pt x="572616" y="188464"/>
                    <a:pt x="570991" y="188464"/>
                  </a:cubicBezTo>
                  <a:cubicBezTo>
                    <a:pt x="567742" y="188464"/>
                    <a:pt x="570991" y="188464"/>
                    <a:pt x="569367" y="183588"/>
                  </a:cubicBezTo>
                  <a:cubicBezTo>
                    <a:pt x="569367" y="180338"/>
                    <a:pt x="569367" y="183588"/>
                    <a:pt x="567742" y="183588"/>
                  </a:cubicBezTo>
                  <a:cubicBezTo>
                    <a:pt x="564493" y="183588"/>
                    <a:pt x="564493" y="185213"/>
                    <a:pt x="562868" y="185213"/>
                  </a:cubicBezTo>
                  <a:cubicBezTo>
                    <a:pt x="562868" y="185213"/>
                    <a:pt x="561243" y="188464"/>
                    <a:pt x="557994" y="188464"/>
                  </a:cubicBezTo>
                  <a:cubicBezTo>
                    <a:pt x="556369" y="188464"/>
                    <a:pt x="556369" y="186839"/>
                    <a:pt x="556369" y="186839"/>
                  </a:cubicBezTo>
                  <a:cubicBezTo>
                    <a:pt x="556369" y="186839"/>
                    <a:pt x="549870" y="186839"/>
                    <a:pt x="548245" y="183588"/>
                  </a:cubicBezTo>
                  <a:cubicBezTo>
                    <a:pt x="544996" y="180338"/>
                    <a:pt x="541747" y="180338"/>
                    <a:pt x="543371" y="175462"/>
                  </a:cubicBezTo>
                  <a:cubicBezTo>
                    <a:pt x="543371" y="170586"/>
                    <a:pt x="546621" y="175462"/>
                    <a:pt x="549870" y="173836"/>
                  </a:cubicBezTo>
                  <a:cubicBezTo>
                    <a:pt x="553120" y="172211"/>
                    <a:pt x="556369" y="173836"/>
                    <a:pt x="561243" y="172211"/>
                  </a:cubicBezTo>
                  <a:cubicBezTo>
                    <a:pt x="566117" y="172211"/>
                    <a:pt x="562868" y="170586"/>
                    <a:pt x="562868" y="168960"/>
                  </a:cubicBezTo>
                  <a:cubicBezTo>
                    <a:pt x="561243" y="167335"/>
                    <a:pt x="559618" y="170586"/>
                    <a:pt x="556369" y="170586"/>
                  </a:cubicBezTo>
                  <a:cubicBezTo>
                    <a:pt x="553120" y="170586"/>
                    <a:pt x="551495" y="172211"/>
                    <a:pt x="549870" y="172211"/>
                  </a:cubicBezTo>
                  <a:cubicBezTo>
                    <a:pt x="549870" y="172211"/>
                    <a:pt x="543371" y="173836"/>
                    <a:pt x="540122" y="173836"/>
                  </a:cubicBezTo>
                  <a:cubicBezTo>
                    <a:pt x="536872" y="172211"/>
                    <a:pt x="536872" y="173836"/>
                    <a:pt x="535248" y="172211"/>
                  </a:cubicBezTo>
                  <a:cubicBezTo>
                    <a:pt x="535248" y="170586"/>
                    <a:pt x="533623" y="168960"/>
                    <a:pt x="531998" y="165710"/>
                  </a:cubicBezTo>
                  <a:cubicBezTo>
                    <a:pt x="531998" y="162459"/>
                    <a:pt x="527124" y="160834"/>
                    <a:pt x="525499" y="155958"/>
                  </a:cubicBezTo>
                  <a:cubicBezTo>
                    <a:pt x="523875" y="152707"/>
                    <a:pt x="525499" y="152707"/>
                    <a:pt x="525499" y="152707"/>
                  </a:cubicBezTo>
                  <a:cubicBezTo>
                    <a:pt x="525499" y="152707"/>
                    <a:pt x="528749" y="151082"/>
                    <a:pt x="533623" y="152707"/>
                  </a:cubicBezTo>
                  <a:cubicBezTo>
                    <a:pt x="536872" y="155958"/>
                    <a:pt x="533623" y="155958"/>
                    <a:pt x="538497" y="155958"/>
                  </a:cubicBezTo>
                  <a:cubicBezTo>
                    <a:pt x="541747" y="155958"/>
                    <a:pt x="541747" y="157583"/>
                    <a:pt x="544996" y="155958"/>
                  </a:cubicBezTo>
                  <a:cubicBezTo>
                    <a:pt x="548245" y="154333"/>
                    <a:pt x="549870" y="157583"/>
                    <a:pt x="556369" y="155958"/>
                  </a:cubicBezTo>
                  <a:cubicBezTo>
                    <a:pt x="561243" y="155958"/>
                    <a:pt x="562868" y="154333"/>
                    <a:pt x="567742" y="149457"/>
                  </a:cubicBezTo>
                  <a:cubicBezTo>
                    <a:pt x="570991" y="146206"/>
                    <a:pt x="562868" y="151082"/>
                    <a:pt x="561243" y="152707"/>
                  </a:cubicBezTo>
                  <a:cubicBezTo>
                    <a:pt x="561243" y="154333"/>
                    <a:pt x="556369" y="151082"/>
                    <a:pt x="551495" y="151082"/>
                  </a:cubicBezTo>
                  <a:cubicBezTo>
                    <a:pt x="546621" y="152707"/>
                    <a:pt x="548245" y="152707"/>
                    <a:pt x="546621" y="151082"/>
                  </a:cubicBezTo>
                  <a:cubicBezTo>
                    <a:pt x="543371" y="149457"/>
                    <a:pt x="541747" y="151082"/>
                    <a:pt x="540122" y="151082"/>
                  </a:cubicBezTo>
                  <a:cubicBezTo>
                    <a:pt x="536872" y="151082"/>
                    <a:pt x="535248" y="149457"/>
                    <a:pt x="528749" y="149457"/>
                  </a:cubicBezTo>
                  <a:cubicBezTo>
                    <a:pt x="523875" y="149457"/>
                    <a:pt x="527124" y="147832"/>
                    <a:pt x="527124" y="144581"/>
                  </a:cubicBezTo>
                  <a:cubicBezTo>
                    <a:pt x="527124" y="141330"/>
                    <a:pt x="527124" y="144581"/>
                    <a:pt x="528749" y="142956"/>
                  </a:cubicBezTo>
                  <a:cubicBezTo>
                    <a:pt x="530374" y="141330"/>
                    <a:pt x="538497" y="144581"/>
                    <a:pt x="538497" y="142956"/>
                  </a:cubicBezTo>
                  <a:cubicBezTo>
                    <a:pt x="538497" y="141330"/>
                    <a:pt x="535248" y="139705"/>
                    <a:pt x="535248" y="139705"/>
                  </a:cubicBezTo>
                  <a:cubicBezTo>
                    <a:pt x="535248" y="139705"/>
                    <a:pt x="538497" y="136454"/>
                    <a:pt x="540122" y="134829"/>
                  </a:cubicBezTo>
                  <a:cubicBezTo>
                    <a:pt x="540122" y="133204"/>
                    <a:pt x="535248" y="131579"/>
                    <a:pt x="535248" y="131579"/>
                  </a:cubicBezTo>
                  <a:cubicBezTo>
                    <a:pt x="536872" y="129953"/>
                    <a:pt x="538497" y="131579"/>
                    <a:pt x="541747" y="129953"/>
                  </a:cubicBezTo>
                  <a:cubicBezTo>
                    <a:pt x="543371" y="128328"/>
                    <a:pt x="544996" y="131579"/>
                    <a:pt x="546621" y="129953"/>
                  </a:cubicBezTo>
                  <a:cubicBezTo>
                    <a:pt x="548245" y="128328"/>
                    <a:pt x="551495" y="129953"/>
                    <a:pt x="553120" y="129953"/>
                  </a:cubicBezTo>
                  <a:cubicBezTo>
                    <a:pt x="554744" y="129953"/>
                    <a:pt x="556369" y="133204"/>
                    <a:pt x="557994" y="134829"/>
                  </a:cubicBezTo>
                  <a:cubicBezTo>
                    <a:pt x="557994" y="134829"/>
                    <a:pt x="561243" y="134829"/>
                    <a:pt x="561243" y="133204"/>
                  </a:cubicBezTo>
                  <a:cubicBezTo>
                    <a:pt x="562868" y="133204"/>
                    <a:pt x="566117" y="131579"/>
                    <a:pt x="566117" y="131579"/>
                  </a:cubicBezTo>
                  <a:cubicBezTo>
                    <a:pt x="566117" y="131579"/>
                    <a:pt x="566117" y="129953"/>
                    <a:pt x="564493" y="128328"/>
                  </a:cubicBezTo>
                  <a:cubicBezTo>
                    <a:pt x="562868" y="128328"/>
                    <a:pt x="559618" y="128328"/>
                    <a:pt x="557994" y="128328"/>
                  </a:cubicBezTo>
                  <a:cubicBezTo>
                    <a:pt x="556369" y="128328"/>
                    <a:pt x="553120" y="128328"/>
                    <a:pt x="549870" y="126703"/>
                  </a:cubicBezTo>
                  <a:cubicBezTo>
                    <a:pt x="548245" y="126703"/>
                    <a:pt x="546621" y="126703"/>
                    <a:pt x="546621" y="123452"/>
                  </a:cubicBezTo>
                  <a:cubicBezTo>
                    <a:pt x="544996" y="121827"/>
                    <a:pt x="544996" y="121827"/>
                    <a:pt x="546621" y="118576"/>
                  </a:cubicBezTo>
                  <a:cubicBezTo>
                    <a:pt x="546621" y="116951"/>
                    <a:pt x="549870" y="116951"/>
                    <a:pt x="551495" y="115326"/>
                  </a:cubicBezTo>
                  <a:cubicBezTo>
                    <a:pt x="553120" y="115326"/>
                    <a:pt x="557994" y="115326"/>
                    <a:pt x="561243" y="118576"/>
                  </a:cubicBezTo>
                  <a:cubicBezTo>
                    <a:pt x="561243" y="118576"/>
                    <a:pt x="561243" y="118576"/>
                    <a:pt x="564493" y="118576"/>
                  </a:cubicBezTo>
                  <a:cubicBezTo>
                    <a:pt x="564493" y="118576"/>
                    <a:pt x="567742" y="115326"/>
                    <a:pt x="567742" y="113700"/>
                  </a:cubicBezTo>
                  <a:cubicBezTo>
                    <a:pt x="566117" y="112075"/>
                    <a:pt x="567742" y="113700"/>
                    <a:pt x="570991" y="113700"/>
                  </a:cubicBezTo>
                  <a:cubicBezTo>
                    <a:pt x="572616" y="115326"/>
                    <a:pt x="575866" y="113700"/>
                    <a:pt x="579115" y="113700"/>
                  </a:cubicBezTo>
                  <a:cubicBezTo>
                    <a:pt x="582364" y="113700"/>
                    <a:pt x="587238" y="115326"/>
                    <a:pt x="588863" y="113700"/>
                  </a:cubicBezTo>
                  <a:cubicBezTo>
                    <a:pt x="590488" y="113700"/>
                    <a:pt x="585614" y="112075"/>
                    <a:pt x="583989" y="110450"/>
                  </a:cubicBezTo>
                  <a:cubicBezTo>
                    <a:pt x="583989" y="108824"/>
                    <a:pt x="580740" y="110450"/>
                    <a:pt x="577490" y="110450"/>
                  </a:cubicBezTo>
                  <a:cubicBezTo>
                    <a:pt x="574241" y="110450"/>
                    <a:pt x="570991" y="108824"/>
                    <a:pt x="567742" y="108824"/>
                  </a:cubicBezTo>
                  <a:cubicBezTo>
                    <a:pt x="564493" y="108824"/>
                    <a:pt x="564493" y="107199"/>
                    <a:pt x="566117" y="103949"/>
                  </a:cubicBezTo>
                  <a:cubicBezTo>
                    <a:pt x="566117" y="103949"/>
                    <a:pt x="570991" y="100698"/>
                    <a:pt x="572616" y="100698"/>
                  </a:cubicBezTo>
                  <a:close/>
                  <a:moveTo>
                    <a:pt x="991378" y="24498"/>
                  </a:moveTo>
                  <a:cubicBezTo>
                    <a:pt x="993003" y="24498"/>
                    <a:pt x="994628" y="26122"/>
                    <a:pt x="996252" y="26122"/>
                  </a:cubicBezTo>
                  <a:cubicBezTo>
                    <a:pt x="996252" y="26122"/>
                    <a:pt x="997877" y="26122"/>
                    <a:pt x="997877" y="26122"/>
                  </a:cubicBezTo>
                  <a:cubicBezTo>
                    <a:pt x="997877" y="26122"/>
                    <a:pt x="997877" y="26122"/>
                    <a:pt x="1001127" y="27746"/>
                  </a:cubicBezTo>
                  <a:cubicBezTo>
                    <a:pt x="1001127" y="27746"/>
                    <a:pt x="1007626" y="29371"/>
                    <a:pt x="1009250" y="29371"/>
                  </a:cubicBezTo>
                  <a:cubicBezTo>
                    <a:pt x="1010875" y="29371"/>
                    <a:pt x="1012500" y="29371"/>
                    <a:pt x="1012500" y="29371"/>
                  </a:cubicBezTo>
                  <a:cubicBezTo>
                    <a:pt x="1012500" y="29371"/>
                    <a:pt x="1014124" y="30995"/>
                    <a:pt x="1015749" y="30995"/>
                  </a:cubicBezTo>
                  <a:cubicBezTo>
                    <a:pt x="1017374" y="29371"/>
                    <a:pt x="1020623" y="30995"/>
                    <a:pt x="1020623" y="30995"/>
                  </a:cubicBezTo>
                  <a:cubicBezTo>
                    <a:pt x="1022248" y="30995"/>
                    <a:pt x="1022248" y="32619"/>
                    <a:pt x="1023873" y="32619"/>
                  </a:cubicBezTo>
                  <a:cubicBezTo>
                    <a:pt x="1025498" y="32619"/>
                    <a:pt x="1027122" y="32619"/>
                    <a:pt x="1028747" y="30995"/>
                  </a:cubicBezTo>
                  <a:cubicBezTo>
                    <a:pt x="1030372" y="30995"/>
                    <a:pt x="1031997" y="30995"/>
                    <a:pt x="1033621" y="30995"/>
                  </a:cubicBezTo>
                  <a:cubicBezTo>
                    <a:pt x="1035246" y="30995"/>
                    <a:pt x="1038496" y="32619"/>
                    <a:pt x="1040120" y="32619"/>
                  </a:cubicBezTo>
                  <a:cubicBezTo>
                    <a:pt x="1041745" y="32619"/>
                    <a:pt x="1040120" y="34243"/>
                    <a:pt x="1041745" y="34243"/>
                  </a:cubicBezTo>
                  <a:cubicBezTo>
                    <a:pt x="1041745" y="32619"/>
                    <a:pt x="1043370" y="34243"/>
                    <a:pt x="1044995" y="34243"/>
                  </a:cubicBezTo>
                  <a:cubicBezTo>
                    <a:pt x="1046619" y="35867"/>
                    <a:pt x="1053118" y="35867"/>
                    <a:pt x="1054743" y="35867"/>
                  </a:cubicBezTo>
                  <a:cubicBezTo>
                    <a:pt x="1056368" y="35867"/>
                    <a:pt x="1059617" y="34243"/>
                    <a:pt x="1059617" y="34243"/>
                  </a:cubicBezTo>
                  <a:cubicBezTo>
                    <a:pt x="1059617" y="34243"/>
                    <a:pt x="1064492" y="34243"/>
                    <a:pt x="1066116" y="35867"/>
                  </a:cubicBezTo>
                  <a:cubicBezTo>
                    <a:pt x="1067741" y="35867"/>
                    <a:pt x="1066116" y="35867"/>
                    <a:pt x="1066116" y="37492"/>
                  </a:cubicBezTo>
                  <a:cubicBezTo>
                    <a:pt x="1064492" y="37492"/>
                    <a:pt x="1062867" y="39116"/>
                    <a:pt x="1062867" y="39116"/>
                  </a:cubicBezTo>
                  <a:cubicBezTo>
                    <a:pt x="1059617" y="40740"/>
                    <a:pt x="1057993" y="42364"/>
                    <a:pt x="1053118" y="42364"/>
                  </a:cubicBezTo>
                  <a:cubicBezTo>
                    <a:pt x="1048244" y="42364"/>
                    <a:pt x="1049869" y="42364"/>
                    <a:pt x="1043370" y="42364"/>
                  </a:cubicBezTo>
                  <a:cubicBezTo>
                    <a:pt x="1036871" y="43988"/>
                    <a:pt x="1023873" y="50485"/>
                    <a:pt x="1023873" y="50485"/>
                  </a:cubicBezTo>
                  <a:cubicBezTo>
                    <a:pt x="1023873" y="50485"/>
                    <a:pt x="1028747" y="48861"/>
                    <a:pt x="1031997" y="47237"/>
                  </a:cubicBezTo>
                  <a:cubicBezTo>
                    <a:pt x="1035246" y="47237"/>
                    <a:pt x="1040120" y="47237"/>
                    <a:pt x="1040120" y="47237"/>
                  </a:cubicBezTo>
                  <a:cubicBezTo>
                    <a:pt x="1040120" y="47237"/>
                    <a:pt x="1040120" y="47237"/>
                    <a:pt x="1044995" y="47237"/>
                  </a:cubicBezTo>
                  <a:cubicBezTo>
                    <a:pt x="1044995" y="47237"/>
                    <a:pt x="1051494" y="47237"/>
                    <a:pt x="1057993" y="43988"/>
                  </a:cubicBezTo>
                  <a:cubicBezTo>
                    <a:pt x="1059617" y="43988"/>
                    <a:pt x="1062867" y="43988"/>
                    <a:pt x="1064492" y="42364"/>
                  </a:cubicBezTo>
                  <a:cubicBezTo>
                    <a:pt x="1066116" y="40740"/>
                    <a:pt x="1069366" y="42364"/>
                    <a:pt x="1070991" y="39116"/>
                  </a:cubicBezTo>
                  <a:cubicBezTo>
                    <a:pt x="1072615" y="37492"/>
                    <a:pt x="1077490" y="40740"/>
                    <a:pt x="1077490" y="40740"/>
                  </a:cubicBezTo>
                  <a:cubicBezTo>
                    <a:pt x="1077490" y="40740"/>
                    <a:pt x="1080739" y="40740"/>
                    <a:pt x="1082364" y="40740"/>
                  </a:cubicBezTo>
                  <a:cubicBezTo>
                    <a:pt x="1083989" y="40740"/>
                    <a:pt x="1087238" y="37492"/>
                    <a:pt x="1085613" y="35867"/>
                  </a:cubicBezTo>
                  <a:cubicBezTo>
                    <a:pt x="1085613" y="32619"/>
                    <a:pt x="1090488" y="35867"/>
                    <a:pt x="1096986" y="37492"/>
                  </a:cubicBezTo>
                  <a:cubicBezTo>
                    <a:pt x="1096986" y="37492"/>
                    <a:pt x="1103485" y="40740"/>
                    <a:pt x="1108360" y="37492"/>
                  </a:cubicBezTo>
                  <a:cubicBezTo>
                    <a:pt x="1111609" y="34243"/>
                    <a:pt x="1114859" y="39116"/>
                    <a:pt x="1119733" y="37492"/>
                  </a:cubicBezTo>
                  <a:cubicBezTo>
                    <a:pt x="1124607" y="37492"/>
                    <a:pt x="1122982" y="39116"/>
                    <a:pt x="1116483" y="45613"/>
                  </a:cubicBezTo>
                  <a:cubicBezTo>
                    <a:pt x="1116483" y="45613"/>
                    <a:pt x="1121358" y="47237"/>
                    <a:pt x="1127857" y="53734"/>
                  </a:cubicBezTo>
                  <a:cubicBezTo>
                    <a:pt x="1131106" y="58606"/>
                    <a:pt x="1135980" y="53734"/>
                    <a:pt x="1135980" y="53734"/>
                  </a:cubicBezTo>
                  <a:cubicBezTo>
                    <a:pt x="1135980" y="53734"/>
                    <a:pt x="1139230" y="53734"/>
                    <a:pt x="1145729" y="53734"/>
                  </a:cubicBezTo>
                  <a:cubicBezTo>
                    <a:pt x="1152228" y="52109"/>
                    <a:pt x="1152228" y="53734"/>
                    <a:pt x="1157102" y="56982"/>
                  </a:cubicBezTo>
                  <a:cubicBezTo>
                    <a:pt x="1161976" y="60231"/>
                    <a:pt x="1158727" y="63479"/>
                    <a:pt x="1163601" y="61855"/>
                  </a:cubicBezTo>
                  <a:cubicBezTo>
                    <a:pt x="1163601" y="61855"/>
                    <a:pt x="1165226" y="63479"/>
                    <a:pt x="1161976" y="65103"/>
                  </a:cubicBezTo>
                  <a:cubicBezTo>
                    <a:pt x="1160352" y="66727"/>
                    <a:pt x="1158727" y="68352"/>
                    <a:pt x="1157102" y="66727"/>
                  </a:cubicBezTo>
                  <a:cubicBezTo>
                    <a:pt x="1155477" y="66727"/>
                    <a:pt x="1155477" y="68352"/>
                    <a:pt x="1155477" y="68352"/>
                  </a:cubicBezTo>
                  <a:cubicBezTo>
                    <a:pt x="1155477" y="68352"/>
                    <a:pt x="1155477" y="68352"/>
                    <a:pt x="1153853" y="69976"/>
                  </a:cubicBezTo>
                  <a:cubicBezTo>
                    <a:pt x="1153853" y="69976"/>
                    <a:pt x="1153853" y="69976"/>
                    <a:pt x="1150603" y="73224"/>
                  </a:cubicBezTo>
                  <a:cubicBezTo>
                    <a:pt x="1150603" y="73224"/>
                    <a:pt x="1145729" y="73224"/>
                    <a:pt x="1144104" y="73224"/>
                  </a:cubicBezTo>
                  <a:cubicBezTo>
                    <a:pt x="1144104" y="73224"/>
                    <a:pt x="1137605" y="76473"/>
                    <a:pt x="1137605" y="78097"/>
                  </a:cubicBezTo>
                  <a:cubicBezTo>
                    <a:pt x="1135980" y="78097"/>
                    <a:pt x="1132731" y="79721"/>
                    <a:pt x="1132731" y="79721"/>
                  </a:cubicBezTo>
                  <a:cubicBezTo>
                    <a:pt x="1131106" y="79721"/>
                    <a:pt x="1127857" y="81345"/>
                    <a:pt x="1124607" y="81345"/>
                  </a:cubicBezTo>
                  <a:cubicBezTo>
                    <a:pt x="1121358" y="81345"/>
                    <a:pt x="1122982" y="82969"/>
                    <a:pt x="1121358" y="81345"/>
                  </a:cubicBezTo>
                  <a:cubicBezTo>
                    <a:pt x="1119733" y="81345"/>
                    <a:pt x="1119733" y="82969"/>
                    <a:pt x="1118108" y="82969"/>
                  </a:cubicBezTo>
                  <a:cubicBezTo>
                    <a:pt x="1116483" y="82969"/>
                    <a:pt x="1116483" y="82969"/>
                    <a:pt x="1114859" y="82969"/>
                  </a:cubicBezTo>
                  <a:cubicBezTo>
                    <a:pt x="1113234" y="82969"/>
                    <a:pt x="1109984" y="84594"/>
                    <a:pt x="1108360" y="84594"/>
                  </a:cubicBezTo>
                  <a:cubicBezTo>
                    <a:pt x="1106735" y="84594"/>
                    <a:pt x="1106735" y="84594"/>
                    <a:pt x="1106735" y="86218"/>
                  </a:cubicBezTo>
                  <a:cubicBezTo>
                    <a:pt x="1105110" y="86218"/>
                    <a:pt x="1101861" y="86218"/>
                    <a:pt x="1096986" y="87842"/>
                  </a:cubicBezTo>
                  <a:cubicBezTo>
                    <a:pt x="1093737" y="89466"/>
                    <a:pt x="1095362" y="89466"/>
                    <a:pt x="1092112" y="89466"/>
                  </a:cubicBezTo>
                  <a:cubicBezTo>
                    <a:pt x="1087238" y="89466"/>
                    <a:pt x="1085613" y="91090"/>
                    <a:pt x="1075865" y="92715"/>
                  </a:cubicBezTo>
                  <a:cubicBezTo>
                    <a:pt x="1064492" y="94339"/>
                    <a:pt x="1070991" y="94339"/>
                    <a:pt x="1069366" y="94339"/>
                  </a:cubicBezTo>
                  <a:cubicBezTo>
                    <a:pt x="1067741" y="94339"/>
                    <a:pt x="1062867" y="95963"/>
                    <a:pt x="1059617" y="97587"/>
                  </a:cubicBezTo>
                  <a:cubicBezTo>
                    <a:pt x="1056368" y="97587"/>
                    <a:pt x="1056368" y="99212"/>
                    <a:pt x="1056368" y="99212"/>
                  </a:cubicBezTo>
                  <a:cubicBezTo>
                    <a:pt x="1057993" y="99212"/>
                    <a:pt x="1061242" y="100836"/>
                    <a:pt x="1062867" y="100836"/>
                  </a:cubicBezTo>
                  <a:cubicBezTo>
                    <a:pt x="1064492" y="100836"/>
                    <a:pt x="1069366" y="99212"/>
                    <a:pt x="1070991" y="97587"/>
                  </a:cubicBezTo>
                  <a:cubicBezTo>
                    <a:pt x="1072615" y="97587"/>
                    <a:pt x="1075865" y="97587"/>
                    <a:pt x="1075865" y="95963"/>
                  </a:cubicBezTo>
                  <a:cubicBezTo>
                    <a:pt x="1077490" y="95963"/>
                    <a:pt x="1082364" y="95963"/>
                    <a:pt x="1082364" y="95963"/>
                  </a:cubicBezTo>
                  <a:cubicBezTo>
                    <a:pt x="1082364" y="95963"/>
                    <a:pt x="1082364" y="95963"/>
                    <a:pt x="1092112" y="94339"/>
                  </a:cubicBezTo>
                  <a:cubicBezTo>
                    <a:pt x="1092112" y="94339"/>
                    <a:pt x="1096986" y="92715"/>
                    <a:pt x="1100236" y="92715"/>
                  </a:cubicBezTo>
                  <a:cubicBezTo>
                    <a:pt x="1103485" y="91090"/>
                    <a:pt x="1105110" y="94339"/>
                    <a:pt x="1105110" y="94339"/>
                  </a:cubicBezTo>
                  <a:cubicBezTo>
                    <a:pt x="1106735" y="94339"/>
                    <a:pt x="1105110" y="94339"/>
                    <a:pt x="1105110" y="95963"/>
                  </a:cubicBezTo>
                  <a:cubicBezTo>
                    <a:pt x="1105110" y="95963"/>
                    <a:pt x="1082364" y="105708"/>
                    <a:pt x="1077490" y="107333"/>
                  </a:cubicBezTo>
                  <a:cubicBezTo>
                    <a:pt x="1074240" y="108957"/>
                    <a:pt x="1074240" y="108957"/>
                    <a:pt x="1074240" y="108957"/>
                  </a:cubicBezTo>
                  <a:cubicBezTo>
                    <a:pt x="1072615" y="110581"/>
                    <a:pt x="1069366" y="112205"/>
                    <a:pt x="1069366" y="112205"/>
                  </a:cubicBezTo>
                  <a:cubicBezTo>
                    <a:pt x="1069366" y="112205"/>
                    <a:pt x="1064492" y="113829"/>
                    <a:pt x="1064492" y="113829"/>
                  </a:cubicBezTo>
                  <a:cubicBezTo>
                    <a:pt x="1062867" y="115454"/>
                    <a:pt x="1059617" y="117078"/>
                    <a:pt x="1059617" y="117078"/>
                  </a:cubicBezTo>
                  <a:cubicBezTo>
                    <a:pt x="1057993" y="117078"/>
                    <a:pt x="1054743" y="117078"/>
                    <a:pt x="1053118" y="117078"/>
                  </a:cubicBezTo>
                  <a:cubicBezTo>
                    <a:pt x="1051494" y="118702"/>
                    <a:pt x="1048244" y="120326"/>
                    <a:pt x="1048244" y="120326"/>
                  </a:cubicBezTo>
                  <a:cubicBezTo>
                    <a:pt x="1046619" y="121950"/>
                    <a:pt x="1041745" y="121950"/>
                    <a:pt x="1041745" y="120326"/>
                  </a:cubicBezTo>
                  <a:cubicBezTo>
                    <a:pt x="1041745" y="120326"/>
                    <a:pt x="1025498" y="133320"/>
                    <a:pt x="1025498" y="133320"/>
                  </a:cubicBezTo>
                  <a:cubicBezTo>
                    <a:pt x="1025498" y="133320"/>
                    <a:pt x="1025498" y="133320"/>
                    <a:pt x="1017374" y="139817"/>
                  </a:cubicBezTo>
                  <a:cubicBezTo>
                    <a:pt x="1017374" y="139817"/>
                    <a:pt x="1014124" y="141441"/>
                    <a:pt x="1012500" y="141441"/>
                  </a:cubicBezTo>
                  <a:cubicBezTo>
                    <a:pt x="1010875" y="141441"/>
                    <a:pt x="1009250" y="141441"/>
                    <a:pt x="1007626" y="141441"/>
                  </a:cubicBezTo>
                  <a:cubicBezTo>
                    <a:pt x="1006001" y="141441"/>
                    <a:pt x="1002751" y="141441"/>
                    <a:pt x="1001127" y="141441"/>
                  </a:cubicBezTo>
                  <a:cubicBezTo>
                    <a:pt x="999502" y="141441"/>
                    <a:pt x="996252" y="141441"/>
                    <a:pt x="997877" y="143065"/>
                  </a:cubicBezTo>
                  <a:cubicBezTo>
                    <a:pt x="997877" y="143065"/>
                    <a:pt x="1001127" y="146314"/>
                    <a:pt x="1001127" y="146314"/>
                  </a:cubicBezTo>
                  <a:cubicBezTo>
                    <a:pt x="1001127" y="146314"/>
                    <a:pt x="1001127" y="146314"/>
                    <a:pt x="999502" y="147938"/>
                  </a:cubicBezTo>
                  <a:cubicBezTo>
                    <a:pt x="999502" y="147938"/>
                    <a:pt x="997877" y="149562"/>
                    <a:pt x="997877" y="149562"/>
                  </a:cubicBezTo>
                  <a:cubicBezTo>
                    <a:pt x="996252" y="149562"/>
                    <a:pt x="991378" y="149562"/>
                    <a:pt x="991378" y="149562"/>
                  </a:cubicBezTo>
                  <a:cubicBezTo>
                    <a:pt x="991378" y="149562"/>
                    <a:pt x="981630" y="151186"/>
                    <a:pt x="978380" y="152810"/>
                  </a:cubicBezTo>
                  <a:cubicBezTo>
                    <a:pt x="976755" y="152810"/>
                    <a:pt x="978380" y="152810"/>
                    <a:pt x="980005" y="152810"/>
                  </a:cubicBezTo>
                  <a:cubicBezTo>
                    <a:pt x="983254" y="152810"/>
                    <a:pt x="981630" y="152810"/>
                    <a:pt x="984879" y="152810"/>
                  </a:cubicBezTo>
                  <a:cubicBezTo>
                    <a:pt x="989753" y="151186"/>
                    <a:pt x="988129" y="152810"/>
                    <a:pt x="991378" y="152810"/>
                  </a:cubicBezTo>
                  <a:cubicBezTo>
                    <a:pt x="994628" y="152810"/>
                    <a:pt x="993003" y="154435"/>
                    <a:pt x="993003" y="154435"/>
                  </a:cubicBezTo>
                  <a:cubicBezTo>
                    <a:pt x="993003" y="154435"/>
                    <a:pt x="986504" y="154435"/>
                    <a:pt x="984879" y="156059"/>
                  </a:cubicBezTo>
                  <a:cubicBezTo>
                    <a:pt x="984879" y="156059"/>
                    <a:pt x="986504" y="157683"/>
                    <a:pt x="986504" y="157683"/>
                  </a:cubicBezTo>
                  <a:cubicBezTo>
                    <a:pt x="986504" y="157683"/>
                    <a:pt x="986504" y="157683"/>
                    <a:pt x="986504" y="160931"/>
                  </a:cubicBezTo>
                  <a:cubicBezTo>
                    <a:pt x="988129" y="160931"/>
                    <a:pt x="986504" y="162556"/>
                    <a:pt x="986504" y="162556"/>
                  </a:cubicBezTo>
                  <a:cubicBezTo>
                    <a:pt x="986504" y="164180"/>
                    <a:pt x="980005" y="169052"/>
                    <a:pt x="980005" y="169052"/>
                  </a:cubicBezTo>
                  <a:cubicBezTo>
                    <a:pt x="980005" y="169052"/>
                    <a:pt x="976755" y="170677"/>
                    <a:pt x="975131" y="170677"/>
                  </a:cubicBezTo>
                  <a:cubicBezTo>
                    <a:pt x="975131" y="170677"/>
                    <a:pt x="971881" y="170677"/>
                    <a:pt x="971881" y="170677"/>
                  </a:cubicBezTo>
                  <a:cubicBezTo>
                    <a:pt x="970256" y="170677"/>
                    <a:pt x="968632" y="172301"/>
                    <a:pt x="967007" y="170677"/>
                  </a:cubicBezTo>
                  <a:cubicBezTo>
                    <a:pt x="967007" y="170677"/>
                    <a:pt x="963757" y="170677"/>
                    <a:pt x="963757" y="170677"/>
                  </a:cubicBezTo>
                  <a:cubicBezTo>
                    <a:pt x="962133" y="170677"/>
                    <a:pt x="957258" y="170677"/>
                    <a:pt x="955634" y="170677"/>
                  </a:cubicBezTo>
                  <a:cubicBezTo>
                    <a:pt x="954009" y="170677"/>
                    <a:pt x="952384" y="170677"/>
                    <a:pt x="950759" y="169052"/>
                  </a:cubicBezTo>
                  <a:cubicBezTo>
                    <a:pt x="949135" y="169052"/>
                    <a:pt x="949135" y="169052"/>
                    <a:pt x="947510" y="167428"/>
                  </a:cubicBezTo>
                  <a:cubicBezTo>
                    <a:pt x="945885" y="167428"/>
                    <a:pt x="945885" y="167428"/>
                    <a:pt x="944260" y="167428"/>
                  </a:cubicBezTo>
                  <a:cubicBezTo>
                    <a:pt x="942636" y="165804"/>
                    <a:pt x="937761" y="165804"/>
                    <a:pt x="937761" y="165804"/>
                  </a:cubicBezTo>
                  <a:cubicBezTo>
                    <a:pt x="937761" y="165804"/>
                    <a:pt x="941011" y="167428"/>
                    <a:pt x="941011" y="169052"/>
                  </a:cubicBezTo>
                  <a:cubicBezTo>
                    <a:pt x="942636" y="169052"/>
                    <a:pt x="942636" y="170677"/>
                    <a:pt x="944260" y="170677"/>
                  </a:cubicBezTo>
                  <a:cubicBezTo>
                    <a:pt x="945885" y="170677"/>
                    <a:pt x="947510" y="172301"/>
                    <a:pt x="947510" y="173925"/>
                  </a:cubicBezTo>
                  <a:cubicBezTo>
                    <a:pt x="947510" y="175549"/>
                    <a:pt x="947510" y="175549"/>
                    <a:pt x="945885" y="177173"/>
                  </a:cubicBezTo>
                  <a:cubicBezTo>
                    <a:pt x="945885" y="178798"/>
                    <a:pt x="944260" y="177173"/>
                    <a:pt x="942636" y="177173"/>
                  </a:cubicBezTo>
                  <a:cubicBezTo>
                    <a:pt x="941011" y="177173"/>
                    <a:pt x="939386" y="178798"/>
                    <a:pt x="939386" y="178798"/>
                  </a:cubicBezTo>
                  <a:cubicBezTo>
                    <a:pt x="937761" y="178798"/>
                    <a:pt x="934512" y="180422"/>
                    <a:pt x="934512" y="180422"/>
                  </a:cubicBezTo>
                  <a:cubicBezTo>
                    <a:pt x="934512" y="180422"/>
                    <a:pt x="934512" y="180422"/>
                    <a:pt x="929638" y="180422"/>
                  </a:cubicBezTo>
                  <a:cubicBezTo>
                    <a:pt x="928013" y="180422"/>
                    <a:pt x="926388" y="182046"/>
                    <a:pt x="924764" y="182046"/>
                  </a:cubicBezTo>
                  <a:cubicBezTo>
                    <a:pt x="924764" y="182046"/>
                    <a:pt x="921514" y="180422"/>
                    <a:pt x="921514" y="180422"/>
                  </a:cubicBezTo>
                  <a:cubicBezTo>
                    <a:pt x="921514" y="180422"/>
                    <a:pt x="921514" y="180422"/>
                    <a:pt x="915015" y="183670"/>
                  </a:cubicBezTo>
                  <a:cubicBezTo>
                    <a:pt x="915015" y="183670"/>
                    <a:pt x="915015" y="183670"/>
                    <a:pt x="910141" y="183670"/>
                  </a:cubicBezTo>
                  <a:cubicBezTo>
                    <a:pt x="910141" y="183670"/>
                    <a:pt x="906891" y="183670"/>
                    <a:pt x="905267" y="183670"/>
                  </a:cubicBezTo>
                  <a:cubicBezTo>
                    <a:pt x="903642" y="183670"/>
                    <a:pt x="902017" y="183670"/>
                    <a:pt x="900392" y="183670"/>
                  </a:cubicBezTo>
                  <a:cubicBezTo>
                    <a:pt x="900392" y="183670"/>
                    <a:pt x="897143" y="183670"/>
                    <a:pt x="895518" y="182046"/>
                  </a:cubicBezTo>
                  <a:cubicBezTo>
                    <a:pt x="893893" y="180422"/>
                    <a:pt x="893893" y="180422"/>
                    <a:pt x="893893" y="180422"/>
                  </a:cubicBezTo>
                  <a:cubicBezTo>
                    <a:pt x="893893" y="180422"/>
                    <a:pt x="890644" y="180422"/>
                    <a:pt x="890644" y="180422"/>
                  </a:cubicBezTo>
                  <a:lnTo>
                    <a:pt x="888091" y="179784"/>
                  </a:lnTo>
                  <a:lnTo>
                    <a:pt x="888207" y="179407"/>
                  </a:lnTo>
                  <a:lnTo>
                    <a:pt x="887394" y="179610"/>
                  </a:lnTo>
                  <a:lnTo>
                    <a:pt x="884145" y="178798"/>
                  </a:lnTo>
                  <a:cubicBezTo>
                    <a:pt x="884145" y="177173"/>
                    <a:pt x="880895" y="178798"/>
                    <a:pt x="879271" y="178798"/>
                  </a:cubicBezTo>
                  <a:cubicBezTo>
                    <a:pt x="877646" y="180422"/>
                    <a:pt x="874396" y="182046"/>
                    <a:pt x="874396" y="182046"/>
                  </a:cubicBezTo>
                  <a:cubicBezTo>
                    <a:pt x="872772" y="183670"/>
                    <a:pt x="872772" y="185295"/>
                    <a:pt x="874396" y="183670"/>
                  </a:cubicBezTo>
                  <a:cubicBezTo>
                    <a:pt x="874396" y="183670"/>
                    <a:pt x="874396" y="183670"/>
                    <a:pt x="884145" y="180422"/>
                  </a:cubicBezTo>
                  <a:lnTo>
                    <a:pt x="887394" y="179610"/>
                  </a:lnTo>
                  <a:lnTo>
                    <a:pt x="888091" y="179784"/>
                  </a:lnTo>
                  <a:lnTo>
                    <a:pt x="887394" y="182046"/>
                  </a:lnTo>
                  <a:cubicBezTo>
                    <a:pt x="890644" y="182046"/>
                    <a:pt x="887394" y="182046"/>
                    <a:pt x="887394" y="183670"/>
                  </a:cubicBezTo>
                  <a:cubicBezTo>
                    <a:pt x="887394" y="185295"/>
                    <a:pt x="889019" y="185295"/>
                    <a:pt x="892269" y="185295"/>
                  </a:cubicBezTo>
                  <a:cubicBezTo>
                    <a:pt x="893893" y="183670"/>
                    <a:pt x="893893" y="185295"/>
                    <a:pt x="895518" y="185295"/>
                  </a:cubicBezTo>
                  <a:cubicBezTo>
                    <a:pt x="897143" y="185295"/>
                    <a:pt x="897143" y="186919"/>
                    <a:pt x="898768" y="186919"/>
                  </a:cubicBezTo>
                  <a:cubicBezTo>
                    <a:pt x="900392" y="186919"/>
                    <a:pt x="900392" y="186919"/>
                    <a:pt x="902017" y="186919"/>
                  </a:cubicBezTo>
                  <a:cubicBezTo>
                    <a:pt x="903642" y="185295"/>
                    <a:pt x="905267" y="186919"/>
                    <a:pt x="908516" y="186919"/>
                  </a:cubicBezTo>
                  <a:cubicBezTo>
                    <a:pt x="911766" y="186919"/>
                    <a:pt x="913390" y="186919"/>
                    <a:pt x="915015" y="186919"/>
                  </a:cubicBezTo>
                  <a:cubicBezTo>
                    <a:pt x="916640" y="186919"/>
                    <a:pt x="918265" y="188543"/>
                    <a:pt x="919889" y="188543"/>
                  </a:cubicBezTo>
                  <a:cubicBezTo>
                    <a:pt x="921514" y="188543"/>
                    <a:pt x="919889" y="191791"/>
                    <a:pt x="919889" y="191791"/>
                  </a:cubicBezTo>
                  <a:cubicBezTo>
                    <a:pt x="919889" y="191791"/>
                    <a:pt x="921514" y="198288"/>
                    <a:pt x="919889" y="198288"/>
                  </a:cubicBezTo>
                  <a:cubicBezTo>
                    <a:pt x="919889" y="198288"/>
                    <a:pt x="916640" y="198288"/>
                    <a:pt x="915015" y="198288"/>
                  </a:cubicBezTo>
                  <a:cubicBezTo>
                    <a:pt x="915015" y="198288"/>
                    <a:pt x="911766" y="198288"/>
                    <a:pt x="910141" y="198288"/>
                  </a:cubicBezTo>
                  <a:cubicBezTo>
                    <a:pt x="908516" y="196664"/>
                    <a:pt x="902017" y="198288"/>
                    <a:pt x="902017" y="198288"/>
                  </a:cubicBezTo>
                  <a:cubicBezTo>
                    <a:pt x="902017" y="198288"/>
                    <a:pt x="902017" y="198288"/>
                    <a:pt x="898768" y="198288"/>
                  </a:cubicBezTo>
                  <a:cubicBezTo>
                    <a:pt x="898768" y="198288"/>
                    <a:pt x="906891" y="201537"/>
                    <a:pt x="908516" y="201537"/>
                  </a:cubicBezTo>
                  <a:cubicBezTo>
                    <a:pt x="911766" y="201537"/>
                    <a:pt x="910141" y="203161"/>
                    <a:pt x="913390" y="203161"/>
                  </a:cubicBezTo>
                  <a:cubicBezTo>
                    <a:pt x="916640" y="204785"/>
                    <a:pt x="916640" y="206409"/>
                    <a:pt x="916640" y="206409"/>
                  </a:cubicBezTo>
                  <a:cubicBezTo>
                    <a:pt x="918265" y="206409"/>
                    <a:pt x="923139" y="208033"/>
                    <a:pt x="924764" y="208033"/>
                  </a:cubicBezTo>
                  <a:cubicBezTo>
                    <a:pt x="924764" y="208033"/>
                    <a:pt x="921514" y="209658"/>
                    <a:pt x="921514" y="209658"/>
                  </a:cubicBezTo>
                  <a:cubicBezTo>
                    <a:pt x="921514" y="209658"/>
                    <a:pt x="921514" y="209658"/>
                    <a:pt x="918265" y="209658"/>
                  </a:cubicBezTo>
                  <a:cubicBezTo>
                    <a:pt x="918265" y="209658"/>
                    <a:pt x="918265" y="209658"/>
                    <a:pt x="918265" y="212906"/>
                  </a:cubicBezTo>
                  <a:cubicBezTo>
                    <a:pt x="918265" y="212906"/>
                    <a:pt x="918265" y="212906"/>
                    <a:pt x="918265" y="214530"/>
                  </a:cubicBezTo>
                  <a:cubicBezTo>
                    <a:pt x="918265" y="214530"/>
                    <a:pt x="916640" y="216154"/>
                    <a:pt x="915015" y="216154"/>
                  </a:cubicBezTo>
                  <a:cubicBezTo>
                    <a:pt x="913390" y="216154"/>
                    <a:pt x="913390" y="216154"/>
                    <a:pt x="911766" y="216154"/>
                  </a:cubicBezTo>
                  <a:cubicBezTo>
                    <a:pt x="910141" y="216154"/>
                    <a:pt x="908516" y="216154"/>
                    <a:pt x="905267" y="216154"/>
                  </a:cubicBezTo>
                  <a:cubicBezTo>
                    <a:pt x="903642" y="216154"/>
                    <a:pt x="902017" y="216154"/>
                    <a:pt x="902017" y="216154"/>
                  </a:cubicBezTo>
                  <a:cubicBezTo>
                    <a:pt x="900392" y="217779"/>
                    <a:pt x="900392" y="217779"/>
                    <a:pt x="902017" y="219403"/>
                  </a:cubicBezTo>
                  <a:cubicBezTo>
                    <a:pt x="903642" y="219403"/>
                    <a:pt x="905267" y="219403"/>
                    <a:pt x="905267" y="219403"/>
                  </a:cubicBezTo>
                  <a:cubicBezTo>
                    <a:pt x="906891" y="219403"/>
                    <a:pt x="911766" y="222651"/>
                    <a:pt x="910141" y="224276"/>
                  </a:cubicBezTo>
                  <a:cubicBezTo>
                    <a:pt x="908516" y="225900"/>
                    <a:pt x="906891" y="225900"/>
                    <a:pt x="906891" y="225900"/>
                  </a:cubicBezTo>
                  <a:cubicBezTo>
                    <a:pt x="905267" y="227524"/>
                    <a:pt x="903642" y="227524"/>
                    <a:pt x="903642" y="227524"/>
                  </a:cubicBezTo>
                  <a:cubicBezTo>
                    <a:pt x="902017" y="229148"/>
                    <a:pt x="903642" y="230772"/>
                    <a:pt x="903642" y="230772"/>
                  </a:cubicBezTo>
                  <a:cubicBezTo>
                    <a:pt x="903642" y="232397"/>
                    <a:pt x="903642" y="235645"/>
                    <a:pt x="903642" y="235645"/>
                  </a:cubicBezTo>
                  <a:cubicBezTo>
                    <a:pt x="903642" y="235645"/>
                    <a:pt x="903642" y="235645"/>
                    <a:pt x="900392" y="237269"/>
                  </a:cubicBezTo>
                  <a:cubicBezTo>
                    <a:pt x="900392" y="237269"/>
                    <a:pt x="900392" y="237269"/>
                    <a:pt x="893893" y="237269"/>
                  </a:cubicBezTo>
                  <a:cubicBezTo>
                    <a:pt x="893893" y="237269"/>
                    <a:pt x="892269" y="238893"/>
                    <a:pt x="892269" y="238893"/>
                  </a:cubicBezTo>
                  <a:cubicBezTo>
                    <a:pt x="890644" y="238893"/>
                    <a:pt x="887394" y="240518"/>
                    <a:pt x="887394" y="240518"/>
                  </a:cubicBezTo>
                  <a:cubicBezTo>
                    <a:pt x="887394" y="240518"/>
                    <a:pt x="882520" y="240518"/>
                    <a:pt x="880895" y="240518"/>
                  </a:cubicBezTo>
                  <a:cubicBezTo>
                    <a:pt x="879271" y="240518"/>
                    <a:pt x="877646" y="240518"/>
                    <a:pt x="877646" y="240518"/>
                  </a:cubicBezTo>
                  <a:cubicBezTo>
                    <a:pt x="877646" y="238893"/>
                    <a:pt x="876021" y="240518"/>
                    <a:pt x="874396" y="240518"/>
                  </a:cubicBezTo>
                  <a:cubicBezTo>
                    <a:pt x="872772" y="240518"/>
                    <a:pt x="869522" y="240518"/>
                    <a:pt x="869522" y="240518"/>
                  </a:cubicBezTo>
                  <a:cubicBezTo>
                    <a:pt x="867897" y="240518"/>
                    <a:pt x="866273" y="240518"/>
                    <a:pt x="866273" y="240518"/>
                  </a:cubicBezTo>
                  <a:cubicBezTo>
                    <a:pt x="866273" y="240518"/>
                    <a:pt x="866273" y="240518"/>
                    <a:pt x="861398" y="238893"/>
                  </a:cubicBezTo>
                  <a:cubicBezTo>
                    <a:pt x="861398" y="238893"/>
                    <a:pt x="861398" y="238893"/>
                    <a:pt x="856524" y="240518"/>
                  </a:cubicBezTo>
                  <a:cubicBezTo>
                    <a:pt x="856524" y="240518"/>
                    <a:pt x="856524" y="242142"/>
                    <a:pt x="856524" y="242142"/>
                  </a:cubicBezTo>
                  <a:cubicBezTo>
                    <a:pt x="858149" y="243766"/>
                    <a:pt x="858149" y="243766"/>
                    <a:pt x="861398" y="250263"/>
                  </a:cubicBezTo>
                  <a:cubicBezTo>
                    <a:pt x="864648" y="255135"/>
                    <a:pt x="861398" y="251887"/>
                    <a:pt x="863023" y="253511"/>
                  </a:cubicBezTo>
                  <a:cubicBezTo>
                    <a:pt x="863023" y="253511"/>
                    <a:pt x="861398" y="255135"/>
                    <a:pt x="861398" y="255135"/>
                  </a:cubicBezTo>
                  <a:cubicBezTo>
                    <a:pt x="861398" y="255135"/>
                    <a:pt x="853275" y="261632"/>
                    <a:pt x="851650" y="261632"/>
                  </a:cubicBezTo>
                  <a:cubicBezTo>
                    <a:pt x="851650" y="263257"/>
                    <a:pt x="850025" y="263257"/>
                    <a:pt x="846776" y="261632"/>
                  </a:cubicBezTo>
                  <a:cubicBezTo>
                    <a:pt x="845151" y="261632"/>
                    <a:pt x="846776" y="261632"/>
                    <a:pt x="845151" y="263257"/>
                  </a:cubicBezTo>
                  <a:cubicBezTo>
                    <a:pt x="843526" y="263257"/>
                    <a:pt x="841902" y="263257"/>
                    <a:pt x="841902" y="263257"/>
                  </a:cubicBezTo>
                  <a:cubicBezTo>
                    <a:pt x="840277" y="263257"/>
                    <a:pt x="838652" y="264881"/>
                    <a:pt x="838652" y="266505"/>
                  </a:cubicBezTo>
                  <a:cubicBezTo>
                    <a:pt x="838652" y="268129"/>
                    <a:pt x="838652" y="268129"/>
                    <a:pt x="840277" y="268129"/>
                  </a:cubicBezTo>
                  <a:cubicBezTo>
                    <a:pt x="840277" y="269753"/>
                    <a:pt x="838652" y="269753"/>
                    <a:pt x="838652" y="271378"/>
                  </a:cubicBezTo>
                  <a:cubicBezTo>
                    <a:pt x="838652" y="273002"/>
                    <a:pt x="837027" y="273002"/>
                    <a:pt x="835403" y="274626"/>
                  </a:cubicBezTo>
                  <a:cubicBezTo>
                    <a:pt x="833778" y="274626"/>
                    <a:pt x="835403" y="276250"/>
                    <a:pt x="837027" y="276250"/>
                  </a:cubicBezTo>
                  <a:cubicBezTo>
                    <a:pt x="837027" y="276250"/>
                    <a:pt x="838652" y="276250"/>
                    <a:pt x="843526" y="277874"/>
                  </a:cubicBezTo>
                  <a:cubicBezTo>
                    <a:pt x="843526" y="277874"/>
                    <a:pt x="846776" y="279499"/>
                    <a:pt x="846776" y="279499"/>
                  </a:cubicBezTo>
                  <a:cubicBezTo>
                    <a:pt x="848401" y="277874"/>
                    <a:pt x="848401" y="277874"/>
                    <a:pt x="850025" y="276250"/>
                  </a:cubicBezTo>
                  <a:cubicBezTo>
                    <a:pt x="851650" y="274626"/>
                    <a:pt x="853275" y="274626"/>
                    <a:pt x="854899" y="273002"/>
                  </a:cubicBezTo>
                  <a:cubicBezTo>
                    <a:pt x="854899" y="273002"/>
                    <a:pt x="854899" y="273002"/>
                    <a:pt x="856524" y="273002"/>
                  </a:cubicBezTo>
                  <a:cubicBezTo>
                    <a:pt x="856524" y="273002"/>
                    <a:pt x="863023" y="279499"/>
                    <a:pt x="863023" y="281123"/>
                  </a:cubicBezTo>
                  <a:cubicBezTo>
                    <a:pt x="864648" y="282747"/>
                    <a:pt x="864648" y="284371"/>
                    <a:pt x="864648" y="284371"/>
                  </a:cubicBezTo>
                  <a:cubicBezTo>
                    <a:pt x="864648" y="284371"/>
                    <a:pt x="863023" y="285995"/>
                    <a:pt x="863023" y="287620"/>
                  </a:cubicBezTo>
                  <a:cubicBezTo>
                    <a:pt x="863023" y="289244"/>
                    <a:pt x="861398" y="289244"/>
                    <a:pt x="861398" y="289244"/>
                  </a:cubicBezTo>
                  <a:cubicBezTo>
                    <a:pt x="861398" y="289244"/>
                    <a:pt x="861398" y="289244"/>
                    <a:pt x="851650" y="294116"/>
                  </a:cubicBezTo>
                  <a:cubicBezTo>
                    <a:pt x="851650" y="294116"/>
                    <a:pt x="850025" y="294116"/>
                    <a:pt x="850025" y="292492"/>
                  </a:cubicBezTo>
                  <a:cubicBezTo>
                    <a:pt x="850025" y="290868"/>
                    <a:pt x="850025" y="290868"/>
                    <a:pt x="848401" y="290868"/>
                  </a:cubicBezTo>
                  <a:cubicBezTo>
                    <a:pt x="846776" y="289244"/>
                    <a:pt x="846776" y="290868"/>
                    <a:pt x="845151" y="290868"/>
                  </a:cubicBezTo>
                  <a:cubicBezTo>
                    <a:pt x="845151" y="290868"/>
                    <a:pt x="845151" y="292492"/>
                    <a:pt x="845151" y="294116"/>
                  </a:cubicBezTo>
                  <a:cubicBezTo>
                    <a:pt x="845151" y="294116"/>
                    <a:pt x="843526" y="294116"/>
                    <a:pt x="843526" y="295741"/>
                  </a:cubicBezTo>
                  <a:cubicBezTo>
                    <a:pt x="841902" y="295741"/>
                    <a:pt x="838652" y="298989"/>
                    <a:pt x="838652" y="298989"/>
                  </a:cubicBezTo>
                  <a:cubicBezTo>
                    <a:pt x="838652" y="298989"/>
                    <a:pt x="833778" y="298989"/>
                    <a:pt x="832153" y="300613"/>
                  </a:cubicBezTo>
                  <a:cubicBezTo>
                    <a:pt x="830528" y="300613"/>
                    <a:pt x="830528" y="300613"/>
                    <a:pt x="828904" y="300613"/>
                  </a:cubicBezTo>
                  <a:cubicBezTo>
                    <a:pt x="828904" y="300613"/>
                    <a:pt x="827279" y="300613"/>
                    <a:pt x="825654" y="300613"/>
                  </a:cubicBezTo>
                  <a:cubicBezTo>
                    <a:pt x="825654" y="300613"/>
                    <a:pt x="824029" y="302238"/>
                    <a:pt x="822405" y="302238"/>
                  </a:cubicBezTo>
                  <a:cubicBezTo>
                    <a:pt x="822405" y="302238"/>
                    <a:pt x="820780" y="302238"/>
                    <a:pt x="820780" y="302238"/>
                  </a:cubicBezTo>
                  <a:cubicBezTo>
                    <a:pt x="819155" y="303862"/>
                    <a:pt x="817530" y="305486"/>
                    <a:pt x="817530" y="305486"/>
                  </a:cubicBezTo>
                  <a:cubicBezTo>
                    <a:pt x="817530" y="305486"/>
                    <a:pt x="817530" y="305486"/>
                    <a:pt x="812656" y="305486"/>
                  </a:cubicBezTo>
                  <a:cubicBezTo>
                    <a:pt x="812656" y="305486"/>
                    <a:pt x="807782" y="305486"/>
                    <a:pt x="807782" y="305486"/>
                  </a:cubicBezTo>
                  <a:cubicBezTo>
                    <a:pt x="806157" y="303862"/>
                    <a:pt x="806157" y="303862"/>
                    <a:pt x="806157" y="302238"/>
                  </a:cubicBezTo>
                  <a:cubicBezTo>
                    <a:pt x="806157" y="302238"/>
                    <a:pt x="806157" y="302238"/>
                    <a:pt x="807782" y="300613"/>
                  </a:cubicBezTo>
                  <a:cubicBezTo>
                    <a:pt x="809407" y="298989"/>
                    <a:pt x="809407" y="297365"/>
                    <a:pt x="809407" y="295741"/>
                  </a:cubicBezTo>
                  <a:cubicBezTo>
                    <a:pt x="811031" y="295741"/>
                    <a:pt x="807782" y="294116"/>
                    <a:pt x="806157" y="294116"/>
                  </a:cubicBezTo>
                  <a:cubicBezTo>
                    <a:pt x="806157" y="294116"/>
                    <a:pt x="804532" y="294116"/>
                    <a:pt x="804532" y="294116"/>
                  </a:cubicBezTo>
                  <a:cubicBezTo>
                    <a:pt x="802908" y="294116"/>
                    <a:pt x="802908" y="294116"/>
                    <a:pt x="799658" y="294116"/>
                  </a:cubicBezTo>
                  <a:cubicBezTo>
                    <a:pt x="798033" y="294116"/>
                    <a:pt x="799658" y="294116"/>
                    <a:pt x="798033" y="294116"/>
                  </a:cubicBezTo>
                  <a:cubicBezTo>
                    <a:pt x="798033" y="294116"/>
                    <a:pt x="796409" y="294116"/>
                    <a:pt x="796409" y="292492"/>
                  </a:cubicBezTo>
                  <a:cubicBezTo>
                    <a:pt x="796409" y="292492"/>
                    <a:pt x="796409" y="292492"/>
                    <a:pt x="793159" y="292492"/>
                  </a:cubicBezTo>
                  <a:cubicBezTo>
                    <a:pt x="793159" y="292492"/>
                    <a:pt x="789910" y="289244"/>
                    <a:pt x="789910" y="289244"/>
                  </a:cubicBezTo>
                  <a:cubicBezTo>
                    <a:pt x="789910" y="287620"/>
                    <a:pt x="786660" y="285995"/>
                    <a:pt x="786660" y="285995"/>
                  </a:cubicBezTo>
                  <a:cubicBezTo>
                    <a:pt x="785035" y="285995"/>
                    <a:pt x="783411" y="285995"/>
                    <a:pt x="783411" y="287620"/>
                  </a:cubicBezTo>
                  <a:cubicBezTo>
                    <a:pt x="783411" y="289244"/>
                    <a:pt x="785035" y="289244"/>
                    <a:pt x="785035" y="290868"/>
                  </a:cubicBezTo>
                  <a:cubicBezTo>
                    <a:pt x="786660" y="292492"/>
                    <a:pt x="788285" y="292492"/>
                    <a:pt x="788285" y="292492"/>
                  </a:cubicBezTo>
                  <a:cubicBezTo>
                    <a:pt x="789910" y="292492"/>
                    <a:pt x="789910" y="294116"/>
                    <a:pt x="791534" y="294116"/>
                  </a:cubicBezTo>
                  <a:cubicBezTo>
                    <a:pt x="793159" y="295741"/>
                    <a:pt x="791534" y="295741"/>
                    <a:pt x="791534" y="295741"/>
                  </a:cubicBezTo>
                  <a:cubicBezTo>
                    <a:pt x="791534" y="297365"/>
                    <a:pt x="789910" y="300613"/>
                    <a:pt x="788285" y="300613"/>
                  </a:cubicBezTo>
                  <a:cubicBezTo>
                    <a:pt x="788285" y="300613"/>
                    <a:pt x="786660" y="302238"/>
                    <a:pt x="786660" y="302238"/>
                  </a:cubicBezTo>
                  <a:cubicBezTo>
                    <a:pt x="785035" y="302238"/>
                    <a:pt x="785035" y="303862"/>
                    <a:pt x="785035" y="303862"/>
                  </a:cubicBezTo>
                  <a:cubicBezTo>
                    <a:pt x="785035" y="303862"/>
                    <a:pt x="785035" y="303862"/>
                    <a:pt x="781786" y="303862"/>
                  </a:cubicBezTo>
                  <a:cubicBezTo>
                    <a:pt x="781786" y="303862"/>
                    <a:pt x="778536" y="303862"/>
                    <a:pt x="776912" y="302238"/>
                  </a:cubicBezTo>
                  <a:cubicBezTo>
                    <a:pt x="776912" y="302238"/>
                    <a:pt x="775287" y="302238"/>
                    <a:pt x="775287" y="300613"/>
                  </a:cubicBezTo>
                  <a:cubicBezTo>
                    <a:pt x="775287" y="300613"/>
                    <a:pt x="773662" y="300613"/>
                    <a:pt x="772037" y="298989"/>
                  </a:cubicBezTo>
                  <a:cubicBezTo>
                    <a:pt x="770413" y="295741"/>
                    <a:pt x="772037" y="298989"/>
                    <a:pt x="772037" y="297365"/>
                  </a:cubicBezTo>
                  <a:cubicBezTo>
                    <a:pt x="772037" y="297365"/>
                    <a:pt x="770413" y="297365"/>
                    <a:pt x="770413" y="295741"/>
                  </a:cubicBezTo>
                  <a:cubicBezTo>
                    <a:pt x="768788" y="295741"/>
                    <a:pt x="768788" y="295741"/>
                    <a:pt x="768788" y="295741"/>
                  </a:cubicBezTo>
                  <a:cubicBezTo>
                    <a:pt x="767163" y="294116"/>
                    <a:pt x="765539" y="294116"/>
                    <a:pt x="765539" y="294116"/>
                  </a:cubicBezTo>
                  <a:cubicBezTo>
                    <a:pt x="765539" y="294116"/>
                    <a:pt x="765539" y="294116"/>
                    <a:pt x="763914" y="294116"/>
                  </a:cubicBezTo>
                  <a:cubicBezTo>
                    <a:pt x="763914" y="294116"/>
                    <a:pt x="763914" y="294116"/>
                    <a:pt x="762289" y="295741"/>
                  </a:cubicBezTo>
                  <a:cubicBezTo>
                    <a:pt x="762289" y="295741"/>
                    <a:pt x="762289" y="295741"/>
                    <a:pt x="757415" y="294116"/>
                  </a:cubicBezTo>
                  <a:cubicBezTo>
                    <a:pt x="757415" y="294116"/>
                    <a:pt x="759040" y="297365"/>
                    <a:pt x="754165" y="294116"/>
                  </a:cubicBezTo>
                  <a:cubicBezTo>
                    <a:pt x="749291" y="290868"/>
                    <a:pt x="752541" y="292492"/>
                    <a:pt x="754165" y="292492"/>
                  </a:cubicBezTo>
                  <a:cubicBezTo>
                    <a:pt x="754165" y="292492"/>
                    <a:pt x="754165" y="292492"/>
                    <a:pt x="750916" y="289244"/>
                  </a:cubicBezTo>
                  <a:cubicBezTo>
                    <a:pt x="750916" y="289244"/>
                    <a:pt x="750916" y="289244"/>
                    <a:pt x="749291" y="289244"/>
                  </a:cubicBezTo>
                  <a:cubicBezTo>
                    <a:pt x="749291" y="289244"/>
                    <a:pt x="749291" y="289244"/>
                    <a:pt x="749291" y="294116"/>
                  </a:cubicBezTo>
                  <a:cubicBezTo>
                    <a:pt x="749291" y="294116"/>
                    <a:pt x="747666" y="295741"/>
                    <a:pt x="747666" y="295741"/>
                  </a:cubicBezTo>
                  <a:cubicBezTo>
                    <a:pt x="747666" y="297365"/>
                    <a:pt x="746042" y="297365"/>
                    <a:pt x="744417" y="295741"/>
                  </a:cubicBezTo>
                  <a:cubicBezTo>
                    <a:pt x="744417" y="295741"/>
                    <a:pt x="742792" y="295741"/>
                    <a:pt x="742792" y="295741"/>
                  </a:cubicBezTo>
                  <a:cubicBezTo>
                    <a:pt x="742792" y="294116"/>
                    <a:pt x="739543" y="295741"/>
                    <a:pt x="739543" y="294116"/>
                  </a:cubicBezTo>
                  <a:cubicBezTo>
                    <a:pt x="739543" y="294116"/>
                    <a:pt x="737918" y="294116"/>
                    <a:pt x="737918" y="294116"/>
                  </a:cubicBezTo>
                  <a:cubicBezTo>
                    <a:pt x="736293" y="292492"/>
                    <a:pt x="736293" y="294116"/>
                    <a:pt x="736293" y="294116"/>
                  </a:cubicBezTo>
                  <a:cubicBezTo>
                    <a:pt x="736293" y="295741"/>
                    <a:pt x="736293" y="295741"/>
                    <a:pt x="737918" y="297365"/>
                  </a:cubicBezTo>
                  <a:cubicBezTo>
                    <a:pt x="737918" y="297365"/>
                    <a:pt x="737918" y="298989"/>
                    <a:pt x="737918" y="298989"/>
                  </a:cubicBezTo>
                  <a:cubicBezTo>
                    <a:pt x="737918" y="298989"/>
                    <a:pt x="737918" y="298989"/>
                    <a:pt x="736293" y="298989"/>
                  </a:cubicBezTo>
                  <a:cubicBezTo>
                    <a:pt x="736293" y="298989"/>
                    <a:pt x="734668" y="300613"/>
                    <a:pt x="734668" y="300613"/>
                  </a:cubicBezTo>
                  <a:cubicBezTo>
                    <a:pt x="733044" y="300613"/>
                    <a:pt x="733044" y="300613"/>
                    <a:pt x="731419" y="298989"/>
                  </a:cubicBezTo>
                  <a:cubicBezTo>
                    <a:pt x="731419" y="298989"/>
                    <a:pt x="729794" y="298989"/>
                    <a:pt x="728169" y="300613"/>
                  </a:cubicBezTo>
                  <a:cubicBezTo>
                    <a:pt x="728169" y="300613"/>
                    <a:pt x="728169" y="300613"/>
                    <a:pt x="724920" y="300613"/>
                  </a:cubicBezTo>
                  <a:cubicBezTo>
                    <a:pt x="723295" y="300613"/>
                    <a:pt x="723295" y="298989"/>
                    <a:pt x="721670" y="298989"/>
                  </a:cubicBezTo>
                  <a:cubicBezTo>
                    <a:pt x="721670" y="298989"/>
                    <a:pt x="721670" y="298989"/>
                    <a:pt x="715171" y="297365"/>
                  </a:cubicBezTo>
                  <a:cubicBezTo>
                    <a:pt x="713547" y="297365"/>
                    <a:pt x="711922" y="297365"/>
                    <a:pt x="711922" y="295741"/>
                  </a:cubicBezTo>
                  <a:cubicBezTo>
                    <a:pt x="711922" y="295741"/>
                    <a:pt x="711922" y="294116"/>
                    <a:pt x="711922" y="294116"/>
                  </a:cubicBezTo>
                  <a:cubicBezTo>
                    <a:pt x="711922" y="292492"/>
                    <a:pt x="710297" y="292492"/>
                    <a:pt x="708672" y="292492"/>
                  </a:cubicBezTo>
                  <a:cubicBezTo>
                    <a:pt x="708672" y="294116"/>
                    <a:pt x="708672" y="295741"/>
                    <a:pt x="707048" y="297365"/>
                  </a:cubicBezTo>
                  <a:cubicBezTo>
                    <a:pt x="707048" y="298989"/>
                    <a:pt x="697299" y="297365"/>
                    <a:pt x="697299" y="297365"/>
                  </a:cubicBezTo>
                  <a:cubicBezTo>
                    <a:pt x="697299" y="297365"/>
                    <a:pt x="694050" y="297365"/>
                    <a:pt x="694050" y="297365"/>
                  </a:cubicBezTo>
                  <a:cubicBezTo>
                    <a:pt x="692425" y="297365"/>
                    <a:pt x="690800" y="295741"/>
                    <a:pt x="690800" y="295741"/>
                  </a:cubicBezTo>
                  <a:cubicBezTo>
                    <a:pt x="690800" y="294116"/>
                    <a:pt x="689176" y="294116"/>
                    <a:pt x="687551" y="292492"/>
                  </a:cubicBezTo>
                  <a:cubicBezTo>
                    <a:pt x="685926" y="290868"/>
                    <a:pt x="685926" y="294116"/>
                    <a:pt x="685926" y="294116"/>
                  </a:cubicBezTo>
                  <a:cubicBezTo>
                    <a:pt x="684301" y="294116"/>
                    <a:pt x="684301" y="295741"/>
                    <a:pt x="682677" y="295741"/>
                  </a:cubicBezTo>
                  <a:cubicBezTo>
                    <a:pt x="682677" y="297365"/>
                    <a:pt x="681052" y="297365"/>
                    <a:pt x="681052" y="297365"/>
                  </a:cubicBezTo>
                  <a:cubicBezTo>
                    <a:pt x="679427" y="298989"/>
                    <a:pt x="677802" y="297365"/>
                    <a:pt x="676178" y="297365"/>
                  </a:cubicBezTo>
                  <a:cubicBezTo>
                    <a:pt x="674553" y="297365"/>
                    <a:pt x="671303" y="295741"/>
                    <a:pt x="671303" y="294116"/>
                  </a:cubicBezTo>
                  <a:cubicBezTo>
                    <a:pt x="671303" y="292492"/>
                    <a:pt x="671303" y="292492"/>
                    <a:pt x="671303" y="290868"/>
                  </a:cubicBezTo>
                  <a:cubicBezTo>
                    <a:pt x="671303" y="289244"/>
                    <a:pt x="672928" y="287620"/>
                    <a:pt x="672928" y="287620"/>
                  </a:cubicBezTo>
                  <a:cubicBezTo>
                    <a:pt x="672928" y="287620"/>
                    <a:pt x="672928" y="287620"/>
                    <a:pt x="669679" y="285995"/>
                  </a:cubicBezTo>
                  <a:cubicBezTo>
                    <a:pt x="669679" y="285995"/>
                    <a:pt x="668054" y="292492"/>
                    <a:pt x="668054" y="292492"/>
                  </a:cubicBezTo>
                  <a:cubicBezTo>
                    <a:pt x="668054" y="292492"/>
                    <a:pt x="666429" y="294116"/>
                    <a:pt x="664804" y="295741"/>
                  </a:cubicBezTo>
                  <a:cubicBezTo>
                    <a:pt x="664804" y="295741"/>
                    <a:pt x="661555" y="295741"/>
                    <a:pt x="659930" y="295741"/>
                  </a:cubicBezTo>
                  <a:cubicBezTo>
                    <a:pt x="658305" y="295741"/>
                    <a:pt x="658305" y="295741"/>
                    <a:pt x="655056" y="290868"/>
                  </a:cubicBezTo>
                  <a:cubicBezTo>
                    <a:pt x="651806" y="285995"/>
                    <a:pt x="653431" y="284371"/>
                    <a:pt x="653431" y="282747"/>
                  </a:cubicBezTo>
                  <a:cubicBezTo>
                    <a:pt x="653431" y="279499"/>
                    <a:pt x="653431" y="281123"/>
                    <a:pt x="656681" y="279499"/>
                  </a:cubicBezTo>
                  <a:cubicBezTo>
                    <a:pt x="658305" y="277874"/>
                    <a:pt x="659930" y="277874"/>
                    <a:pt x="663180" y="276250"/>
                  </a:cubicBezTo>
                  <a:cubicBezTo>
                    <a:pt x="666429" y="273002"/>
                    <a:pt x="664804" y="274626"/>
                    <a:pt x="669679" y="273002"/>
                  </a:cubicBezTo>
                  <a:cubicBezTo>
                    <a:pt x="674553" y="269753"/>
                    <a:pt x="671303" y="271378"/>
                    <a:pt x="672928" y="269753"/>
                  </a:cubicBezTo>
                  <a:cubicBezTo>
                    <a:pt x="672928" y="269753"/>
                    <a:pt x="676178" y="269753"/>
                    <a:pt x="679427" y="268129"/>
                  </a:cubicBezTo>
                  <a:cubicBezTo>
                    <a:pt x="682677" y="268129"/>
                    <a:pt x="687551" y="269753"/>
                    <a:pt x="689176" y="269753"/>
                  </a:cubicBezTo>
                  <a:cubicBezTo>
                    <a:pt x="690800" y="269753"/>
                    <a:pt x="697299" y="269753"/>
                    <a:pt x="697299" y="269753"/>
                  </a:cubicBezTo>
                  <a:cubicBezTo>
                    <a:pt x="697299" y="269753"/>
                    <a:pt x="698924" y="266505"/>
                    <a:pt x="697299" y="264881"/>
                  </a:cubicBezTo>
                  <a:cubicBezTo>
                    <a:pt x="697299" y="263257"/>
                    <a:pt x="694050" y="263257"/>
                    <a:pt x="692425" y="263257"/>
                  </a:cubicBezTo>
                  <a:cubicBezTo>
                    <a:pt x="689176" y="261632"/>
                    <a:pt x="687551" y="263257"/>
                    <a:pt x="687551" y="261632"/>
                  </a:cubicBezTo>
                  <a:cubicBezTo>
                    <a:pt x="685926" y="261632"/>
                    <a:pt x="685926" y="260008"/>
                    <a:pt x="685926" y="258384"/>
                  </a:cubicBezTo>
                  <a:cubicBezTo>
                    <a:pt x="684301" y="256760"/>
                    <a:pt x="684301" y="256760"/>
                    <a:pt x="682677" y="255135"/>
                  </a:cubicBezTo>
                  <a:cubicBezTo>
                    <a:pt x="681052" y="253511"/>
                    <a:pt x="681052" y="253511"/>
                    <a:pt x="681052" y="253511"/>
                  </a:cubicBezTo>
                  <a:cubicBezTo>
                    <a:pt x="679427" y="251887"/>
                    <a:pt x="677802" y="248639"/>
                    <a:pt x="679427" y="247014"/>
                  </a:cubicBezTo>
                  <a:cubicBezTo>
                    <a:pt x="681052" y="243766"/>
                    <a:pt x="681052" y="245390"/>
                    <a:pt x="682677" y="243766"/>
                  </a:cubicBezTo>
                  <a:cubicBezTo>
                    <a:pt x="684301" y="242142"/>
                    <a:pt x="684301" y="243766"/>
                    <a:pt x="685926" y="242142"/>
                  </a:cubicBezTo>
                  <a:cubicBezTo>
                    <a:pt x="687551" y="240518"/>
                    <a:pt x="689176" y="242142"/>
                    <a:pt x="690800" y="240518"/>
                  </a:cubicBezTo>
                  <a:cubicBezTo>
                    <a:pt x="694050" y="240518"/>
                    <a:pt x="695674" y="242142"/>
                    <a:pt x="698924" y="242142"/>
                  </a:cubicBezTo>
                  <a:cubicBezTo>
                    <a:pt x="703798" y="242142"/>
                    <a:pt x="702173" y="242142"/>
                    <a:pt x="703798" y="242142"/>
                  </a:cubicBezTo>
                  <a:cubicBezTo>
                    <a:pt x="705423" y="242142"/>
                    <a:pt x="705423" y="243766"/>
                    <a:pt x="707048" y="243766"/>
                  </a:cubicBezTo>
                  <a:cubicBezTo>
                    <a:pt x="707048" y="243766"/>
                    <a:pt x="711922" y="247014"/>
                    <a:pt x="718421" y="250263"/>
                  </a:cubicBezTo>
                  <a:cubicBezTo>
                    <a:pt x="724920" y="251887"/>
                    <a:pt x="726545" y="258384"/>
                    <a:pt x="728169" y="258384"/>
                  </a:cubicBezTo>
                  <a:cubicBezTo>
                    <a:pt x="729794" y="258384"/>
                    <a:pt x="729794" y="260008"/>
                    <a:pt x="733044" y="260008"/>
                  </a:cubicBezTo>
                  <a:cubicBezTo>
                    <a:pt x="736293" y="261632"/>
                    <a:pt x="737918" y="261632"/>
                    <a:pt x="737918" y="261632"/>
                  </a:cubicBezTo>
                  <a:cubicBezTo>
                    <a:pt x="737918" y="261632"/>
                    <a:pt x="739543" y="261632"/>
                    <a:pt x="742792" y="260008"/>
                  </a:cubicBezTo>
                  <a:cubicBezTo>
                    <a:pt x="747666" y="260008"/>
                    <a:pt x="750916" y="260008"/>
                    <a:pt x="754165" y="260008"/>
                  </a:cubicBezTo>
                  <a:cubicBezTo>
                    <a:pt x="757415" y="258384"/>
                    <a:pt x="759040" y="258384"/>
                    <a:pt x="763914" y="256760"/>
                  </a:cubicBezTo>
                  <a:cubicBezTo>
                    <a:pt x="767163" y="255135"/>
                    <a:pt x="765539" y="255135"/>
                    <a:pt x="767163" y="253511"/>
                  </a:cubicBezTo>
                  <a:cubicBezTo>
                    <a:pt x="770413" y="251887"/>
                    <a:pt x="770413" y="250263"/>
                    <a:pt x="770413" y="248639"/>
                  </a:cubicBezTo>
                  <a:cubicBezTo>
                    <a:pt x="770413" y="248639"/>
                    <a:pt x="778536" y="240518"/>
                    <a:pt x="778536" y="240518"/>
                  </a:cubicBezTo>
                  <a:cubicBezTo>
                    <a:pt x="780161" y="238893"/>
                    <a:pt x="778536" y="237269"/>
                    <a:pt x="778536" y="237269"/>
                  </a:cubicBezTo>
                  <a:cubicBezTo>
                    <a:pt x="778536" y="237269"/>
                    <a:pt x="775287" y="237269"/>
                    <a:pt x="772037" y="238893"/>
                  </a:cubicBezTo>
                  <a:cubicBezTo>
                    <a:pt x="768788" y="240518"/>
                    <a:pt x="770413" y="240518"/>
                    <a:pt x="770413" y="242142"/>
                  </a:cubicBezTo>
                  <a:cubicBezTo>
                    <a:pt x="770413" y="242142"/>
                    <a:pt x="768788" y="245390"/>
                    <a:pt x="767163" y="247014"/>
                  </a:cubicBezTo>
                  <a:cubicBezTo>
                    <a:pt x="765539" y="248639"/>
                    <a:pt x="765539" y="248639"/>
                    <a:pt x="763914" y="251887"/>
                  </a:cubicBezTo>
                  <a:cubicBezTo>
                    <a:pt x="762289" y="253511"/>
                    <a:pt x="760664" y="253511"/>
                    <a:pt x="760664" y="253511"/>
                  </a:cubicBezTo>
                  <a:cubicBezTo>
                    <a:pt x="759040" y="253511"/>
                    <a:pt x="744417" y="255135"/>
                    <a:pt x="742792" y="253511"/>
                  </a:cubicBezTo>
                  <a:cubicBezTo>
                    <a:pt x="741167" y="251887"/>
                    <a:pt x="741167" y="253511"/>
                    <a:pt x="739543" y="253511"/>
                  </a:cubicBezTo>
                  <a:cubicBezTo>
                    <a:pt x="737918" y="253511"/>
                    <a:pt x="731419" y="253511"/>
                    <a:pt x="729794" y="251887"/>
                  </a:cubicBezTo>
                  <a:cubicBezTo>
                    <a:pt x="729794" y="250263"/>
                    <a:pt x="731419" y="250263"/>
                    <a:pt x="731419" y="248639"/>
                  </a:cubicBezTo>
                  <a:cubicBezTo>
                    <a:pt x="731419" y="248639"/>
                    <a:pt x="731419" y="248639"/>
                    <a:pt x="734668" y="247014"/>
                  </a:cubicBezTo>
                  <a:cubicBezTo>
                    <a:pt x="736293" y="245390"/>
                    <a:pt x="736293" y="243766"/>
                    <a:pt x="736293" y="243766"/>
                  </a:cubicBezTo>
                  <a:cubicBezTo>
                    <a:pt x="736293" y="242142"/>
                    <a:pt x="736293" y="240518"/>
                    <a:pt x="733044" y="240518"/>
                  </a:cubicBezTo>
                  <a:cubicBezTo>
                    <a:pt x="731419" y="240518"/>
                    <a:pt x="731419" y="242142"/>
                    <a:pt x="729794" y="242142"/>
                  </a:cubicBezTo>
                  <a:cubicBezTo>
                    <a:pt x="728169" y="242142"/>
                    <a:pt x="723295" y="240518"/>
                    <a:pt x="724920" y="238893"/>
                  </a:cubicBezTo>
                  <a:cubicBezTo>
                    <a:pt x="726545" y="237269"/>
                    <a:pt x="726545" y="237269"/>
                    <a:pt x="729794" y="235645"/>
                  </a:cubicBezTo>
                  <a:cubicBezTo>
                    <a:pt x="733044" y="234021"/>
                    <a:pt x="733044" y="234021"/>
                    <a:pt x="734668" y="234021"/>
                  </a:cubicBezTo>
                  <a:cubicBezTo>
                    <a:pt x="736293" y="234021"/>
                    <a:pt x="737918" y="234021"/>
                    <a:pt x="744417" y="232397"/>
                  </a:cubicBezTo>
                  <a:cubicBezTo>
                    <a:pt x="749291" y="232397"/>
                    <a:pt x="747666" y="232397"/>
                    <a:pt x="747666" y="230772"/>
                  </a:cubicBezTo>
                  <a:cubicBezTo>
                    <a:pt x="747666" y="230772"/>
                    <a:pt x="746042" y="229148"/>
                    <a:pt x="742792" y="227524"/>
                  </a:cubicBezTo>
                  <a:cubicBezTo>
                    <a:pt x="739543" y="227524"/>
                    <a:pt x="739543" y="225900"/>
                    <a:pt x="739543" y="224276"/>
                  </a:cubicBezTo>
                  <a:cubicBezTo>
                    <a:pt x="739543" y="221027"/>
                    <a:pt x="739543" y="221027"/>
                    <a:pt x="739543" y="219403"/>
                  </a:cubicBezTo>
                  <a:cubicBezTo>
                    <a:pt x="741167" y="217779"/>
                    <a:pt x="737918" y="217779"/>
                    <a:pt x="736293" y="217779"/>
                  </a:cubicBezTo>
                  <a:cubicBezTo>
                    <a:pt x="736293" y="217779"/>
                    <a:pt x="736293" y="221027"/>
                    <a:pt x="736293" y="221027"/>
                  </a:cubicBezTo>
                  <a:cubicBezTo>
                    <a:pt x="736293" y="222651"/>
                    <a:pt x="734668" y="224276"/>
                    <a:pt x="733044" y="225900"/>
                  </a:cubicBezTo>
                  <a:cubicBezTo>
                    <a:pt x="733044" y="227524"/>
                    <a:pt x="734668" y="227524"/>
                    <a:pt x="734668" y="227524"/>
                  </a:cubicBezTo>
                  <a:cubicBezTo>
                    <a:pt x="734668" y="227524"/>
                    <a:pt x="726545" y="232397"/>
                    <a:pt x="726545" y="234021"/>
                  </a:cubicBezTo>
                  <a:cubicBezTo>
                    <a:pt x="724920" y="234021"/>
                    <a:pt x="723295" y="234021"/>
                    <a:pt x="721670" y="234021"/>
                  </a:cubicBezTo>
                  <a:cubicBezTo>
                    <a:pt x="720046" y="234021"/>
                    <a:pt x="718421" y="234021"/>
                    <a:pt x="716796" y="234021"/>
                  </a:cubicBezTo>
                  <a:cubicBezTo>
                    <a:pt x="715171" y="234021"/>
                    <a:pt x="713547" y="234021"/>
                    <a:pt x="713547" y="230772"/>
                  </a:cubicBezTo>
                  <a:cubicBezTo>
                    <a:pt x="713547" y="227524"/>
                    <a:pt x="713547" y="229148"/>
                    <a:pt x="711922" y="227524"/>
                  </a:cubicBezTo>
                  <a:cubicBezTo>
                    <a:pt x="710297" y="225900"/>
                    <a:pt x="708672" y="229148"/>
                    <a:pt x="708672" y="229148"/>
                  </a:cubicBezTo>
                  <a:cubicBezTo>
                    <a:pt x="708672" y="229148"/>
                    <a:pt x="705423" y="232397"/>
                    <a:pt x="703798" y="232397"/>
                  </a:cubicBezTo>
                  <a:cubicBezTo>
                    <a:pt x="703798" y="232397"/>
                    <a:pt x="700549" y="234021"/>
                    <a:pt x="698924" y="234021"/>
                  </a:cubicBezTo>
                  <a:cubicBezTo>
                    <a:pt x="697299" y="234021"/>
                    <a:pt x="697299" y="232397"/>
                    <a:pt x="697299" y="230772"/>
                  </a:cubicBezTo>
                  <a:cubicBezTo>
                    <a:pt x="697299" y="230772"/>
                    <a:pt x="694050" y="229148"/>
                    <a:pt x="694050" y="229148"/>
                  </a:cubicBezTo>
                  <a:cubicBezTo>
                    <a:pt x="692425" y="229148"/>
                    <a:pt x="690800" y="227524"/>
                    <a:pt x="690800" y="227524"/>
                  </a:cubicBezTo>
                  <a:cubicBezTo>
                    <a:pt x="689176" y="225900"/>
                    <a:pt x="689176" y="224276"/>
                    <a:pt x="690800" y="222651"/>
                  </a:cubicBezTo>
                  <a:cubicBezTo>
                    <a:pt x="690800" y="219403"/>
                    <a:pt x="690800" y="219403"/>
                    <a:pt x="694050" y="216154"/>
                  </a:cubicBezTo>
                  <a:cubicBezTo>
                    <a:pt x="695674" y="214530"/>
                    <a:pt x="697299" y="212906"/>
                    <a:pt x="698924" y="211282"/>
                  </a:cubicBezTo>
                  <a:cubicBezTo>
                    <a:pt x="700549" y="209658"/>
                    <a:pt x="702173" y="208033"/>
                    <a:pt x="707048" y="206409"/>
                  </a:cubicBezTo>
                  <a:cubicBezTo>
                    <a:pt x="713547" y="203161"/>
                    <a:pt x="708672" y="206409"/>
                    <a:pt x="713547" y="206409"/>
                  </a:cubicBezTo>
                  <a:cubicBezTo>
                    <a:pt x="718421" y="204785"/>
                    <a:pt x="715171" y="204785"/>
                    <a:pt x="718421" y="203161"/>
                  </a:cubicBezTo>
                  <a:cubicBezTo>
                    <a:pt x="721670" y="201537"/>
                    <a:pt x="724920" y="203161"/>
                    <a:pt x="728169" y="203161"/>
                  </a:cubicBezTo>
                  <a:cubicBezTo>
                    <a:pt x="729794" y="203161"/>
                    <a:pt x="724920" y="203161"/>
                    <a:pt x="726545" y="201537"/>
                  </a:cubicBezTo>
                  <a:cubicBezTo>
                    <a:pt x="729794" y="201537"/>
                    <a:pt x="729794" y="201537"/>
                    <a:pt x="731419" y="201537"/>
                  </a:cubicBezTo>
                  <a:cubicBezTo>
                    <a:pt x="734668" y="203161"/>
                    <a:pt x="734668" y="203161"/>
                    <a:pt x="737918" y="203161"/>
                  </a:cubicBezTo>
                  <a:cubicBezTo>
                    <a:pt x="739543" y="203161"/>
                    <a:pt x="744417" y="203161"/>
                    <a:pt x="746042" y="203161"/>
                  </a:cubicBezTo>
                  <a:cubicBezTo>
                    <a:pt x="747666" y="203161"/>
                    <a:pt x="754165" y="204785"/>
                    <a:pt x="757415" y="204785"/>
                  </a:cubicBezTo>
                  <a:cubicBezTo>
                    <a:pt x="760664" y="204785"/>
                    <a:pt x="759040" y="204785"/>
                    <a:pt x="760664" y="206409"/>
                  </a:cubicBezTo>
                  <a:cubicBezTo>
                    <a:pt x="763914" y="206409"/>
                    <a:pt x="763914" y="208033"/>
                    <a:pt x="767163" y="209658"/>
                  </a:cubicBezTo>
                  <a:cubicBezTo>
                    <a:pt x="768788" y="209658"/>
                    <a:pt x="770413" y="212906"/>
                    <a:pt x="772037" y="212906"/>
                  </a:cubicBezTo>
                  <a:cubicBezTo>
                    <a:pt x="773662" y="214530"/>
                    <a:pt x="776912" y="214530"/>
                    <a:pt x="776912" y="214530"/>
                  </a:cubicBezTo>
                  <a:cubicBezTo>
                    <a:pt x="776912" y="214530"/>
                    <a:pt x="778536" y="214530"/>
                    <a:pt x="780161" y="214530"/>
                  </a:cubicBezTo>
                  <a:cubicBezTo>
                    <a:pt x="781786" y="214530"/>
                    <a:pt x="781786" y="212906"/>
                    <a:pt x="783411" y="212906"/>
                  </a:cubicBezTo>
                  <a:cubicBezTo>
                    <a:pt x="783411" y="211282"/>
                    <a:pt x="783411" y="211282"/>
                    <a:pt x="781786" y="209658"/>
                  </a:cubicBezTo>
                  <a:cubicBezTo>
                    <a:pt x="781786" y="208033"/>
                    <a:pt x="780161" y="208033"/>
                    <a:pt x="778536" y="206409"/>
                  </a:cubicBezTo>
                  <a:cubicBezTo>
                    <a:pt x="775287" y="204785"/>
                    <a:pt x="773662" y="206409"/>
                    <a:pt x="773662" y="206409"/>
                  </a:cubicBezTo>
                  <a:cubicBezTo>
                    <a:pt x="775287" y="204785"/>
                    <a:pt x="780161" y="204785"/>
                    <a:pt x="781786" y="204785"/>
                  </a:cubicBezTo>
                  <a:cubicBezTo>
                    <a:pt x="781786" y="204785"/>
                    <a:pt x="788285" y="203161"/>
                    <a:pt x="791534" y="201537"/>
                  </a:cubicBezTo>
                  <a:cubicBezTo>
                    <a:pt x="793159" y="201537"/>
                    <a:pt x="794784" y="201537"/>
                    <a:pt x="794784" y="198288"/>
                  </a:cubicBezTo>
                  <a:cubicBezTo>
                    <a:pt x="796409" y="196664"/>
                    <a:pt x="794784" y="198288"/>
                    <a:pt x="793159" y="198288"/>
                  </a:cubicBezTo>
                  <a:cubicBezTo>
                    <a:pt x="793159" y="196664"/>
                    <a:pt x="789910" y="198288"/>
                    <a:pt x="789910" y="198288"/>
                  </a:cubicBezTo>
                  <a:cubicBezTo>
                    <a:pt x="789910" y="198288"/>
                    <a:pt x="786660" y="199912"/>
                    <a:pt x="785035" y="199912"/>
                  </a:cubicBezTo>
                  <a:cubicBezTo>
                    <a:pt x="785035" y="199912"/>
                    <a:pt x="781786" y="199912"/>
                    <a:pt x="780161" y="199912"/>
                  </a:cubicBezTo>
                  <a:cubicBezTo>
                    <a:pt x="776912" y="199912"/>
                    <a:pt x="776912" y="201537"/>
                    <a:pt x="775287" y="201537"/>
                  </a:cubicBezTo>
                  <a:cubicBezTo>
                    <a:pt x="775287" y="201537"/>
                    <a:pt x="773662" y="201537"/>
                    <a:pt x="773662" y="201537"/>
                  </a:cubicBezTo>
                  <a:cubicBezTo>
                    <a:pt x="773662" y="201537"/>
                    <a:pt x="772037" y="199912"/>
                    <a:pt x="770413" y="199912"/>
                  </a:cubicBezTo>
                  <a:cubicBezTo>
                    <a:pt x="768788" y="199912"/>
                    <a:pt x="768788" y="199912"/>
                    <a:pt x="767163" y="199912"/>
                  </a:cubicBezTo>
                  <a:cubicBezTo>
                    <a:pt x="765539" y="198288"/>
                    <a:pt x="763914" y="198288"/>
                    <a:pt x="763914" y="198288"/>
                  </a:cubicBezTo>
                  <a:cubicBezTo>
                    <a:pt x="762289" y="198288"/>
                    <a:pt x="760664" y="196664"/>
                    <a:pt x="760664" y="196664"/>
                  </a:cubicBezTo>
                  <a:cubicBezTo>
                    <a:pt x="759040" y="195040"/>
                    <a:pt x="750916" y="190167"/>
                    <a:pt x="749291" y="188543"/>
                  </a:cubicBezTo>
                  <a:cubicBezTo>
                    <a:pt x="747666" y="186919"/>
                    <a:pt x="747666" y="186919"/>
                    <a:pt x="746042" y="186919"/>
                  </a:cubicBezTo>
                  <a:cubicBezTo>
                    <a:pt x="744417" y="185295"/>
                    <a:pt x="742792" y="183670"/>
                    <a:pt x="742792" y="183670"/>
                  </a:cubicBezTo>
                  <a:cubicBezTo>
                    <a:pt x="741167" y="182046"/>
                    <a:pt x="741167" y="182046"/>
                    <a:pt x="739543" y="180422"/>
                  </a:cubicBezTo>
                  <a:cubicBezTo>
                    <a:pt x="737918" y="180422"/>
                    <a:pt x="737918" y="177173"/>
                    <a:pt x="736293" y="175549"/>
                  </a:cubicBezTo>
                  <a:cubicBezTo>
                    <a:pt x="733044" y="173925"/>
                    <a:pt x="724920" y="170677"/>
                    <a:pt x="721670" y="170677"/>
                  </a:cubicBezTo>
                  <a:cubicBezTo>
                    <a:pt x="720046" y="170677"/>
                    <a:pt x="716796" y="169052"/>
                    <a:pt x="715171" y="169052"/>
                  </a:cubicBezTo>
                  <a:cubicBezTo>
                    <a:pt x="713547" y="167428"/>
                    <a:pt x="711922" y="167428"/>
                    <a:pt x="710297" y="167428"/>
                  </a:cubicBezTo>
                  <a:cubicBezTo>
                    <a:pt x="710297" y="165804"/>
                    <a:pt x="708672" y="165804"/>
                    <a:pt x="710297" y="164180"/>
                  </a:cubicBezTo>
                  <a:cubicBezTo>
                    <a:pt x="710297" y="162556"/>
                    <a:pt x="710297" y="162556"/>
                    <a:pt x="710297" y="160931"/>
                  </a:cubicBezTo>
                  <a:cubicBezTo>
                    <a:pt x="710297" y="160931"/>
                    <a:pt x="710297" y="160931"/>
                    <a:pt x="708672" y="159307"/>
                  </a:cubicBezTo>
                  <a:cubicBezTo>
                    <a:pt x="705423" y="159307"/>
                    <a:pt x="705423" y="159307"/>
                    <a:pt x="703798" y="156059"/>
                  </a:cubicBezTo>
                  <a:cubicBezTo>
                    <a:pt x="703798" y="154435"/>
                    <a:pt x="703798" y="154435"/>
                    <a:pt x="703798" y="151186"/>
                  </a:cubicBezTo>
                  <a:cubicBezTo>
                    <a:pt x="703798" y="147938"/>
                    <a:pt x="703798" y="149562"/>
                    <a:pt x="707048" y="146314"/>
                  </a:cubicBezTo>
                  <a:cubicBezTo>
                    <a:pt x="708672" y="144689"/>
                    <a:pt x="708672" y="146314"/>
                    <a:pt x="710297" y="144689"/>
                  </a:cubicBezTo>
                  <a:cubicBezTo>
                    <a:pt x="713547" y="144689"/>
                    <a:pt x="715171" y="144689"/>
                    <a:pt x="718421" y="144689"/>
                  </a:cubicBezTo>
                  <a:cubicBezTo>
                    <a:pt x="721670" y="144689"/>
                    <a:pt x="721670" y="146314"/>
                    <a:pt x="723295" y="146314"/>
                  </a:cubicBezTo>
                  <a:cubicBezTo>
                    <a:pt x="724920" y="146314"/>
                    <a:pt x="726545" y="147938"/>
                    <a:pt x="728169" y="147938"/>
                  </a:cubicBezTo>
                  <a:cubicBezTo>
                    <a:pt x="728169" y="147938"/>
                    <a:pt x="728169" y="146314"/>
                    <a:pt x="733044" y="146314"/>
                  </a:cubicBezTo>
                  <a:cubicBezTo>
                    <a:pt x="737918" y="146314"/>
                    <a:pt x="736293" y="146314"/>
                    <a:pt x="737918" y="146314"/>
                  </a:cubicBezTo>
                  <a:cubicBezTo>
                    <a:pt x="741167" y="146314"/>
                    <a:pt x="742792" y="146314"/>
                    <a:pt x="744417" y="146314"/>
                  </a:cubicBezTo>
                  <a:cubicBezTo>
                    <a:pt x="747666" y="146314"/>
                    <a:pt x="747666" y="147938"/>
                    <a:pt x="749291" y="147938"/>
                  </a:cubicBezTo>
                  <a:cubicBezTo>
                    <a:pt x="750916" y="147938"/>
                    <a:pt x="752541" y="147938"/>
                    <a:pt x="755790" y="147938"/>
                  </a:cubicBezTo>
                  <a:cubicBezTo>
                    <a:pt x="757415" y="149562"/>
                    <a:pt x="757415" y="149562"/>
                    <a:pt x="759040" y="151186"/>
                  </a:cubicBezTo>
                  <a:cubicBezTo>
                    <a:pt x="762289" y="151186"/>
                    <a:pt x="762289" y="152810"/>
                    <a:pt x="762289" y="152810"/>
                  </a:cubicBezTo>
                  <a:cubicBezTo>
                    <a:pt x="763914" y="152810"/>
                    <a:pt x="765539" y="154435"/>
                    <a:pt x="768788" y="156059"/>
                  </a:cubicBezTo>
                  <a:cubicBezTo>
                    <a:pt x="773662" y="156059"/>
                    <a:pt x="772037" y="156059"/>
                    <a:pt x="773662" y="157683"/>
                  </a:cubicBezTo>
                  <a:cubicBezTo>
                    <a:pt x="775287" y="157683"/>
                    <a:pt x="773662" y="159307"/>
                    <a:pt x="775287" y="159307"/>
                  </a:cubicBezTo>
                  <a:cubicBezTo>
                    <a:pt x="775287" y="160931"/>
                    <a:pt x="781786" y="160931"/>
                    <a:pt x="783411" y="160931"/>
                  </a:cubicBezTo>
                  <a:cubicBezTo>
                    <a:pt x="785035" y="160931"/>
                    <a:pt x="783411" y="162556"/>
                    <a:pt x="786660" y="167428"/>
                  </a:cubicBezTo>
                  <a:cubicBezTo>
                    <a:pt x="791534" y="172301"/>
                    <a:pt x="789910" y="170677"/>
                    <a:pt x="791534" y="170677"/>
                  </a:cubicBezTo>
                  <a:cubicBezTo>
                    <a:pt x="793159" y="172301"/>
                    <a:pt x="794784" y="172301"/>
                    <a:pt x="798033" y="172301"/>
                  </a:cubicBezTo>
                  <a:cubicBezTo>
                    <a:pt x="801283" y="172301"/>
                    <a:pt x="802908" y="172301"/>
                    <a:pt x="804532" y="172301"/>
                  </a:cubicBezTo>
                  <a:cubicBezTo>
                    <a:pt x="804532" y="172301"/>
                    <a:pt x="812656" y="173925"/>
                    <a:pt x="815906" y="173925"/>
                  </a:cubicBezTo>
                  <a:cubicBezTo>
                    <a:pt x="819155" y="172301"/>
                    <a:pt x="824029" y="172301"/>
                    <a:pt x="825654" y="172301"/>
                  </a:cubicBezTo>
                  <a:cubicBezTo>
                    <a:pt x="827279" y="170677"/>
                    <a:pt x="822405" y="170677"/>
                    <a:pt x="817530" y="170677"/>
                  </a:cubicBezTo>
                  <a:cubicBezTo>
                    <a:pt x="811031" y="170677"/>
                    <a:pt x="811031" y="170677"/>
                    <a:pt x="809407" y="170677"/>
                  </a:cubicBezTo>
                  <a:cubicBezTo>
                    <a:pt x="809407" y="170677"/>
                    <a:pt x="804532" y="170677"/>
                    <a:pt x="802908" y="170677"/>
                  </a:cubicBezTo>
                  <a:cubicBezTo>
                    <a:pt x="802908" y="170677"/>
                    <a:pt x="799658" y="170677"/>
                    <a:pt x="798033" y="170677"/>
                  </a:cubicBezTo>
                  <a:cubicBezTo>
                    <a:pt x="796409" y="169052"/>
                    <a:pt x="796409" y="169052"/>
                    <a:pt x="794784" y="169052"/>
                  </a:cubicBezTo>
                  <a:cubicBezTo>
                    <a:pt x="794784" y="167428"/>
                    <a:pt x="796409" y="165804"/>
                    <a:pt x="798033" y="165804"/>
                  </a:cubicBezTo>
                  <a:cubicBezTo>
                    <a:pt x="798033" y="164180"/>
                    <a:pt x="796409" y="164180"/>
                    <a:pt x="794784" y="162556"/>
                  </a:cubicBezTo>
                  <a:cubicBezTo>
                    <a:pt x="793159" y="162556"/>
                    <a:pt x="786660" y="159307"/>
                    <a:pt x="785035" y="159307"/>
                  </a:cubicBezTo>
                  <a:cubicBezTo>
                    <a:pt x="783411" y="157683"/>
                    <a:pt x="781786" y="156059"/>
                    <a:pt x="780161" y="154435"/>
                  </a:cubicBezTo>
                  <a:cubicBezTo>
                    <a:pt x="778536" y="154435"/>
                    <a:pt x="776912" y="154435"/>
                    <a:pt x="775287" y="152810"/>
                  </a:cubicBezTo>
                  <a:cubicBezTo>
                    <a:pt x="773662" y="152810"/>
                    <a:pt x="772037" y="147938"/>
                    <a:pt x="772037" y="146314"/>
                  </a:cubicBezTo>
                  <a:cubicBezTo>
                    <a:pt x="770413" y="144689"/>
                    <a:pt x="770413" y="146314"/>
                    <a:pt x="773662" y="144689"/>
                  </a:cubicBezTo>
                  <a:cubicBezTo>
                    <a:pt x="775287" y="144689"/>
                    <a:pt x="776912" y="144689"/>
                    <a:pt x="778536" y="143065"/>
                  </a:cubicBezTo>
                  <a:cubicBezTo>
                    <a:pt x="780161" y="143065"/>
                    <a:pt x="780161" y="143065"/>
                    <a:pt x="781786" y="141441"/>
                  </a:cubicBezTo>
                  <a:cubicBezTo>
                    <a:pt x="785035" y="141441"/>
                    <a:pt x="786660" y="143065"/>
                    <a:pt x="788285" y="143065"/>
                  </a:cubicBezTo>
                  <a:cubicBezTo>
                    <a:pt x="789910" y="141441"/>
                    <a:pt x="793159" y="143065"/>
                    <a:pt x="794784" y="143065"/>
                  </a:cubicBezTo>
                  <a:cubicBezTo>
                    <a:pt x="796409" y="143065"/>
                    <a:pt x="801283" y="141441"/>
                    <a:pt x="806157" y="141441"/>
                  </a:cubicBezTo>
                  <a:cubicBezTo>
                    <a:pt x="811031" y="141441"/>
                    <a:pt x="807782" y="141441"/>
                    <a:pt x="811031" y="141441"/>
                  </a:cubicBezTo>
                  <a:cubicBezTo>
                    <a:pt x="812656" y="139817"/>
                    <a:pt x="812656" y="139817"/>
                    <a:pt x="815906" y="139817"/>
                  </a:cubicBezTo>
                  <a:cubicBezTo>
                    <a:pt x="819155" y="138193"/>
                    <a:pt x="819155" y="138193"/>
                    <a:pt x="820780" y="138193"/>
                  </a:cubicBezTo>
                  <a:cubicBezTo>
                    <a:pt x="824029" y="136568"/>
                    <a:pt x="822405" y="136568"/>
                    <a:pt x="827279" y="133320"/>
                  </a:cubicBezTo>
                  <a:cubicBezTo>
                    <a:pt x="830528" y="130071"/>
                    <a:pt x="828904" y="133320"/>
                    <a:pt x="830528" y="131696"/>
                  </a:cubicBezTo>
                  <a:cubicBezTo>
                    <a:pt x="832153" y="131696"/>
                    <a:pt x="833778" y="131696"/>
                    <a:pt x="835403" y="130071"/>
                  </a:cubicBezTo>
                  <a:cubicBezTo>
                    <a:pt x="838652" y="128447"/>
                    <a:pt x="838652" y="128447"/>
                    <a:pt x="840277" y="128447"/>
                  </a:cubicBezTo>
                  <a:cubicBezTo>
                    <a:pt x="841902" y="126823"/>
                    <a:pt x="843526" y="126823"/>
                    <a:pt x="845151" y="126823"/>
                  </a:cubicBezTo>
                  <a:cubicBezTo>
                    <a:pt x="848401" y="125199"/>
                    <a:pt x="848401" y="126823"/>
                    <a:pt x="851650" y="125199"/>
                  </a:cubicBezTo>
                  <a:cubicBezTo>
                    <a:pt x="854899" y="125199"/>
                    <a:pt x="854899" y="126823"/>
                    <a:pt x="858149" y="125199"/>
                  </a:cubicBezTo>
                  <a:cubicBezTo>
                    <a:pt x="859774" y="125199"/>
                    <a:pt x="861398" y="125199"/>
                    <a:pt x="864648" y="125199"/>
                  </a:cubicBezTo>
                  <a:cubicBezTo>
                    <a:pt x="866273" y="125199"/>
                    <a:pt x="867897" y="125199"/>
                    <a:pt x="872772" y="125199"/>
                  </a:cubicBezTo>
                  <a:cubicBezTo>
                    <a:pt x="877646" y="125199"/>
                    <a:pt x="876021" y="123575"/>
                    <a:pt x="872772" y="123575"/>
                  </a:cubicBezTo>
                  <a:cubicBezTo>
                    <a:pt x="867897" y="121950"/>
                    <a:pt x="866273" y="123575"/>
                    <a:pt x="863023" y="123575"/>
                  </a:cubicBezTo>
                  <a:cubicBezTo>
                    <a:pt x="861398" y="121950"/>
                    <a:pt x="861398" y="123575"/>
                    <a:pt x="858149" y="123575"/>
                  </a:cubicBezTo>
                  <a:cubicBezTo>
                    <a:pt x="856524" y="123575"/>
                    <a:pt x="856524" y="123575"/>
                    <a:pt x="853275" y="123575"/>
                  </a:cubicBezTo>
                  <a:cubicBezTo>
                    <a:pt x="851650" y="123575"/>
                    <a:pt x="850025" y="123575"/>
                    <a:pt x="848401" y="123575"/>
                  </a:cubicBezTo>
                  <a:cubicBezTo>
                    <a:pt x="846776" y="123575"/>
                    <a:pt x="845151" y="123575"/>
                    <a:pt x="845151" y="121950"/>
                  </a:cubicBezTo>
                  <a:cubicBezTo>
                    <a:pt x="843526" y="120326"/>
                    <a:pt x="843526" y="120326"/>
                    <a:pt x="845151" y="120326"/>
                  </a:cubicBezTo>
                  <a:cubicBezTo>
                    <a:pt x="845151" y="118702"/>
                    <a:pt x="846776" y="118702"/>
                    <a:pt x="850025" y="115454"/>
                  </a:cubicBezTo>
                  <a:cubicBezTo>
                    <a:pt x="853275" y="112205"/>
                    <a:pt x="851650" y="112205"/>
                    <a:pt x="854899" y="110581"/>
                  </a:cubicBezTo>
                  <a:cubicBezTo>
                    <a:pt x="858149" y="108957"/>
                    <a:pt x="869522" y="102460"/>
                    <a:pt x="876021" y="100836"/>
                  </a:cubicBezTo>
                  <a:cubicBezTo>
                    <a:pt x="880895" y="100836"/>
                    <a:pt x="866273" y="100836"/>
                    <a:pt x="859774" y="105708"/>
                  </a:cubicBezTo>
                  <a:cubicBezTo>
                    <a:pt x="851650" y="108957"/>
                    <a:pt x="856524" y="105708"/>
                    <a:pt x="854899" y="107333"/>
                  </a:cubicBezTo>
                  <a:cubicBezTo>
                    <a:pt x="851650" y="108957"/>
                    <a:pt x="853275" y="108957"/>
                    <a:pt x="851650" y="110581"/>
                  </a:cubicBezTo>
                  <a:cubicBezTo>
                    <a:pt x="850025" y="112205"/>
                    <a:pt x="850025" y="112205"/>
                    <a:pt x="848401" y="112205"/>
                  </a:cubicBezTo>
                  <a:cubicBezTo>
                    <a:pt x="846776" y="113829"/>
                    <a:pt x="845151" y="113829"/>
                    <a:pt x="841902" y="113829"/>
                  </a:cubicBezTo>
                  <a:cubicBezTo>
                    <a:pt x="840277" y="113829"/>
                    <a:pt x="841902" y="113829"/>
                    <a:pt x="837027" y="118702"/>
                  </a:cubicBezTo>
                  <a:cubicBezTo>
                    <a:pt x="833778" y="123575"/>
                    <a:pt x="837027" y="120326"/>
                    <a:pt x="837027" y="120326"/>
                  </a:cubicBezTo>
                  <a:cubicBezTo>
                    <a:pt x="835403" y="120326"/>
                    <a:pt x="835403" y="121950"/>
                    <a:pt x="833778" y="123575"/>
                  </a:cubicBezTo>
                  <a:cubicBezTo>
                    <a:pt x="833778" y="123575"/>
                    <a:pt x="832153" y="123575"/>
                    <a:pt x="830528" y="125199"/>
                  </a:cubicBezTo>
                  <a:cubicBezTo>
                    <a:pt x="828904" y="125199"/>
                    <a:pt x="827279" y="126823"/>
                    <a:pt x="824029" y="126823"/>
                  </a:cubicBezTo>
                  <a:cubicBezTo>
                    <a:pt x="822405" y="128447"/>
                    <a:pt x="811031" y="128447"/>
                    <a:pt x="809407" y="130071"/>
                  </a:cubicBezTo>
                  <a:cubicBezTo>
                    <a:pt x="806157" y="130071"/>
                    <a:pt x="801283" y="133320"/>
                    <a:pt x="801283" y="133320"/>
                  </a:cubicBezTo>
                  <a:cubicBezTo>
                    <a:pt x="801283" y="133320"/>
                    <a:pt x="801283" y="133320"/>
                    <a:pt x="798033" y="133320"/>
                  </a:cubicBezTo>
                  <a:cubicBezTo>
                    <a:pt x="798033" y="133320"/>
                    <a:pt x="798033" y="133320"/>
                    <a:pt x="796409" y="134944"/>
                  </a:cubicBezTo>
                  <a:cubicBezTo>
                    <a:pt x="794784" y="134944"/>
                    <a:pt x="789910" y="136568"/>
                    <a:pt x="788285" y="136568"/>
                  </a:cubicBezTo>
                  <a:cubicBezTo>
                    <a:pt x="786660" y="136568"/>
                    <a:pt x="783411" y="136568"/>
                    <a:pt x="780161" y="136568"/>
                  </a:cubicBezTo>
                  <a:cubicBezTo>
                    <a:pt x="776912" y="134944"/>
                    <a:pt x="768788" y="136568"/>
                    <a:pt x="767163" y="136568"/>
                  </a:cubicBezTo>
                  <a:cubicBezTo>
                    <a:pt x="765539" y="134944"/>
                    <a:pt x="767163" y="136568"/>
                    <a:pt x="765539" y="134944"/>
                  </a:cubicBezTo>
                  <a:cubicBezTo>
                    <a:pt x="763914" y="131696"/>
                    <a:pt x="763914" y="133320"/>
                    <a:pt x="765539" y="128447"/>
                  </a:cubicBezTo>
                  <a:cubicBezTo>
                    <a:pt x="765539" y="123575"/>
                    <a:pt x="763914" y="126823"/>
                    <a:pt x="762289" y="126823"/>
                  </a:cubicBezTo>
                  <a:cubicBezTo>
                    <a:pt x="762289" y="126823"/>
                    <a:pt x="760664" y="128447"/>
                    <a:pt x="759040" y="128447"/>
                  </a:cubicBezTo>
                  <a:cubicBezTo>
                    <a:pt x="759040" y="130071"/>
                    <a:pt x="757415" y="131696"/>
                    <a:pt x="755790" y="133320"/>
                  </a:cubicBezTo>
                  <a:cubicBezTo>
                    <a:pt x="754165" y="134944"/>
                    <a:pt x="755790" y="134944"/>
                    <a:pt x="754165" y="136568"/>
                  </a:cubicBezTo>
                  <a:cubicBezTo>
                    <a:pt x="754165" y="136568"/>
                    <a:pt x="752541" y="136568"/>
                    <a:pt x="752541" y="138193"/>
                  </a:cubicBezTo>
                  <a:cubicBezTo>
                    <a:pt x="750916" y="138193"/>
                    <a:pt x="749291" y="138193"/>
                    <a:pt x="747666" y="138193"/>
                  </a:cubicBezTo>
                  <a:cubicBezTo>
                    <a:pt x="747666" y="138193"/>
                    <a:pt x="744417" y="138193"/>
                    <a:pt x="741167" y="138193"/>
                  </a:cubicBezTo>
                  <a:cubicBezTo>
                    <a:pt x="737918" y="138193"/>
                    <a:pt x="739543" y="138193"/>
                    <a:pt x="736293" y="138193"/>
                  </a:cubicBezTo>
                  <a:cubicBezTo>
                    <a:pt x="733044" y="138193"/>
                    <a:pt x="734668" y="139817"/>
                    <a:pt x="731419" y="138193"/>
                  </a:cubicBezTo>
                  <a:cubicBezTo>
                    <a:pt x="729794" y="138193"/>
                    <a:pt x="729794" y="138193"/>
                    <a:pt x="728169" y="138193"/>
                  </a:cubicBezTo>
                  <a:cubicBezTo>
                    <a:pt x="728169" y="138193"/>
                    <a:pt x="716796" y="136568"/>
                    <a:pt x="711922" y="136568"/>
                  </a:cubicBezTo>
                  <a:cubicBezTo>
                    <a:pt x="707048" y="136568"/>
                    <a:pt x="710297" y="136568"/>
                    <a:pt x="707048" y="136568"/>
                  </a:cubicBezTo>
                  <a:cubicBezTo>
                    <a:pt x="702173" y="134944"/>
                    <a:pt x="703798" y="134944"/>
                    <a:pt x="705423" y="131696"/>
                  </a:cubicBezTo>
                  <a:cubicBezTo>
                    <a:pt x="707048" y="126823"/>
                    <a:pt x="707048" y="130071"/>
                    <a:pt x="708672" y="128447"/>
                  </a:cubicBezTo>
                  <a:cubicBezTo>
                    <a:pt x="708672" y="126823"/>
                    <a:pt x="708672" y="128447"/>
                    <a:pt x="710297" y="126823"/>
                  </a:cubicBezTo>
                  <a:cubicBezTo>
                    <a:pt x="711922" y="125199"/>
                    <a:pt x="713547" y="125199"/>
                    <a:pt x="715171" y="125199"/>
                  </a:cubicBezTo>
                  <a:cubicBezTo>
                    <a:pt x="716796" y="123575"/>
                    <a:pt x="716796" y="121950"/>
                    <a:pt x="721670" y="120326"/>
                  </a:cubicBezTo>
                  <a:cubicBezTo>
                    <a:pt x="724920" y="117078"/>
                    <a:pt x="721670" y="118702"/>
                    <a:pt x="720046" y="117078"/>
                  </a:cubicBezTo>
                  <a:cubicBezTo>
                    <a:pt x="720046" y="117078"/>
                    <a:pt x="716796" y="118702"/>
                    <a:pt x="716796" y="118702"/>
                  </a:cubicBezTo>
                  <a:cubicBezTo>
                    <a:pt x="716796" y="120326"/>
                    <a:pt x="711922" y="118702"/>
                    <a:pt x="708672" y="120326"/>
                  </a:cubicBezTo>
                  <a:cubicBezTo>
                    <a:pt x="705423" y="123575"/>
                    <a:pt x="707048" y="121950"/>
                    <a:pt x="705423" y="123575"/>
                  </a:cubicBezTo>
                  <a:cubicBezTo>
                    <a:pt x="703798" y="123575"/>
                    <a:pt x="703798" y="125199"/>
                    <a:pt x="702173" y="125199"/>
                  </a:cubicBezTo>
                  <a:cubicBezTo>
                    <a:pt x="702173" y="126823"/>
                    <a:pt x="698924" y="130071"/>
                    <a:pt x="698924" y="130071"/>
                  </a:cubicBezTo>
                  <a:cubicBezTo>
                    <a:pt x="698924" y="130071"/>
                    <a:pt x="697299" y="131696"/>
                    <a:pt x="695674" y="133320"/>
                  </a:cubicBezTo>
                  <a:cubicBezTo>
                    <a:pt x="695674" y="133320"/>
                    <a:pt x="687551" y="134944"/>
                    <a:pt x="685926" y="133320"/>
                  </a:cubicBezTo>
                  <a:cubicBezTo>
                    <a:pt x="684301" y="133320"/>
                    <a:pt x="682677" y="133320"/>
                    <a:pt x="681052" y="133320"/>
                  </a:cubicBezTo>
                  <a:cubicBezTo>
                    <a:pt x="679427" y="131696"/>
                    <a:pt x="677802" y="130071"/>
                    <a:pt x="677802" y="130071"/>
                  </a:cubicBezTo>
                  <a:cubicBezTo>
                    <a:pt x="676178" y="130071"/>
                    <a:pt x="664804" y="126823"/>
                    <a:pt x="664804" y="126823"/>
                  </a:cubicBezTo>
                  <a:cubicBezTo>
                    <a:pt x="664804" y="126823"/>
                    <a:pt x="659930" y="125199"/>
                    <a:pt x="658305" y="125199"/>
                  </a:cubicBezTo>
                  <a:cubicBezTo>
                    <a:pt x="658305" y="123575"/>
                    <a:pt x="656681" y="123575"/>
                    <a:pt x="656681" y="121950"/>
                  </a:cubicBezTo>
                  <a:cubicBezTo>
                    <a:pt x="656681" y="118702"/>
                    <a:pt x="656681" y="120326"/>
                    <a:pt x="656681" y="118702"/>
                  </a:cubicBezTo>
                  <a:cubicBezTo>
                    <a:pt x="656681" y="117078"/>
                    <a:pt x="653431" y="117078"/>
                    <a:pt x="651806" y="117078"/>
                  </a:cubicBezTo>
                  <a:cubicBezTo>
                    <a:pt x="650182" y="117078"/>
                    <a:pt x="650182" y="118702"/>
                    <a:pt x="648557" y="118702"/>
                  </a:cubicBezTo>
                  <a:cubicBezTo>
                    <a:pt x="645307" y="118702"/>
                    <a:pt x="645307" y="118702"/>
                    <a:pt x="643683" y="117078"/>
                  </a:cubicBezTo>
                  <a:cubicBezTo>
                    <a:pt x="640433" y="115454"/>
                    <a:pt x="640433" y="115454"/>
                    <a:pt x="638808" y="115454"/>
                  </a:cubicBezTo>
                  <a:cubicBezTo>
                    <a:pt x="637184" y="113829"/>
                    <a:pt x="637184" y="112205"/>
                    <a:pt x="638808" y="110581"/>
                  </a:cubicBezTo>
                  <a:cubicBezTo>
                    <a:pt x="638808" y="108957"/>
                    <a:pt x="638808" y="110581"/>
                    <a:pt x="640433" y="108957"/>
                  </a:cubicBezTo>
                  <a:cubicBezTo>
                    <a:pt x="642058" y="107333"/>
                    <a:pt x="642058" y="107333"/>
                    <a:pt x="645307" y="104084"/>
                  </a:cubicBezTo>
                  <a:cubicBezTo>
                    <a:pt x="648557" y="102460"/>
                    <a:pt x="646932" y="104084"/>
                    <a:pt x="650182" y="100836"/>
                  </a:cubicBezTo>
                  <a:cubicBezTo>
                    <a:pt x="651806" y="99212"/>
                    <a:pt x="650182" y="100836"/>
                    <a:pt x="656681" y="99212"/>
                  </a:cubicBezTo>
                  <a:cubicBezTo>
                    <a:pt x="663180" y="97587"/>
                    <a:pt x="663180" y="97587"/>
                    <a:pt x="663180" y="95963"/>
                  </a:cubicBezTo>
                  <a:cubicBezTo>
                    <a:pt x="664804" y="95963"/>
                    <a:pt x="661555" y="95963"/>
                    <a:pt x="661555" y="95963"/>
                  </a:cubicBezTo>
                  <a:cubicBezTo>
                    <a:pt x="659930" y="95963"/>
                    <a:pt x="656681" y="95963"/>
                    <a:pt x="655056" y="97587"/>
                  </a:cubicBezTo>
                  <a:cubicBezTo>
                    <a:pt x="655056" y="97587"/>
                    <a:pt x="650182" y="99212"/>
                    <a:pt x="648557" y="99212"/>
                  </a:cubicBezTo>
                  <a:cubicBezTo>
                    <a:pt x="648557" y="99212"/>
                    <a:pt x="645307" y="100836"/>
                    <a:pt x="643683" y="100836"/>
                  </a:cubicBezTo>
                  <a:cubicBezTo>
                    <a:pt x="642058" y="100836"/>
                    <a:pt x="642058" y="102460"/>
                    <a:pt x="637184" y="102460"/>
                  </a:cubicBezTo>
                  <a:cubicBezTo>
                    <a:pt x="632309" y="102460"/>
                    <a:pt x="632309" y="100836"/>
                    <a:pt x="630685" y="99212"/>
                  </a:cubicBezTo>
                  <a:cubicBezTo>
                    <a:pt x="629060" y="99212"/>
                    <a:pt x="630685" y="99212"/>
                    <a:pt x="632309" y="97587"/>
                  </a:cubicBezTo>
                  <a:cubicBezTo>
                    <a:pt x="632309" y="95963"/>
                    <a:pt x="635559" y="95963"/>
                    <a:pt x="640433" y="92715"/>
                  </a:cubicBezTo>
                  <a:cubicBezTo>
                    <a:pt x="643683" y="91090"/>
                    <a:pt x="643683" y="92715"/>
                    <a:pt x="645307" y="91090"/>
                  </a:cubicBezTo>
                  <a:cubicBezTo>
                    <a:pt x="648557" y="91090"/>
                    <a:pt x="646932" y="91090"/>
                    <a:pt x="648557" y="89466"/>
                  </a:cubicBezTo>
                  <a:cubicBezTo>
                    <a:pt x="650182" y="87842"/>
                    <a:pt x="645307" y="89466"/>
                    <a:pt x="645307" y="89466"/>
                  </a:cubicBezTo>
                  <a:cubicBezTo>
                    <a:pt x="643683" y="89466"/>
                    <a:pt x="635559" y="89466"/>
                    <a:pt x="635559" y="89466"/>
                  </a:cubicBezTo>
                  <a:cubicBezTo>
                    <a:pt x="635559" y="89466"/>
                    <a:pt x="630685" y="91090"/>
                    <a:pt x="630685" y="91090"/>
                  </a:cubicBezTo>
                  <a:cubicBezTo>
                    <a:pt x="629060" y="92715"/>
                    <a:pt x="629060" y="92715"/>
                    <a:pt x="625810" y="94339"/>
                  </a:cubicBezTo>
                  <a:cubicBezTo>
                    <a:pt x="624186" y="97587"/>
                    <a:pt x="624186" y="95963"/>
                    <a:pt x="620936" y="95963"/>
                  </a:cubicBezTo>
                  <a:cubicBezTo>
                    <a:pt x="617687" y="94339"/>
                    <a:pt x="617687" y="94339"/>
                    <a:pt x="614437" y="94339"/>
                  </a:cubicBezTo>
                  <a:cubicBezTo>
                    <a:pt x="611188" y="92715"/>
                    <a:pt x="611188" y="92715"/>
                    <a:pt x="611188" y="91090"/>
                  </a:cubicBezTo>
                  <a:cubicBezTo>
                    <a:pt x="611188" y="89466"/>
                    <a:pt x="611188" y="89466"/>
                    <a:pt x="612812" y="87842"/>
                  </a:cubicBezTo>
                  <a:cubicBezTo>
                    <a:pt x="614437" y="86218"/>
                    <a:pt x="614437" y="87842"/>
                    <a:pt x="617687" y="87842"/>
                  </a:cubicBezTo>
                  <a:cubicBezTo>
                    <a:pt x="619311" y="86218"/>
                    <a:pt x="620936" y="86218"/>
                    <a:pt x="622561" y="84594"/>
                  </a:cubicBezTo>
                  <a:cubicBezTo>
                    <a:pt x="624186" y="84594"/>
                    <a:pt x="624186" y="82969"/>
                    <a:pt x="625810" y="82969"/>
                  </a:cubicBezTo>
                  <a:cubicBezTo>
                    <a:pt x="629060" y="81345"/>
                    <a:pt x="629060" y="81345"/>
                    <a:pt x="630685" y="81345"/>
                  </a:cubicBezTo>
                  <a:cubicBezTo>
                    <a:pt x="632309" y="81345"/>
                    <a:pt x="633934" y="81345"/>
                    <a:pt x="635559" y="79721"/>
                  </a:cubicBezTo>
                  <a:cubicBezTo>
                    <a:pt x="637184" y="79721"/>
                    <a:pt x="640433" y="79721"/>
                    <a:pt x="640433" y="78097"/>
                  </a:cubicBezTo>
                  <a:cubicBezTo>
                    <a:pt x="640433" y="78097"/>
                    <a:pt x="645307" y="79721"/>
                    <a:pt x="648557" y="78097"/>
                  </a:cubicBezTo>
                  <a:cubicBezTo>
                    <a:pt x="651806" y="78097"/>
                    <a:pt x="650182" y="79721"/>
                    <a:pt x="651806" y="79721"/>
                  </a:cubicBezTo>
                  <a:cubicBezTo>
                    <a:pt x="651806" y="81345"/>
                    <a:pt x="653431" y="82969"/>
                    <a:pt x="655056" y="81345"/>
                  </a:cubicBezTo>
                  <a:cubicBezTo>
                    <a:pt x="658305" y="79721"/>
                    <a:pt x="658305" y="81345"/>
                    <a:pt x="658305" y="79721"/>
                  </a:cubicBezTo>
                  <a:cubicBezTo>
                    <a:pt x="659930" y="79721"/>
                    <a:pt x="659930" y="79721"/>
                    <a:pt x="661555" y="78097"/>
                  </a:cubicBezTo>
                  <a:cubicBezTo>
                    <a:pt x="664804" y="74848"/>
                    <a:pt x="664804" y="74848"/>
                    <a:pt x="668054" y="73224"/>
                  </a:cubicBezTo>
                  <a:cubicBezTo>
                    <a:pt x="671303" y="71600"/>
                    <a:pt x="671303" y="71600"/>
                    <a:pt x="676178" y="71600"/>
                  </a:cubicBezTo>
                  <a:cubicBezTo>
                    <a:pt x="681052" y="69976"/>
                    <a:pt x="681052" y="71600"/>
                    <a:pt x="682677" y="71600"/>
                  </a:cubicBezTo>
                  <a:cubicBezTo>
                    <a:pt x="684301" y="71600"/>
                    <a:pt x="685926" y="71600"/>
                    <a:pt x="690800" y="71600"/>
                  </a:cubicBezTo>
                  <a:cubicBezTo>
                    <a:pt x="695674" y="71600"/>
                    <a:pt x="692425" y="73224"/>
                    <a:pt x="694050" y="74848"/>
                  </a:cubicBezTo>
                  <a:cubicBezTo>
                    <a:pt x="694050" y="76473"/>
                    <a:pt x="694050" y="76473"/>
                    <a:pt x="697299" y="76473"/>
                  </a:cubicBezTo>
                  <a:cubicBezTo>
                    <a:pt x="698924" y="78097"/>
                    <a:pt x="698924" y="78097"/>
                    <a:pt x="700549" y="76473"/>
                  </a:cubicBezTo>
                  <a:cubicBezTo>
                    <a:pt x="702173" y="76473"/>
                    <a:pt x="700549" y="74848"/>
                    <a:pt x="703798" y="73224"/>
                  </a:cubicBezTo>
                  <a:cubicBezTo>
                    <a:pt x="705423" y="69976"/>
                    <a:pt x="707048" y="73224"/>
                    <a:pt x="708672" y="73224"/>
                  </a:cubicBezTo>
                  <a:cubicBezTo>
                    <a:pt x="708672" y="73224"/>
                    <a:pt x="713547" y="73224"/>
                    <a:pt x="718421" y="74848"/>
                  </a:cubicBezTo>
                  <a:cubicBezTo>
                    <a:pt x="723295" y="74848"/>
                    <a:pt x="720046" y="74848"/>
                    <a:pt x="721670" y="76473"/>
                  </a:cubicBezTo>
                  <a:cubicBezTo>
                    <a:pt x="723295" y="76473"/>
                    <a:pt x="728169" y="79721"/>
                    <a:pt x="728169" y="79721"/>
                  </a:cubicBezTo>
                  <a:cubicBezTo>
                    <a:pt x="729794" y="79721"/>
                    <a:pt x="733044" y="79721"/>
                    <a:pt x="736293" y="78097"/>
                  </a:cubicBezTo>
                  <a:cubicBezTo>
                    <a:pt x="739543" y="76473"/>
                    <a:pt x="736293" y="76473"/>
                    <a:pt x="734668" y="74848"/>
                  </a:cubicBezTo>
                  <a:cubicBezTo>
                    <a:pt x="734668" y="73224"/>
                    <a:pt x="731419" y="73224"/>
                    <a:pt x="728169" y="71600"/>
                  </a:cubicBezTo>
                  <a:cubicBezTo>
                    <a:pt x="724920" y="69976"/>
                    <a:pt x="726545" y="69976"/>
                    <a:pt x="723295" y="69976"/>
                  </a:cubicBezTo>
                  <a:cubicBezTo>
                    <a:pt x="721670" y="69976"/>
                    <a:pt x="716796" y="69976"/>
                    <a:pt x="715171" y="71600"/>
                  </a:cubicBezTo>
                  <a:cubicBezTo>
                    <a:pt x="711922" y="71600"/>
                    <a:pt x="708672" y="69976"/>
                    <a:pt x="703798" y="68352"/>
                  </a:cubicBezTo>
                  <a:cubicBezTo>
                    <a:pt x="698924" y="68352"/>
                    <a:pt x="702173" y="68352"/>
                    <a:pt x="702173" y="66727"/>
                  </a:cubicBezTo>
                  <a:cubicBezTo>
                    <a:pt x="702173" y="65103"/>
                    <a:pt x="703798" y="66727"/>
                    <a:pt x="707048" y="65103"/>
                  </a:cubicBezTo>
                  <a:cubicBezTo>
                    <a:pt x="710297" y="63479"/>
                    <a:pt x="711922" y="65103"/>
                    <a:pt x="713547" y="63479"/>
                  </a:cubicBezTo>
                  <a:cubicBezTo>
                    <a:pt x="716796" y="63479"/>
                    <a:pt x="718421" y="65103"/>
                    <a:pt x="720046" y="65103"/>
                  </a:cubicBezTo>
                  <a:cubicBezTo>
                    <a:pt x="720046" y="65103"/>
                    <a:pt x="723295" y="65103"/>
                    <a:pt x="724920" y="65103"/>
                  </a:cubicBezTo>
                  <a:cubicBezTo>
                    <a:pt x="726545" y="63479"/>
                    <a:pt x="723295" y="63479"/>
                    <a:pt x="723295" y="60231"/>
                  </a:cubicBezTo>
                  <a:cubicBezTo>
                    <a:pt x="721670" y="58606"/>
                    <a:pt x="723295" y="58606"/>
                    <a:pt x="724920" y="56982"/>
                  </a:cubicBezTo>
                  <a:cubicBezTo>
                    <a:pt x="726545" y="55358"/>
                    <a:pt x="723295" y="53734"/>
                    <a:pt x="724920" y="53734"/>
                  </a:cubicBezTo>
                  <a:cubicBezTo>
                    <a:pt x="728169" y="53734"/>
                    <a:pt x="729794" y="55358"/>
                    <a:pt x="733044" y="55358"/>
                  </a:cubicBezTo>
                  <a:cubicBezTo>
                    <a:pt x="734668" y="55358"/>
                    <a:pt x="736293" y="55358"/>
                    <a:pt x="739543" y="56982"/>
                  </a:cubicBezTo>
                  <a:cubicBezTo>
                    <a:pt x="742792" y="58606"/>
                    <a:pt x="741167" y="58606"/>
                    <a:pt x="742792" y="58606"/>
                  </a:cubicBezTo>
                  <a:cubicBezTo>
                    <a:pt x="744417" y="58606"/>
                    <a:pt x="747666" y="58606"/>
                    <a:pt x="747666" y="58606"/>
                  </a:cubicBezTo>
                  <a:cubicBezTo>
                    <a:pt x="749291" y="58606"/>
                    <a:pt x="754165" y="58606"/>
                    <a:pt x="754165" y="58606"/>
                  </a:cubicBezTo>
                  <a:cubicBezTo>
                    <a:pt x="755790" y="60231"/>
                    <a:pt x="760664" y="61855"/>
                    <a:pt x="762289" y="61855"/>
                  </a:cubicBezTo>
                  <a:cubicBezTo>
                    <a:pt x="762289" y="61855"/>
                    <a:pt x="762289" y="61855"/>
                    <a:pt x="767163" y="66727"/>
                  </a:cubicBezTo>
                  <a:lnTo>
                    <a:pt x="770413" y="69976"/>
                  </a:lnTo>
                  <a:lnTo>
                    <a:pt x="776912" y="73224"/>
                  </a:lnTo>
                  <a:cubicBezTo>
                    <a:pt x="778536" y="73224"/>
                    <a:pt x="780161" y="73224"/>
                    <a:pt x="783411" y="71600"/>
                  </a:cubicBezTo>
                  <a:cubicBezTo>
                    <a:pt x="785035" y="71600"/>
                    <a:pt x="783411" y="71600"/>
                    <a:pt x="781786" y="69976"/>
                  </a:cubicBezTo>
                  <a:cubicBezTo>
                    <a:pt x="780161" y="69976"/>
                    <a:pt x="778536" y="68352"/>
                    <a:pt x="775287" y="66727"/>
                  </a:cubicBezTo>
                  <a:cubicBezTo>
                    <a:pt x="772037" y="65103"/>
                    <a:pt x="772037" y="65103"/>
                    <a:pt x="773662" y="63479"/>
                  </a:cubicBezTo>
                  <a:cubicBezTo>
                    <a:pt x="773662" y="63479"/>
                    <a:pt x="775287" y="63479"/>
                    <a:pt x="776912" y="63479"/>
                  </a:cubicBezTo>
                  <a:cubicBezTo>
                    <a:pt x="776912" y="63479"/>
                    <a:pt x="778536" y="65103"/>
                    <a:pt x="781786" y="65103"/>
                  </a:cubicBezTo>
                  <a:cubicBezTo>
                    <a:pt x="783411" y="65103"/>
                    <a:pt x="783411" y="66727"/>
                    <a:pt x="786660" y="66727"/>
                  </a:cubicBezTo>
                  <a:cubicBezTo>
                    <a:pt x="789910" y="68352"/>
                    <a:pt x="791534" y="68352"/>
                    <a:pt x="793159" y="69976"/>
                  </a:cubicBezTo>
                  <a:cubicBezTo>
                    <a:pt x="794784" y="69976"/>
                    <a:pt x="801283" y="71600"/>
                    <a:pt x="802908" y="71600"/>
                  </a:cubicBezTo>
                  <a:cubicBezTo>
                    <a:pt x="806157" y="71600"/>
                    <a:pt x="804532" y="73224"/>
                    <a:pt x="806157" y="73224"/>
                  </a:cubicBezTo>
                  <a:cubicBezTo>
                    <a:pt x="806157" y="73224"/>
                    <a:pt x="811031" y="74848"/>
                    <a:pt x="815906" y="74848"/>
                  </a:cubicBezTo>
                  <a:cubicBezTo>
                    <a:pt x="822405" y="73224"/>
                    <a:pt x="819155" y="74848"/>
                    <a:pt x="822405" y="76473"/>
                  </a:cubicBezTo>
                  <a:cubicBezTo>
                    <a:pt x="824029" y="76473"/>
                    <a:pt x="825654" y="78097"/>
                    <a:pt x="827279" y="79721"/>
                  </a:cubicBezTo>
                  <a:cubicBezTo>
                    <a:pt x="828904" y="81345"/>
                    <a:pt x="832153" y="82969"/>
                    <a:pt x="833778" y="82969"/>
                  </a:cubicBezTo>
                  <a:cubicBezTo>
                    <a:pt x="835403" y="82969"/>
                    <a:pt x="833778" y="81345"/>
                    <a:pt x="833778" y="79721"/>
                  </a:cubicBezTo>
                  <a:cubicBezTo>
                    <a:pt x="833778" y="78097"/>
                    <a:pt x="832153" y="78097"/>
                    <a:pt x="828904" y="74848"/>
                  </a:cubicBezTo>
                  <a:cubicBezTo>
                    <a:pt x="827279" y="73224"/>
                    <a:pt x="827279" y="74848"/>
                    <a:pt x="824029" y="73224"/>
                  </a:cubicBezTo>
                  <a:cubicBezTo>
                    <a:pt x="822405" y="73224"/>
                    <a:pt x="819155" y="73224"/>
                    <a:pt x="819155" y="73224"/>
                  </a:cubicBezTo>
                  <a:cubicBezTo>
                    <a:pt x="817530" y="73224"/>
                    <a:pt x="814281" y="71600"/>
                    <a:pt x="812656" y="71600"/>
                  </a:cubicBezTo>
                  <a:cubicBezTo>
                    <a:pt x="812656" y="69976"/>
                    <a:pt x="807782" y="69976"/>
                    <a:pt x="806157" y="69976"/>
                  </a:cubicBezTo>
                  <a:cubicBezTo>
                    <a:pt x="806157" y="69976"/>
                    <a:pt x="796409" y="65103"/>
                    <a:pt x="793159" y="65103"/>
                  </a:cubicBezTo>
                  <a:cubicBezTo>
                    <a:pt x="789910" y="65103"/>
                    <a:pt x="788285" y="63479"/>
                    <a:pt x="786660" y="63479"/>
                  </a:cubicBezTo>
                  <a:cubicBezTo>
                    <a:pt x="786660" y="63479"/>
                    <a:pt x="783411" y="63479"/>
                    <a:pt x="783411" y="63479"/>
                  </a:cubicBezTo>
                  <a:cubicBezTo>
                    <a:pt x="783411" y="63479"/>
                    <a:pt x="781786" y="63479"/>
                    <a:pt x="780161" y="61855"/>
                  </a:cubicBezTo>
                  <a:cubicBezTo>
                    <a:pt x="778536" y="61855"/>
                    <a:pt x="778536" y="61855"/>
                    <a:pt x="776912" y="60231"/>
                  </a:cubicBezTo>
                  <a:cubicBezTo>
                    <a:pt x="775287" y="58606"/>
                    <a:pt x="776912" y="58606"/>
                    <a:pt x="776912" y="56982"/>
                  </a:cubicBezTo>
                  <a:cubicBezTo>
                    <a:pt x="778536" y="55358"/>
                    <a:pt x="778536" y="55358"/>
                    <a:pt x="780161" y="55358"/>
                  </a:cubicBezTo>
                  <a:cubicBezTo>
                    <a:pt x="781786" y="55358"/>
                    <a:pt x="785035" y="55358"/>
                    <a:pt x="785035" y="55358"/>
                  </a:cubicBezTo>
                  <a:cubicBezTo>
                    <a:pt x="786660" y="53734"/>
                    <a:pt x="786660" y="53734"/>
                    <a:pt x="785035" y="52109"/>
                  </a:cubicBezTo>
                  <a:cubicBezTo>
                    <a:pt x="785035" y="50485"/>
                    <a:pt x="783411" y="52109"/>
                    <a:pt x="783411" y="50485"/>
                  </a:cubicBezTo>
                  <a:cubicBezTo>
                    <a:pt x="783411" y="50485"/>
                    <a:pt x="788285" y="48861"/>
                    <a:pt x="789910" y="47237"/>
                  </a:cubicBezTo>
                  <a:cubicBezTo>
                    <a:pt x="791534" y="47237"/>
                    <a:pt x="793159" y="47237"/>
                    <a:pt x="796409" y="47237"/>
                  </a:cubicBezTo>
                  <a:cubicBezTo>
                    <a:pt x="799658" y="47237"/>
                    <a:pt x="799658" y="48861"/>
                    <a:pt x="801283" y="48861"/>
                  </a:cubicBezTo>
                  <a:cubicBezTo>
                    <a:pt x="802908" y="48861"/>
                    <a:pt x="802908" y="50485"/>
                    <a:pt x="804532" y="50485"/>
                  </a:cubicBezTo>
                  <a:cubicBezTo>
                    <a:pt x="806157" y="50485"/>
                    <a:pt x="809407" y="50485"/>
                    <a:pt x="809407" y="50485"/>
                  </a:cubicBezTo>
                  <a:cubicBezTo>
                    <a:pt x="809407" y="50485"/>
                    <a:pt x="807782" y="48861"/>
                    <a:pt x="804532" y="48861"/>
                  </a:cubicBezTo>
                  <a:cubicBezTo>
                    <a:pt x="802908" y="48861"/>
                    <a:pt x="802908" y="45613"/>
                    <a:pt x="798033" y="43988"/>
                  </a:cubicBezTo>
                  <a:cubicBezTo>
                    <a:pt x="794784" y="40740"/>
                    <a:pt x="796409" y="42364"/>
                    <a:pt x="796409" y="42364"/>
                  </a:cubicBezTo>
                  <a:cubicBezTo>
                    <a:pt x="796409" y="40740"/>
                    <a:pt x="798033" y="40740"/>
                    <a:pt x="799658" y="39116"/>
                  </a:cubicBezTo>
                  <a:cubicBezTo>
                    <a:pt x="802908" y="39116"/>
                    <a:pt x="804532" y="39116"/>
                    <a:pt x="806157" y="39116"/>
                  </a:cubicBezTo>
                  <a:cubicBezTo>
                    <a:pt x="807782" y="39116"/>
                    <a:pt x="811031" y="40740"/>
                    <a:pt x="812656" y="39116"/>
                  </a:cubicBezTo>
                  <a:cubicBezTo>
                    <a:pt x="815906" y="39116"/>
                    <a:pt x="814281" y="40740"/>
                    <a:pt x="815906" y="40740"/>
                  </a:cubicBezTo>
                  <a:cubicBezTo>
                    <a:pt x="817530" y="40740"/>
                    <a:pt x="819155" y="42364"/>
                    <a:pt x="820780" y="42364"/>
                  </a:cubicBezTo>
                  <a:cubicBezTo>
                    <a:pt x="822405" y="42364"/>
                    <a:pt x="822405" y="43988"/>
                    <a:pt x="824029" y="43988"/>
                  </a:cubicBezTo>
                  <a:cubicBezTo>
                    <a:pt x="825654" y="43988"/>
                    <a:pt x="830528" y="45613"/>
                    <a:pt x="830528" y="45613"/>
                  </a:cubicBezTo>
                  <a:cubicBezTo>
                    <a:pt x="830528" y="45613"/>
                    <a:pt x="830528" y="45613"/>
                    <a:pt x="827279" y="42364"/>
                  </a:cubicBezTo>
                  <a:cubicBezTo>
                    <a:pt x="825654" y="42364"/>
                    <a:pt x="824029" y="40740"/>
                    <a:pt x="822405" y="40740"/>
                  </a:cubicBezTo>
                  <a:cubicBezTo>
                    <a:pt x="820780" y="40740"/>
                    <a:pt x="820780" y="37492"/>
                    <a:pt x="820780" y="35867"/>
                  </a:cubicBezTo>
                  <a:cubicBezTo>
                    <a:pt x="820780" y="34243"/>
                    <a:pt x="820780" y="35867"/>
                    <a:pt x="820780" y="34243"/>
                  </a:cubicBezTo>
                  <a:cubicBezTo>
                    <a:pt x="822405" y="34243"/>
                    <a:pt x="822405" y="34243"/>
                    <a:pt x="824029" y="34243"/>
                  </a:cubicBezTo>
                  <a:cubicBezTo>
                    <a:pt x="825654" y="34243"/>
                    <a:pt x="827279" y="32619"/>
                    <a:pt x="832153" y="32619"/>
                  </a:cubicBezTo>
                  <a:cubicBezTo>
                    <a:pt x="837027" y="30995"/>
                    <a:pt x="835403" y="32619"/>
                    <a:pt x="837027" y="32619"/>
                  </a:cubicBezTo>
                  <a:cubicBezTo>
                    <a:pt x="838652" y="34243"/>
                    <a:pt x="838652" y="34243"/>
                    <a:pt x="840277" y="34243"/>
                  </a:cubicBezTo>
                  <a:cubicBezTo>
                    <a:pt x="841902" y="34243"/>
                    <a:pt x="843526" y="34243"/>
                    <a:pt x="845151" y="34243"/>
                  </a:cubicBezTo>
                  <a:cubicBezTo>
                    <a:pt x="846776" y="34243"/>
                    <a:pt x="846776" y="35867"/>
                    <a:pt x="848401" y="35867"/>
                  </a:cubicBezTo>
                  <a:cubicBezTo>
                    <a:pt x="850025" y="35867"/>
                    <a:pt x="853275" y="37492"/>
                    <a:pt x="853275" y="37492"/>
                  </a:cubicBezTo>
                  <a:cubicBezTo>
                    <a:pt x="854899" y="37492"/>
                    <a:pt x="856524" y="35867"/>
                    <a:pt x="858149" y="35867"/>
                  </a:cubicBezTo>
                  <a:cubicBezTo>
                    <a:pt x="858149" y="34243"/>
                    <a:pt x="863023" y="35867"/>
                    <a:pt x="863023" y="35867"/>
                  </a:cubicBezTo>
                  <a:cubicBezTo>
                    <a:pt x="864648" y="35867"/>
                    <a:pt x="866273" y="35867"/>
                    <a:pt x="869522" y="35867"/>
                  </a:cubicBezTo>
                  <a:cubicBezTo>
                    <a:pt x="872772" y="35867"/>
                    <a:pt x="871147" y="39116"/>
                    <a:pt x="872772" y="39116"/>
                  </a:cubicBezTo>
                  <a:cubicBezTo>
                    <a:pt x="872772" y="39116"/>
                    <a:pt x="874396" y="40740"/>
                    <a:pt x="876021" y="42364"/>
                  </a:cubicBezTo>
                  <a:cubicBezTo>
                    <a:pt x="877646" y="43988"/>
                    <a:pt x="877646" y="43988"/>
                    <a:pt x="877646" y="43988"/>
                  </a:cubicBezTo>
                  <a:cubicBezTo>
                    <a:pt x="877646" y="45613"/>
                    <a:pt x="880895" y="45613"/>
                    <a:pt x="882520" y="45613"/>
                  </a:cubicBezTo>
                  <a:cubicBezTo>
                    <a:pt x="885770" y="45613"/>
                    <a:pt x="884145" y="45613"/>
                    <a:pt x="885770" y="47237"/>
                  </a:cubicBezTo>
                  <a:cubicBezTo>
                    <a:pt x="887394" y="47237"/>
                    <a:pt x="889019" y="47237"/>
                    <a:pt x="889019" y="48861"/>
                  </a:cubicBezTo>
                  <a:cubicBezTo>
                    <a:pt x="890644" y="50485"/>
                    <a:pt x="890644" y="52109"/>
                    <a:pt x="892269" y="52109"/>
                  </a:cubicBezTo>
                  <a:cubicBezTo>
                    <a:pt x="892269" y="52109"/>
                    <a:pt x="893893" y="52109"/>
                    <a:pt x="895518" y="52109"/>
                  </a:cubicBezTo>
                  <a:cubicBezTo>
                    <a:pt x="897143" y="52109"/>
                    <a:pt x="897143" y="52109"/>
                    <a:pt x="895518" y="48861"/>
                  </a:cubicBezTo>
                  <a:cubicBezTo>
                    <a:pt x="893893" y="43988"/>
                    <a:pt x="892269" y="47237"/>
                    <a:pt x="892269" y="47237"/>
                  </a:cubicBezTo>
                  <a:cubicBezTo>
                    <a:pt x="890644" y="45613"/>
                    <a:pt x="890644" y="45613"/>
                    <a:pt x="890644" y="45613"/>
                  </a:cubicBezTo>
                  <a:cubicBezTo>
                    <a:pt x="890644" y="43988"/>
                    <a:pt x="887394" y="42364"/>
                    <a:pt x="885770" y="42364"/>
                  </a:cubicBezTo>
                  <a:cubicBezTo>
                    <a:pt x="884145" y="40740"/>
                    <a:pt x="882520" y="42364"/>
                    <a:pt x="882520" y="40740"/>
                  </a:cubicBezTo>
                  <a:cubicBezTo>
                    <a:pt x="882520" y="40740"/>
                    <a:pt x="879271" y="39116"/>
                    <a:pt x="877646" y="39116"/>
                  </a:cubicBezTo>
                  <a:cubicBezTo>
                    <a:pt x="877646" y="39116"/>
                    <a:pt x="876021" y="37492"/>
                    <a:pt x="874396" y="35867"/>
                  </a:cubicBezTo>
                  <a:cubicBezTo>
                    <a:pt x="872772" y="34243"/>
                    <a:pt x="872772" y="34243"/>
                    <a:pt x="871147" y="32619"/>
                  </a:cubicBezTo>
                  <a:cubicBezTo>
                    <a:pt x="871147" y="30995"/>
                    <a:pt x="871147" y="30995"/>
                    <a:pt x="871147" y="30995"/>
                  </a:cubicBezTo>
                  <a:cubicBezTo>
                    <a:pt x="872772" y="29371"/>
                    <a:pt x="874396" y="29371"/>
                    <a:pt x="877646" y="27746"/>
                  </a:cubicBezTo>
                  <a:cubicBezTo>
                    <a:pt x="880895" y="27746"/>
                    <a:pt x="890644" y="29371"/>
                    <a:pt x="893893" y="29371"/>
                  </a:cubicBezTo>
                  <a:cubicBezTo>
                    <a:pt x="895518" y="27746"/>
                    <a:pt x="898768" y="29371"/>
                    <a:pt x="902017" y="29371"/>
                  </a:cubicBezTo>
                  <a:cubicBezTo>
                    <a:pt x="905267" y="29371"/>
                    <a:pt x="903642" y="29371"/>
                    <a:pt x="906891" y="29371"/>
                  </a:cubicBezTo>
                  <a:cubicBezTo>
                    <a:pt x="908516" y="29371"/>
                    <a:pt x="911766" y="29371"/>
                    <a:pt x="911766" y="29371"/>
                  </a:cubicBezTo>
                  <a:cubicBezTo>
                    <a:pt x="913390" y="29371"/>
                    <a:pt x="919889" y="30995"/>
                    <a:pt x="923139" y="29371"/>
                  </a:cubicBezTo>
                  <a:cubicBezTo>
                    <a:pt x="928013" y="27746"/>
                    <a:pt x="924764" y="30995"/>
                    <a:pt x="926388" y="32619"/>
                  </a:cubicBezTo>
                  <a:cubicBezTo>
                    <a:pt x="929638" y="34243"/>
                    <a:pt x="929638" y="34243"/>
                    <a:pt x="929638" y="35867"/>
                  </a:cubicBezTo>
                  <a:cubicBezTo>
                    <a:pt x="931263" y="35867"/>
                    <a:pt x="932887" y="39116"/>
                    <a:pt x="934512" y="39116"/>
                  </a:cubicBezTo>
                  <a:cubicBezTo>
                    <a:pt x="934512" y="39116"/>
                    <a:pt x="936137" y="40740"/>
                    <a:pt x="937761" y="40740"/>
                  </a:cubicBezTo>
                  <a:cubicBezTo>
                    <a:pt x="939386" y="40740"/>
                    <a:pt x="944260" y="40740"/>
                    <a:pt x="944260" y="40740"/>
                  </a:cubicBezTo>
                  <a:cubicBezTo>
                    <a:pt x="944260" y="39116"/>
                    <a:pt x="942636" y="39116"/>
                    <a:pt x="941011" y="37492"/>
                  </a:cubicBezTo>
                  <a:cubicBezTo>
                    <a:pt x="941011" y="37492"/>
                    <a:pt x="939386" y="35867"/>
                    <a:pt x="937761" y="34243"/>
                  </a:cubicBezTo>
                  <a:cubicBezTo>
                    <a:pt x="939386" y="32619"/>
                    <a:pt x="941011" y="32619"/>
                    <a:pt x="941011" y="32619"/>
                  </a:cubicBezTo>
                  <a:cubicBezTo>
                    <a:pt x="941011" y="30995"/>
                    <a:pt x="941011" y="29371"/>
                    <a:pt x="942636" y="29371"/>
                  </a:cubicBezTo>
                  <a:cubicBezTo>
                    <a:pt x="942636" y="27746"/>
                    <a:pt x="944260" y="27746"/>
                    <a:pt x="947510" y="26122"/>
                  </a:cubicBezTo>
                  <a:cubicBezTo>
                    <a:pt x="950759" y="26122"/>
                    <a:pt x="950759" y="27746"/>
                    <a:pt x="952384" y="27746"/>
                  </a:cubicBezTo>
                  <a:cubicBezTo>
                    <a:pt x="952384" y="27746"/>
                    <a:pt x="963757" y="27746"/>
                    <a:pt x="965382" y="27746"/>
                  </a:cubicBezTo>
                  <a:cubicBezTo>
                    <a:pt x="967007" y="27746"/>
                    <a:pt x="967007" y="29371"/>
                    <a:pt x="970256" y="27746"/>
                  </a:cubicBezTo>
                  <a:cubicBezTo>
                    <a:pt x="971881" y="26122"/>
                    <a:pt x="970256" y="27746"/>
                    <a:pt x="973506" y="29371"/>
                  </a:cubicBezTo>
                  <a:cubicBezTo>
                    <a:pt x="975131" y="29371"/>
                    <a:pt x="973506" y="30995"/>
                    <a:pt x="973506" y="30995"/>
                  </a:cubicBezTo>
                  <a:cubicBezTo>
                    <a:pt x="973506" y="30995"/>
                    <a:pt x="973506" y="32619"/>
                    <a:pt x="973506" y="32619"/>
                  </a:cubicBezTo>
                  <a:cubicBezTo>
                    <a:pt x="975131" y="32619"/>
                    <a:pt x="978380" y="34243"/>
                    <a:pt x="980005" y="35867"/>
                  </a:cubicBezTo>
                  <a:cubicBezTo>
                    <a:pt x="980005" y="35867"/>
                    <a:pt x="983254" y="35867"/>
                    <a:pt x="984879" y="35867"/>
                  </a:cubicBezTo>
                  <a:cubicBezTo>
                    <a:pt x="986504" y="34243"/>
                    <a:pt x="984879" y="34243"/>
                    <a:pt x="984879" y="34243"/>
                  </a:cubicBezTo>
                  <a:cubicBezTo>
                    <a:pt x="983254" y="32619"/>
                    <a:pt x="981630" y="32619"/>
                    <a:pt x="980005" y="30995"/>
                  </a:cubicBezTo>
                  <a:cubicBezTo>
                    <a:pt x="978380" y="30995"/>
                    <a:pt x="978380" y="29371"/>
                    <a:pt x="978380" y="29371"/>
                  </a:cubicBezTo>
                  <a:cubicBezTo>
                    <a:pt x="978380" y="27746"/>
                    <a:pt x="980005" y="29371"/>
                    <a:pt x="981630" y="27746"/>
                  </a:cubicBezTo>
                  <a:cubicBezTo>
                    <a:pt x="983254" y="26122"/>
                    <a:pt x="983254" y="27746"/>
                    <a:pt x="984879" y="26122"/>
                  </a:cubicBezTo>
                  <a:cubicBezTo>
                    <a:pt x="988129" y="24498"/>
                    <a:pt x="989753" y="26122"/>
                    <a:pt x="991378" y="24498"/>
                  </a:cubicBezTo>
                  <a:close/>
                  <a:moveTo>
                    <a:pt x="1682953" y="112"/>
                  </a:moveTo>
                  <a:cubicBezTo>
                    <a:pt x="1689649" y="-91"/>
                    <a:pt x="1696547" y="-91"/>
                    <a:pt x="1697358" y="721"/>
                  </a:cubicBezTo>
                  <a:cubicBezTo>
                    <a:pt x="1698981" y="2344"/>
                    <a:pt x="1697358" y="721"/>
                    <a:pt x="1700604" y="2344"/>
                  </a:cubicBezTo>
                  <a:cubicBezTo>
                    <a:pt x="1703850" y="2344"/>
                    <a:pt x="1703850" y="721"/>
                    <a:pt x="1705474" y="3966"/>
                  </a:cubicBezTo>
                  <a:cubicBezTo>
                    <a:pt x="1708720" y="5589"/>
                    <a:pt x="1710343" y="5589"/>
                    <a:pt x="1711966" y="5589"/>
                  </a:cubicBezTo>
                  <a:cubicBezTo>
                    <a:pt x="1711966" y="7212"/>
                    <a:pt x="1713589" y="5589"/>
                    <a:pt x="1715212" y="7212"/>
                  </a:cubicBezTo>
                  <a:cubicBezTo>
                    <a:pt x="1716835" y="7212"/>
                    <a:pt x="1724951" y="7212"/>
                    <a:pt x="1726574" y="5589"/>
                  </a:cubicBezTo>
                  <a:cubicBezTo>
                    <a:pt x="1726574" y="5589"/>
                    <a:pt x="1726574" y="5589"/>
                    <a:pt x="1728197" y="5589"/>
                  </a:cubicBezTo>
                  <a:cubicBezTo>
                    <a:pt x="1728197" y="3966"/>
                    <a:pt x="1729820" y="3966"/>
                    <a:pt x="1729820" y="3966"/>
                  </a:cubicBezTo>
                  <a:cubicBezTo>
                    <a:pt x="1731443" y="2344"/>
                    <a:pt x="1734689" y="3966"/>
                    <a:pt x="1737935" y="3966"/>
                  </a:cubicBezTo>
                  <a:cubicBezTo>
                    <a:pt x="1739559" y="5589"/>
                    <a:pt x="1742805" y="5589"/>
                    <a:pt x="1742805" y="5589"/>
                  </a:cubicBezTo>
                  <a:cubicBezTo>
                    <a:pt x="1742805" y="5589"/>
                    <a:pt x="1746051" y="7212"/>
                    <a:pt x="1747674" y="8835"/>
                  </a:cubicBezTo>
                  <a:cubicBezTo>
                    <a:pt x="1747674" y="8835"/>
                    <a:pt x="1750920" y="8835"/>
                    <a:pt x="1750920" y="8835"/>
                  </a:cubicBezTo>
                  <a:cubicBezTo>
                    <a:pt x="1750920" y="8835"/>
                    <a:pt x="1767151" y="10458"/>
                    <a:pt x="1768774" y="10458"/>
                  </a:cubicBezTo>
                  <a:cubicBezTo>
                    <a:pt x="1770397" y="8835"/>
                    <a:pt x="1772020" y="8835"/>
                    <a:pt x="1775267" y="8835"/>
                  </a:cubicBezTo>
                  <a:cubicBezTo>
                    <a:pt x="1776890" y="8835"/>
                    <a:pt x="1780136" y="8835"/>
                    <a:pt x="1781759" y="10458"/>
                  </a:cubicBezTo>
                  <a:cubicBezTo>
                    <a:pt x="1783382" y="10458"/>
                    <a:pt x="1786628" y="12081"/>
                    <a:pt x="1788251" y="12081"/>
                  </a:cubicBezTo>
                  <a:cubicBezTo>
                    <a:pt x="1788251" y="12081"/>
                    <a:pt x="1789874" y="12081"/>
                    <a:pt x="1789874" y="12081"/>
                  </a:cubicBezTo>
                  <a:cubicBezTo>
                    <a:pt x="1791498" y="12081"/>
                    <a:pt x="1793121" y="12081"/>
                    <a:pt x="1794744" y="12081"/>
                  </a:cubicBezTo>
                  <a:cubicBezTo>
                    <a:pt x="1794744" y="13704"/>
                    <a:pt x="1791498" y="10458"/>
                    <a:pt x="1796367" y="13704"/>
                  </a:cubicBezTo>
                  <a:cubicBezTo>
                    <a:pt x="1801236" y="15326"/>
                    <a:pt x="1804482" y="13704"/>
                    <a:pt x="1801236" y="16949"/>
                  </a:cubicBezTo>
                  <a:cubicBezTo>
                    <a:pt x="1797990" y="18572"/>
                    <a:pt x="1797990" y="18572"/>
                    <a:pt x="1794744" y="18572"/>
                  </a:cubicBezTo>
                  <a:cubicBezTo>
                    <a:pt x="1793121" y="20195"/>
                    <a:pt x="1789874" y="20195"/>
                    <a:pt x="1786628" y="21818"/>
                  </a:cubicBezTo>
                  <a:cubicBezTo>
                    <a:pt x="1783382" y="23441"/>
                    <a:pt x="1776890" y="23441"/>
                    <a:pt x="1773643" y="23441"/>
                  </a:cubicBezTo>
                  <a:cubicBezTo>
                    <a:pt x="1772020" y="25064"/>
                    <a:pt x="1767151" y="25064"/>
                    <a:pt x="1765528" y="25064"/>
                  </a:cubicBezTo>
                  <a:cubicBezTo>
                    <a:pt x="1763905" y="25064"/>
                    <a:pt x="1765528" y="25064"/>
                    <a:pt x="1760659" y="25064"/>
                  </a:cubicBezTo>
                  <a:cubicBezTo>
                    <a:pt x="1757413" y="25064"/>
                    <a:pt x="1765528" y="21818"/>
                    <a:pt x="1755789" y="25064"/>
                  </a:cubicBezTo>
                  <a:cubicBezTo>
                    <a:pt x="1746051" y="26686"/>
                    <a:pt x="1750920" y="26686"/>
                    <a:pt x="1750920" y="26686"/>
                  </a:cubicBezTo>
                  <a:cubicBezTo>
                    <a:pt x="1752543" y="25064"/>
                    <a:pt x="1752543" y="25064"/>
                    <a:pt x="1755789" y="26686"/>
                  </a:cubicBezTo>
                  <a:cubicBezTo>
                    <a:pt x="1759036" y="26686"/>
                    <a:pt x="1760659" y="26686"/>
                    <a:pt x="1760659" y="26686"/>
                  </a:cubicBezTo>
                  <a:cubicBezTo>
                    <a:pt x="1762282" y="28309"/>
                    <a:pt x="1759036" y="28309"/>
                    <a:pt x="1763905" y="28309"/>
                  </a:cubicBezTo>
                  <a:cubicBezTo>
                    <a:pt x="1767151" y="28309"/>
                    <a:pt x="1762282" y="28309"/>
                    <a:pt x="1770397" y="28309"/>
                  </a:cubicBezTo>
                  <a:cubicBezTo>
                    <a:pt x="1778513" y="26686"/>
                    <a:pt x="1778513" y="26686"/>
                    <a:pt x="1780136" y="26686"/>
                  </a:cubicBezTo>
                  <a:cubicBezTo>
                    <a:pt x="1781759" y="26686"/>
                    <a:pt x="1786628" y="25064"/>
                    <a:pt x="1786628" y="25064"/>
                  </a:cubicBezTo>
                  <a:cubicBezTo>
                    <a:pt x="1786628" y="25064"/>
                    <a:pt x="1786628" y="25064"/>
                    <a:pt x="1788251" y="25064"/>
                  </a:cubicBezTo>
                  <a:cubicBezTo>
                    <a:pt x="1788251" y="25064"/>
                    <a:pt x="1796367" y="23441"/>
                    <a:pt x="1796367" y="23441"/>
                  </a:cubicBezTo>
                  <a:cubicBezTo>
                    <a:pt x="1796367" y="21818"/>
                    <a:pt x="1794744" y="23441"/>
                    <a:pt x="1797990" y="21818"/>
                  </a:cubicBezTo>
                  <a:cubicBezTo>
                    <a:pt x="1799613" y="21818"/>
                    <a:pt x="1799613" y="21818"/>
                    <a:pt x="1801236" y="21818"/>
                  </a:cubicBezTo>
                  <a:cubicBezTo>
                    <a:pt x="1801236" y="21818"/>
                    <a:pt x="1806105" y="21818"/>
                    <a:pt x="1806105" y="21818"/>
                  </a:cubicBezTo>
                  <a:cubicBezTo>
                    <a:pt x="1806105" y="21818"/>
                    <a:pt x="1806105" y="21818"/>
                    <a:pt x="1807728" y="21818"/>
                  </a:cubicBezTo>
                  <a:cubicBezTo>
                    <a:pt x="1807728" y="21818"/>
                    <a:pt x="1810975" y="21818"/>
                    <a:pt x="1810975" y="21818"/>
                  </a:cubicBezTo>
                  <a:cubicBezTo>
                    <a:pt x="1810975" y="21818"/>
                    <a:pt x="1814221" y="21818"/>
                    <a:pt x="1814221" y="21818"/>
                  </a:cubicBezTo>
                  <a:cubicBezTo>
                    <a:pt x="1815844" y="23441"/>
                    <a:pt x="1817467" y="23441"/>
                    <a:pt x="1817467" y="25064"/>
                  </a:cubicBezTo>
                  <a:cubicBezTo>
                    <a:pt x="1817467" y="25064"/>
                    <a:pt x="1819090" y="28309"/>
                    <a:pt x="1819090" y="28309"/>
                  </a:cubicBezTo>
                  <a:cubicBezTo>
                    <a:pt x="1819090" y="28309"/>
                    <a:pt x="1819090" y="28309"/>
                    <a:pt x="1817467" y="29932"/>
                  </a:cubicBezTo>
                  <a:cubicBezTo>
                    <a:pt x="1817467" y="29932"/>
                    <a:pt x="1817467" y="29932"/>
                    <a:pt x="1812598" y="33178"/>
                  </a:cubicBezTo>
                  <a:cubicBezTo>
                    <a:pt x="1812598" y="33178"/>
                    <a:pt x="1810975" y="34801"/>
                    <a:pt x="1810975" y="34801"/>
                  </a:cubicBezTo>
                  <a:cubicBezTo>
                    <a:pt x="1809352" y="34801"/>
                    <a:pt x="1806105" y="39669"/>
                    <a:pt x="1806105" y="39669"/>
                  </a:cubicBezTo>
                  <a:cubicBezTo>
                    <a:pt x="1806105" y="39669"/>
                    <a:pt x="1806105" y="39669"/>
                    <a:pt x="1810975" y="38046"/>
                  </a:cubicBezTo>
                  <a:cubicBezTo>
                    <a:pt x="1815844" y="36423"/>
                    <a:pt x="1819090" y="34801"/>
                    <a:pt x="1819090" y="34801"/>
                  </a:cubicBezTo>
                  <a:cubicBezTo>
                    <a:pt x="1819090" y="34801"/>
                    <a:pt x="1819090" y="34801"/>
                    <a:pt x="1823959" y="34801"/>
                  </a:cubicBezTo>
                  <a:cubicBezTo>
                    <a:pt x="1823959" y="34801"/>
                    <a:pt x="1832075" y="34801"/>
                    <a:pt x="1833698" y="36423"/>
                  </a:cubicBezTo>
                  <a:cubicBezTo>
                    <a:pt x="1833698" y="36423"/>
                    <a:pt x="1833698" y="36423"/>
                    <a:pt x="1833698" y="38046"/>
                  </a:cubicBezTo>
                  <a:cubicBezTo>
                    <a:pt x="1835321" y="39669"/>
                    <a:pt x="1838567" y="38046"/>
                    <a:pt x="1838567" y="38046"/>
                  </a:cubicBezTo>
                  <a:cubicBezTo>
                    <a:pt x="1840190" y="36423"/>
                    <a:pt x="1843437" y="36423"/>
                    <a:pt x="1843437" y="36423"/>
                  </a:cubicBezTo>
                  <a:cubicBezTo>
                    <a:pt x="1843437" y="36423"/>
                    <a:pt x="1843437" y="36423"/>
                    <a:pt x="1846683" y="36423"/>
                  </a:cubicBezTo>
                  <a:cubicBezTo>
                    <a:pt x="1846683" y="36423"/>
                    <a:pt x="1846683" y="36423"/>
                    <a:pt x="1849929" y="36423"/>
                  </a:cubicBezTo>
                  <a:cubicBezTo>
                    <a:pt x="1849929" y="36423"/>
                    <a:pt x="1849929" y="36423"/>
                    <a:pt x="1854798" y="38046"/>
                  </a:cubicBezTo>
                  <a:cubicBezTo>
                    <a:pt x="1854798" y="38046"/>
                    <a:pt x="1858044" y="39669"/>
                    <a:pt x="1861291" y="39669"/>
                  </a:cubicBezTo>
                  <a:cubicBezTo>
                    <a:pt x="1862914" y="39669"/>
                    <a:pt x="1864537" y="38046"/>
                    <a:pt x="1866160" y="38046"/>
                  </a:cubicBezTo>
                  <a:cubicBezTo>
                    <a:pt x="1866160" y="39669"/>
                    <a:pt x="1866160" y="39669"/>
                    <a:pt x="1867783" y="41292"/>
                  </a:cubicBezTo>
                  <a:cubicBezTo>
                    <a:pt x="1867783" y="41292"/>
                    <a:pt x="1871029" y="42915"/>
                    <a:pt x="1871029" y="42915"/>
                  </a:cubicBezTo>
                  <a:cubicBezTo>
                    <a:pt x="1871029" y="42915"/>
                    <a:pt x="1871029" y="42915"/>
                    <a:pt x="1874275" y="44538"/>
                  </a:cubicBezTo>
                  <a:cubicBezTo>
                    <a:pt x="1874275" y="44538"/>
                    <a:pt x="1875898" y="44538"/>
                    <a:pt x="1875898" y="44538"/>
                  </a:cubicBezTo>
                  <a:cubicBezTo>
                    <a:pt x="1877522" y="46161"/>
                    <a:pt x="1879145" y="44538"/>
                    <a:pt x="1877522" y="47783"/>
                  </a:cubicBezTo>
                  <a:cubicBezTo>
                    <a:pt x="1875898" y="49406"/>
                    <a:pt x="1874275" y="51029"/>
                    <a:pt x="1872652" y="52652"/>
                  </a:cubicBezTo>
                  <a:cubicBezTo>
                    <a:pt x="1871029" y="52652"/>
                    <a:pt x="1867783" y="54275"/>
                    <a:pt x="1867783" y="54275"/>
                  </a:cubicBezTo>
                  <a:cubicBezTo>
                    <a:pt x="1867783" y="54275"/>
                    <a:pt x="1869406" y="52652"/>
                    <a:pt x="1866160" y="54275"/>
                  </a:cubicBezTo>
                  <a:cubicBezTo>
                    <a:pt x="1862914" y="55898"/>
                    <a:pt x="1862914" y="54275"/>
                    <a:pt x="1861291" y="57521"/>
                  </a:cubicBezTo>
                  <a:cubicBezTo>
                    <a:pt x="1858044" y="59143"/>
                    <a:pt x="1838567" y="62389"/>
                    <a:pt x="1838567" y="62389"/>
                  </a:cubicBezTo>
                  <a:cubicBezTo>
                    <a:pt x="1836944" y="62389"/>
                    <a:pt x="1832075" y="64012"/>
                    <a:pt x="1830452" y="64012"/>
                  </a:cubicBezTo>
                  <a:cubicBezTo>
                    <a:pt x="1828829" y="64012"/>
                    <a:pt x="1827206" y="64012"/>
                    <a:pt x="1825583" y="64012"/>
                  </a:cubicBezTo>
                  <a:cubicBezTo>
                    <a:pt x="1825583" y="64012"/>
                    <a:pt x="1823959" y="65635"/>
                    <a:pt x="1823959" y="65635"/>
                  </a:cubicBezTo>
                  <a:cubicBezTo>
                    <a:pt x="1823959" y="65635"/>
                    <a:pt x="1807728" y="67258"/>
                    <a:pt x="1806105" y="67258"/>
                  </a:cubicBezTo>
                  <a:cubicBezTo>
                    <a:pt x="1804482" y="67258"/>
                    <a:pt x="1804482" y="65635"/>
                    <a:pt x="1802859" y="67258"/>
                  </a:cubicBezTo>
                  <a:cubicBezTo>
                    <a:pt x="1802859" y="67258"/>
                    <a:pt x="1799613" y="67258"/>
                    <a:pt x="1799613" y="67258"/>
                  </a:cubicBezTo>
                  <a:cubicBezTo>
                    <a:pt x="1797990" y="67258"/>
                    <a:pt x="1794744" y="65635"/>
                    <a:pt x="1791498" y="67258"/>
                  </a:cubicBezTo>
                  <a:cubicBezTo>
                    <a:pt x="1788251" y="68880"/>
                    <a:pt x="1783382" y="68880"/>
                    <a:pt x="1781759" y="68880"/>
                  </a:cubicBezTo>
                  <a:cubicBezTo>
                    <a:pt x="1778513" y="68880"/>
                    <a:pt x="1763905" y="67258"/>
                    <a:pt x="1763905" y="67258"/>
                  </a:cubicBezTo>
                  <a:cubicBezTo>
                    <a:pt x="1763905" y="67258"/>
                    <a:pt x="1760659" y="67258"/>
                    <a:pt x="1759036" y="67258"/>
                  </a:cubicBezTo>
                  <a:cubicBezTo>
                    <a:pt x="1759036" y="67258"/>
                    <a:pt x="1752543" y="67258"/>
                    <a:pt x="1752543" y="67258"/>
                  </a:cubicBezTo>
                  <a:cubicBezTo>
                    <a:pt x="1752543" y="67258"/>
                    <a:pt x="1749297" y="67258"/>
                    <a:pt x="1749297" y="67258"/>
                  </a:cubicBezTo>
                  <a:cubicBezTo>
                    <a:pt x="1747674" y="67258"/>
                    <a:pt x="1746051" y="67258"/>
                    <a:pt x="1742805" y="67258"/>
                  </a:cubicBezTo>
                  <a:cubicBezTo>
                    <a:pt x="1737935" y="68880"/>
                    <a:pt x="1736312" y="67258"/>
                    <a:pt x="1734689" y="68880"/>
                  </a:cubicBezTo>
                  <a:cubicBezTo>
                    <a:pt x="1733066" y="68880"/>
                    <a:pt x="1729820" y="68880"/>
                    <a:pt x="1728197" y="68880"/>
                  </a:cubicBezTo>
                  <a:cubicBezTo>
                    <a:pt x="1728197" y="70503"/>
                    <a:pt x="1726574" y="68880"/>
                    <a:pt x="1723328" y="70503"/>
                  </a:cubicBezTo>
                  <a:cubicBezTo>
                    <a:pt x="1721704" y="72126"/>
                    <a:pt x="1720081" y="70503"/>
                    <a:pt x="1716835" y="72126"/>
                  </a:cubicBezTo>
                  <a:cubicBezTo>
                    <a:pt x="1715212" y="75372"/>
                    <a:pt x="1710343" y="73749"/>
                    <a:pt x="1710343" y="73749"/>
                  </a:cubicBezTo>
                  <a:cubicBezTo>
                    <a:pt x="1710343" y="73749"/>
                    <a:pt x="1708720" y="73749"/>
                    <a:pt x="1705474" y="73749"/>
                  </a:cubicBezTo>
                  <a:cubicBezTo>
                    <a:pt x="1703850" y="73749"/>
                    <a:pt x="1700604" y="75372"/>
                    <a:pt x="1700604" y="75372"/>
                  </a:cubicBezTo>
                  <a:cubicBezTo>
                    <a:pt x="1698981" y="75372"/>
                    <a:pt x="1695735" y="75372"/>
                    <a:pt x="1694112" y="76995"/>
                  </a:cubicBezTo>
                  <a:cubicBezTo>
                    <a:pt x="1692489" y="76995"/>
                    <a:pt x="1689243" y="76995"/>
                    <a:pt x="1689243" y="78618"/>
                  </a:cubicBezTo>
                  <a:cubicBezTo>
                    <a:pt x="1687620" y="78618"/>
                    <a:pt x="1685996" y="80240"/>
                    <a:pt x="1685996" y="80240"/>
                  </a:cubicBezTo>
                  <a:cubicBezTo>
                    <a:pt x="1685996" y="80240"/>
                    <a:pt x="1681127" y="78618"/>
                    <a:pt x="1681127" y="80240"/>
                  </a:cubicBezTo>
                  <a:cubicBezTo>
                    <a:pt x="1679504" y="80240"/>
                    <a:pt x="1677881" y="80240"/>
                    <a:pt x="1676258" y="80240"/>
                  </a:cubicBezTo>
                  <a:cubicBezTo>
                    <a:pt x="1676258" y="80240"/>
                    <a:pt x="1676258" y="80240"/>
                    <a:pt x="1674635" y="81863"/>
                  </a:cubicBezTo>
                  <a:cubicBezTo>
                    <a:pt x="1674635" y="83486"/>
                    <a:pt x="1677881" y="83486"/>
                    <a:pt x="1677881" y="83486"/>
                  </a:cubicBezTo>
                  <a:cubicBezTo>
                    <a:pt x="1677881" y="83486"/>
                    <a:pt x="1682750" y="83486"/>
                    <a:pt x="1684373" y="83486"/>
                  </a:cubicBezTo>
                  <a:cubicBezTo>
                    <a:pt x="1685996" y="81863"/>
                    <a:pt x="1687620" y="81863"/>
                    <a:pt x="1687620" y="81863"/>
                  </a:cubicBezTo>
                  <a:cubicBezTo>
                    <a:pt x="1687620" y="81863"/>
                    <a:pt x="1687620" y="81863"/>
                    <a:pt x="1689243" y="80240"/>
                  </a:cubicBezTo>
                  <a:cubicBezTo>
                    <a:pt x="1689243" y="80240"/>
                    <a:pt x="1689243" y="80240"/>
                    <a:pt x="1694112" y="80240"/>
                  </a:cubicBezTo>
                  <a:cubicBezTo>
                    <a:pt x="1694112" y="80240"/>
                    <a:pt x="1697358" y="78618"/>
                    <a:pt x="1698981" y="78618"/>
                  </a:cubicBezTo>
                  <a:cubicBezTo>
                    <a:pt x="1698981" y="78618"/>
                    <a:pt x="1700604" y="78618"/>
                    <a:pt x="1702227" y="78618"/>
                  </a:cubicBezTo>
                  <a:cubicBezTo>
                    <a:pt x="1703850" y="80240"/>
                    <a:pt x="1705474" y="78618"/>
                    <a:pt x="1708720" y="78618"/>
                  </a:cubicBezTo>
                  <a:cubicBezTo>
                    <a:pt x="1710343" y="78618"/>
                    <a:pt x="1713589" y="76995"/>
                    <a:pt x="1713589" y="76995"/>
                  </a:cubicBezTo>
                  <a:cubicBezTo>
                    <a:pt x="1715212" y="76995"/>
                    <a:pt x="1715212" y="75372"/>
                    <a:pt x="1716835" y="75372"/>
                  </a:cubicBezTo>
                  <a:cubicBezTo>
                    <a:pt x="1718458" y="76995"/>
                    <a:pt x="1726574" y="75372"/>
                    <a:pt x="1728197" y="75372"/>
                  </a:cubicBezTo>
                  <a:cubicBezTo>
                    <a:pt x="1728197" y="75372"/>
                    <a:pt x="1729820" y="73749"/>
                    <a:pt x="1729820" y="73749"/>
                  </a:cubicBezTo>
                  <a:cubicBezTo>
                    <a:pt x="1731443" y="73749"/>
                    <a:pt x="1733066" y="75372"/>
                    <a:pt x="1733066" y="75372"/>
                  </a:cubicBezTo>
                  <a:cubicBezTo>
                    <a:pt x="1733066" y="75372"/>
                    <a:pt x="1733066" y="75372"/>
                    <a:pt x="1734689" y="75372"/>
                  </a:cubicBezTo>
                  <a:cubicBezTo>
                    <a:pt x="1736312" y="73749"/>
                    <a:pt x="1739559" y="72126"/>
                    <a:pt x="1739559" y="72126"/>
                  </a:cubicBezTo>
                  <a:cubicBezTo>
                    <a:pt x="1741182" y="72126"/>
                    <a:pt x="1741182" y="70503"/>
                    <a:pt x="1742805" y="70503"/>
                  </a:cubicBezTo>
                  <a:cubicBezTo>
                    <a:pt x="1744428" y="72126"/>
                    <a:pt x="1746051" y="70503"/>
                    <a:pt x="1747674" y="72126"/>
                  </a:cubicBezTo>
                  <a:cubicBezTo>
                    <a:pt x="1749297" y="72126"/>
                    <a:pt x="1754166" y="70503"/>
                    <a:pt x="1755789" y="72126"/>
                  </a:cubicBezTo>
                  <a:cubicBezTo>
                    <a:pt x="1759036" y="72126"/>
                    <a:pt x="1760659" y="70503"/>
                    <a:pt x="1762282" y="72126"/>
                  </a:cubicBezTo>
                  <a:cubicBezTo>
                    <a:pt x="1763905" y="72126"/>
                    <a:pt x="1775267" y="73749"/>
                    <a:pt x="1776890" y="73749"/>
                  </a:cubicBezTo>
                  <a:cubicBezTo>
                    <a:pt x="1776890" y="73749"/>
                    <a:pt x="1781759" y="72126"/>
                    <a:pt x="1783382" y="72126"/>
                  </a:cubicBezTo>
                  <a:cubicBezTo>
                    <a:pt x="1783382" y="72126"/>
                    <a:pt x="1786628" y="72126"/>
                    <a:pt x="1788251" y="72126"/>
                  </a:cubicBezTo>
                  <a:cubicBezTo>
                    <a:pt x="1789874" y="72126"/>
                    <a:pt x="1788251" y="70503"/>
                    <a:pt x="1791498" y="70503"/>
                  </a:cubicBezTo>
                  <a:cubicBezTo>
                    <a:pt x="1794744" y="72126"/>
                    <a:pt x="1794744" y="70503"/>
                    <a:pt x="1797990" y="70503"/>
                  </a:cubicBezTo>
                  <a:cubicBezTo>
                    <a:pt x="1802859" y="70503"/>
                    <a:pt x="1806105" y="72126"/>
                    <a:pt x="1806105" y="72126"/>
                  </a:cubicBezTo>
                  <a:cubicBezTo>
                    <a:pt x="1806105" y="72126"/>
                    <a:pt x="1806105" y="68880"/>
                    <a:pt x="1807728" y="72126"/>
                  </a:cubicBezTo>
                  <a:cubicBezTo>
                    <a:pt x="1809352" y="73749"/>
                    <a:pt x="1810975" y="75372"/>
                    <a:pt x="1810975" y="75372"/>
                  </a:cubicBezTo>
                  <a:cubicBezTo>
                    <a:pt x="1810975" y="76995"/>
                    <a:pt x="1810975" y="78618"/>
                    <a:pt x="1810975" y="80240"/>
                  </a:cubicBezTo>
                  <a:cubicBezTo>
                    <a:pt x="1810975" y="80240"/>
                    <a:pt x="1809352" y="81863"/>
                    <a:pt x="1807728" y="81863"/>
                  </a:cubicBezTo>
                  <a:cubicBezTo>
                    <a:pt x="1806105" y="83486"/>
                    <a:pt x="1806105" y="83486"/>
                    <a:pt x="1802859" y="85109"/>
                  </a:cubicBezTo>
                  <a:cubicBezTo>
                    <a:pt x="1801236" y="85109"/>
                    <a:pt x="1801236" y="85109"/>
                    <a:pt x="1797990" y="86732"/>
                  </a:cubicBezTo>
                  <a:cubicBezTo>
                    <a:pt x="1796367" y="88355"/>
                    <a:pt x="1794744" y="88355"/>
                    <a:pt x="1791498" y="89978"/>
                  </a:cubicBezTo>
                  <a:cubicBezTo>
                    <a:pt x="1789874" y="91600"/>
                    <a:pt x="1785005" y="93223"/>
                    <a:pt x="1783382" y="93223"/>
                  </a:cubicBezTo>
                  <a:cubicBezTo>
                    <a:pt x="1781759" y="93223"/>
                    <a:pt x="1778513" y="93223"/>
                    <a:pt x="1776890" y="94846"/>
                  </a:cubicBezTo>
                  <a:cubicBezTo>
                    <a:pt x="1776890" y="94846"/>
                    <a:pt x="1776890" y="91600"/>
                    <a:pt x="1773643" y="94846"/>
                  </a:cubicBezTo>
                  <a:cubicBezTo>
                    <a:pt x="1772020" y="99715"/>
                    <a:pt x="1775267" y="98092"/>
                    <a:pt x="1775267" y="98092"/>
                  </a:cubicBezTo>
                  <a:cubicBezTo>
                    <a:pt x="1775267" y="98092"/>
                    <a:pt x="1776890" y="98092"/>
                    <a:pt x="1778513" y="98092"/>
                  </a:cubicBezTo>
                  <a:cubicBezTo>
                    <a:pt x="1780136" y="98092"/>
                    <a:pt x="1776890" y="98092"/>
                    <a:pt x="1781759" y="98092"/>
                  </a:cubicBezTo>
                  <a:cubicBezTo>
                    <a:pt x="1785005" y="96469"/>
                    <a:pt x="1786628" y="96469"/>
                    <a:pt x="1788251" y="94846"/>
                  </a:cubicBezTo>
                  <a:cubicBezTo>
                    <a:pt x="1789874" y="94846"/>
                    <a:pt x="1793121" y="93223"/>
                    <a:pt x="1793121" y="93223"/>
                  </a:cubicBezTo>
                  <a:cubicBezTo>
                    <a:pt x="1793121" y="93223"/>
                    <a:pt x="1794744" y="91600"/>
                    <a:pt x="1796367" y="91600"/>
                  </a:cubicBezTo>
                  <a:cubicBezTo>
                    <a:pt x="1796367" y="91600"/>
                    <a:pt x="1799613" y="89978"/>
                    <a:pt x="1799613" y="89978"/>
                  </a:cubicBezTo>
                  <a:cubicBezTo>
                    <a:pt x="1799613" y="89978"/>
                    <a:pt x="1799613" y="89978"/>
                    <a:pt x="1806105" y="88355"/>
                  </a:cubicBezTo>
                  <a:cubicBezTo>
                    <a:pt x="1806105" y="88355"/>
                    <a:pt x="1809352" y="86732"/>
                    <a:pt x="1810975" y="86732"/>
                  </a:cubicBezTo>
                  <a:cubicBezTo>
                    <a:pt x="1810975" y="88355"/>
                    <a:pt x="1812598" y="86732"/>
                    <a:pt x="1814221" y="88355"/>
                  </a:cubicBezTo>
                  <a:cubicBezTo>
                    <a:pt x="1814221" y="88355"/>
                    <a:pt x="1815844" y="86732"/>
                    <a:pt x="1817467" y="86732"/>
                  </a:cubicBezTo>
                  <a:cubicBezTo>
                    <a:pt x="1817467" y="86732"/>
                    <a:pt x="1819090" y="85109"/>
                    <a:pt x="1819090" y="85109"/>
                  </a:cubicBezTo>
                  <a:cubicBezTo>
                    <a:pt x="1820713" y="85109"/>
                    <a:pt x="1819090" y="85109"/>
                    <a:pt x="1820713" y="85109"/>
                  </a:cubicBezTo>
                  <a:cubicBezTo>
                    <a:pt x="1823959" y="85109"/>
                    <a:pt x="1827206" y="85109"/>
                    <a:pt x="1827206" y="85109"/>
                  </a:cubicBezTo>
                  <a:cubicBezTo>
                    <a:pt x="1827206" y="85109"/>
                    <a:pt x="1827206" y="85109"/>
                    <a:pt x="1830452" y="83486"/>
                  </a:cubicBezTo>
                  <a:cubicBezTo>
                    <a:pt x="1830452" y="81863"/>
                    <a:pt x="1830452" y="78618"/>
                    <a:pt x="1830452" y="78618"/>
                  </a:cubicBezTo>
                  <a:cubicBezTo>
                    <a:pt x="1830452" y="78618"/>
                    <a:pt x="1828829" y="76995"/>
                    <a:pt x="1830452" y="75372"/>
                  </a:cubicBezTo>
                  <a:cubicBezTo>
                    <a:pt x="1830452" y="75372"/>
                    <a:pt x="1832075" y="73749"/>
                    <a:pt x="1833698" y="73749"/>
                  </a:cubicBezTo>
                  <a:cubicBezTo>
                    <a:pt x="1835321" y="73749"/>
                    <a:pt x="1838567" y="72126"/>
                    <a:pt x="1840190" y="72126"/>
                  </a:cubicBezTo>
                  <a:cubicBezTo>
                    <a:pt x="1840190" y="72126"/>
                    <a:pt x="1848306" y="70503"/>
                    <a:pt x="1848306" y="70503"/>
                  </a:cubicBezTo>
                  <a:cubicBezTo>
                    <a:pt x="1848306" y="70503"/>
                    <a:pt x="1848306" y="70503"/>
                    <a:pt x="1851552" y="70503"/>
                  </a:cubicBezTo>
                  <a:cubicBezTo>
                    <a:pt x="1853175" y="70503"/>
                    <a:pt x="1854798" y="68880"/>
                    <a:pt x="1856421" y="68880"/>
                  </a:cubicBezTo>
                  <a:cubicBezTo>
                    <a:pt x="1858044" y="68880"/>
                    <a:pt x="1856421" y="68880"/>
                    <a:pt x="1861291" y="68880"/>
                  </a:cubicBezTo>
                  <a:cubicBezTo>
                    <a:pt x="1864537" y="70503"/>
                    <a:pt x="1866160" y="68880"/>
                    <a:pt x="1867783" y="70503"/>
                  </a:cubicBezTo>
                  <a:cubicBezTo>
                    <a:pt x="1867783" y="72126"/>
                    <a:pt x="1869406" y="73749"/>
                    <a:pt x="1869406" y="75372"/>
                  </a:cubicBezTo>
                  <a:cubicBezTo>
                    <a:pt x="1869406" y="76995"/>
                    <a:pt x="1869406" y="78618"/>
                    <a:pt x="1871029" y="80240"/>
                  </a:cubicBezTo>
                  <a:cubicBezTo>
                    <a:pt x="1871029" y="81863"/>
                    <a:pt x="1872652" y="78618"/>
                    <a:pt x="1871029" y="85109"/>
                  </a:cubicBezTo>
                  <a:cubicBezTo>
                    <a:pt x="1867783" y="91600"/>
                    <a:pt x="1858044" y="102960"/>
                    <a:pt x="1856421" y="104583"/>
                  </a:cubicBezTo>
                  <a:cubicBezTo>
                    <a:pt x="1856421" y="104583"/>
                    <a:pt x="1854798" y="104583"/>
                    <a:pt x="1854798" y="106206"/>
                  </a:cubicBezTo>
                  <a:cubicBezTo>
                    <a:pt x="1853175" y="107829"/>
                    <a:pt x="1851552" y="109452"/>
                    <a:pt x="1851552" y="109452"/>
                  </a:cubicBezTo>
                  <a:cubicBezTo>
                    <a:pt x="1851552" y="109452"/>
                    <a:pt x="1851552" y="109452"/>
                    <a:pt x="1849929" y="109452"/>
                  </a:cubicBezTo>
                  <a:cubicBezTo>
                    <a:pt x="1849929" y="109452"/>
                    <a:pt x="1849929" y="109452"/>
                    <a:pt x="1846683" y="112697"/>
                  </a:cubicBezTo>
                  <a:cubicBezTo>
                    <a:pt x="1845060" y="112697"/>
                    <a:pt x="1846683" y="111075"/>
                    <a:pt x="1845060" y="114320"/>
                  </a:cubicBezTo>
                  <a:cubicBezTo>
                    <a:pt x="1841813" y="117566"/>
                    <a:pt x="1836944" y="119189"/>
                    <a:pt x="1836944" y="119189"/>
                  </a:cubicBezTo>
                  <a:cubicBezTo>
                    <a:pt x="1836944" y="119189"/>
                    <a:pt x="1836944" y="119189"/>
                    <a:pt x="1835321" y="122435"/>
                  </a:cubicBezTo>
                  <a:cubicBezTo>
                    <a:pt x="1835321" y="122435"/>
                    <a:pt x="1835321" y="122435"/>
                    <a:pt x="1835321" y="124057"/>
                  </a:cubicBezTo>
                  <a:cubicBezTo>
                    <a:pt x="1835321" y="124057"/>
                    <a:pt x="1835321" y="125680"/>
                    <a:pt x="1835321" y="125680"/>
                  </a:cubicBezTo>
                  <a:cubicBezTo>
                    <a:pt x="1833698" y="127303"/>
                    <a:pt x="1832075" y="128926"/>
                    <a:pt x="1832075" y="128926"/>
                  </a:cubicBezTo>
                  <a:cubicBezTo>
                    <a:pt x="1832075" y="128926"/>
                    <a:pt x="1832075" y="128926"/>
                    <a:pt x="1836944" y="127303"/>
                  </a:cubicBezTo>
                  <a:cubicBezTo>
                    <a:pt x="1836944" y="127303"/>
                    <a:pt x="1836944" y="127303"/>
                    <a:pt x="1838567" y="124057"/>
                  </a:cubicBezTo>
                  <a:cubicBezTo>
                    <a:pt x="1840190" y="122435"/>
                    <a:pt x="1840190" y="122435"/>
                    <a:pt x="1840190" y="120812"/>
                  </a:cubicBezTo>
                  <a:cubicBezTo>
                    <a:pt x="1841813" y="120812"/>
                    <a:pt x="1840190" y="120812"/>
                    <a:pt x="1843437" y="119189"/>
                  </a:cubicBezTo>
                  <a:cubicBezTo>
                    <a:pt x="1845060" y="117566"/>
                    <a:pt x="1853175" y="114320"/>
                    <a:pt x="1853175" y="114320"/>
                  </a:cubicBezTo>
                  <a:cubicBezTo>
                    <a:pt x="1853175" y="114320"/>
                    <a:pt x="1853175" y="114320"/>
                    <a:pt x="1858044" y="111075"/>
                  </a:cubicBezTo>
                  <a:cubicBezTo>
                    <a:pt x="1859667" y="111075"/>
                    <a:pt x="1862914" y="107829"/>
                    <a:pt x="1864537" y="107829"/>
                  </a:cubicBezTo>
                  <a:cubicBezTo>
                    <a:pt x="1864537" y="107829"/>
                    <a:pt x="1866160" y="106206"/>
                    <a:pt x="1866160" y="106206"/>
                  </a:cubicBezTo>
                  <a:cubicBezTo>
                    <a:pt x="1867783" y="106206"/>
                    <a:pt x="1867783" y="104583"/>
                    <a:pt x="1869406" y="104583"/>
                  </a:cubicBezTo>
                  <a:cubicBezTo>
                    <a:pt x="1871029" y="102960"/>
                    <a:pt x="1872652" y="102960"/>
                    <a:pt x="1872652" y="102960"/>
                  </a:cubicBezTo>
                  <a:cubicBezTo>
                    <a:pt x="1872652" y="102960"/>
                    <a:pt x="1872652" y="102960"/>
                    <a:pt x="1885637" y="94846"/>
                  </a:cubicBezTo>
                  <a:cubicBezTo>
                    <a:pt x="1885637" y="94846"/>
                    <a:pt x="1887260" y="93223"/>
                    <a:pt x="1888883" y="93223"/>
                  </a:cubicBezTo>
                  <a:cubicBezTo>
                    <a:pt x="1888883" y="91600"/>
                    <a:pt x="1888883" y="91600"/>
                    <a:pt x="1890506" y="89978"/>
                  </a:cubicBezTo>
                  <a:cubicBezTo>
                    <a:pt x="1892129" y="89978"/>
                    <a:pt x="1892129" y="89978"/>
                    <a:pt x="1893752" y="89978"/>
                  </a:cubicBezTo>
                  <a:cubicBezTo>
                    <a:pt x="1895376" y="88355"/>
                    <a:pt x="1895376" y="88355"/>
                    <a:pt x="1895376" y="88355"/>
                  </a:cubicBezTo>
                  <a:cubicBezTo>
                    <a:pt x="1896999" y="88355"/>
                    <a:pt x="1898622" y="88355"/>
                    <a:pt x="1900245" y="88355"/>
                  </a:cubicBezTo>
                  <a:cubicBezTo>
                    <a:pt x="1901868" y="86732"/>
                    <a:pt x="1903491" y="86732"/>
                    <a:pt x="1903491" y="88355"/>
                  </a:cubicBezTo>
                  <a:cubicBezTo>
                    <a:pt x="1903491" y="88355"/>
                    <a:pt x="1905114" y="88355"/>
                    <a:pt x="1903491" y="89978"/>
                  </a:cubicBezTo>
                  <a:cubicBezTo>
                    <a:pt x="1903491" y="91600"/>
                    <a:pt x="1901868" y="93223"/>
                    <a:pt x="1901868" y="94846"/>
                  </a:cubicBezTo>
                  <a:cubicBezTo>
                    <a:pt x="1901868" y="94846"/>
                    <a:pt x="1901868" y="96469"/>
                    <a:pt x="1901868" y="96469"/>
                  </a:cubicBezTo>
                  <a:cubicBezTo>
                    <a:pt x="1901868" y="96469"/>
                    <a:pt x="1901868" y="96469"/>
                    <a:pt x="1905114" y="94846"/>
                  </a:cubicBezTo>
                  <a:cubicBezTo>
                    <a:pt x="1905114" y="94846"/>
                    <a:pt x="1908360" y="93223"/>
                    <a:pt x="1908360" y="93223"/>
                  </a:cubicBezTo>
                  <a:cubicBezTo>
                    <a:pt x="1908360" y="93223"/>
                    <a:pt x="1909983" y="91600"/>
                    <a:pt x="1909983" y="91600"/>
                  </a:cubicBezTo>
                  <a:cubicBezTo>
                    <a:pt x="1911606" y="91600"/>
                    <a:pt x="1911606" y="91600"/>
                    <a:pt x="1913230" y="91600"/>
                  </a:cubicBezTo>
                  <a:cubicBezTo>
                    <a:pt x="1914853" y="91600"/>
                    <a:pt x="1924591" y="91600"/>
                    <a:pt x="1924591" y="91600"/>
                  </a:cubicBezTo>
                  <a:cubicBezTo>
                    <a:pt x="1924591" y="91600"/>
                    <a:pt x="1924591" y="91600"/>
                    <a:pt x="1927837" y="93223"/>
                  </a:cubicBezTo>
                  <a:cubicBezTo>
                    <a:pt x="1927837" y="93223"/>
                    <a:pt x="1929461" y="93223"/>
                    <a:pt x="1931084" y="94846"/>
                  </a:cubicBezTo>
                  <a:cubicBezTo>
                    <a:pt x="1931084" y="94846"/>
                    <a:pt x="1932707" y="94846"/>
                    <a:pt x="1934330" y="94846"/>
                  </a:cubicBezTo>
                  <a:cubicBezTo>
                    <a:pt x="1934330" y="94846"/>
                    <a:pt x="1937576" y="94846"/>
                    <a:pt x="1937576" y="94846"/>
                  </a:cubicBezTo>
                  <a:cubicBezTo>
                    <a:pt x="1939199" y="94846"/>
                    <a:pt x="1940822" y="93223"/>
                    <a:pt x="1940822" y="93223"/>
                  </a:cubicBezTo>
                  <a:cubicBezTo>
                    <a:pt x="1940822" y="91600"/>
                    <a:pt x="1944068" y="89978"/>
                    <a:pt x="1944068" y="89978"/>
                  </a:cubicBezTo>
                  <a:cubicBezTo>
                    <a:pt x="1944068" y="89978"/>
                    <a:pt x="1944068" y="89978"/>
                    <a:pt x="1947315" y="86732"/>
                  </a:cubicBezTo>
                  <a:cubicBezTo>
                    <a:pt x="1947315" y="86732"/>
                    <a:pt x="1948938" y="85109"/>
                    <a:pt x="1950561" y="83486"/>
                  </a:cubicBezTo>
                  <a:cubicBezTo>
                    <a:pt x="1950561" y="81863"/>
                    <a:pt x="1960299" y="76995"/>
                    <a:pt x="1961922" y="76995"/>
                  </a:cubicBezTo>
                  <a:cubicBezTo>
                    <a:pt x="1961922" y="76995"/>
                    <a:pt x="1965169" y="76995"/>
                    <a:pt x="1965169" y="75372"/>
                  </a:cubicBezTo>
                  <a:cubicBezTo>
                    <a:pt x="1965169" y="75372"/>
                    <a:pt x="1966792" y="73749"/>
                    <a:pt x="1968415" y="73749"/>
                  </a:cubicBezTo>
                  <a:cubicBezTo>
                    <a:pt x="1970038" y="73749"/>
                    <a:pt x="1971661" y="75372"/>
                    <a:pt x="1973284" y="73749"/>
                  </a:cubicBezTo>
                  <a:cubicBezTo>
                    <a:pt x="1974907" y="73749"/>
                    <a:pt x="1987892" y="75372"/>
                    <a:pt x="1987892" y="75372"/>
                  </a:cubicBezTo>
                  <a:cubicBezTo>
                    <a:pt x="1987892" y="73749"/>
                    <a:pt x="1992761" y="73749"/>
                    <a:pt x="1992761" y="73749"/>
                  </a:cubicBezTo>
                  <a:cubicBezTo>
                    <a:pt x="1992761" y="73749"/>
                    <a:pt x="1996007" y="73749"/>
                    <a:pt x="1997630" y="73749"/>
                  </a:cubicBezTo>
                  <a:cubicBezTo>
                    <a:pt x="1997630" y="73749"/>
                    <a:pt x="1997630" y="72126"/>
                    <a:pt x="2000877" y="73749"/>
                  </a:cubicBezTo>
                  <a:cubicBezTo>
                    <a:pt x="2005746" y="75372"/>
                    <a:pt x="2017108" y="78618"/>
                    <a:pt x="2017108" y="78618"/>
                  </a:cubicBezTo>
                  <a:cubicBezTo>
                    <a:pt x="2018731" y="78618"/>
                    <a:pt x="2021977" y="80240"/>
                    <a:pt x="2021977" y="80240"/>
                  </a:cubicBezTo>
                  <a:cubicBezTo>
                    <a:pt x="2023600" y="80240"/>
                    <a:pt x="2025223" y="80240"/>
                    <a:pt x="2026846" y="80240"/>
                  </a:cubicBezTo>
                  <a:cubicBezTo>
                    <a:pt x="2028469" y="80240"/>
                    <a:pt x="2030092" y="80240"/>
                    <a:pt x="2033339" y="80240"/>
                  </a:cubicBezTo>
                  <a:cubicBezTo>
                    <a:pt x="2034962" y="81863"/>
                    <a:pt x="2038208" y="83486"/>
                    <a:pt x="2038208" y="83486"/>
                  </a:cubicBezTo>
                  <a:cubicBezTo>
                    <a:pt x="2038208" y="85109"/>
                    <a:pt x="2039831" y="85109"/>
                    <a:pt x="2041454" y="86732"/>
                  </a:cubicBezTo>
                  <a:cubicBezTo>
                    <a:pt x="2043077" y="88355"/>
                    <a:pt x="2044700" y="88355"/>
                    <a:pt x="2044700" y="88355"/>
                  </a:cubicBezTo>
                  <a:cubicBezTo>
                    <a:pt x="2044700" y="89978"/>
                    <a:pt x="2044700" y="89978"/>
                    <a:pt x="2043077" y="91600"/>
                  </a:cubicBezTo>
                  <a:cubicBezTo>
                    <a:pt x="2041454" y="93223"/>
                    <a:pt x="2030092" y="104583"/>
                    <a:pt x="2028469" y="104583"/>
                  </a:cubicBezTo>
                  <a:cubicBezTo>
                    <a:pt x="2028469" y="104583"/>
                    <a:pt x="2025223" y="106206"/>
                    <a:pt x="2025223" y="106206"/>
                  </a:cubicBezTo>
                  <a:cubicBezTo>
                    <a:pt x="2023600" y="106206"/>
                    <a:pt x="2017108" y="107829"/>
                    <a:pt x="2017108" y="109452"/>
                  </a:cubicBezTo>
                  <a:cubicBezTo>
                    <a:pt x="2015484" y="109452"/>
                    <a:pt x="2015484" y="109452"/>
                    <a:pt x="2013861" y="109452"/>
                  </a:cubicBezTo>
                  <a:cubicBezTo>
                    <a:pt x="2013861" y="111075"/>
                    <a:pt x="2012238" y="111075"/>
                    <a:pt x="2010615" y="111075"/>
                  </a:cubicBezTo>
                  <a:cubicBezTo>
                    <a:pt x="2008992" y="111075"/>
                    <a:pt x="2007369" y="109452"/>
                    <a:pt x="2005746" y="109452"/>
                  </a:cubicBezTo>
                  <a:cubicBezTo>
                    <a:pt x="2004123" y="111075"/>
                    <a:pt x="2002500" y="109452"/>
                    <a:pt x="2002500" y="109452"/>
                  </a:cubicBezTo>
                  <a:cubicBezTo>
                    <a:pt x="2000877" y="109452"/>
                    <a:pt x="2000877" y="109452"/>
                    <a:pt x="1999254" y="111075"/>
                  </a:cubicBezTo>
                  <a:cubicBezTo>
                    <a:pt x="1999254" y="111075"/>
                    <a:pt x="1999254" y="111075"/>
                    <a:pt x="1999254" y="112697"/>
                  </a:cubicBezTo>
                  <a:cubicBezTo>
                    <a:pt x="1999254" y="114320"/>
                    <a:pt x="2000877" y="114320"/>
                    <a:pt x="2000877" y="115943"/>
                  </a:cubicBezTo>
                  <a:cubicBezTo>
                    <a:pt x="2000877" y="115943"/>
                    <a:pt x="2002500" y="117566"/>
                    <a:pt x="2000877" y="119189"/>
                  </a:cubicBezTo>
                  <a:cubicBezTo>
                    <a:pt x="2000877" y="120812"/>
                    <a:pt x="1996007" y="122435"/>
                    <a:pt x="1994384" y="122435"/>
                  </a:cubicBezTo>
                  <a:cubicBezTo>
                    <a:pt x="1994384" y="122435"/>
                    <a:pt x="1989515" y="122435"/>
                    <a:pt x="1989515" y="122435"/>
                  </a:cubicBezTo>
                  <a:cubicBezTo>
                    <a:pt x="1989515" y="122435"/>
                    <a:pt x="1989515" y="122435"/>
                    <a:pt x="1986269" y="122435"/>
                  </a:cubicBezTo>
                  <a:cubicBezTo>
                    <a:pt x="1986269" y="122435"/>
                    <a:pt x="1986269" y="122435"/>
                    <a:pt x="1981400" y="124057"/>
                  </a:cubicBezTo>
                  <a:cubicBezTo>
                    <a:pt x="1981400" y="124057"/>
                    <a:pt x="1979776" y="124057"/>
                    <a:pt x="1978153" y="124057"/>
                  </a:cubicBezTo>
                  <a:cubicBezTo>
                    <a:pt x="1976530" y="125680"/>
                    <a:pt x="1976530" y="127303"/>
                    <a:pt x="1974907" y="127303"/>
                  </a:cubicBezTo>
                  <a:cubicBezTo>
                    <a:pt x="1974907" y="127303"/>
                    <a:pt x="1971661" y="127303"/>
                    <a:pt x="1970038" y="127303"/>
                  </a:cubicBezTo>
                  <a:cubicBezTo>
                    <a:pt x="1966792" y="127303"/>
                    <a:pt x="1968415" y="127303"/>
                    <a:pt x="1966792" y="127303"/>
                  </a:cubicBezTo>
                  <a:cubicBezTo>
                    <a:pt x="1966792" y="127303"/>
                    <a:pt x="1966792" y="127303"/>
                    <a:pt x="1953807" y="125680"/>
                  </a:cubicBezTo>
                  <a:cubicBezTo>
                    <a:pt x="1953807" y="125680"/>
                    <a:pt x="1953807" y="125680"/>
                    <a:pt x="1948938" y="127303"/>
                  </a:cubicBezTo>
                  <a:cubicBezTo>
                    <a:pt x="1948938" y="127303"/>
                    <a:pt x="1947315" y="127303"/>
                    <a:pt x="1945691" y="127303"/>
                  </a:cubicBezTo>
                  <a:cubicBezTo>
                    <a:pt x="1945691" y="127303"/>
                    <a:pt x="1945691" y="125680"/>
                    <a:pt x="1944068" y="125680"/>
                  </a:cubicBezTo>
                  <a:cubicBezTo>
                    <a:pt x="1942445" y="125680"/>
                    <a:pt x="1940822" y="127303"/>
                    <a:pt x="1940822" y="127303"/>
                  </a:cubicBezTo>
                  <a:cubicBezTo>
                    <a:pt x="1940822" y="127303"/>
                    <a:pt x="1940822" y="127303"/>
                    <a:pt x="1934330" y="130549"/>
                  </a:cubicBezTo>
                  <a:cubicBezTo>
                    <a:pt x="1934330" y="130549"/>
                    <a:pt x="1934330" y="133794"/>
                    <a:pt x="1935953" y="132172"/>
                  </a:cubicBezTo>
                  <a:cubicBezTo>
                    <a:pt x="1937576" y="132172"/>
                    <a:pt x="1942445" y="132172"/>
                    <a:pt x="1942445" y="132172"/>
                  </a:cubicBezTo>
                  <a:cubicBezTo>
                    <a:pt x="1942445" y="132172"/>
                    <a:pt x="1942445" y="132172"/>
                    <a:pt x="1944068" y="130549"/>
                  </a:cubicBezTo>
                  <a:cubicBezTo>
                    <a:pt x="1944068" y="130549"/>
                    <a:pt x="1944068" y="130549"/>
                    <a:pt x="1947315" y="128926"/>
                  </a:cubicBezTo>
                  <a:cubicBezTo>
                    <a:pt x="1947315" y="128926"/>
                    <a:pt x="1947315" y="128926"/>
                    <a:pt x="1948938" y="128926"/>
                  </a:cubicBezTo>
                  <a:cubicBezTo>
                    <a:pt x="1950561" y="130549"/>
                    <a:pt x="1955430" y="130549"/>
                    <a:pt x="1955430" y="130549"/>
                  </a:cubicBezTo>
                  <a:cubicBezTo>
                    <a:pt x="1955430" y="130549"/>
                    <a:pt x="1958676" y="130549"/>
                    <a:pt x="1958676" y="130549"/>
                  </a:cubicBezTo>
                  <a:cubicBezTo>
                    <a:pt x="1958676" y="130549"/>
                    <a:pt x="1958676" y="130549"/>
                    <a:pt x="1960299" y="132172"/>
                  </a:cubicBezTo>
                  <a:cubicBezTo>
                    <a:pt x="1960299" y="132172"/>
                    <a:pt x="1968415" y="132172"/>
                    <a:pt x="1968415" y="132172"/>
                  </a:cubicBezTo>
                  <a:cubicBezTo>
                    <a:pt x="1970038" y="132172"/>
                    <a:pt x="1968415" y="130549"/>
                    <a:pt x="1970038" y="132172"/>
                  </a:cubicBezTo>
                  <a:cubicBezTo>
                    <a:pt x="1973284" y="132172"/>
                    <a:pt x="1974907" y="130549"/>
                    <a:pt x="1973284" y="133794"/>
                  </a:cubicBezTo>
                  <a:cubicBezTo>
                    <a:pt x="1971661" y="137040"/>
                    <a:pt x="1971661" y="138663"/>
                    <a:pt x="1970038" y="138663"/>
                  </a:cubicBezTo>
                  <a:cubicBezTo>
                    <a:pt x="1968415" y="140286"/>
                    <a:pt x="1966792" y="140286"/>
                    <a:pt x="1965169" y="141909"/>
                  </a:cubicBezTo>
                  <a:cubicBezTo>
                    <a:pt x="1963546" y="143532"/>
                    <a:pt x="1961922" y="143532"/>
                    <a:pt x="1961922" y="143532"/>
                  </a:cubicBezTo>
                  <a:cubicBezTo>
                    <a:pt x="1960299" y="145154"/>
                    <a:pt x="1948938" y="148400"/>
                    <a:pt x="1948938" y="148400"/>
                  </a:cubicBezTo>
                  <a:cubicBezTo>
                    <a:pt x="1947315" y="148400"/>
                    <a:pt x="1944068" y="148400"/>
                    <a:pt x="1944068" y="148400"/>
                  </a:cubicBezTo>
                  <a:cubicBezTo>
                    <a:pt x="1944068" y="148400"/>
                    <a:pt x="1944068" y="148400"/>
                    <a:pt x="1939199" y="148400"/>
                  </a:cubicBezTo>
                  <a:cubicBezTo>
                    <a:pt x="1939199" y="148400"/>
                    <a:pt x="1937576" y="148400"/>
                    <a:pt x="1935953" y="148400"/>
                  </a:cubicBezTo>
                  <a:cubicBezTo>
                    <a:pt x="1934330" y="148400"/>
                    <a:pt x="1932707" y="146777"/>
                    <a:pt x="1931084" y="146777"/>
                  </a:cubicBezTo>
                  <a:cubicBezTo>
                    <a:pt x="1929461" y="146777"/>
                    <a:pt x="1926214" y="146777"/>
                    <a:pt x="1924591" y="146777"/>
                  </a:cubicBezTo>
                  <a:cubicBezTo>
                    <a:pt x="1922968" y="146777"/>
                    <a:pt x="1922968" y="146777"/>
                    <a:pt x="1921345" y="146777"/>
                  </a:cubicBezTo>
                  <a:cubicBezTo>
                    <a:pt x="1919722" y="146777"/>
                    <a:pt x="1918099" y="146777"/>
                    <a:pt x="1918099" y="146777"/>
                  </a:cubicBezTo>
                  <a:cubicBezTo>
                    <a:pt x="1918099" y="146777"/>
                    <a:pt x="1916476" y="146777"/>
                    <a:pt x="1916476" y="146777"/>
                  </a:cubicBezTo>
                  <a:lnTo>
                    <a:pt x="1913230" y="146777"/>
                  </a:lnTo>
                  <a:lnTo>
                    <a:pt x="1911606" y="146777"/>
                  </a:lnTo>
                  <a:cubicBezTo>
                    <a:pt x="1909983" y="146777"/>
                    <a:pt x="1908360" y="146777"/>
                    <a:pt x="1908360" y="146777"/>
                  </a:cubicBezTo>
                  <a:cubicBezTo>
                    <a:pt x="1908360" y="146777"/>
                    <a:pt x="1908360" y="146777"/>
                    <a:pt x="1906737" y="146777"/>
                  </a:cubicBezTo>
                  <a:cubicBezTo>
                    <a:pt x="1906737" y="146777"/>
                    <a:pt x="1900245" y="151646"/>
                    <a:pt x="1900245" y="151646"/>
                  </a:cubicBezTo>
                  <a:cubicBezTo>
                    <a:pt x="1900245" y="151646"/>
                    <a:pt x="1900245" y="151646"/>
                    <a:pt x="1898622" y="153269"/>
                  </a:cubicBezTo>
                  <a:cubicBezTo>
                    <a:pt x="1898622" y="153269"/>
                    <a:pt x="1895376" y="156514"/>
                    <a:pt x="1893752" y="156514"/>
                  </a:cubicBezTo>
                  <a:cubicBezTo>
                    <a:pt x="1893752" y="156514"/>
                    <a:pt x="1893752" y="158137"/>
                    <a:pt x="1893752" y="159760"/>
                  </a:cubicBezTo>
                  <a:cubicBezTo>
                    <a:pt x="1895376" y="161383"/>
                    <a:pt x="1895376" y="163006"/>
                    <a:pt x="1896999" y="163006"/>
                  </a:cubicBezTo>
                  <a:cubicBezTo>
                    <a:pt x="1898622" y="163006"/>
                    <a:pt x="1900245" y="163006"/>
                    <a:pt x="1900245" y="163006"/>
                  </a:cubicBezTo>
                  <a:cubicBezTo>
                    <a:pt x="1900245" y="161383"/>
                    <a:pt x="1900245" y="161383"/>
                    <a:pt x="1900245" y="159760"/>
                  </a:cubicBezTo>
                  <a:cubicBezTo>
                    <a:pt x="1901868" y="159760"/>
                    <a:pt x="1903491" y="158137"/>
                    <a:pt x="1903491" y="156514"/>
                  </a:cubicBezTo>
                  <a:cubicBezTo>
                    <a:pt x="1903491" y="156514"/>
                    <a:pt x="1905114" y="154892"/>
                    <a:pt x="1905114" y="154892"/>
                  </a:cubicBezTo>
                  <a:cubicBezTo>
                    <a:pt x="1905114" y="153269"/>
                    <a:pt x="1905114" y="151646"/>
                    <a:pt x="1905114" y="151646"/>
                  </a:cubicBezTo>
                  <a:cubicBezTo>
                    <a:pt x="1905114" y="151646"/>
                    <a:pt x="1905114" y="150023"/>
                    <a:pt x="1905114" y="150023"/>
                  </a:cubicBezTo>
                  <a:cubicBezTo>
                    <a:pt x="1906737" y="148400"/>
                    <a:pt x="1906737" y="150023"/>
                    <a:pt x="1908360" y="148400"/>
                  </a:cubicBezTo>
                  <a:cubicBezTo>
                    <a:pt x="1911606" y="148400"/>
                    <a:pt x="1911606" y="146777"/>
                    <a:pt x="1913230" y="146777"/>
                  </a:cubicBezTo>
                  <a:cubicBezTo>
                    <a:pt x="1913230" y="146777"/>
                    <a:pt x="1916476" y="148400"/>
                    <a:pt x="1916476" y="148400"/>
                  </a:cubicBezTo>
                  <a:cubicBezTo>
                    <a:pt x="1918099" y="148400"/>
                    <a:pt x="1918099" y="150023"/>
                    <a:pt x="1918099" y="150023"/>
                  </a:cubicBezTo>
                  <a:cubicBezTo>
                    <a:pt x="1918099" y="150023"/>
                    <a:pt x="1918099" y="151646"/>
                    <a:pt x="1919722" y="151646"/>
                  </a:cubicBezTo>
                  <a:cubicBezTo>
                    <a:pt x="1921345" y="151646"/>
                    <a:pt x="1921345" y="150023"/>
                    <a:pt x="1922968" y="150023"/>
                  </a:cubicBezTo>
                  <a:cubicBezTo>
                    <a:pt x="1924591" y="151646"/>
                    <a:pt x="1926214" y="150023"/>
                    <a:pt x="1926214" y="150023"/>
                  </a:cubicBezTo>
                  <a:cubicBezTo>
                    <a:pt x="1927837" y="150023"/>
                    <a:pt x="1929461" y="150023"/>
                    <a:pt x="1929461" y="150023"/>
                  </a:cubicBezTo>
                  <a:cubicBezTo>
                    <a:pt x="1929461" y="150023"/>
                    <a:pt x="1931084" y="151646"/>
                    <a:pt x="1931084" y="151646"/>
                  </a:cubicBezTo>
                  <a:cubicBezTo>
                    <a:pt x="1931084" y="151646"/>
                    <a:pt x="1932707" y="150023"/>
                    <a:pt x="1934330" y="150023"/>
                  </a:cubicBezTo>
                  <a:cubicBezTo>
                    <a:pt x="1937576" y="151646"/>
                    <a:pt x="1939199" y="150023"/>
                    <a:pt x="1939199" y="150023"/>
                  </a:cubicBezTo>
                  <a:cubicBezTo>
                    <a:pt x="1939199" y="150023"/>
                    <a:pt x="1939199" y="150023"/>
                    <a:pt x="1940822" y="150023"/>
                  </a:cubicBezTo>
                  <a:cubicBezTo>
                    <a:pt x="1940822" y="151646"/>
                    <a:pt x="1942445" y="150023"/>
                    <a:pt x="1942445" y="150023"/>
                  </a:cubicBezTo>
                  <a:cubicBezTo>
                    <a:pt x="1944068" y="151646"/>
                    <a:pt x="1945691" y="151646"/>
                    <a:pt x="1945691" y="151646"/>
                  </a:cubicBezTo>
                  <a:cubicBezTo>
                    <a:pt x="1945691" y="151646"/>
                    <a:pt x="1947315" y="151646"/>
                    <a:pt x="1947315" y="151646"/>
                  </a:cubicBezTo>
                  <a:cubicBezTo>
                    <a:pt x="1947315" y="153269"/>
                    <a:pt x="1948938" y="153269"/>
                    <a:pt x="1948938" y="153269"/>
                  </a:cubicBezTo>
                  <a:cubicBezTo>
                    <a:pt x="1948938" y="154892"/>
                    <a:pt x="1948938" y="156514"/>
                    <a:pt x="1947315" y="158137"/>
                  </a:cubicBezTo>
                  <a:cubicBezTo>
                    <a:pt x="1945691" y="159760"/>
                    <a:pt x="1944068" y="159760"/>
                    <a:pt x="1942445" y="161383"/>
                  </a:cubicBezTo>
                  <a:cubicBezTo>
                    <a:pt x="1940822" y="163006"/>
                    <a:pt x="1939199" y="161383"/>
                    <a:pt x="1939199" y="163006"/>
                  </a:cubicBezTo>
                  <a:cubicBezTo>
                    <a:pt x="1937576" y="166252"/>
                    <a:pt x="1935953" y="166252"/>
                    <a:pt x="1934330" y="167874"/>
                  </a:cubicBezTo>
                  <a:cubicBezTo>
                    <a:pt x="1932707" y="167874"/>
                    <a:pt x="1934330" y="166252"/>
                    <a:pt x="1931084" y="167874"/>
                  </a:cubicBezTo>
                  <a:cubicBezTo>
                    <a:pt x="1929461" y="167874"/>
                    <a:pt x="1926214" y="167874"/>
                    <a:pt x="1926214" y="167874"/>
                  </a:cubicBezTo>
                  <a:cubicBezTo>
                    <a:pt x="1924591" y="167874"/>
                    <a:pt x="1922968" y="166252"/>
                    <a:pt x="1922968" y="166252"/>
                  </a:cubicBezTo>
                  <a:cubicBezTo>
                    <a:pt x="1921345" y="166252"/>
                    <a:pt x="1921345" y="164629"/>
                    <a:pt x="1919722" y="164629"/>
                  </a:cubicBezTo>
                  <a:cubicBezTo>
                    <a:pt x="1918099" y="166252"/>
                    <a:pt x="1916476" y="164629"/>
                    <a:pt x="1914853" y="166252"/>
                  </a:cubicBezTo>
                  <a:cubicBezTo>
                    <a:pt x="1913230" y="167874"/>
                    <a:pt x="1913230" y="167874"/>
                    <a:pt x="1913230" y="171120"/>
                  </a:cubicBezTo>
                  <a:cubicBezTo>
                    <a:pt x="1911606" y="172743"/>
                    <a:pt x="1911606" y="171120"/>
                    <a:pt x="1911606" y="172743"/>
                  </a:cubicBezTo>
                  <a:cubicBezTo>
                    <a:pt x="1911606" y="175989"/>
                    <a:pt x="1911606" y="177611"/>
                    <a:pt x="1911606" y="179234"/>
                  </a:cubicBezTo>
                  <a:cubicBezTo>
                    <a:pt x="1911606" y="179234"/>
                    <a:pt x="1911606" y="179234"/>
                    <a:pt x="1913230" y="180857"/>
                  </a:cubicBezTo>
                  <a:cubicBezTo>
                    <a:pt x="1913230" y="180857"/>
                    <a:pt x="1913230" y="180857"/>
                    <a:pt x="1919722" y="182480"/>
                  </a:cubicBezTo>
                  <a:cubicBezTo>
                    <a:pt x="1919722" y="182480"/>
                    <a:pt x="1919722" y="182480"/>
                    <a:pt x="1921345" y="185726"/>
                  </a:cubicBezTo>
                  <a:cubicBezTo>
                    <a:pt x="1921345" y="185726"/>
                    <a:pt x="1919722" y="187349"/>
                    <a:pt x="1918099" y="187349"/>
                  </a:cubicBezTo>
                  <a:cubicBezTo>
                    <a:pt x="1918099" y="187349"/>
                    <a:pt x="1914853" y="188971"/>
                    <a:pt x="1913230" y="188971"/>
                  </a:cubicBezTo>
                  <a:cubicBezTo>
                    <a:pt x="1911606" y="188971"/>
                    <a:pt x="1911606" y="190594"/>
                    <a:pt x="1909983" y="192217"/>
                  </a:cubicBezTo>
                  <a:cubicBezTo>
                    <a:pt x="1908360" y="193840"/>
                    <a:pt x="1906737" y="193840"/>
                    <a:pt x="1905114" y="195463"/>
                  </a:cubicBezTo>
                  <a:cubicBezTo>
                    <a:pt x="1903491" y="195463"/>
                    <a:pt x="1906737" y="197086"/>
                    <a:pt x="1906737" y="197086"/>
                  </a:cubicBezTo>
                  <a:cubicBezTo>
                    <a:pt x="1905114" y="198709"/>
                    <a:pt x="1905114" y="198709"/>
                    <a:pt x="1903491" y="200331"/>
                  </a:cubicBezTo>
                  <a:cubicBezTo>
                    <a:pt x="1901868" y="200331"/>
                    <a:pt x="1900245" y="200331"/>
                    <a:pt x="1900245" y="200331"/>
                  </a:cubicBezTo>
                  <a:cubicBezTo>
                    <a:pt x="1900245" y="200331"/>
                    <a:pt x="1895376" y="201954"/>
                    <a:pt x="1893752" y="201954"/>
                  </a:cubicBezTo>
                  <a:cubicBezTo>
                    <a:pt x="1893752" y="201954"/>
                    <a:pt x="1893752" y="201954"/>
                    <a:pt x="1892129" y="201954"/>
                  </a:cubicBezTo>
                  <a:cubicBezTo>
                    <a:pt x="1890506" y="201954"/>
                    <a:pt x="1890506" y="201954"/>
                    <a:pt x="1888883" y="203577"/>
                  </a:cubicBezTo>
                  <a:cubicBezTo>
                    <a:pt x="1885637" y="205200"/>
                    <a:pt x="1885637" y="203577"/>
                    <a:pt x="1885637" y="206823"/>
                  </a:cubicBezTo>
                  <a:cubicBezTo>
                    <a:pt x="1884014" y="208446"/>
                    <a:pt x="1884014" y="210068"/>
                    <a:pt x="1885637" y="210068"/>
                  </a:cubicBezTo>
                  <a:cubicBezTo>
                    <a:pt x="1885637" y="211691"/>
                    <a:pt x="1885637" y="211691"/>
                    <a:pt x="1885637" y="213314"/>
                  </a:cubicBezTo>
                  <a:cubicBezTo>
                    <a:pt x="1885637" y="214937"/>
                    <a:pt x="1885637" y="214937"/>
                    <a:pt x="1885637" y="216560"/>
                  </a:cubicBezTo>
                  <a:cubicBezTo>
                    <a:pt x="1884014" y="216560"/>
                    <a:pt x="1884014" y="216560"/>
                    <a:pt x="1882391" y="218183"/>
                  </a:cubicBezTo>
                  <a:cubicBezTo>
                    <a:pt x="1880768" y="219806"/>
                    <a:pt x="1879145" y="226297"/>
                    <a:pt x="1879145" y="226297"/>
                  </a:cubicBezTo>
                  <a:cubicBezTo>
                    <a:pt x="1879145" y="227920"/>
                    <a:pt x="1880768" y="227920"/>
                    <a:pt x="1880768" y="227920"/>
                  </a:cubicBezTo>
                  <a:cubicBezTo>
                    <a:pt x="1880768" y="227920"/>
                    <a:pt x="1879145" y="231166"/>
                    <a:pt x="1879145" y="231166"/>
                  </a:cubicBezTo>
                  <a:cubicBezTo>
                    <a:pt x="1879145" y="232788"/>
                    <a:pt x="1879145" y="232788"/>
                    <a:pt x="1877522" y="234411"/>
                  </a:cubicBezTo>
                  <a:cubicBezTo>
                    <a:pt x="1875898" y="236034"/>
                    <a:pt x="1875898" y="236034"/>
                    <a:pt x="1874275" y="237657"/>
                  </a:cubicBezTo>
                  <a:cubicBezTo>
                    <a:pt x="1872652" y="239280"/>
                    <a:pt x="1872652" y="237657"/>
                    <a:pt x="1872652" y="239280"/>
                  </a:cubicBezTo>
                  <a:cubicBezTo>
                    <a:pt x="1872652" y="240903"/>
                    <a:pt x="1872652" y="242525"/>
                    <a:pt x="1872652" y="244148"/>
                  </a:cubicBezTo>
                  <a:cubicBezTo>
                    <a:pt x="1872652" y="244148"/>
                    <a:pt x="1872652" y="244148"/>
                    <a:pt x="1872652" y="245771"/>
                  </a:cubicBezTo>
                  <a:cubicBezTo>
                    <a:pt x="1872652" y="245771"/>
                    <a:pt x="1874275" y="247394"/>
                    <a:pt x="1874275" y="247394"/>
                  </a:cubicBezTo>
                  <a:cubicBezTo>
                    <a:pt x="1874275" y="247394"/>
                    <a:pt x="1875898" y="244148"/>
                    <a:pt x="1879145" y="242525"/>
                  </a:cubicBezTo>
                  <a:cubicBezTo>
                    <a:pt x="1880768" y="240903"/>
                    <a:pt x="1880768" y="239280"/>
                    <a:pt x="1880768" y="239280"/>
                  </a:cubicBezTo>
                  <a:cubicBezTo>
                    <a:pt x="1882391" y="239280"/>
                    <a:pt x="1884014" y="237657"/>
                    <a:pt x="1884014" y="236034"/>
                  </a:cubicBezTo>
                  <a:cubicBezTo>
                    <a:pt x="1885637" y="236034"/>
                    <a:pt x="1887260" y="236034"/>
                    <a:pt x="1887260" y="236034"/>
                  </a:cubicBezTo>
                  <a:cubicBezTo>
                    <a:pt x="1888883" y="236034"/>
                    <a:pt x="1887260" y="236034"/>
                    <a:pt x="1888883" y="236034"/>
                  </a:cubicBezTo>
                  <a:cubicBezTo>
                    <a:pt x="1892129" y="236034"/>
                    <a:pt x="1892129" y="236034"/>
                    <a:pt x="1893752" y="236034"/>
                  </a:cubicBezTo>
                  <a:cubicBezTo>
                    <a:pt x="1895376" y="237657"/>
                    <a:pt x="1898622" y="237657"/>
                    <a:pt x="1898622" y="237657"/>
                  </a:cubicBezTo>
                  <a:cubicBezTo>
                    <a:pt x="1900245" y="237657"/>
                    <a:pt x="1901868" y="239280"/>
                    <a:pt x="1900245" y="239280"/>
                  </a:cubicBezTo>
                  <a:cubicBezTo>
                    <a:pt x="1900245" y="239280"/>
                    <a:pt x="1901868" y="239280"/>
                    <a:pt x="1903491" y="239280"/>
                  </a:cubicBezTo>
                  <a:cubicBezTo>
                    <a:pt x="1905114" y="239280"/>
                    <a:pt x="1908360" y="239280"/>
                    <a:pt x="1908360" y="239280"/>
                  </a:cubicBezTo>
                  <a:cubicBezTo>
                    <a:pt x="1908360" y="239280"/>
                    <a:pt x="1908360" y="239280"/>
                    <a:pt x="1911606" y="239280"/>
                  </a:cubicBezTo>
                  <a:cubicBezTo>
                    <a:pt x="1911606" y="239280"/>
                    <a:pt x="1911606" y="239280"/>
                    <a:pt x="1913230" y="240903"/>
                  </a:cubicBezTo>
                  <a:cubicBezTo>
                    <a:pt x="1913230" y="240903"/>
                    <a:pt x="1913230" y="240903"/>
                    <a:pt x="1914853" y="242525"/>
                  </a:cubicBezTo>
                  <a:cubicBezTo>
                    <a:pt x="1914853" y="242525"/>
                    <a:pt x="1914853" y="242525"/>
                    <a:pt x="1918099" y="242525"/>
                  </a:cubicBezTo>
                  <a:cubicBezTo>
                    <a:pt x="1918099" y="242525"/>
                    <a:pt x="1918099" y="242525"/>
                    <a:pt x="1921345" y="244148"/>
                  </a:cubicBezTo>
                  <a:cubicBezTo>
                    <a:pt x="1921345" y="244148"/>
                    <a:pt x="1921345" y="244148"/>
                    <a:pt x="1924591" y="247394"/>
                  </a:cubicBezTo>
                  <a:cubicBezTo>
                    <a:pt x="1924591" y="247394"/>
                    <a:pt x="1924591" y="247394"/>
                    <a:pt x="1924591" y="249017"/>
                  </a:cubicBezTo>
                  <a:cubicBezTo>
                    <a:pt x="1924591" y="249017"/>
                    <a:pt x="1924591" y="249017"/>
                    <a:pt x="1921345" y="250640"/>
                  </a:cubicBezTo>
                  <a:cubicBezTo>
                    <a:pt x="1921345" y="250640"/>
                    <a:pt x="1921345" y="250640"/>
                    <a:pt x="1918099" y="250640"/>
                  </a:cubicBezTo>
                  <a:cubicBezTo>
                    <a:pt x="1918099" y="250640"/>
                    <a:pt x="1918099" y="250640"/>
                    <a:pt x="1916476" y="250640"/>
                  </a:cubicBezTo>
                  <a:cubicBezTo>
                    <a:pt x="1916476" y="250640"/>
                    <a:pt x="1916476" y="250640"/>
                    <a:pt x="1913230" y="250640"/>
                  </a:cubicBezTo>
                  <a:cubicBezTo>
                    <a:pt x="1913230" y="250640"/>
                    <a:pt x="1909983" y="249017"/>
                    <a:pt x="1909983" y="249017"/>
                  </a:cubicBezTo>
                  <a:cubicBezTo>
                    <a:pt x="1908360" y="249017"/>
                    <a:pt x="1908360" y="247394"/>
                    <a:pt x="1906737" y="247394"/>
                  </a:cubicBezTo>
                  <a:cubicBezTo>
                    <a:pt x="1905114" y="245771"/>
                    <a:pt x="1905114" y="245771"/>
                    <a:pt x="1903491" y="245771"/>
                  </a:cubicBezTo>
                  <a:cubicBezTo>
                    <a:pt x="1901868" y="244148"/>
                    <a:pt x="1903491" y="244148"/>
                    <a:pt x="1900245" y="244148"/>
                  </a:cubicBezTo>
                  <a:cubicBezTo>
                    <a:pt x="1898622" y="245771"/>
                    <a:pt x="1896999" y="245771"/>
                    <a:pt x="1896999" y="245771"/>
                  </a:cubicBezTo>
                  <a:cubicBezTo>
                    <a:pt x="1895376" y="245771"/>
                    <a:pt x="1895376" y="244148"/>
                    <a:pt x="1895376" y="245771"/>
                  </a:cubicBezTo>
                  <a:cubicBezTo>
                    <a:pt x="1893752" y="247394"/>
                    <a:pt x="1893752" y="249017"/>
                    <a:pt x="1895376" y="249017"/>
                  </a:cubicBezTo>
                  <a:cubicBezTo>
                    <a:pt x="1895376" y="250640"/>
                    <a:pt x="1895376" y="250640"/>
                    <a:pt x="1896999" y="250640"/>
                  </a:cubicBezTo>
                  <a:cubicBezTo>
                    <a:pt x="1896999" y="252263"/>
                    <a:pt x="1898622" y="250640"/>
                    <a:pt x="1898622" y="252263"/>
                  </a:cubicBezTo>
                  <a:cubicBezTo>
                    <a:pt x="1898622" y="253885"/>
                    <a:pt x="1898622" y="253885"/>
                    <a:pt x="1900245" y="253885"/>
                  </a:cubicBezTo>
                  <a:cubicBezTo>
                    <a:pt x="1900245" y="255508"/>
                    <a:pt x="1903491" y="255508"/>
                    <a:pt x="1903491" y="255508"/>
                  </a:cubicBezTo>
                  <a:cubicBezTo>
                    <a:pt x="1905114" y="255508"/>
                    <a:pt x="1905114" y="255508"/>
                    <a:pt x="1906737" y="255508"/>
                  </a:cubicBezTo>
                  <a:cubicBezTo>
                    <a:pt x="1906737" y="255508"/>
                    <a:pt x="1909983" y="255508"/>
                    <a:pt x="1909983" y="257131"/>
                  </a:cubicBezTo>
                  <a:cubicBezTo>
                    <a:pt x="1909983" y="257131"/>
                    <a:pt x="1909983" y="257131"/>
                    <a:pt x="1913230" y="258754"/>
                  </a:cubicBezTo>
                  <a:cubicBezTo>
                    <a:pt x="1913230" y="258754"/>
                    <a:pt x="1913230" y="258754"/>
                    <a:pt x="1914853" y="260377"/>
                  </a:cubicBezTo>
                  <a:cubicBezTo>
                    <a:pt x="1916476" y="260377"/>
                    <a:pt x="1919722" y="260377"/>
                    <a:pt x="1919722" y="260377"/>
                  </a:cubicBezTo>
                  <a:cubicBezTo>
                    <a:pt x="1919722" y="260377"/>
                    <a:pt x="1919722" y="260377"/>
                    <a:pt x="1922968" y="258754"/>
                  </a:cubicBezTo>
                  <a:cubicBezTo>
                    <a:pt x="1922968" y="258754"/>
                    <a:pt x="1922968" y="258754"/>
                    <a:pt x="1927837" y="258754"/>
                  </a:cubicBezTo>
                  <a:cubicBezTo>
                    <a:pt x="1927837" y="258754"/>
                    <a:pt x="1927837" y="258754"/>
                    <a:pt x="1934330" y="262000"/>
                  </a:cubicBezTo>
                  <a:cubicBezTo>
                    <a:pt x="1934330" y="262000"/>
                    <a:pt x="1934330" y="262000"/>
                    <a:pt x="1935953" y="260377"/>
                  </a:cubicBezTo>
                  <a:cubicBezTo>
                    <a:pt x="1935953" y="260377"/>
                    <a:pt x="1935953" y="260377"/>
                    <a:pt x="1937576" y="265245"/>
                  </a:cubicBezTo>
                  <a:cubicBezTo>
                    <a:pt x="1937576" y="265245"/>
                    <a:pt x="1937576" y="265245"/>
                    <a:pt x="1939199" y="268491"/>
                  </a:cubicBezTo>
                  <a:cubicBezTo>
                    <a:pt x="1939199" y="270114"/>
                    <a:pt x="1939199" y="271737"/>
                    <a:pt x="1939199" y="273360"/>
                  </a:cubicBezTo>
                  <a:cubicBezTo>
                    <a:pt x="1939199" y="274982"/>
                    <a:pt x="1939199" y="274982"/>
                    <a:pt x="1937576" y="276605"/>
                  </a:cubicBezTo>
                  <a:cubicBezTo>
                    <a:pt x="1935953" y="278228"/>
                    <a:pt x="1937576" y="278228"/>
                    <a:pt x="1935953" y="279851"/>
                  </a:cubicBezTo>
                  <a:cubicBezTo>
                    <a:pt x="1934330" y="279851"/>
                    <a:pt x="1937576" y="278228"/>
                    <a:pt x="1932707" y="279851"/>
                  </a:cubicBezTo>
                  <a:cubicBezTo>
                    <a:pt x="1929461" y="281474"/>
                    <a:pt x="1929461" y="279851"/>
                    <a:pt x="1927837" y="279851"/>
                  </a:cubicBezTo>
                  <a:cubicBezTo>
                    <a:pt x="1926214" y="279851"/>
                    <a:pt x="1926214" y="279851"/>
                    <a:pt x="1924591" y="279851"/>
                  </a:cubicBezTo>
                  <a:cubicBezTo>
                    <a:pt x="1924591" y="279851"/>
                    <a:pt x="1919722" y="279851"/>
                    <a:pt x="1919722" y="279851"/>
                  </a:cubicBezTo>
                  <a:cubicBezTo>
                    <a:pt x="1918099" y="279851"/>
                    <a:pt x="1916476" y="278228"/>
                    <a:pt x="1914853" y="278228"/>
                  </a:cubicBezTo>
                  <a:cubicBezTo>
                    <a:pt x="1914853" y="278228"/>
                    <a:pt x="1913230" y="276605"/>
                    <a:pt x="1911606" y="276605"/>
                  </a:cubicBezTo>
                  <a:cubicBezTo>
                    <a:pt x="1909983" y="276605"/>
                    <a:pt x="1908360" y="276605"/>
                    <a:pt x="1908360" y="276605"/>
                  </a:cubicBezTo>
                  <a:cubicBezTo>
                    <a:pt x="1908360" y="276605"/>
                    <a:pt x="1908360" y="276605"/>
                    <a:pt x="1906737" y="276605"/>
                  </a:cubicBezTo>
                  <a:cubicBezTo>
                    <a:pt x="1906737" y="276605"/>
                    <a:pt x="1905114" y="274982"/>
                    <a:pt x="1905114" y="274982"/>
                  </a:cubicBezTo>
                  <a:cubicBezTo>
                    <a:pt x="1903491" y="274982"/>
                    <a:pt x="1901868" y="276605"/>
                    <a:pt x="1900245" y="276605"/>
                  </a:cubicBezTo>
                  <a:cubicBezTo>
                    <a:pt x="1900245" y="278228"/>
                    <a:pt x="1901868" y="276605"/>
                    <a:pt x="1898622" y="276605"/>
                  </a:cubicBezTo>
                  <a:cubicBezTo>
                    <a:pt x="1896999" y="278228"/>
                    <a:pt x="1893752" y="278228"/>
                    <a:pt x="1893752" y="278228"/>
                  </a:cubicBezTo>
                  <a:cubicBezTo>
                    <a:pt x="1893752" y="278228"/>
                    <a:pt x="1890506" y="278228"/>
                    <a:pt x="1888883" y="278228"/>
                  </a:cubicBezTo>
                  <a:cubicBezTo>
                    <a:pt x="1888883" y="278228"/>
                    <a:pt x="1885637" y="279851"/>
                    <a:pt x="1885637" y="279851"/>
                  </a:cubicBezTo>
                  <a:cubicBezTo>
                    <a:pt x="1884014" y="281474"/>
                    <a:pt x="1880768" y="283097"/>
                    <a:pt x="1879145" y="283097"/>
                  </a:cubicBezTo>
                  <a:cubicBezTo>
                    <a:pt x="1877522" y="284720"/>
                    <a:pt x="1877522" y="284720"/>
                    <a:pt x="1875898" y="284720"/>
                  </a:cubicBezTo>
                  <a:cubicBezTo>
                    <a:pt x="1875898" y="286342"/>
                    <a:pt x="1874275" y="286342"/>
                    <a:pt x="1874275" y="286342"/>
                  </a:cubicBezTo>
                  <a:cubicBezTo>
                    <a:pt x="1872652" y="286342"/>
                    <a:pt x="1872652" y="284720"/>
                    <a:pt x="1871029" y="283097"/>
                  </a:cubicBezTo>
                  <a:cubicBezTo>
                    <a:pt x="1869406" y="281474"/>
                    <a:pt x="1869406" y="281474"/>
                    <a:pt x="1869406" y="279851"/>
                  </a:cubicBezTo>
                  <a:cubicBezTo>
                    <a:pt x="1867783" y="279851"/>
                    <a:pt x="1867783" y="278228"/>
                    <a:pt x="1866160" y="278228"/>
                  </a:cubicBezTo>
                  <a:cubicBezTo>
                    <a:pt x="1866160" y="279851"/>
                    <a:pt x="1864537" y="278228"/>
                    <a:pt x="1862914" y="279851"/>
                  </a:cubicBezTo>
                  <a:cubicBezTo>
                    <a:pt x="1861291" y="279851"/>
                    <a:pt x="1861291" y="279851"/>
                    <a:pt x="1861291" y="281474"/>
                  </a:cubicBezTo>
                  <a:cubicBezTo>
                    <a:pt x="1859667" y="283097"/>
                    <a:pt x="1859667" y="283097"/>
                    <a:pt x="1861291" y="284720"/>
                  </a:cubicBezTo>
                  <a:cubicBezTo>
                    <a:pt x="1861291" y="286342"/>
                    <a:pt x="1862914" y="286342"/>
                    <a:pt x="1862914" y="286342"/>
                  </a:cubicBezTo>
                  <a:cubicBezTo>
                    <a:pt x="1864537" y="286342"/>
                    <a:pt x="1864537" y="286342"/>
                    <a:pt x="1866160" y="286342"/>
                  </a:cubicBezTo>
                  <a:cubicBezTo>
                    <a:pt x="1866160" y="286342"/>
                    <a:pt x="1867783" y="286342"/>
                    <a:pt x="1867783" y="286342"/>
                  </a:cubicBezTo>
                  <a:cubicBezTo>
                    <a:pt x="1869406" y="287965"/>
                    <a:pt x="1872652" y="289588"/>
                    <a:pt x="1872652" y="289588"/>
                  </a:cubicBezTo>
                  <a:cubicBezTo>
                    <a:pt x="1872652" y="289588"/>
                    <a:pt x="1872652" y="289588"/>
                    <a:pt x="1874275" y="296080"/>
                  </a:cubicBezTo>
                  <a:cubicBezTo>
                    <a:pt x="1874275" y="296080"/>
                    <a:pt x="1875898" y="296080"/>
                    <a:pt x="1875898" y="296080"/>
                  </a:cubicBezTo>
                  <a:cubicBezTo>
                    <a:pt x="1877522" y="297702"/>
                    <a:pt x="1880768" y="297702"/>
                    <a:pt x="1880768" y="297702"/>
                  </a:cubicBezTo>
                  <a:cubicBezTo>
                    <a:pt x="1880768" y="297702"/>
                    <a:pt x="1882391" y="296080"/>
                    <a:pt x="1884014" y="297702"/>
                  </a:cubicBezTo>
                  <a:cubicBezTo>
                    <a:pt x="1884014" y="297702"/>
                    <a:pt x="1884014" y="297702"/>
                    <a:pt x="1885637" y="297702"/>
                  </a:cubicBezTo>
                  <a:cubicBezTo>
                    <a:pt x="1887260" y="297702"/>
                    <a:pt x="1895376" y="297702"/>
                    <a:pt x="1895376" y="297702"/>
                  </a:cubicBezTo>
                  <a:cubicBezTo>
                    <a:pt x="1895376" y="297702"/>
                    <a:pt x="1895376" y="297702"/>
                    <a:pt x="1898622" y="299325"/>
                  </a:cubicBezTo>
                  <a:cubicBezTo>
                    <a:pt x="1898622" y="299325"/>
                    <a:pt x="1898622" y="299325"/>
                    <a:pt x="1901868" y="297702"/>
                  </a:cubicBezTo>
                  <a:cubicBezTo>
                    <a:pt x="1901868" y="297702"/>
                    <a:pt x="1901868" y="297702"/>
                    <a:pt x="1905114" y="297702"/>
                  </a:cubicBezTo>
                  <a:cubicBezTo>
                    <a:pt x="1905114" y="297702"/>
                    <a:pt x="1905114" y="297702"/>
                    <a:pt x="1906737" y="299325"/>
                  </a:cubicBezTo>
                  <a:cubicBezTo>
                    <a:pt x="1908360" y="299325"/>
                    <a:pt x="1909983" y="300948"/>
                    <a:pt x="1909983" y="302571"/>
                  </a:cubicBezTo>
                  <a:cubicBezTo>
                    <a:pt x="1908360" y="304194"/>
                    <a:pt x="1909983" y="304194"/>
                    <a:pt x="1911606" y="305817"/>
                  </a:cubicBezTo>
                  <a:cubicBezTo>
                    <a:pt x="1911606" y="305817"/>
                    <a:pt x="1911606" y="305817"/>
                    <a:pt x="1913230" y="305817"/>
                  </a:cubicBezTo>
                  <a:cubicBezTo>
                    <a:pt x="1914853" y="305817"/>
                    <a:pt x="1918099" y="307439"/>
                    <a:pt x="1918099" y="307439"/>
                  </a:cubicBezTo>
                  <a:cubicBezTo>
                    <a:pt x="1918099" y="307439"/>
                    <a:pt x="1918099" y="307439"/>
                    <a:pt x="1922968" y="318799"/>
                  </a:cubicBezTo>
                  <a:cubicBezTo>
                    <a:pt x="1922968" y="318799"/>
                    <a:pt x="1922968" y="318799"/>
                    <a:pt x="1922968" y="320422"/>
                  </a:cubicBezTo>
                  <a:cubicBezTo>
                    <a:pt x="1922968" y="320422"/>
                    <a:pt x="1922968" y="320422"/>
                    <a:pt x="1922968" y="322045"/>
                  </a:cubicBezTo>
                  <a:cubicBezTo>
                    <a:pt x="1921345" y="323668"/>
                    <a:pt x="1922968" y="323668"/>
                    <a:pt x="1921345" y="323668"/>
                  </a:cubicBezTo>
                  <a:cubicBezTo>
                    <a:pt x="1919722" y="325291"/>
                    <a:pt x="1918099" y="325291"/>
                    <a:pt x="1918099" y="326914"/>
                  </a:cubicBezTo>
                  <a:cubicBezTo>
                    <a:pt x="1916476" y="326914"/>
                    <a:pt x="1916476" y="328537"/>
                    <a:pt x="1916476" y="330159"/>
                  </a:cubicBezTo>
                  <a:cubicBezTo>
                    <a:pt x="1916476" y="331782"/>
                    <a:pt x="1916476" y="331782"/>
                    <a:pt x="1916476" y="333405"/>
                  </a:cubicBezTo>
                  <a:cubicBezTo>
                    <a:pt x="1914853" y="335028"/>
                    <a:pt x="1914853" y="336651"/>
                    <a:pt x="1914853" y="336651"/>
                  </a:cubicBezTo>
                  <a:cubicBezTo>
                    <a:pt x="1913230" y="338274"/>
                    <a:pt x="1913230" y="338274"/>
                    <a:pt x="1911606" y="338274"/>
                  </a:cubicBezTo>
                  <a:cubicBezTo>
                    <a:pt x="1909983" y="339896"/>
                    <a:pt x="1908360" y="339896"/>
                    <a:pt x="1908360" y="339896"/>
                  </a:cubicBezTo>
                  <a:cubicBezTo>
                    <a:pt x="1906737" y="338274"/>
                    <a:pt x="1905114" y="338274"/>
                    <a:pt x="1905114" y="338274"/>
                  </a:cubicBezTo>
                  <a:cubicBezTo>
                    <a:pt x="1903491" y="336651"/>
                    <a:pt x="1901868" y="336651"/>
                    <a:pt x="1901868" y="335028"/>
                  </a:cubicBezTo>
                  <a:cubicBezTo>
                    <a:pt x="1900245" y="335028"/>
                    <a:pt x="1900245" y="333405"/>
                    <a:pt x="1900245" y="333405"/>
                  </a:cubicBezTo>
                  <a:cubicBezTo>
                    <a:pt x="1898622" y="333405"/>
                    <a:pt x="1898622" y="333405"/>
                    <a:pt x="1898622" y="333405"/>
                  </a:cubicBezTo>
                  <a:cubicBezTo>
                    <a:pt x="1896999" y="333405"/>
                    <a:pt x="1895376" y="333405"/>
                    <a:pt x="1895376" y="335028"/>
                  </a:cubicBezTo>
                  <a:cubicBezTo>
                    <a:pt x="1893752" y="336651"/>
                    <a:pt x="1895376" y="338274"/>
                    <a:pt x="1895376" y="339896"/>
                  </a:cubicBezTo>
                  <a:cubicBezTo>
                    <a:pt x="1893752" y="339896"/>
                    <a:pt x="1895376" y="341519"/>
                    <a:pt x="1895376" y="341519"/>
                  </a:cubicBezTo>
                  <a:cubicBezTo>
                    <a:pt x="1895376" y="343142"/>
                    <a:pt x="1896999" y="343142"/>
                    <a:pt x="1896999" y="343142"/>
                  </a:cubicBezTo>
                  <a:cubicBezTo>
                    <a:pt x="1896999" y="343142"/>
                    <a:pt x="1896999" y="343142"/>
                    <a:pt x="1900245" y="344765"/>
                  </a:cubicBezTo>
                  <a:cubicBezTo>
                    <a:pt x="1901868" y="344765"/>
                    <a:pt x="1909983" y="348011"/>
                    <a:pt x="1909983" y="348011"/>
                  </a:cubicBezTo>
                  <a:cubicBezTo>
                    <a:pt x="1909983" y="348011"/>
                    <a:pt x="1909983" y="348011"/>
                    <a:pt x="1911606" y="351256"/>
                  </a:cubicBezTo>
                  <a:cubicBezTo>
                    <a:pt x="1911606" y="351256"/>
                    <a:pt x="1909983" y="351256"/>
                    <a:pt x="1908360" y="351256"/>
                  </a:cubicBezTo>
                  <a:cubicBezTo>
                    <a:pt x="1906737" y="352879"/>
                    <a:pt x="1908360" y="352879"/>
                    <a:pt x="1906737" y="354502"/>
                  </a:cubicBezTo>
                  <a:cubicBezTo>
                    <a:pt x="1905114" y="356125"/>
                    <a:pt x="1906737" y="356125"/>
                    <a:pt x="1906737" y="356125"/>
                  </a:cubicBezTo>
                  <a:cubicBezTo>
                    <a:pt x="1908360" y="357748"/>
                    <a:pt x="1909983" y="357748"/>
                    <a:pt x="1911606" y="357748"/>
                  </a:cubicBezTo>
                  <a:cubicBezTo>
                    <a:pt x="1911606" y="357748"/>
                    <a:pt x="1913230" y="356125"/>
                    <a:pt x="1913230" y="356125"/>
                  </a:cubicBezTo>
                  <a:cubicBezTo>
                    <a:pt x="1914853" y="356125"/>
                    <a:pt x="1914853" y="354502"/>
                    <a:pt x="1914853" y="356125"/>
                  </a:cubicBezTo>
                  <a:cubicBezTo>
                    <a:pt x="1916476" y="356125"/>
                    <a:pt x="1916476" y="354502"/>
                    <a:pt x="1916476" y="356125"/>
                  </a:cubicBezTo>
                  <a:cubicBezTo>
                    <a:pt x="1918099" y="357748"/>
                    <a:pt x="1916476" y="356125"/>
                    <a:pt x="1918099" y="357748"/>
                  </a:cubicBezTo>
                  <a:cubicBezTo>
                    <a:pt x="1919722" y="359371"/>
                    <a:pt x="1919722" y="359371"/>
                    <a:pt x="1919722" y="359371"/>
                  </a:cubicBezTo>
                  <a:cubicBezTo>
                    <a:pt x="1921345" y="357748"/>
                    <a:pt x="1922968" y="357748"/>
                    <a:pt x="1922968" y="357748"/>
                  </a:cubicBezTo>
                  <a:cubicBezTo>
                    <a:pt x="1924591" y="357748"/>
                    <a:pt x="1924591" y="357748"/>
                    <a:pt x="1926214" y="357748"/>
                  </a:cubicBezTo>
                  <a:cubicBezTo>
                    <a:pt x="1927837" y="357748"/>
                    <a:pt x="1929461" y="357748"/>
                    <a:pt x="1927837" y="359371"/>
                  </a:cubicBezTo>
                  <a:cubicBezTo>
                    <a:pt x="1927837" y="360994"/>
                    <a:pt x="1922968" y="364239"/>
                    <a:pt x="1922968" y="364239"/>
                  </a:cubicBezTo>
                  <a:cubicBezTo>
                    <a:pt x="1922968" y="364239"/>
                    <a:pt x="1918099" y="365862"/>
                    <a:pt x="1916476" y="367485"/>
                  </a:cubicBezTo>
                  <a:cubicBezTo>
                    <a:pt x="1914853" y="370731"/>
                    <a:pt x="1914853" y="370731"/>
                    <a:pt x="1913230" y="372353"/>
                  </a:cubicBezTo>
                  <a:cubicBezTo>
                    <a:pt x="1911606" y="372353"/>
                    <a:pt x="1911606" y="372353"/>
                    <a:pt x="1908360" y="372353"/>
                  </a:cubicBezTo>
                  <a:cubicBezTo>
                    <a:pt x="1906737" y="370731"/>
                    <a:pt x="1903491" y="372353"/>
                    <a:pt x="1903491" y="372353"/>
                  </a:cubicBezTo>
                  <a:cubicBezTo>
                    <a:pt x="1903491" y="372353"/>
                    <a:pt x="1903491" y="372353"/>
                    <a:pt x="1901868" y="372353"/>
                  </a:cubicBezTo>
                  <a:cubicBezTo>
                    <a:pt x="1901868" y="372353"/>
                    <a:pt x="1901868" y="372353"/>
                    <a:pt x="1898622" y="373976"/>
                  </a:cubicBezTo>
                  <a:cubicBezTo>
                    <a:pt x="1898622" y="373976"/>
                    <a:pt x="1895376" y="375599"/>
                    <a:pt x="1895376" y="375599"/>
                  </a:cubicBezTo>
                  <a:cubicBezTo>
                    <a:pt x="1893752" y="375599"/>
                    <a:pt x="1892129" y="375599"/>
                    <a:pt x="1890506" y="375599"/>
                  </a:cubicBezTo>
                  <a:cubicBezTo>
                    <a:pt x="1890506" y="375599"/>
                    <a:pt x="1888883" y="375599"/>
                    <a:pt x="1887260" y="375599"/>
                  </a:cubicBezTo>
                  <a:cubicBezTo>
                    <a:pt x="1885637" y="375599"/>
                    <a:pt x="1884014" y="378845"/>
                    <a:pt x="1882391" y="378845"/>
                  </a:cubicBezTo>
                  <a:cubicBezTo>
                    <a:pt x="1882391" y="378845"/>
                    <a:pt x="1880768" y="377222"/>
                    <a:pt x="1879145" y="377222"/>
                  </a:cubicBezTo>
                  <a:cubicBezTo>
                    <a:pt x="1879145" y="377222"/>
                    <a:pt x="1875898" y="373976"/>
                    <a:pt x="1875898" y="373976"/>
                  </a:cubicBezTo>
                  <a:cubicBezTo>
                    <a:pt x="1874275" y="373976"/>
                    <a:pt x="1871029" y="373976"/>
                    <a:pt x="1871029" y="373976"/>
                  </a:cubicBezTo>
                  <a:cubicBezTo>
                    <a:pt x="1871029" y="373976"/>
                    <a:pt x="1869406" y="372353"/>
                    <a:pt x="1867783" y="373976"/>
                  </a:cubicBezTo>
                  <a:cubicBezTo>
                    <a:pt x="1866160" y="373976"/>
                    <a:pt x="1864537" y="375599"/>
                    <a:pt x="1864537" y="375599"/>
                  </a:cubicBezTo>
                  <a:cubicBezTo>
                    <a:pt x="1864537" y="377222"/>
                    <a:pt x="1864537" y="378845"/>
                    <a:pt x="1864537" y="378845"/>
                  </a:cubicBezTo>
                  <a:cubicBezTo>
                    <a:pt x="1864537" y="378845"/>
                    <a:pt x="1866160" y="380468"/>
                    <a:pt x="1867783" y="380468"/>
                  </a:cubicBezTo>
                  <a:cubicBezTo>
                    <a:pt x="1869406" y="380468"/>
                    <a:pt x="1871029" y="378845"/>
                    <a:pt x="1871029" y="378845"/>
                  </a:cubicBezTo>
                  <a:cubicBezTo>
                    <a:pt x="1872652" y="378845"/>
                    <a:pt x="1871029" y="377222"/>
                    <a:pt x="1874275" y="378845"/>
                  </a:cubicBezTo>
                  <a:cubicBezTo>
                    <a:pt x="1875898" y="378845"/>
                    <a:pt x="1877522" y="378845"/>
                    <a:pt x="1877522" y="378845"/>
                  </a:cubicBezTo>
                  <a:cubicBezTo>
                    <a:pt x="1877522" y="378845"/>
                    <a:pt x="1877522" y="378845"/>
                    <a:pt x="1879145" y="380468"/>
                  </a:cubicBezTo>
                  <a:cubicBezTo>
                    <a:pt x="1880768" y="382091"/>
                    <a:pt x="1882391" y="382091"/>
                    <a:pt x="1884014" y="382091"/>
                  </a:cubicBezTo>
                  <a:cubicBezTo>
                    <a:pt x="1885637" y="383713"/>
                    <a:pt x="1884014" y="383713"/>
                    <a:pt x="1887260" y="382091"/>
                  </a:cubicBezTo>
                  <a:cubicBezTo>
                    <a:pt x="1892129" y="382091"/>
                    <a:pt x="1890506" y="378845"/>
                    <a:pt x="1892129" y="382091"/>
                  </a:cubicBezTo>
                  <a:cubicBezTo>
                    <a:pt x="1895376" y="383713"/>
                    <a:pt x="1896999" y="383713"/>
                    <a:pt x="1896999" y="383713"/>
                  </a:cubicBezTo>
                  <a:cubicBezTo>
                    <a:pt x="1896999" y="385336"/>
                    <a:pt x="1898622" y="383713"/>
                    <a:pt x="1898622" y="385336"/>
                  </a:cubicBezTo>
                  <a:cubicBezTo>
                    <a:pt x="1896999" y="388582"/>
                    <a:pt x="1895376" y="390205"/>
                    <a:pt x="1896999" y="391828"/>
                  </a:cubicBezTo>
                  <a:cubicBezTo>
                    <a:pt x="1896999" y="393451"/>
                    <a:pt x="1896999" y="393451"/>
                    <a:pt x="1896999" y="395073"/>
                  </a:cubicBezTo>
                  <a:cubicBezTo>
                    <a:pt x="1895376" y="396696"/>
                    <a:pt x="1892129" y="398319"/>
                    <a:pt x="1892129" y="398319"/>
                  </a:cubicBezTo>
                  <a:cubicBezTo>
                    <a:pt x="1892129" y="398319"/>
                    <a:pt x="1892129" y="396696"/>
                    <a:pt x="1890506" y="396696"/>
                  </a:cubicBezTo>
                  <a:cubicBezTo>
                    <a:pt x="1890506" y="396696"/>
                    <a:pt x="1887260" y="398319"/>
                    <a:pt x="1884014" y="398319"/>
                  </a:cubicBezTo>
                  <a:cubicBezTo>
                    <a:pt x="1880768" y="398319"/>
                    <a:pt x="1877522" y="399942"/>
                    <a:pt x="1877522" y="399942"/>
                  </a:cubicBezTo>
                  <a:cubicBezTo>
                    <a:pt x="1877522" y="399942"/>
                    <a:pt x="1877522" y="399942"/>
                    <a:pt x="1875898" y="401565"/>
                  </a:cubicBezTo>
                  <a:cubicBezTo>
                    <a:pt x="1874275" y="401565"/>
                    <a:pt x="1871029" y="403188"/>
                    <a:pt x="1869406" y="403188"/>
                  </a:cubicBezTo>
                  <a:cubicBezTo>
                    <a:pt x="1866160" y="404810"/>
                    <a:pt x="1862914" y="406433"/>
                    <a:pt x="1862914" y="406433"/>
                  </a:cubicBezTo>
                  <a:cubicBezTo>
                    <a:pt x="1861291" y="406433"/>
                    <a:pt x="1854798" y="406433"/>
                    <a:pt x="1853175" y="406433"/>
                  </a:cubicBezTo>
                  <a:cubicBezTo>
                    <a:pt x="1853175" y="406433"/>
                    <a:pt x="1851552" y="403188"/>
                    <a:pt x="1849929" y="403188"/>
                  </a:cubicBezTo>
                  <a:cubicBezTo>
                    <a:pt x="1846683" y="401565"/>
                    <a:pt x="1843437" y="401565"/>
                    <a:pt x="1841813" y="401565"/>
                  </a:cubicBezTo>
                  <a:cubicBezTo>
                    <a:pt x="1840190" y="401565"/>
                    <a:pt x="1838567" y="399942"/>
                    <a:pt x="1838567" y="399942"/>
                  </a:cubicBezTo>
                  <a:cubicBezTo>
                    <a:pt x="1836944" y="399942"/>
                    <a:pt x="1836944" y="398319"/>
                    <a:pt x="1835321" y="396696"/>
                  </a:cubicBezTo>
                  <a:cubicBezTo>
                    <a:pt x="1835321" y="396696"/>
                    <a:pt x="1835321" y="396696"/>
                    <a:pt x="1835321" y="393451"/>
                  </a:cubicBezTo>
                  <a:cubicBezTo>
                    <a:pt x="1835321" y="393451"/>
                    <a:pt x="1833698" y="390205"/>
                    <a:pt x="1835321" y="390205"/>
                  </a:cubicBezTo>
                  <a:cubicBezTo>
                    <a:pt x="1835321" y="390205"/>
                    <a:pt x="1838567" y="391828"/>
                    <a:pt x="1840190" y="390205"/>
                  </a:cubicBezTo>
                  <a:cubicBezTo>
                    <a:pt x="1841813" y="390205"/>
                    <a:pt x="1843437" y="386959"/>
                    <a:pt x="1845060" y="390205"/>
                  </a:cubicBezTo>
                  <a:cubicBezTo>
                    <a:pt x="1848306" y="393451"/>
                    <a:pt x="1849929" y="393451"/>
                    <a:pt x="1849929" y="393451"/>
                  </a:cubicBezTo>
                  <a:cubicBezTo>
                    <a:pt x="1851552" y="393451"/>
                    <a:pt x="1853175" y="393451"/>
                    <a:pt x="1854798" y="393451"/>
                  </a:cubicBezTo>
                  <a:cubicBezTo>
                    <a:pt x="1854798" y="393451"/>
                    <a:pt x="1851552" y="391828"/>
                    <a:pt x="1851552" y="391828"/>
                  </a:cubicBezTo>
                  <a:cubicBezTo>
                    <a:pt x="1849929" y="391828"/>
                    <a:pt x="1848306" y="388582"/>
                    <a:pt x="1848306" y="388582"/>
                  </a:cubicBezTo>
                  <a:cubicBezTo>
                    <a:pt x="1846683" y="388582"/>
                    <a:pt x="1845060" y="386959"/>
                    <a:pt x="1843437" y="386959"/>
                  </a:cubicBezTo>
                  <a:cubicBezTo>
                    <a:pt x="1843437" y="386959"/>
                    <a:pt x="1841813" y="386959"/>
                    <a:pt x="1840190" y="386959"/>
                  </a:cubicBezTo>
                  <a:cubicBezTo>
                    <a:pt x="1838567" y="388582"/>
                    <a:pt x="1833698" y="386959"/>
                    <a:pt x="1833698" y="386959"/>
                  </a:cubicBezTo>
                  <a:cubicBezTo>
                    <a:pt x="1833698" y="386959"/>
                    <a:pt x="1833698" y="386959"/>
                    <a:pt x="1830452" y="386959"/>
                  </a:cubicBezTo>
                  <a:cubicBezTo>
                    <a:pt x="1827206" y="388582"/>
                    <a:pt x="1825583" y="390205"/>
                    <a:pt x="1825583" y="390205"/>
                  </a:cubicBezTo>
                  <a:cubicBezTo>
                    <a:pt x="1823959" y="393451"/>
                    <a:pt x="1822336" y="393451"/>
                    <a:pt x="1822336" y="393451"/>
                  </a:cubicBezTo>
                  <a:cubicBezTo>
                    <a:pt x="1822336" y="393451"/>
                    <a:pt x="1819090" y="393451"/>
                    <a:pt x="1819090" y="393451"/>
                  </a:cubicBezTo>
                  <a:cubicBezTo>
                    <a:pt x="1819090" y="393451"/>
                    <a:pt x="1819090" y="393451"/>
                    <a:pt x="1815844" y="391828"/>
                  </a:cubicBezTo>
                  <a:cubicBezTo>
                    <a:pt x="1815844" y="391828"/>
                    <a:pt x="1815844" y="391828"/>
                    <a:pt x="1814221" y="391828"/>
                  </a:cubicBezTo>
                  <a:cubicBezTo>
                    <a:pt x="1814221" y="391828"/>
                    <a:pt x="1810975" y="393451"/>
                    <a:pt x="1810975" y="393451"/>
                  </a:cubicBezTo>
                  <a:cubicBezTo>
                    <a:pt x="1810975" y="396696"/>
                    <a:pt x="1812598" y="396696"/>
                    <a:pt x="1814221" y="396696"/>
                  </a:cubicBezTo>
                  <a:cubicBezTo>
                    <a:pt x="1814221" y="395073"/>
                    <a:pt x="1815844" y="395073"/>
                    <a:pt x="1819090" y="395073"/>
                  </a:cubicBezTo>
                  <a:cubicBezTo>
                    <a:pt x="1820713" y="393451"/>
                    <a:pt x="1822336" y="396696"/>
                    <a:pt x="1820713" y="396696"/>
                  </a:cubicBezTo>
                  <a:cubicBezTo>
                    <a:pt x="1819090" y="396696"/>
                    <a:pt x="1820713" y="398319"/>
                    <a:pt x="1822336" y="398319"/>
                  </a:cubicBezTo>
                  <a:cubicBezTo>
                    <a:pt x="1823959" y="396696"/>
                    <a:pt x="1827206" y="399942"/>
                    <a:pt x="1832075" y="399942"/>
                  </a:cubicBezTo>
                  <a:cubicBezTo>
                    <a:pt x="1836944" y="401565"/>
                    <a:pt x="1836944" y="401565"/>
                    <a:pt x="1838567" y="406433"/>
                  </a:cubicBezTo>
                  <a:cubicBezTo>
                    <a:pt x="1840190" y="409679"/>
                    <a:pt x="1835321" y="406433"/>
                    <a:pt x="1830452" y="406433"/>
                  </a:cubicBezTo>
                  <a:cubicBezTo>
                    <a:pt x="1825583" y="404810"/>
                    <a:pt x="1827206" y="403188"/>
                    <a:pt x="1823959" y="403188"/>
                  </a:cubicBezTo>
                  <a:cubicBezTo>
                    <a:pt x="1820713" y="403188"/>
                    <a:pt x="1819090" y="404810"/>
                    <a:pt x="1814221" y="403188"/>
                  </a:cubicBezTo>
                  <a:cubicBezTo>
                    <a:pt x="1809352" y="401565"/>
                    <a:pt x="1812598" y="401565"/>
                    <a:pt x="1812598" y="398319"/>
                  </a:cubicBezTo>
                  <a:cubicBezTo>
                    <a:pt x="1812598" y="398319"/>
                    <a:pt x="1812598" y="399942"/>
                    <a:pt x="1810975" y="399942"/>
                  </a:cubicBezTo>
                  <a:cubicBezTo>
                    <a:pt x="1810975" y="399942"/>
                    <a:pt x="1809352" y="398319"/>
                    <a:pt x="1807728" y="398319"/>
                  </a:cubicBezTo>
                  <a:cubicBezTo>
                    <a:pt x="1807728" y="399942"/>
                    <a:pt x="1806105" y="399942"/>
                    <a:pt x="1806105" y="399942"/>
                  </a:cubicBezTo>
                  <a:cubicBezTo>
                    <a:pt x="1804482" y="401565"/>
                    <a:pt x="1804482" y="401565"/>
                    <a:pt x="1804482" y="403188"/>
                  </a:cubicBezTo>
                  <a:cubicBezTo>
                    <a:pt x="1801236" y="404810"/>
                    <a:pt x="1797990" y="404810"/>
                    <a:pt x="1797990" y="404810"/>
                  </a:cubicBezTo>
                  <a:cubicBezTo>
                    <a:pt x="1796367" y="404810"/>
                    <a:pt x="1796367" y="403188"/>
                    <a:pt x="1794744" y="403188"/>
                  </a:cubicBezTo>
                  <a:cubicBezTo>
                    <a:pt x="1791498" y="403188"/>
                    <a:pt x="1791498" y="401565"/>
                    <a:pt x="1791498" y="403188"/>
                  </a:cubicBezTo>
                  <a:cubicBezTo>
                    <a:pt x="1789874" y="403188"/>
                    <a:pt x="1789874" y="401565"/>
                    <a:pt x="1788251" y="401565"/>
                  </a:cubicBezTo>
                  <a:cubicBezTo>
                    <a:pt x="1786628" y="403188"/>
                    <a:pt x="1786628" y="401565"/>
                    <a:pt x="1785005" y="401565"/>
                  </a:cubicBezTo>
                  <a:cubicBezTo>
                    <a:pt x="1783382" y="403188"/>
                    <a:pt x="1785005" y="399942"/>
                    <a:pt x="1783382" y="401565"/>
                  </a:cubicBezTo>
                  <a:cubicBezTo>
                    <a:pt x="1781759" y="401565"/>
                    <a:pt x="1783382" y="404810"/>
                    <a:pt x="1783382" y="404810"/>
                  </a:cubicBezTo>
                  <a:cubicBezTo>
                    <a:pt x="1785005" y="406433"/>
                    <a:pt x="1786628" y="406433"/>
                    <a:pt x="1786628" y="406433"/>
                  </a:cubicBezTo>
                  <a:cubicBezTo>
                    <a:pt x="1786628" y="406433"/>
                    <a:pt x="1791498" y="406433"/>
                    <a:pt x="1791498" y="406433"/>
                  </a:cubicBezTo>
                  <a:cubicBezTo>
                    <a:pt x="1793121" y="406433"/>
                    <a:pt x="1794744" y="406433"/>
                    <a:pt x="1796367" y="406433"/>
                  </a:cubicBezTo>
                  <a:cubicBezTo>
                    <a:pt x="1797990" y="406433"/>
                    <a:pt x="1802859" y="406433"/>
                    <a:pt x="1802859" y="406433"/>
                  </a:cubicBezTo>
                  <a:cubicBezTo>
                    <a:pt x="1802859" y="406433"/>
                    <a:pt x="1806105" y="408056"/>
                    <a:pt x="1807728" y="408056"/>
                  </a:cubicBezTo>
                  <a:cubicBezTo>
                    <a:pt x="1807728" y="409679"/>
                    <a:pt x="1809352" y="408056"/>
                    <a:pt x="1810975" y="409679"/>
                  </a:cubicBezTo>
                  <a:cubicBezTo>
                    <a:pt x="1810975" y="409679"/>
                    <a:pt x="1814221" y="408056"/>
                    <a:pt x="1814221" y="409679"/>
                  </a:cubicBezTo>
                  <a:cubicBezTo>
                    <a:pt x="1812598" y="412925"/>
                    <a:pt x="1814221" y="412925"/>
                    <a:pt x="1814221" y="414548"/>
                  </a:cubicBezTo>
                  <a:cubicBezTo>
                    <a:pt x="1814221" y="414548"/>
                    <a:pt x="1812598" y="414548"/>
                    <a:pt x="1810975" y="416170"/>
                  </a:cubicBezTo>
                  <a:cubicBezTo>
                    <a:pt x="1809352" y="417793"/>
                    <a:pt x="1814221" y="416170"/>
                    <a:pt x="1814221" y="417793"/>
                  </a:cubicBezTo>
                  <a:cubicBezTo>
                    <a:pt x="1815844" y="417793"/>
                    <a:pt x="1819090" y="419416"/>
                    <a:pt x="1817467" y="421039"/>
                  </a:cubicBezTo>
                  <a:cubicBezTo>
                    <a:pt x="1817467" y="421039"/>
                    <a:pt x="1817467" y="422662"/>
                    <a:pt x="1817467" y="422662"/>
                  </a:cubicBezTo>
                  <a:cubicBezTo>
                    <a:pt x="1817467" y="422662"/>
                    <a:pt x="1820713" y="425908"/>
                    <a:pt x="1820713" y="425908"/>
                  </a:cubicBezTo>
                  <a:cubicBezTo>
                    <a:pt x="1820713" y="427530"/>
                    <a:pt x="1819090" y="430776"/>
                    <a:pt x="1819090" y="430776"/>
                  </a:cubicBezTo>
                  <a:cubicBezTo>
                    <a:pt x="1819090" y="430776"/>
                    <a:pt x="1819090" y="430776"/>
                    <a:pt x="1820713" y="434022"/>
                  </a:cubicBezTo>
                  <a:cubicBezTo>
                    <a:pt x="1820713" y="434022"/>
                    <a:pt x="1820713" y="434022"/>
                    <a:pt x="1825583" y="434022"/>
                  </a:cubicBezTo>
                  <a:cubicBezTo>
                    <a:pt x="1825583" y="434022"/>
                    <a:pt x="1828829" y="435645"/>
                    <a:pt x="1830452" y="437267"/>
                  </a:cubicBezTo>
                  <a:cubicBezTo>
                    <a:pt x="1832075" y="437267"/>
                    <a:pt x="1835321" y="438890"/>
                    <a:pt x="1835321" y="438890"/>
                  </a:cubicBezTo>
                  <a:cubicBezTo>
                    <a:pt x="1835321" y="438890"/>
                    <a:pt x="1835321" y="438890"/>
                    <a:pt x="1840190" y="442136"/>
                  </a:cubicBezTo>
                  <a:cubicBezTo>
                    <a:pt x="1840190" y="442136"/>
                    <a:pt x="1840190" y="442136"/>
                    <a:pt x="1843437" y="443759"/>
                  </a:cubicBezTo>
                  <a:cubicBezTo>
                    <a:pt x="1843437" y="443759"/>
                    <a:pt x="1846683" y="443759"/>
                    <a:pt x="1846683" y="443759"/>
                  </a:cubicBezTo>
                  <a:cubicBezTo>
                    <a:pt x="1846683" y="445382"/>
                    <a:pt x="1849929" y="447005"/>
                    <a:pt x="1849929" y="448627"/>
                  </a:cubicBezTo>
                  <a:cubicBezTo>
                    <a:pt x="1849929" y="448627"/>
                    <a:pt x="1853175" y="450250"/>
                    <a:pt x="1853175" y="450250"/>
                  </a:cubicBezTo>
                  <a:cubicBezTo>
                    <a:pt x="1853175" y="450250"/>
                    <a:pt x="1854798" y="451873"/>
                    <a:pt x="1854798" y="453496"/>
                  </a:cubicBezTo>
                  <a:cubicBezTo>
                    <a:pt x="1854798" y="453496"/>
                    <a:pt x="1858044" y="453496"/>
                    <a:pt x="1858044" y="455119"/>
                  </a:cubicBezTo>
                  <a:cubicBezTo>
                    <a:pt x="1856421" y="456742"/>
                    <a:pt x="1858044" y="455119"/>
                    <a:pt x="1858044" y="456742"/>
                  </a:cubicBezTo>
                  <a:cubicBezTo>
                    <a:pt x="1856421" y="458365"/>
                    <a:pt x="1859667" y="456742"/>
                    <a:pt x="1859667" y="458365"/>
                  </a:cubicBezTo>
                  <a:cubicBezTo>
                    <a:pt x="1861291" y="459987"/>
                    <a:pt x="1862914" y="461610"/>
                    <a:pt x="1861291" y="463233"/>
                  </a:cubicBezTo>
                  <a:cubicBezTo>
                    <a:pt x="1859667" y="464856"/>
                    <a:pt x="1861291" y="466479"/>
                    <a:pt x="1861291" y="466479"/>
                  </a:cubicBezTo>
                  <a:cubicBezTo>
                    <a:pt x="1861291" y="466479"/>
                    <a:pt x="1861291" y="466479"/>
                    <a:pt x="1866160" y="463233"/>
                  </a:cubicBezTo>
                  <a:cubicBezTo>
                    <a:pt x="1869406" y="463233"/>
                    <a:pt x="1875898" y="468102"/>
                    <a:pt x="1875898" y="468102"/>
                  </a:cubicBezTo>
                  <a:cubicBezTo>
                    <a:pt x="1875898" y="468102"/>
                    <a:pt x="1877522" y="471347"/>
                    <a:pt x="1877522" y="471347"/>
                  </a:cubicBezTo>
                  <a:cubicBezTo>
                    <a:pt x="1877522" y="472970"/>
                    <a:pt x="1877522" y="474593"/>
                    <a:pt x="1877522" y="474593"/>
                  </a:cubicBezTo>
                  <a:cubicBezTo>
                    <a:pt x="1877522" y="474593"/>
                    <a:pt x="1877522" y="474593"/>
                    <a:pt x="1872652" y="477839"/>
                  </a:cubicBezTo>
                  <a:cubicBezTo>
                    <a:pt x="1872652" y="477839"/>
                    <a:pt x="1872652" y="477839"/>
                    <a:pt x="1871029" y="479462"/>
                  </a:cubicBezTo>
                  <a:cubicBezTo>
                    <a:pt x="1871029" y="479462"/>
                    <a:pt x="1867783" y="479462"/>
                    <a:pt x="1866160" y="479462"/>
                  </a:cubicBezTo>
                  <a:cubicBezTo>
                    <a:pt x="1866160" y="481085"/>
                    <a:pt x="1867783" y="481085"/>
                    <a:pt x="1867783" y="481085"/>
                  </a:cubicBezTo>
                  <a:cubicBezTo>
                    <a:pt x="1867783" y="482707"/>
                    <a:pt x="1872652" y="482707"/>
                    <a:pt x="1872652" y="482707"/>
                  </a:cubicBezTo>
                  <a:cubicBezTo>
                    <a:pt x="1872652" y="484330"/>
                    <a:pt x="1874275" y="484330"/>
                    <a:pt x="1874275" y="485953"/>
                  </a:cubicBezTo>
                  <a:cubicBezTo>
                    <a:pt x="1874275" y="487576"/>
                    <a:pt x="1874275" y="490822"/>
                    <a:pt x="1874275" y="490822"/>
                  </a:cubicBezTo>
                  <a:cubicBezTo>
                    <a:pt x="1872652" y="494067"/>
                    <a:pt x="1871029" y="494067"/>
                    <a:pt x="1869406" y="495690"/>
                  </a:cubicBezTo>
                  <a:cubicBezTo>
                    <a:pt x="1867783" y="497313"/>
                    <a:pt x="1864537" y="497313"/>
                    <a:pt x="1864537" y="497313"/>
                  </a:cubicBezTo>
                  <a:cubicBezTo>
                    <a:pt x="1864537" y="497313"/>
                    <a:pt x="1861291" y="495690"/>
                    <a:pt x="1859667" y="495690"/>
                  </a:cubicBezTo>
                  <a:cubicBezTo>
                    <a:pt x="1858044" y="495690"/>
                    <a:pt x="1859667" y="492445"/>
                    <a:pt x="1859667" y="492445"/>
                  </a:cubicBezTo>
                  <a:cubicBezTo>
                    <a:pt x="1859667" y="492445"/>
                    <a:pt x="1859667" y="492445"/>
                    <a:pt x="1858044" y="489199"/>
                  </a:cubicBezTo>
                  <a:cubicBezTo>
                    <a:pt x="1858044" y="489199"/>
                    <a:pt x="1856421" y="487576"/>
                    <a:pt x="1854798" y="489199"/>
                  </a:cubicBezTo>
                  <a:cubicBezTo>
                    <a:pt x="1854798" y="490822"/>
                    <a:pt x="1853175" y="489199"/>
                    <a:pt x="1854798" y="490822"/>
                  </a:cubicBezTo>
                  <a:cubicBezTo>
                    <a:pt x="1854798" y="494067"/>
                    <a:pt x="1854798" y="495690"/>
                    <a:pt x="1854798" y="495690"/>
                  </a:cubicBezTo>
                  <a:cubicBezTo>
                    <a:pt x="1854798" y="497313"/>
                    <a:pt x="1851552" y="497313"/>
                    <a:pt x="1851552" y="497313"/>
                  </a:cubicBezTo>
                  <a:cubicBezTo>
                    <a:pt x="1851552" y="497313"/>
                    <a:pt x="1849929" y="495690"/>
                    <a:pt x="1846683" y="495690"/>
                  </a:cubicBezTo>
                  <a:cubicBezTo>
                    <a:pt x="1843437" y="495690"/>
                    <a:pt x="1841813" y="494067"/>
                    <a:pt x="1840190" y="494067"/>
                  </a:cubicBezTo>
                  <a:cubicBezTo>
                    <a:pt x="1838567" y="492445"/>
                    <a:pt x="1838567" y="490822"/>
                    <a:pt x="1836944" y="490822"/>
                  </a:cubicBezTo>
                  <a:cubicBezTo>
                    <a:pt x="1833698" y="492445"/>
                    <a:pt x="1832075" y="492445"/>
                    <a:pt x="1830452" y="490822"/>
                  </a:cubicBezTo>
                  <a:cubicBezTo>
                    <a:pt x="1828829" y="490822"/>
                    <a:pt x="1828829" y="485953"/>
                    <a:pt x="1828829" y="485953"/>
                  </a:cubicBezTo>
                  <a:cubicBezTo>
                    <a:pt x="1828829" y="485953"/>
                    <a:pt x="1828829" y="485953"/>
                    <a:pt x="1828829" y="482707"/>
                  </a:cubicBezTo>
                  <a:cubicBezTo>
                    <a:pt x="1828829" y="482707"/>
                    <a:pt x="1827206" y="477839"/>
                    <a:pt x="1825583" y="476216"/>
                  </a:cubicBezTo>
                  <a:cubicBezTo>
                    <a:pt x="1822336" y="476216"/>
                    <a:pt x="1823959" y="474593"/>
                    <a:pt x="1822336" y="474593"/>
                  </a:cubicBezTo>
                  <a:cubicBezTo>
                    <a:pt x="1819090" y="474593"/>
                    <a:pt x="1817467" y="472970"/>
                    <a:pt x="1817467" y="472970"/>
                  </a:cubicBezTo>
                  <a:cubicBezTo>
                    <a:pt x="1814221" y="471347"/>
                    <a:pt x="1817467" y="469724"/>
                    <a:pt x="1810975" y="468102"/>
                  </a:cubicBezTo>
                  <a:cubicBezTo>
                    <a:pt x="1810975" y="468102"/>
                    <a:pt x="1806105" y="464856"/>
                    <a:pt x="1804482" y="464856"/>
                  </a:cubicBezTo>
                  <a:cubicBezTo>
                    <a:pt x="1804482" y="464856"/>
                    <a:pt x="1802859" y="463233"/>
                    <a:pt x="1801236" y="463233"/>
                  </a:cubicBezTo>
                  <a:cubicBezTo>
                    <a:pt x="1799613" y="463233"/>
                    <a:pt x="1797990" y="461610"/>
                    <a:pt x="1796367" y="461610"/>
                  </a:cubicBezTo>
                  <a:cubicBezTo>
                    <a:pt x="1794744" y="461610"/>
                    <a:pt x="1794744" y="459987"/>
                    <a:pt x="1793121" y="459987"/>
                  </a:cubicBezTo>
                  <a:cubicBezTo>
                    <a:pt x="1791498" y="459987"/>
                    <a:pt x="1789874" y="458365"/>
                    <a:pt x="1788251" y="458365"/>
                  </a:cubicBezTo>
                  <a:cubicBezTo>
                    <a:pt x="1788251" y="458365"/>
                    <a:pt x="1788251" y="458365"/>
                    <a:pt x="1785005" y="458365"/>
                  </a:cubicBezTo>
                  <a:cubicBezTo>
                    <a:pt x="1785005" y="458365"/>
                    <a:pt x="1781759" y="459987"/>
                    <a:pt x="1780136" y="458365"/>
                  </a:cubicBezTo>
                  <a:cubicBezTo>
                    <a:pt x="1778513" y="458365"/>
                    <a:pt x="1776890" y="459987"/>
                    <a:pt x="1776890" y="459987"/>
                  </a:cubicBezTo>
                  <a:cubicBezTo>
                    <a:pt x="1776890" y="459987"/>
                    <a:pt x="1776890" y="459987"/>
                    <a:pt x="1780136" y="461610"/>
                  </a:cubicBezTo>
                  <a:cubicBezTo>
                    <a:pt x="1780136" y="461610"/>
                    <a:pt x="1780136" y="461610"/>
                    <a:pt x="1785005" y="461610"/>
                  </a:cubicBezTo>
                  <a:cubicBezTo>
                    <a:pt x="1785005" y="461610"/>
                    <a:pt x="1785005" y="461610"/>
                    <a:pt x="1788251" y="461610"/>
                  </a:cubicBezTo>
                  <a:cubicBezTo>
                    <a:pt x="1788251" y="461610"/>
                    <a:pt x="1788251" y="461610"/>
                    <a:pt x="1793121" y="463233"/>
                  </a:cubicBezTo>
                  <a:cubicBezTo>
                    <a:pt x="1793121" y="463233"/>
                    <a:pt x="1806105" y="468102"/>
                    <a:pt x="1807728" y="468102"/>
                  </a:cubicBezTo>
                  <a:cubicBezTo>
                    <a:pt x="1807728" y="469724"/>
                    <a:pt x="1807728" y="471347"/>
                    <a:pt x="1807728" y="471347"/>
                  </a:cubicBezTo>
                  <a:cubicBezTo>
                    <a:pt x="1807728" y="472970"/>
                    <a:pt x="1807728" y="471347"/>
                    <a:pt x="1806105" y="472970"/>
                  </a:cubicBezTo>
                  <a:cubicBezTo>
                    <a:pt x="1802859" y="474593"/>
                    <a:pt x="1801236" y="474593"/>
                    <a:pt x="1801236" y="474593"/>
                  </a:cubicBezTo>
                  <a:cubicBezTo>
                    <a:pt x="1801236" y="474593"/>
                    <a:pt x="1794744" y="476216"/>
                    <a:pt x="1793121" y="477839"/>
                  </a:cubicBezTo>
                  <a:cubicBezTo>
                    <a:pt x="1791498" y="477839"/>
                    <a:pt x="1788251" y="477839"/>
                    <a:pt x="1786628" y="477839"/>
                  </a:cubicBezTo>
                  <a:cubicBezTo>
                    <a:pt x="1785005" y="479462"/>
                    <a:pt x="1791498" y="479462"/>
                    <a:pt x="1783382" y="479462"/>
                  </a:cubicBezTo>
                  <a:cubicBezTo>
                    <a:pt x="1775267" y="479462"/>
                    <a:pt x="1770397" y="479462"/>
                    <a:pt x="1767151" y="479462"/>
                  </a:cubicBezTo>
                  <a:cubicBezTo>
                    <a:pt x="1763905" y="481085"/>
                    <a:pt x="1762282" y="481085"/>
                    <a:pt x="1762282" y="482707"/>
                  </a:cubicBezTo>
                  <a:cubicBezTo>
                    <a:pt x="1762282" y="484330"/>
                    <a:pt x="1759036" y="487576"/>
                    <a:pt x="1759036" y="489199"/>
                  </a:cubicBezTo>
                  <a:cubicBezTo>
                    <a:pt x="1759036" y="489199"/>
                    <a:pt x="1757413" y="490822"/>
                    <a:pt x="1755789" y="490822"/>
                  </a:cubicBezTo>
                  <a:cubicBezTo>
                    <a:pt x="1755789" y="490822"/>
                    <a:pt x="1752543" y="492445"/>
                    <a:pt x="1750920" y="492445"/>
                  </a:cubicBezTo>
                  <a:cubicBezTo>
                    <a:pt x="1750920" y="494067"/>
                    <a:pt x="1749297" y="494067"/>
                    <a:pt x="1749297" y="495690"/>
                  </a:cubicBezTo>
                  <a:cubicBezTo>
                    <a:pt x="1747674" y="497313"/>
                    <a:pt x="1747674" y="497313"/>
                    <a:pt x="1750920" y="497313"/>
                  </a:cubicBezTo>
                  <a:cubicBezTo>
                    <a:pt x="1752543" y="495690"/>
                    <a:pt x="1754166" y="495690"/>
                    <a:pt x="1754166" y="495690"/>
                  </a:cubicBezTo>
                  <a:cubicBezTo>
                    <a:pt x="1754166" y="495690"/>
                    <a:pt x="1755789" y="495690"/>
                    <a:pt x="1757413" y="495690"/>
                  </a:cubicBezTo>
                  <a:cubicBezTo>
                    <a:pt x="1757413" y="497313"/>
                    <a:pt x="1757413" y="497313"/>
                    <a:pt x="1759036" y="498936"/>
                  </a:cubicBezTo>
                  <a:cubicBezTo>
                    <a:pt x="1760659" y="498936"/>
                    <a:pt x="1762282" y="497313"/>
                    <a:pt x="1762282" y="497313"/>
                  </a:cubicBezTo>
                  <a:cubicBezTo>
                    <a:pt x="1763905" y="497313"/>
                    <a:pt x="1765528" y="497313"/>
                    <a:pt x="1765528" y="497313"/>
                  </a:cubicBezTo>
                  <a:cubicBezTo>
                    <a:pt x="1765528" y="497313"/>
                    <a:pt x="1759036" y="495690"/>
                    <a:pt x="1762282" y="494067"/>
                  </a:cubicBezTo>
                  <a:cubicBezTo>
                    <a:pt x="1763905" y="494067"/>
                    <a:pt x="1767151" y="490822"/>
                    <a:pt x="1768774" y="489199"/>
                  </a:cubicBezTo>
                  <a:cubicBezTo>
                    <a:pt x="1770397" y="487576"/>
                    <a:pt x="1768774" y="487576"/>
                    <a:pt x="1772020" y="485953"/>
                  </a:cubicBezTo>
                  <a:cubicBezTo>
                    <a:pt x="1773643" y="485953"/>
                    <a:pt x="1776890" y="484330"/>
                    <a:pt x="1776890" y="482707"/>
                  </a:cubicBezTo>
                  <a:cubicBezTo>
                    <a:pt x="1776890" y="482707"/>
                    <a:pt x="1775267" y="482707"/>
                    <a:pt x="1778513" y="482707"/>
                  </a:cubicBezTo>
                  <a:cubicBezTo>
                    <a:pt x="1780136" y="482707"/>
                    <a:pt x="1789874" y="481085"/>
                    <a:pt x="1789874" y="479462"/>
                  </a:cubicBezTo>
                  <a:cubicBezTo>
                    <a:pt x="1791498" y="479462"/>
                    <a:pt x="1789874" y="479462"/>
                    <a:pt x="1794744" y="479462"/>
                  </a:cubicBezTo>
                  <a:cubicBezTo>
                    <a:pt x="1801236" y="479462"/>
                    <a:pt x="1804482" y="479462"/>
                    <a:pt x="1804482" y="479462"/>
                  </a:cubicBezTo>
                  <a:cubicBezTo>
                    <a:pt x="1806105" y="479462"/>
                    <a:pt x="1807728" y="482707"/>
                    <a:pt x="1809352" y="484330"/>
                  </a:cubicBezTo>
                  <a:cubicBezTo>
                    <a:pt x="1809352" y="484330"/>
                    <a:pt x="1812598" y="484330"/>
                    <a:pt x="1809352" y="487576"/>
                  </a:cubicBezTo>
                  <a:cubicBezTo>
                    <a:pt x="1806105" y="489199"/>
                    <a:pt x="1807728" y="489199"/>
                    <a:pt x="1806105" y="490822"/>
                  </a:cubicBezTo>
                  <a:cubicBezTo>
                    <a:pt x="1802859" y="490822"/>
                    <a:pt x="1796367" y="494067"/>
                    <a:pt x="1796367" y="494067"/>
                  </a:cubicBezTo>
                  <a:cubicBezTo>
                    <a:pt x="1796367" y="494067"/>
                    <a:pt x="1796367" y="494067"/>
                    <a:pt x="1791498" y="494067"/>
                  </a:cubicBezTo>
                  <a:cubicBezTo>
                    <a:pt x="1791498" y="494067"/>
                    <a:pt x="1791498" y="495690"/>
                    <a:pt x="1789874" y="497313"/>
                  </a:cubicBezTo>
                  <a:cubicBezTo>
                    <a:pt x="1788251" y="500559"/>
                    <a:pt x="1788251" y="502182"/>
                    <a:pt x="1785005" y="502182"/>
                  </a:cubicBezTo>
                  <a:cubicBezTo>
                    <a:pt x="1783382" y="502182"/>
                    <a:pt x="1781759" y="500559"/>
                    <a:pt x="1780136" y="502182"/>
                  </a:cubicBezTo>
                  <a:cubicBezTo>
                    <a:pt x="1778513" y="502182"/>
                    <a:pt x="1775267" y="502182"/>
                    <a:pt x="1775267" y="503804"/>
                  </a:cubicBezTo>
                  <a:cubicBezTo>
                    <a:pt x="1773643" y="503804"/>
                    <a:pt x="1773643" y="503804"/>
                    <a:pt x="1773643" y="505427"/>
                  </a:cubicBezTo>
                  <a:cubicBezTo>
                    <a:pt x="1772020" y="508673"/>
                    <a:pt x="1770397" y="505427"/>
                    <a:pt x="1767151" y="507050"/>
                  </a:cubicBezTo>
                  <a:cubicBezTo>
                    <a:pt x="1765528" y="508673"/>
                    <a:pt x="1762282" y="507050"/>
                    <a:pt x="1762282" y="508673"/>
                  </a:cubicBezTo>
                  <a:cubicBezTo>
                    <a:pt x="1760659" y="508673"/>
                    <a:pt x="1760659" y="507050"/>
                    <a:pt x="1759036" y="507050"/>
                  </a:cubicBezTo>
                  <a:cubicBezTo>
                    <a:pt x="1755789" y="508673"/>
                    <a:pt x="1754166" y="507050"/>
                    <a:pt x="1755789" y="508673"/>
                  </a:cubicBezTo>
                  <a:cubicBezTo>
                    <a:pt x="1757413" y="508673"/>
                    <a:pt x="1759036" y="510296"/>
                    <a:pt x="1762282" y="510296"/>
                  </a:cubicBezTo>
                  <a:cubicBezTo>
                    <a:pt x="1765528" y="510296"/>
                    <a:pt x="1765528" y="508673"/>
                    <a:pt x="1767151" y="510296"/>
                  </a:cubicBezTo>
                  <a:cubicBezTo>
                    <a:pt x="1768774" y="510296"/>
                    <a:pt x="1775267" y="508673"/>
                    <a:pt x="1775267" y="508673"/>
                  </a:cubicBezTo>
                  <a:cubicBezTo>
                    <a:pt x="1775267" y="508673"/>
                    <a:pt x="1776890" y="507050"/>
                    <a:pt x="1778513" y="505427"/>
                  </a:cubicBezTo>
                  <a:cubicBezTo>
                    <a:pt x="1778513" y="505427"/>
                    <a:pt x="1778513" y="503804"/>
                    <a:pt x="1780136" y="503804"/>
                  </a:cubicBezTo>
                  <a:cubicBezTo>
                    <a:pt x="1781759" y="505427"/>
                    <a:pt x="1785005" y="503804"/>
                    <a:pt x="1785005" y="503804"/>
                  </a:cubicBezTo>
                  <a:cubicBezTo>
                    <a:pt x="1786628" y="505427"/>
                    <a:pt x="1789874" y="503804"/>
                    <a:pt x="1789874" y="503804"/>
                  </a:cubicBezTo>
                  <a:cubicBezTo>
                    <a:pt x="1791498" y="503804"/>
                    <a:pt x="1802859" y="500559"/>
                    <a:pt x="1802859" y="500559"/>
                  </a:cubicBezTo>
                  <a:cubicBezTo>
                    <a:pt x="1802859" y="500559"/>
                    <a:pt x="1802859" y="500559"/>
                    <a:pt x="1806105" y="498936"/>
                  </a:cubicBezTo>
                  <a:cubicBezTo>
                    <a:pt x="1806105" y="498936"/>
                    <a:pt x="1806105" y="498936"/>
                    <a:pt x="1810975" y="498936"/>
                  </a:cubicBezTo>
                  <a:cubicBezTo>
                    <a:pt x="1812598" y="498936"/>
                    <a:pt x="1815844" y="500559"/>
                    <a:pt x="1815844" y="500559"/>
                  </a:cubicBezTo>
                  <a:cubicBezTo>
                    <a:pt x="1817467" y="502182"/>
                    <a:pt x="1820713" y="502182"/>
                    <a:pt x="1822336" y="502182"/>
                  </a:cubicBezTo>
                  <a:cubicBezTo>
                    <a:pt x="1823959" y="502182"/>
                    <a:pt x="1823959" y="502182"/>
                    <a:pt x="1827206" y="502182"/>
                  </a:cubicBezTo>
                  <a:cubicBezTo>
                    <a:pt x="1830452" y="502182"/>
                    <a:pt x="1832075" y="502182"/>
                    <a:pt x="1833698" y="503804"/>
                  </a:cubicBezTo>
                  <a:cubicBezTo>
                    <a:pt x="1835321" y="503804"/>
                    <a:pt x="1838567" y="508673"/>
                    <a:pt x="1840190" y="508673"/>
                  </a:cubicBezTo>
                  <a:cubicBezTo>
                    <a:pt x="1841813" y="508673"/>
                    <a:pt x="1845060" y="508673"/>
                    <a:pt x="1845060" y="508673"/>
                  </a:cubicBezTo>
                  <a:cubicBezTo>
                    <a:pt x="1846683" y="508673"/>
                    <a:pt x="1851552" y="507050"/>
                    <a:pt x="1853175" y="507050"/>
                  </a:cubicBezTo>
                  <a:cubicBezTo>
                    <a:pt x="1854798" y="507050"/>
                    <a:pt x="1856421" y="505427"/>
                    <a:pt x="1859667" y="505427"/>
                  </a:cubicBezTo>
                  <a:cubicBezTo>
                    <a:pt x="1862914" y="507050"/>
                    <a:pt x="1862914" y="503804"/>
                    <a:pt x="1862914" y="507050"/>
                  </a:cubicBezTo>
                  <a:cubicBezTo>
                    <a:pt x="1864537" y="508673"/>
                    <a:pt x="1862914" y="508673"/>
                    <a:pt x="1864537" y="510296"/>
                  </a:cubicBezTo>
                  <a:cubicBezTo>
                    <a:pt x="1864537" y="510296"/>
                    <a:pt x="1859667" y="513542"/>
                    <a:pt x="1858044" y="513542"/>
                  </a:cubicBezTo>
                  <a:cubicBezTo>
                    <a:pt x="1854798" y="515164"/>
                    <a:pt x="1849929" y="515164"/>
                    <a:pt x="1849929" y="516787"/>
                  </a:cubicBezTo>
                  <a:cubicBezTo>
                    <a:pt x="1848306" y="518410"/>
                    <a:pt x="1845060" y="518410"/>
                    <a:pt x="1843437" y="520033"/>
                  </a:cubicBezTo>
                  <a:cubicBezTo>
                    <a:pt x="1843437" y="521656"/>
                    <a:pt x="1840190" y="518410"/>
                    <a:pt x="1838567" y="520033"/>
                  </a:cubicBezTo>
                  <a:cubicBezTo>
                    <a:pt x="1838567" y="521656"/>
                    <a:pt x="1822336" y="531393"/>
                    <a:pt x="1820713" y="533016"/>
                  </a:cubicBezTo>
                  <a:cubicBezTo>
                    <a:pt x="1820713" y="534639"/>
                    <a:pt x="1817467" y="534639"/>
                    <a:pt x="1817467" y="536262"/>
                  </a:cubicBezTo>
                  <a:cubicBezTo>
                    <a:pt x="1815844" y="539507"/>
                    <a:pt x="1812598" y="541130"/>
                    <a:pt x="1810975" y="541130"/>
                  </a:cubicBezTo>
                  <a:cubicBezTo>
                    <a:pt x="1809352" y="542753"/>
                    <a:pt x="1809352" y="537884"/>
                    <a:pt x="1806105" y="542753"/>
                  </a:cubicBezTo>
                  <a:cubicBezTo>
                    <a:pt x="1801236" y="547621"/>
                    <a:pt x="1802859" y="544376"/>
                    <a:pt x="1799613" y="545999"/>
                  </a:cubicBezTo>
                  <a:cubicBezTo>
                    <a:pt x="1797990" y="549244"/>
                    <a:pt x="1799613" y="547621"/>
                    <a:pt x="1797990" y="549244"/>
                  </a:cubicBezTo>
                  <a:cubicBezTo>
                    <a:pt x="1796367" y="549244"/>
                    <a:pt x="1794744" y="549244"/>
                    <a:pt x="1794744" y="549244"/>
                  </a:cubicBezTo>
                  <a:cubicBezTo>
                    <a:pt x="1794744" y="550867"/>
                    <a:pt x="1793121" y="549244"/>
                    <a:pt x="1791498" y="550867"/>
                  </a:cubicBezTo>
                  <a:cubicBezTo>
                    <a:pt x="1788251" y="552490"/>
                    <a:pt x="1788251" y="552490"/>
                    <a:pt x="1786628" y="552490"/>
                  </a:cubicBezTo>
                  <a:cubicBezTo>
                    <a:pt x="1783382" y="550867"/>
                    <a:pt x="1781759" y="550867"/>
                    <a:pt x="1780136" y="552490"/>
                  </a:cubicBezTo>
                  <a:cubicBezTo>
                    <a:pt x="1778513" y="554113"/>
                    <a:pt x="1776890" y="554113"/>
                    <a:pt x="1775267" y="554113"/>
                  </a:cubicBezTo>
                  <a:cubicBezTo>
                    <a:pt x="1775267" y="555736"/>
                    <a:pt x="1763905" y="558981"/>
                    <a:pt x="1763905" y="558981"/>
                  </a:cubicBezTo>
                  <a:cubicBezTo>
                    <a:pt x="1762282" y="558981"/>
                    <a:pt x="1762282" y="557359"/>
                    <a:pt x="1760659" y="558981"/>
                  </a:cubicBezTo>
                  <a:cubicBezTo>
                    <a:pt x="1759036" y="558981"/>
                    <a:pt x="1759036" y="557359"/>
                    <a:pt x="1755789" y="558981"/>
                  </a:cubicBezTo>
                  <a:cubicBezTo>
                    <a:pt x="1752543" y="562227"/>
                    <a:pt x="1749297" y="560604"/>
                    <a:pt x="1747674" y="562227"/>
                  </a:cubicBezTo>
                  <a:cubicBezTo>
                    <a:pt x="1746051" y="563850"/>
                    <a:pt x="1741182" y="560604"/>
                    <a:pt x="1739559" y="562227"/>
                  </a:cubicBezTo>
                  <a:cubicBezTo>
                    <a:pt x="1737935" y="563850"/>
                    <a:pt x="1734689" y="565473"/>
                    <a:pt x="1733066" y="567096"/>
                  </a:cubicBezTo>
                  <a:cubicBezTo>
                    <a:pt x="1733066" y="567096"/>
                    <a:pt x="1733066" y="567096"/>
                    <a:pt x="1731443" y="565473"/>
                  </a:cubicBezTo>
                  <a:cubicBezTo>
                    <a:pt x="1731443" y="565473"/>
                    <a:pt x="1726574" y="560604"/>
                    <a:pt x="1726574" y="562227"/>
                  </a:cubicBezTo>
                  <a:cubicBezTo>
                    <a:pt x="1724951" y="562227"/>
                    <a:pt x="1723328" y="562227"/>
                    <a:pt x="1723328" y="563850"/>
                  </a:cubicBezTo>
                  <a:cubicBezTo>
                    <a:pt x="1723328" y="563850"/>
                    <a:pt x="1723328" y="565473"/>
                    <a:pt x="1723328" y="565473"/>
                  </a:cubicBezTo>
                  <a:cubicBezTo>
                    <a:pt x="1724951" y="565473"/>
                    <a:pt x="1726574" y="565473"/>
                    <a:pt x="1726574" y="565473"/>
                  </a:cubicBezTo>
                  <a:cubicBezTo>
                    <a:pt x="1728197" y="565473"/>
                    <a:pt x="1726574" y="567096"/>
                    <a:pt x="1726574" y="568719"/>
                  </a:cubicBezTo>
                  <a:cubicBezTo>
                    <a:pt x="1724951" y="568719"/>
                    <a:pt x="1720081" y="570341"/>
                    <a:pt x="1720081" y="570341"/>
                  </a:cubicBezTo>
                  <a:cubicBezTo>
                    <a:pt x="1718458" y="570341"/>
                    <a:pt x="1716835" y="567096"/>
                    <a:pt x="1715212" y="567096"/>
                  </a:cubicBezTo>
                  <a:cubicBezTo>
                    <a:pt x="1713589" y="567096"/>
                    <a:pt x="1711966" y="565473"/>
                    <a:pt x="1711966" y="567096"/>
                  </a:cubicBezTo>
                  <a:cubicBezTo>
                    <a:pt x="1711966" y="568719"/>
                    <a:pt x="1711966" y="570341"/>
                    <a:pt x="1710343" y="570341"/>
                  </a:cubicBezTo>
                  <a:cubicBezTo>
                    <a:pt x="1708720" y="570341"/>
                    <a:pt x="1702227" y="571964"/>
                    <a:pt x="1702227" y="571964"/>
                  </a:cubicBezTo>
                  <a:cubicBezTo>
                    <a:pt x="1700604" y="570341"/>
                    <a:pt x="1700604" y="567096"/>
                    <a:pt x="1697358" y="567096"/>
                  </a:cubicBezTo>
                  <a:cubicBezTo>
                    <a:pt x="1692489" y="565473"/>
                    <a:pt x="1692489" y="563850"/>
                    <a:pt x="1690866" y="563850"/>
                  </a:cubicBezTo>
                  <a:cubicBezTo>
                    <a:pt x="1689243" y="563850"/>
                    <a:pt x="1687620" y="558981"/>
                    <a:pt x="1685996" y="558981"/>
                  </a:cubicBezTo>
                  <a:cubicBezTo>
                    <a:pt x="1684373" y="558981"/>
                    <a:pt x="1681127" y="557359"/>
                    <a:pt x="1682750" y="560604"/>
                  </a:cubicBezTo>
                  <a:cubicBezTo>
                    <a:pt x="1682750" y="562227"/>
                    <a:pt x="1682750" y="563850"/>
                    <a:pt x="1684373" y="563850"/>
                  </a:cubicBezTo>
                  <a:cubicBezTo>
                    <a:pt x="1685996" y="565473"/>
                    <a:pt x="1685996" y="568719"/>
                    <a:pt x="1685996" y="568719"/>
                  </a:cubicBezTo>
                  <a:cubicBezTo>
                    <a:pt x="1687620" y="570341"/>
                    <a:pt x="1690866" y="570341"/>
                    <a:pt x="1689243" y="573587"/>
                  </a:cubicBezTo>
                  <a:cubicBezTo>
                    <a:pt x="1687620" y="575210"/>
                    <a:pt x="1689243" y="575210"/>
                    <a:pt x="1687620" y="576833"/>
                  </a:cubicBezTo>
                  <a:cubicBezTo>
                    <a:pt x="1685996" y="576833"/>
                    <a:pt x="1682750" y="576833"/>
                    <a:pt x="1681127" y="576833"/>
                  </a:cubicBezTo>
                  <a:cubicBezTo>
                    <a:pt x="1681127" y="578456"/>
                    <a:pt x="1676258" y="578456"/>
                    <a:pt x="1676258" y="580078"/>
                  </a:cubicBezTo>
                  <a:cubicBezTo>
                    <a:pt x="1674635" y="581701"/>
                    <a:pt x="1671389" y="583324"/>
                    <a:pt x="1671389" y="583324"/>
                  </a:cubicBezTo>
                  <a:cubicBezTo>
                    <a:pt x="1671389" y="583324"/>
                    <a:pt x="1668142" y="584947"/>
                    <a:pt x="1668142" y="586570"/>
                  </a:cubicBezTo>
                  <a:cubicBezTo>
                    <a:pt x="1666519" y="588193"/>
                    <a:pt x="1664896" y="586570"/>
                    <a:pt x="1663273" y="588193"/>
                  </a:cubicBezTo>
                  <a:cubicBezTo>
                    <a:pt x="1663273" y="591438"/>
                    <a:pt x="1661650" y="593061"/>
                    <a:pt x="1661650" y="594684"/>
                  </a:cubicBezTo>
                  <a:cubicBezTo>
                    <a:pt x="1661650" y="596307"/>
                    <a:pt x="1661650" y="597930"/>
                    <a:pt x="1661650" y="599553"/>
                  </a:cubicBezTo>
                  <a:cubicBezTo>
                    <a:pt x="1660027" y="599553"/>
                    <a:pt x="1658404" y="601176"/>
                    <a:pt x="1656781" y="602798"/>
                  </a:cubicBezTo>
                  <a:cubicBezTo>
                    <a:pt x="1655158" y="604421"/>
                    <a:pt x="1653535" y="604421"/>
                    <a:pt x="1653535" y="606044"/>
                  </a:cubicBezTo>
                  <a:cubicBezTo>
                    <a:pt x="1653535" y="606044"/>
                    <a:pt x="1653535" y="604421"/>
                    <a:pt x="1651911" y="607667"/>
                  </a:cubicBezTo>
                  <a:cubicBezTo>
                    <a:pt x="1651911" y="610913"/>
                    <a:pt x="1650288" y="610913"/>
                    <a:pt x="1650288" y="612535"/>
                  </a:cubicBezTo>
                  <a:cubicBezTo>
                    <a:pt x="1650288" y="614158"/>
                    <a:pt x="1647042" y="615781"/>
                    <a:pt x="1647042" y="615781"/>
                  </a:cubicBezTo>
                  <a:cubicBezTo>
                    <a:pt x="1645419" y="614158"/>
                    <a:pt x="1643796" y="612535"/>
                    <a:pt x="1643796" y="612535"/>
                  </a:cubicBezTo>
                  <a:cubicBezTo>
                    <a:pt x="1642173" y="614158"/>
                    <a:pt x="1643796" y="619027"/>
                    <a:pt x="1643796" y="620650"/>
                  </a:cubicBezTo>
                  <a:cubicBezTo>
                    <a:pt x="1642173" y="622273"/>
                    <a:pt x="1643796" y="622273"/>
                    <a:pt x="1642173" y="623895"/>
                  </a:cubicBezTo>
                  <a:cubicBezTo>
                    <a:pt x="1640550" y="625518"/>
                    <a:pt x="1634057" y="625518"/>
                    <a:pt x="1634057" y="625518"/>
                  </a:cubicBezTo>
                  <a:cubicBezTo>
                    <a:pt x="1632434" y="627141"/>
                    <a:pt x="1630811" y="627141"/>
                    <a:pt x="1629188" y="625518"/>
                  </a:cubicBezTo>
                  <a:cubicBezTo>
                    <a:pt x="1627565" y="625518"/>
                    <a:pt x="1627565" y="623895"/>
                    <a:pt x="1625942" y="625518"/>
                  </a:cubicBezTo>
                  <a:cubicBezTo>
                    <a:pt x="1622696" y="625518"/>
                    <a:pt x="1622696" y="627141"/>
                    <a:pt x="1622696" y="628764"/>
                  </a:cubicBezTo>
                  <a:cubicBezTo>
                    <a:pt x="1621073" y="628764"/>
                    <a:pt x="1621073" y="630387"/>
                    <a:pt x="1619450" y="630387"/>
                  </a:cubicBezTo>
                  <a:cubicBezTo>
                    <a:pt x="1619450" y="632010"/>
                    <a:pt x="1617826" y="630387"/>
                    <a:pt x="1616203" y="632010"/>
                  </a:cubicBezTo>
                  <a:cubicBezTo>
                    <a:pt x="1616203" y="633633"/>
                    <a:pt x="1617826" y="635255"/>
                    <a:pt x="1616203" y="635255"/>
                  </a:cubicBezTo>
                  <a:cubicBezTo>
                    <a:pt x="1614580" y="635255"/>
                    <a:pt x="1609711" y="632010"/>
                    <a:pt x="1609711" y="632010"/>
                  </a:cubicBezTo>
                  <a:cubicBezTo>
                    <a:pt x="1609711" y="632010"/>
                    <a:pt x="1609711" y="630387"/>
                    <a:pt x="1609711" y="630387"/>
                  </a:cubicBezTo>
                  <a:cubicBezTo>
                    <a:pt x="1608088" y="632010"/>
                    <a:pt x="1604842" y="632010"/>
                    <a:pt x="1604842" y="633633"/>
                  </a:cubicBezTo>
                  <a:cubicBezTo>
                    <a:pt x="1604842" y="635255"/>
                    <a:pt x="1604842" y="633633"/>
                    <a:pt x="1604842" y="635255"/>
                  </a:cubicBezTo>
                  <a:cubicBezTo>
                    <a:pt x="1604842" y="636878"/>
                    <a:pt x="1606465" y="638501"/>
                    <a:pt x="1604842" y="638501"/>
                  </a:cubicBezTo>
                  <a:cubicBezTo>
                    <a:pt x="1603219" y="638501"/>
                    <a:pt x="1599972" y="635255"/>
                    <a:pt x="1599972" y="635255"/>
                  </a:cubicBezTo>
                  <a:cubicBezTo>
                    <a:pt x="1598349" y="635255"/>
                    <a:pt x="1596726" y="635255"/>
                    <a:pt x="1596726" y="636878"/>
                  </a:cubicBezTo>
                  <a:cubicBezTo>
                    <a:pt x="1596726" y="636878"/>
                    <a:pt x="1596726" y="636878"/>
                    <a:pt x="1595103" y="638501"/>
                  </a:cubicBezTo>
                  <a:cubicBezTo>
                    <a:pt x="1593480" y="640124"/>
                    <a:pt x="1593480" y="638501"/>
                    <a:pt x="1593480" y="638501"/>
                  </a:cubicBezTo>
                  <a:cubicBezTo>
                    <a:pt x="1591857" y="638501"/>
                    <a:pt x="1590234" y="635255"/>
                    <a:pt x="1590234" y="635255"/>
                  </a:cubicBezTo>
                  <a:cubicBezTo>
                    <a:pt x="1588611" y="638501"/>
                    <a:pt x="1588611" y="636878"/>
                    <a:pt x="1588611" y="640124"/>
                  </a:cubicBezTo>
                  <a:cubicBezTo>
                    <a:pt x="1588611" y="641747"/>
                    <a:pt x="1588611" y="641747"/>
                    <a:pt x="1588611" y="643370"/>
                  </a:cubicBezTo>
                  <a:cubicBezTo>
                    <a:pt x="1586988" y="644992"/>
                    <a:pt x="1583741" y="644992"/>
                    <a:pt x="1582118" y="644992"/>
                  </a:cubicBezTo>
                  <a:cubicBezTo>
                    <a:pt x="1582118" y="643370"/>
                    <a:pt x="1580495" y="638501"/>
                    <a:pt x="1580495" y="638501"/>
                  </a:cubicBezTo>
                  <a:cubicBezTo>
                    <a:pt x="1582118" y="638501"/>
                    <a:pt x="1583741" y="636878"/>
                    <a:pt x="1583741" y="635255"/>
                  </a:cubicBezTo>
                  <a:cubicBezTo>
                    <a:pt x="1585365" y="635255"/>
                    <a:pt x="1586988" y="633633"/>
                    <a:pt x="1586988" y="632010"/>
                  </a:cubicBezTo>
                  <a:cubicBezTo>
                    <a:pt x="1586988" y="632010"/>
                    <a:pt x="1586988" y="628764"/>
                    <a:pt x="1586988" y="628764"/>
                  </a:cubicBezTo>
                  <a:cubicBezTo>
                    <a:pt x="1586988" y="628764"/>
                    <a:pt x="1588611" y="628764"/>
                    <a:pt x="1590234" y="627141"/>
                  </a:cubicBezTo>
                  <a:cubicBezTo>
                    <a:pt x="1590234" y="625518"/>
                    <a:pt x="1591857" y="625518"/>
                    <a:pt x="1590234" y="625518"/>
                  </a:cubicBezTo>
                  <a:cubicBezTo>
                    <a:pt x="1590234" y="623895"/>
                    <a:pt x="1586988" y="623895"/>
                    <a:pt x="1586988" y="623895"/>
                  </a:cubicBezTo>
                  <a:cubicBezTo>
                    <a:pt x="1586988" y="623895"/>
                    <a:pt x="1585365" y="623895"/>
                    <a:pt x="1585365" y="623895"/>
                  </a:cubicBezTo>
                  <a:cubicBezTo>
                    <a:pt x="1585365" y="625518"/>
                    <a:pt x="1583741" y="625518"/>
                    <a:pt x="1583741" y="627141"/>
                  </a:cubicBezTo>
                  <a:cubicBezTo>
                    <a:pt x="1583741" y="628764"/>
                    <a:pt x="1582118" y="628764"/>
                    <a:pt x="1583741" y="630387"/>
                  </a:cubicBezTo>
                  <a:cubicBezTo>
                    <a:pt x="1583741" y="630387"/>
                    <a:pt x="1582118" y="632010"/>
                    <a:pt x="1582118" y="633633"/>
                  </a:cubicBezTo>
                  <a:cubicBezTo>
                    <a:pt x="1580495" y="636878"/>
                    <a:pt x="1580495" y="633633"/>
                    <a:pt x="1578872" y="635255"/>
                  </a:cubicBezTo>
                  <a:cubicBezTo>
                    <a:pt x="1578872" y="636878"/>
                    <a:pt x="1578872" y="633633"/>
                    <a:pt x="1577249" y="636878"/>
                  </a:cubicBezTo>
                  <a:cubicBezTo>
                    <a:pt x="1577249" y="640124"/>
                    <a:pt x="1575626" y="641747"/>
                    <a:pt x="1574003" y="643370"/>
                  </a:cubicBezTo>
                  <a:cubicBezTo>
                    <a:pt x="1570757" y="644992"/>
                    <a:pt x="1567511" y="644992"/>
                    <a:pt x="1564264" y="644992"/>
                  </a:cubicBezTo>
                  <a:cubicBezTo>
                    <a:pt x="1562641" y="644992"/>
                    <a:pt x="1559395" y="646615"/>
                    <a:pt x="1557772" y="644992"/>
                  </a:cubicBezTo>
                  <a:cubicBezTo>
                    <a:pt x="1557772" y="644992"/>
                    <a:pt x="1552903" y="644992"/>
                    <a:pt x="1552903" y="644992"/>
                  </a:cubicBezTo>
                  <a:cubicBezTo>
                    <a:pt x="1551280" y="644992"/>
                    <a:pt x="1551280" y="641747"/>
                    <a:pt x="1548033" y="644992"/>
                  </a:cubicBezTo>
                  <a:cubicBezTo>
                    <a:pt x="1544787" y="648238"/>
                    <a:pt x="1544787" y="648238"/>
                    <a:pt x="1546410" y="649861"/>
                  </a:cubicBezTo>
                  <a:cubicBezTo>
                    <a:pt x="1548033" y="651484"/>
                    <a:pt x="1548033" y="649861"/>
                    <a:pt x="1549656" y="651484"/>
                  </a:cubicBezTo>
                  <a:cubicBezTo>
                    <a:pt x="1551280" y="651484"/>
                    <a:pt x="1552903" y="651484"/>
                    <a:pt x="1552903" y="651484"/>
                  </a:cubicBezTo>
                  <a:cubicBezTo>
                    <a:pt x="1552903" y="653107"/>
                    <a:pt x="1552903" y="653107"/>
                    <a:pt x="1552903" y="654730"/>
                  </a:cubicBezTo>
                  <a:cubicBezTo>
                    <a:pt x="1551280" y="656352"/>
                    <a:pt x="1549656" y="653107"/>
                    <a:pt x="1548033" y="654730"/>
                  </a:cubicBezTo>
                  <a:cubicBezTo>
                    <a:pt x="1546410" y="657975"/>
                    <a:pt x="1548033" y="656352"/>
                    <a:pt x="1546410" y="657975"/>
                  </a:cubicBezTo>
                  <a:cubicBezTo>
                    <a:pt x="1544787" y="661221"/>
                    <a:pt x="1543164" y="659598"/>
                    <a:pt x="1541541" y="661221"/>
                  </a:cubicBezTo>
                  <a:cubicBezTo>
                    <a:pt x="1539918" y="662844"/>
                    <a:pt x="1538295" y="659598"/>
                    <a:pt x="1536672" y="659598"/>
                  </a:cubicBezTo>
                  <a:cubicBezTo>
                    <a:pt x="1535049" y="659598"/>
                    <a:pt x="1533426" y="656352"/>
                    <a:pt x="1533426" y="657975"/>
                  </a:cubicBezTo>
                  <a:cubicBezTo>
                    <a:pt x="1531802" y="661221"/>
                    <a:pt x="1526933" y="656352"/>
                    <a:pt x="1526933" y="659598"/>
                  </a:cubicBezTo>
                  <a:cubicBezTo>
                    <a:pt x="1526933" y="662844"/>
                    <a:pt x="1526933" y="664467"/>
                    <a:pt x="1528556" y="664467"/>
                  </a:cubicBezTo>
                  <a:cubicBezTo>
                    <a:pt x="1528556" y="664467"/>
                    <a:pt x="1530179" y="666090"/>
                    <a:pt x="1531802" y="666090"/>
                  </a:cubicBezTo>
                  <a:cubicBezTo>
                    <a:pt x="1535049" y="666090"/>
                    <a:pt x="1536672" y="664467"/>
                    <a:pt x="1538295" y="666090"/>
                  </a:cubicBezTo>
                  <a:cubicBezTo>
                    <a:pt x="1538295" y="669335"/>
                    <a:pt x="1538295" y="667712"/>
                    <a:pt x="1539918" y="670958"/>
                  </a:cubicBezTo>
                  <a:cubicBezTo>
                    <a:pt x="1539918" y="674204"/>
                    <a:pt x="1543164" y="674204"/>
                    <a:pt x="1541541" y="675827"/>
                  </a:cubicBezTo>
                  <a:cubicBezTo>
                    <a:pt x="1541541" y="677449"/>
                    <a:pt x="1541541" y="679072"/>
                    <a:pt x="1538295" y="680695"/>
                  </a:cubicBezTo>
                  <a:cubicBezTo>
                    <a:pt x="1536672" y="682318"/>
                    <a:pt x="1533426" y="680695"/>
                    <a:pt x="1531802" y="680695"/>
                  </a:cubicBezTo>
                  <a:cubicBezTo>
                    <a:pt x="1531802" y="680695"/>
                    <a:pt x="1535049" y="677449"/>
                    <a:pt x="1526933" y="680695"/>
                  </a:cubicBezTo>
                  <a:cubicBezTo>
                    <a:pt x="1520441" y="683941"/>
                    <a:pt x="1520441" y="682318"/>
                    <a:pt x="1522064" y="683941"/>
                  </a:cubicBezTo>
                  <a:cubicBezTo>
                    <a:pt x="1522064" y="683941"/>
                    <a:pt x="1525310" y="683941"/>
                    <a:pt x="1525310" y="683941"/>
                  </a:cubicBezTo>
                  <a:cubicBezTo>
                    <a:pt x="1525310" y="683941"/>
                    <a:pt x="1531802" y="683941"/>
                    <a:pt x="1533426" y="685564"/>
                  </a:cubicBezTo>
                  <a:cubicBezTo>
                    <a:pt x="1535049" y="687187"/>
                    <a:pt x="1535049" y="687187"/>
                    <a:pt x="1535049" y="688809"/>
                  </a:cubicBezTo>
                  <a:cubicBezTo>
                    <a:pt x="1536672" y="688809"/>
                    <a:pt x="1536672" y="688809"/>
                    <a:pt x="1536672" y="692055"/>
                  </a:cubicBezTo>
                  <a:cubicBezTo>
                    <a:pt x="1536672" y="693678"/>
                    <a:pt x="1533426" y="698547"/>
                    <a:pt x="1533426" y="698547"/>
                  </a:cubicBezTo>
                  <a:cubicBezTo>
                    <a:pt x="1533426" y="698547"/>
                    <a:pt x="1533426" y="698547"/>
                    <a:pt x="1531802" y="701792"/>
                  </a:cubicBezTo>
                  <a:cubicBezTo>
                    <a:pt x="1531802" y="701792"/>
                    <a:pt x="1530179" y="695301"/>
                    <a:pt x="1528556" y="698547"/>
                  </a:cubicBezTo>
                  <a:cubicBezTo>
                    <a:pt x="1525310" y="701792"/>
                    <a:pt x="1522064" y="698547"/>
                    <a:pt x="1522064" y="700169"/>
                  </a:cubicBezTo>
                  <a:cubicBezTo>
                    <a:pt x="1522064" y="701792"/>
                    <a:pt x="1523687" y="703415"/>
                    <a:pt x="1523687" y="703415"/>
                  </a:cubicBezTo>
                  <a:cubicBezTo>
                    <a:pt x="1523687" y="703415"/>
                    <a:pt x="1526933" y="703415"/>
                    <a:pt x="1526933" y="705038"/>
                  </a:cubicBezTo>
                  <a:cubicBezTo>
                    <a:pt x="1526933" y="706661"/>
                    <a:pt x="1528556" y="706661"/>
                    <a:pt x="1526933" y="708284"/>
                  </a:cubicBezTo>
                  <a:cubicBezTo>
                    <a:pt x="1525310" y="708284"/>
                    <a:pt x="1523687" y="709906"/>
                    <a:pt x="1522064" y="711529"/>
                  </a:cubicBezTo>
                  <a:cubicBezTo>
                    <a:pt x="1520441" y="713152"/>
                    <a:pt x="1520441" y="713152"/>
                    <a:pt x="1518818" y="714775"/>
                  </a:cubicBezTo>
                  <a:cubicBezTo>
                    <a:pt x="1518818" y="714775"/>
                    <a:pt x="1517195" y="714775"/>
                    <a:pt x="1515572" y="716398"/>
                  </a:cubicBezTo>
                  <a:cubicBezTo>
                    <a:pt x="1515572" y="718021"/>
                    <a:pt x="1517195" y="714775"/>
                    <a:pt x="1515572" y="719644"/>
                  </a:cubicBezTo>
                  <a:cubicBezTo>
                    <a:pt x="1513948" y="724512"/>
                    <a:pt x="1510702" y="724512"/>
                    <a:pt x="1510702" y="724512"/>
                  </a:cubicBezTo>
                  <a:cubicBezTo>
                    <a:pt x="1509079" y="724512"/>
                    <a:pt x="1504210" y="724512"/>
                    <a:pt x="1504210" y="724512"/>
                  </a:cubicBezTo>
                  <a:cubicBezTo>
                    <a:pt x="1504210" y="724512"/>
                    <a:pt x="1504210" y="722889"/>
                    <a:pt x="1502587" y="722889"/>
                  </a:cubicBezTo>
                  <a:cubicBezTo>
                    <a:pt x="1499341" y="722889"/>
                    <a:pt x="1499341" y="722889"/>
                    <a:pt x="1497717" y="724512"/>
                  </a:cubicBezTo>
                  <a:cubicBezTo>
                    <a:pt x="1494471" y="727758"/>
                    <a:pt x="1494471" y="726135"/>
                    <a:pt x="1494471" y="727758"/>
                  </a:cubicBezTo>
                  <a:cubicBezTo>
                    <a:pt x="1494471" y="729381"/>
                    <a:pt x="1497717" y="729381"/>
                    <a:pt x="1499341" y="731004"/>
                  </a:cubicBezTo>
                  <a:cubicBezTo>
                    <a:pt x="1502587" y="732626"/>
                    <a:pt x="1502587" y="731004"/>
                    <a:pt x="1502587" y="732626"/>
                  </a:cubicBezTo>
                  <a:cubicBezTo>
                    <a:pt x="1504210" y="734249"/>
                    <a:pt x="1505833" y="735872"/>
                    <a:pt x="1505833" y="735872"/>
                  </a:cubicBezTo>
                  <a:cubicBezTo>
                    <a:pt x="1505833" y="737495"/>
                    <a:pt x="1507456" y="740741"/>
                    <a:pt x="1505833" y="740741"/>
                  </a:cubicBezTo>
                  <a:cubicBezTo>
                    <a:pt x="1505833" y="742363"/>
                    <a:pt x="1505833" y="742363"/>
                    <a:pt x="1505833" y="743986"/>
                  </a:cubicBezTo>
                  <a:cubicBezTo>
                    <a:pt x="1505833" y="743986"/>
                    <a:pt x="1505833" y="748855"/>
                    <a:pt x="1505833" y="748855"/>
                  </a:cubicBezTo>
                  <a:cubicBezTo>
                    <a:pt x="1505833" y="748855"/>
                    <a:pt x="1504210" y="753723"/>
                    <a:pt x="1502587" y="753723"/>
                  </a:cubicBezTo>
                  <a:cubicBezTo>
                    <a:pt x="1502587" y="755346"/>
                    <a:pt x="1500964" y="755346"/>
                    <a:pt x="1500964" y="755346"/>
                  </a:cubicBezTo>
                  <a:cubicBezTo>
                    <a:pt x="1499341" y="756969"/>
                    <a:pt x="1497717" y="755346"/>
                    <a:pt x="1497717" y="756969"/>
                  </a:cubicBezTo>
                  <a:cubicBezTo>
                    <a:pt x="1499341" y="758592"/>
                    <a:pt x="1500964" y="758592"/>
                    <a:pt x="1500964" y="761838"/>
                  </a:cubicBezTo>
                  <a:cubicBezTo>
                    <a:pt x="1502587" y="763461"/>
                    <a:pt x="1500964" y="763461"/>
                    <a:pt x="1499341" y="765083"/>
                  </a:cubicBezTo>
                  <a:cubicBezTo>
                    <a:pt x="1499341" y="766706"/>
                    <a:pt x="1497717" y="765083"/>
                    <a:pt x="1496094" y="766706"/>
                  </a:cubicBezTo>
                  <a:cubicBezTo>
                    <a:pt x="1496094" y="766706"/>
                    <a:pt x="1496094" y="768329"/>
                    <a:pt x="1496094" y="771575"/>
                  </a:cubicBezTo>
                  <a:cubicBezTo>
                    <a:pt x="1496094" y="774820"/>
                    <a:pt x="1497717" y="774820"/>
                    <a:pt x="1497717" y="776443"/>
                  </a:cubicBezTo>
                  <a:cubicBezTo>
                    <a:pt x="1496094" y="779689"/>
                    <a:pt x="1497717" y="776443"/>
                    <a:pt x="1494471" y="779689"/>
                  </a:cubicBezTo>
                  <a:cubicBezTo>
                    <a:pt x="1491225" y="781312"/>
                    <a:pt x="1491225" y="779689"/>
                    <a:pt x="1491225" y="782935"/>
                  </a:cubicBezTo>
                  <a:cubicBezTo>
                    <a:pt x="1491225" y="784558"/>
                    <a:pt x="1492848" y="781312"/>
                    <a:pt x="1491225" y="784558"/>
                  </a:cubicBezTo>
                  <a:cubicBezTo>
                    <a:pt x="1489602" y="786180"/>
                    <a:pt x="1486356" y="784558"/>
                    <a:pt x="1483110" y="786180"/>
                  </a:cubicBezTo>
                  <a:cubicBezTo>
                    <a:pt x="1481487" y="786180"/>
                    <a:pt x="1478240" y="784558"/>
                    <a:pt x="1479863" y="786180"/>
                  </a:cubicBezTo>
                  <a:cubicBezTo>
                    <a:pt x="1481487" y="789426"/>
                    <a:pt x="1483110" y="789426"/>
                    <a:pt x="1484733" y="789426"/>
                  </a:cubicBezTo>
                  <a:cubicBezTo>
                    <a:pt x="1486356" y="791049"/>
                    <a:pt x="1487979" y="789426"/>
                    <a:pt x="1487979" y="792672"/>
                  </a:cubicBezTo>
                  <a:cubicBezTo>
                    <a:pt x="1487979" y="794295"/>
                    <a:pt x="1486356" y="795918"/>
                    <a:pt x="1484733" y="795918"/>
                  </a:cubicBezTo>
                  <a:cubicBezTo>
                    <a:pt x="1484733" y="797540"/>
                    <a:pt x="1483110" y="794295"/>
                    <a:pt x="1481487" y="795918"/>
                  </a:cubicBezTo>
                  <a:cubicBezTo>
                    <a:pt x="1479863" y="795918"/>
                    <a:pt x="1478240" y="795918"/>
                    <a:pt x="1479863" y="797540"/>
                  </a:cubicBezTo>
                  <a:cubicBezTo>
                    <a:pt x="1479863" y="800786"/>
                    <a:pt x="1476617" y="800786"/>
                    <a:pt x="1476617" y="800786"/>
                  </a:cubicBezTo>
                  <a:cubicBezTo>
                    <a:pt x="1476617" y="800786"/>
                    <a:pt x="1476617" y="800786"/>
                    <a:pt x="1474994" y="795918"/>
                  </a:cubicBezTo>
                  <a:cubicBezTo>
                    <a:pt x="1474994" y="795918"/>
                    <a:pt x="1474994" y="795918"/>
                    <a:pt x="1470125" y="795918"/>
                  </a:cubicBezTo>
                  <a:cubicBezTo>
                    <a:pt x="1470125" y="795918"/>
                    <a:pt x="1470125" y="792672"/>
                    <a:pt x="1468502" y="794295"/>
                  </a:cubicBezTo>
                  <a:cubicBezTo>
                    <a:pt x="1466879" y="794295"/>
                    <a:pt x="1463633" y="795918"/>
                    <a:pt x="1462009" y="797540"/>
                  </a:cubicBezTo>
                  <a:cubicBezTo>
                    <a:pt x="1460386" y="797540"/>
                    <a:pt x="1458763" y="795918"/>
                    <a:pt x="1458763" y="794295"/>
                  </a:cubicBezTo>
                  <a:cubicBezTo>
                    <a:pt x="1458763" y="792672"/>
                    <a:pt x="1458763" y="791049"/>
                    <a:pt x="1460386" y="791049"/>
                  </a:cubicBezTo>
                  <a:cubicBezTo>
                    <a:pt x="1460386" y="791049"/>
                    <a:pt x="1462009" y="787803"/>
                    <a:pt x="1460386" y="787803"/>
                  </a:cubicBezTo>
                  <a:cubicBezTo>
                    <a:pt x="1458763" y="787803"/>
                    <a:pt x="1457140" y="789426"/>
                    <a:pt x="1455517" y="787803"/>
                  </a:cubicBezTo>
                  <a:cubicBezTo>
                    <a:pt x="1455517" y="786180"/>
                    <a:pt x="1455517" y="782935"/>
                    <a:pt x="1455517" y="782935"/>
                  </a:cubicBezTo>
                  <a:cubicBezTo>
                    <a:pt x="1455517" y="782935"/>
                    <a:pt x="1452271" y="784558"/>
                    <a:pt x="1450648" y="784558"/>
                  </a:cubicBezTo>
                  <a:cubicBezTo>
                    <a:pt x="1449025" y="784558"/>
                    <a:pt x="1444155" y="784558"/>
                    <a:pt x="1444155" y="782935"/>
                  </a:cubicBezTo>
                  <a:cubicBezTo>
                    <a:pt x="1444155" y="781312"/>
                    <a:pt x="1445778" y="779689"/>
                    <a:pt x="1445778" y="778066"/>
                  </a:cubicBezTo>
                  <a:cubicBezTo>
                    <a:pt x="1445778" y="778066"/>
                    <a:pt x="1445778" y="778066"/>
                    <a:pt x="1449025" y="776443"/>
                  </a:cubicBezTo>
                  <a:cubicBezTo>
                    <a:pt x="1449025" y="776443"/>
                    <a:pt x="1449025" y="776443"/>
                    <a:pt x="1450648" y="773198"/>
                  </a:cubicBezTo>
                  <a:cubicBezTo>
                    <a:pt x="1450648" y="773198"/>
                    <a:pt x="1450648" y="773198"/>
                    <a:pt x="1450648" y="768329"/>
                  </a:cubicBezTo>
                  <a:cubicBezTo>
                    <a:pt x="1450648" y="768329"/>
                    <a:pt x="1450648" y="768329"/>
                    <a:pt x="1444155" y="771575"/>
                  </a:cubicBezTo>
                  <a:cubicBezTo>
                    <a:pt x="1444155" y="771575"/>
                    <a:pt x="1444155" y="771575"/>
                    <a:pt x="1440909" y="769952"/>
                  </a:cubicBezTo>
                  <a:cubicBezTo>
                    <a:pt x="1440909" y="769952"/>
                    <a:pt x="1440909" y="768329"/>
                    <a:pt x="1440909" y="768329"/>
                  </a:cubicBezTo>
                  <a:cubicBezTo>
                    <a:pt x="1440909" y="766706"/>
                    <a:pt x="1440909" y="763461"/>
                    <a:pt x="1439286" y="766706"/>
                  </a:cubicBezTo>
                  <a:cubicBezTo>
                    <a:pt x="1437663" y="769952"/>
                    <a:pt x="1437663" y="769952"/>
                    <a:pt x="1437663" y="771575"/>
                  </a:cubicBezTo>
                  <a:cubicBezTo>
                    <a:pt x="1437663" y="773198"/>
                    <a:pt x="1432794" y="773198"/>
                    <a:pt x="1432794" y="773198"/>
                  </a:cubicBezTo>
                  <a:cubicBezTo>
                    <a:pt x="1431171" y="773198"/>
                    <a:pt x="1429548" y="774820"/>
                    <a:pt x="1429548" y="774820"/>
                  </a:cubicBezTo>
                  <a:cubicBezTo>
                    <a:pt x="1429548" y="776443"/>
                    <a:pt x="1426301" y="778066"/>
                    <a:pt x="1424678" y="778066"/>
                  </a:cubicBezTo>
                  <a:cubicBezTo>
                    <a:pt x="1423055" y="778066"/>
                    <a:pt x="1419809" y="778066"/>
                    <a:pt x="1418186" y="778066"/>
                  </a:cubicBezTo>
                  <a:cubicBezTo>
                    <a:pt x="1418186" y="776443"/>
                    <a:pt x="1419809" y="774820"/>
                    <a:pt x="1418186" y="774820"/>
                  </a:cubicBezTo>
                  <a:cubicBezTo>
                    <a:pt x="1416563" y="774820"/>
                    <a:pt x="1414940" y="774820"/>
                    <a:pt x="1414940" y="774820"/>
                  </a:cubicBezTo>
                  <a:cubicBezTo>
                    <a:pt x="1413317" y="776443"/>
                    <a:pt x="1413317" y="778066"/>
                    <a:pt x="1411694" y="779689"/>
                  </a:cubicBezTo>
                  <a:cubicBezTo>
                    <a:pt x="1410070" y="779689"/>
                    <a:pt x="1411694" y="779689"/>
                    <a:pt x="1408447" y="779689"/>
                  </a:cubicBezTo>
                  <a:cubicBezTo>
                    <a:pt x="1406824" y="781312"/>
                    <a:pt x="1408447" y="781312"/>
                    <a:pt x="1405201" y="781312"/>
                  </a:cubicBezTo>
                  <a:cubicBezTo>
                    <a:pt x="1401955" y="779689"/>
                    <a:pt x="1401955" y="779689"/>
                    <a:pt x="1401955" y="779689"/>
                  </a:cubicBezTo>
                  <a:cubicBezTo>
                    <a:pt x="1401955" y="779689"/>
                    <a:pt x="1401955" y="779689"/>
                    <a:pt x="1400332" y="771575"/>
                  </a:cubicBezTo>
                  <a:cubicBezTo>
                    <a:pt x="1400332" y="771575"/>
                    <a:pt x="1400332" y="771575"/>
                    <a:pt x="1403578" y="769952"/>
                  </a:cubicBezTo>
                  <a:cubicBezTo>
                    <a:pt x="1403578" y="769952"/>
                    <a:pt x="1403578" y="769952"/>
                    <a:pt x="1405201" y="768329"/>
                  </a:cubicBezTo>
                  <a:cubicBezTo>
                    <a:pt x="1405201" y="768329"/>
                    <a:pt x="1405201" y="768329"/>
                    <a:pt x="1403578" y="768329"/>
                  </a:cubicBezTo>
                  <a:cubicBezTo>
                    <a:pt x="1403578" y="768329"/>
                    <a:pt x="1403578" y="768329"/>
                    <a:pt x="1401955" y="768329"/>
                  </a:cubicBezTo>
                  <a:cubicBezTo>
                    <a:pt x="1401955" y="768329"/>
                    <a:pt x="1401955" y="768329"/>
                    <a:pt x="1401955" y="765083"/>
                  </a:cubicBezTo>
                  <a:cubicBezTo>
                    <a:pt x="1401955" y="765083"/>
                    <a:pt x="1401955" y="765083"/>
                    <a:pt x="1400332" y="763461"/>
                  </a:cubicBezTo>
                  <a:cubicBezTo>
                    <a:pt x="1400332" y="763461"/>
                    <a:pt x="1400332" y="763461"/>
                    <a:pt x="1400332" y="765083"/>
                  </a:cubicBezTo>
                  <a:cubicBezTo>
                    <a:pt x="1400332" y="765083"/>
                    <a:pt x="1400332" y="765083"/>
                    <a:pt x="1397086" y="766706"/>
                  </a:cubicBezTo>
                  <a:cubicBezTo>
                    <a:pt x="1397086" y="766706"/>
                    <a:pt x="1397086" y="766706"/>
                    <a:pt x="1395463" y="766706"/>
                  </a:cubicBezTo>
                  <a:cubicBezTo>
                    <a:pt x="1395463" y="766706"/>
                    <a:pt x="1393839" y="766706"/>
                    <a:pt x="1393839" y="766706"/>
                  </a:cubicBezTo>
                  <a:cubicBezTo>
                    <a:pt x="1393839" y="766706"/>
                    <a:pt x="1392216" y="765083"/>
                    <a:pt x="1392216" y="765083"/>
                  </a:cubicBezTo>
                  <a:cubicBezTo>
                    <a:pt x="1392216" y="765083"/>
                    <a:pt x="1392216" y="763461"/>
                    <a:pt x="1392216" y="763461"/>
                  </a:cubicBezTo>
                  <a:cubicBezTo>
                    <a:pt x="1392216" y="763461"/>
                    <a:pt x="1392216" y="763461"/>
                    <a:pt x="1393839" y="761838"/>
                  </a:cubicBezTo>
                  <a:cubicBezTo>
                    <a:pt x="1393839" y="761838"/>
                    <a:pt x="1393839" y="761838"/>
                    <a:pt x="1393839" y="760215"/>
                  </a:cubicBezTo>
                  <a:cubicBezTo>
                    <a:pt x="1392216" y="760215"/>
                    <a:pt x="1392216" y="758592"/>
                    <a:pt x="1392216" y="758592"/>
                  </a:cubicBezTo>
                  <a:cubicBezTo>
                    <a:pt x="1390593" y="758592"/>
                    <a:pt x="1388970" y="756969"/>
                    <a:pt x="1388970" y="756969"/>
                  </a:cubicBezTo>
                  <a:cubicBezTo>
                    <a:pt x="1388970" y="756969"/>
                    <a:pt x="1388970" y="756969"/>
                    <a:pt x="1387347" y="756969"/>
                  </a:cubicBezTo>
                  <a:cubicBezTo>
                    <a:pt x="1387347" y="756969"/>
                    <a:pt x="1385724" y="756969"/>
                    <a:pt x="1385724" y="756969"/>
                  </a:cubicBezTo>
                  <a:cubicBezTo>
                    <a:pt x="1385724" y="755346"/>
                    <a:pt x="1385724" y="755346"/>
                    <a:pt x="1385724" y="753723"/>
                  </a:cubicBezTo>
                  <a:cubicBezTo>
                    <a:pt x="1385724" y="753723"/>
                    <a:pt x="1385724" y="753723"/>
                    <a:pt x="1385724" y="752101"/>
                  </a:cubicBezTo>
                  <a:cubicBezTo>
                    <a:pt x="1385724" y="752101"/>
                    <a:pt x="1384101" y="752101"/>
                    <a:pt x="1384101" y="750478"/>
                  </a:cubicBezTo>
                  <a:cubicBezTo>
                    <a:pt x="1384101" y="750478"/>
                    <a:pt x="1382478" y="750478"/>
                    <a:pt x="1384101" y="748855"/>
                  </a:cubicBezTo>
                  <a:cubicBezTo>
                    <a:pt x="1385724" y="748855"/>
                    <a:pt x="1384101" y="748855"/>
                    <a:pt x="1385724" y="748855"/>
                  </a:cubicBezTo>
                  <a:cubicBezTo>
                    <a:pt x="1385724" y="748855"/>
                    <a:pt x="1385724" y="748855"/>
                    <a:pt x="1387347" y="747232"/>
                  </a:cubicBezTo>
                  <a:cubicBezTo>
                    <a:pt x="1387347" y="747232"/>
                    <a:pt x="1387347" y="745609"/>
                    <a:pt x="1387347" y="745609"/>
                  </a:cubicBezTo>
                  <a:cubicBezTo>
                    <a:pt x="1385724" y="747232"/>
                    <a:pt x="1385724" y="743986"/>
                    <a:pt x="1384101" y="745609"/>
                  </a:cubicBezTo>
                  <a:cubicBezTo>
                    <a:pt x="1384101" y="745609"/>
                    <a:pt x="1384101" y="745609"/>
                    <a:pt x="1384101" y="743986"/>
                  </a:cubicBezTo>
                  <a:cubicBezTo>
                    <a:pt x="1384101" y="742363"/>
                    <a:pt x="1387347" y="740741"/>
                    <a:pt x="1384101" y="742363"/>
                  </a:cubicBezTo>
                  <a:cubicBezTo>
                    <a:pt x="1379232" y="743986"/>
                    <a:pt x="1379232" y="745609"/>
                    <a:pt x="1379232" y="745609"/>
                  </a:cubicBezTo>
                  <a:cubicBezTo>
                    <a:pt x="1379232" y="745609"/>
                    <a:pt x="1379232" y="745609"/>
                    <a:pt x="1377609" y="743986"/>
                  </a:cubicBezTo>
                  <a:cubicBezTo>
                    <a:pt x="1377609" y="743986"/>
                    <a:pt x="1377609" y="743986"/>
                    <a:pt x="1374362" y="743986"/>
                  </a:cubicBezTo>
                  <a:cubicBezTo>
                    <a:pt x="1374362" y="743986"/>
                    <a:pt x="1374362" y="743986"/>
                    <a:pt x="1374362" y="742363"/>
                  </a:cubicBezTo>
                  <a:cubicBezTo>
                    <a:pt x="1374362" y="742363"/>
                    <a:pt x="1374362" y="742363"/>
                    <a:pt x="1372739" y="740741"/>
                  </a:cubicBezTo>
                  <a:cubicBezTo>
                    <a:pt x="1372739" y="740741"/>
                    <a:pt x="1372739" y="740741"/>
                    <a:pt x="1374362" y="737495"/>
                  </a:cubicBezTo>
                  <a:cubicBezTo>
                    <a:pt x="1374362" y="737495"/>
                    <a:pt x="1374362" y="737495"/>
                    <a:pt x="1372739" y="737495"/>
                  </a:cubicBezTo>
                  <a:cubicBezTo>
                    <a:pt x="1371116" y="737495"/>
                    <a:pt x="1371116" y="737495"/>
                    <a:pt x="1371116" y="735872"/>
                  </a:cubicBezTo>
                  <a:cubicBezTo>
                    <a:pt x="1369493" y="735872"/>
                    <a:pt x="1371116" y="735872"/>
                    <a:pt x="1369493" y="735872"/>
                  </a:cubicBezTo>
                  <a:cubicBezTo>
                    <a:pt x="1367870" y="735872"/>
                    <a:pt x="1367870" y="735872"/>
                    <a:pt x="1367870" y="735872"/>
                  </a:cubicBezTo>
                  <a:cubicBezTo>
                    <a:pt x="1366247" y="735872"/>
                    <a:pt x="1366247" y="735872"/>
                    <a:pt x="1364624" y="734249"/>
                  </a:cubicBezTo>
                  <a:cubicBezTo>
                    <a:pt x="1364624" y="734249"/>
                    <a:pt x="1364624" y="734249"/>
                    <a:pt x="1364624" y="732626"/>
                  </a:cubicBezTo>
                  <a:cubicBezTo>
                    <a:pt x="1363001" y="732626"/>
                    <a:pt x="1363001" y="732626"/>
                    <a:pt x="1363001" y="731004"/>
                  </a:cubicBezTo>
                  <a:cubicBezTo>
                    <a:pt x="1363001" y="731004"/>
                    <a:pt x="1363001" y="729381"/>
                    <a:pt x="1363001" y="729381"/>
                  </a:cubicBezTo>
                  <a:cubicBezTo>
                    <a:pt x="1363001" y="729381"/>
                    <a:pt x="1363001" y="729381"/>
                    <a:pt x="1364624" y="727758"/>
                  </a:cubicBezTo>
                  <a:cubicBezTo>
                    <a:pt x="1364624" y="727758"/>
                    <a:pt x="1364624" y="727758"/>
                    <a:pt x="1367870" y="726135"/>
                  </a:cubicBezTo>
                  <a:cubicBezTo>
                    <a:pt x="1367870" y="726135"/>
                    <a:pt x="1367870" y="726135"/>
                    <a:pt x="1367870" y="722889"/>
                  </a:cubicBezTo>
                  <a:cubicBezTo>
                    <a:pt x="1367870" y="722889"/>
                    <a:pt x="1367870" y="722889"/>
                    <a:pt x="1366247" y="721266"/>
                  </a:cubicBezTo>
                  <a:cubicBezTo>
                    <a:pt x="1366247" y="721266"/>
                    <a:pt x="1366247" y="721266"/>
                    <a:pt x="1366247" y="719644"/>
                  </a:cubicBezTo>
                  <a:cubicBezTo>
                    <a:pt x="1366247" y="719644"/>
                    <a:pt x="1367870" y="719644"/>
                    <a:pt x="1367870" y="718021"/>
                  </a:cubicBezTo>
                  <a:cubicBezTo>
                    <a:pt x="1367870" y="718021"/>
                    <a:pt x="1367870" y="718021"/>
                    <a:pt x="1367870" y="716398"/>
                  </a:cubicBezTo>
                  <a:cubicBezTo>
                    <a:pt x="1367870" y="716398"/>
                    <a:pt x="1366247" y="716398"/>
                    <a:pt x="1364624" y="716398"/>
                  </a:cubicBezTo>
                  <a:cubicBezTo>
                    <a:pt x="1364624" y="718021"/>
                    <a:pt x="1361378" y="718021"/>
                    <a:pt x="1359754" y="716398"/>
                  </a:cubicBezTo>
                  <a:cubicBezTo>
                    <a:pt x="1359754" y="714775"/>
                    <a:pt x="1354885" y="713152"/>
                    <a:pt x="1354885" y="713152"/>
                  </a:cubicBezTo>
                  <a:cubicBezTo>
                    <a:pt x="1354885" y="713152"/>
                    <a:pt x="1354885" y="713152"/>
                    <a:pt x="1358131" y="711529"/>
                  </a:cubicBezTo>
                  <a:cubicBezTo>
                    <a:pt x="1358131" y="711529"/>
                    <a:pt x="1358131" y="709906"/>
                    <a:pt x="1356508" y="711529"/>
                  </a:cubicBezTo>
                  <a:cubicBezTo>
                    <a:pt x="1356508" y="711529"/>
                    <a:pt x="1353262" y="709906"/>
                    <a:pt x="1353262" y="709906"/>
                  </a:cubicBezTo>
                  <a:cubicBezTo>
                    <a:pt x="1351639" y="709906"/>
                    <a:pt x="1350016" y="709906"/>
                    <a:pt x="1350016" y="709906"/>
                  </a:cubicBezTo>
                  <a:cubicBezTo>
                    <a:pt x="1350016" y="709906"/>
                    <a:pt x="1350016" y="709906"/>
                    <a:pt x="1353262" y="706661"/>
                  </a:cubicBezTo>
                  <a:cubicBezTo>
                    <a:pt x="1353262" y="706661"/>
                    <a:pt x="1353262" y="706661"/>
                    <a:pt x="1350016" y="705038"/>
                  </a:cubicBezTo>
                  <a:cubicBezTo>
                    <a:pt x="1350016" y="705038"/>
                    <a:pt x="1350016" y="705038"/>
                    <a:pt x="1351639" y="701792"/>
                  </a:cubicBezTo>
                  <a:cubicBezTo>
                    <a:pt x="1351639" y="701792"/>
                    <a:pt x="1351639" y="701792"/>
                    <a:pt x="1351639" y="700169"/>
                  </a:cubicBezTo>
                  <a:cubicBezTo>
                    <a:pt x="1351639" y="700169"/>
                    <a:pt x="1351639" y="698547"/>
                    <a:pt x="1350016" y="698547"/>
                  </a:cubicBezTo>
                  <a:cubicBezTo>
                    <a:pt x="1348393" y="698547"/>
                    <a:pt x="1348393" y="696924"/>
                    <a:pt x="1346770" y="698547"/>
                  </a:cubicBezTo>
                  <a:cubicBezTo>
                    <a:pt x="1345147" y="700169"/>
                    <a:pt x="1343524" y="700169"/>
                    <a:pt x="1343524" y="700169"/>
                  </a:cubicBezTo>
                  <a:cubicBezTo>
                    <a:pt x="1343524" y="700169"/>
                    <a:pt x="1343524" y="698547"/>
                    <a:pt x="1341900" y="698547"/>
                  </a:cubicBezTo>
                  <a:cubicBezTo>
                    <a:pt x="1341900" y="698547"/>
                    <a:pt x="1343524" y="693678"/>
                    <a:pt x="1343524" y="693678"/>
                  </a:cubicBezTo>
                  <a:cubicBezTo>
                    <a:pt x="1343524" y="693678"/>
                    <a:pt x="1343524" y="693678"/>
                    <a:pt x="1345147" y="692055"/>
                  </a:cubicBezTo>
                  <a:cubicBezTo>
                    <a:pt x="1345147" y="692055"/>
                    <a:pt x="1346770" y="690432"/>
                    <a:pt x="1348393" y="692055"/>
                  </a:cubicBezTo>
                  <a:cubicBezTo>
                    <a:pt x="1348393" y="692055"/>
                    <a:pt x="1348393" y="690432"/>
                    <a:pt x="1350016" y="690432"/>
                  </a:cubicBezTo>
                  <a:cubicBezTo>
                    <a:pt x="1350016" y="690432"/>
                    <a:pt x="1350016" y="690432"/>
                    <a:pt x="1351639" y="685564"/>
                  </a:cubicBezTo>
                  <a:cubicBezTo>
                    <a:pt x="1351639" y="685564"/>
                    <a:pt x="1351639" y="685564"/>
                    <a:pt x="1354885" y="685564"/>
                  </a:cubicBezTo>
                  <a:cubicBezTo>
                    <a:pt x="1354885" y="685564"/>
                    <a:pt x="1354885" y="685564"/>
                    <a:pt x="1358131" y="685564"/>
                  </a:cubicBezTo>
                  <a:cubicBezTo>
                    <a:pt x="1358131" y="685564"/>
                    <a:pt x="1358131" y="685564"/>
                    <a:pt x="1359754" y="685564"/>
                  </a:cubicBezTo>
                  <a:cubicBezTo>
                    <a:pt x="1359754" y="685564"/>
                    <a:pt x="1359754" y="682318"/>
                    <a:pt x="1359754" y="680695"/>
                  </a:cubicBezTo>
                  <a:cubicBezTo>
                    <a:pt x="1359754" y="680695"/>
                    <a:pt x="1361378" y="679072"/>
                    <a:pt x="1361378" y="679072"/>
                  </a:cubicBezTo>
                  <a:cubicBezTo>
                    <a:pt x="1361378" y="679072"/>
                    <a:pt x="1361378" y="677449"/>
                    <a:pt x="1363001" y="679072"/>
                  </a:cubicBezTo>
                  <a:cubicBezTo>
                    <a:pt x="1363001" y="679072"/>
                    <a:pt x="1366247" y="679072"/>
                    <a:pt x="1366247" y="680695"/>
                  </a:cubicBezTo>
                  <a:cubicBezTo>
                    <a:pt x="1367870" y="680695"/>
                    <a:pt x="1367870" y="680695"/>
                    <a:pt x="1369493" y="680695"/>
                  </a:cubicBezTo>
                  <a:cubicBezTo>
                    <a:pt x="1371116" y="680695"/>
                    <a:pt x="1371116" y="680695"/>
                    <a:pt x="1372739" y="680695"/>
                  </a:cubicBezTo>
                  <a:cubicBezTo>
                    <a:pt x="1372739" y="680695"/>
                    <a:pt x="1372739" y="680695"/>
                    <a:pt x="1372739" y="679072"/>
                  </a:cubicBezTo>
                  <a:cubicBezTo>
                    <a:pt x="1372739" y="679072"/>
                    <a:pt x="1372739" y="679072"/>
                    <a:pt x="1367870" y="675827"/>
                  </a:cubicBezTo>
                  <a:cubicBezTo>
                    <a:pt x="1367870" y="675827"/>
                    <a:pt x="1366247" y="674204"/>
                    <a:pt x="1366247" y="672581"/>
                  </a:cubicBezTo>
                  <a:cubicBezTo>
                    <a:pt x="1366247" y="672581"/>
                    <a:pt x="1367870" y="669335"/>
                    <a:pt x="1367870" y="669335"/>
                  </a:cubicBezTo>
                  <a:cubicBezTo>
                    <a:pt x="1367870" y="669335"/>
                    <a:pt x="1367870" y="669335"/>
                    <a:pt x="1364624" y="666090"/>
                  </a:cubicBezTo>
                  <a:cubicBezTo>
                    <a:pt x="1364624" y="666090"/>
                    <a:pt x="1364624" y="666090"/>
                    <a:pt x="1363001" y="666090"/>
                  </a:cubicBezTo>
                  <a:cubicBezTo>
                    <a:pt x="1363001" y="666090"/>
                    <a:pt x="1359754" y="666090"/>
                    <a:pt x="1359754" y="666090"/>
                  </a:cubicBezTo>
                  <a:cubicBezTo>
                    <a:pt x="1359754" y="666090"/>
                    <a:pt x="1359754" y="666090"/>
                    <a:pt x="1356508" y="664467"/>
                  </a:cubicBezTo>
                  <a:cubicBezTo>
                    <a:pt x="1356508" y="664467"/>
                    <a:pt x="1353262" y="661221"/>
                    <a:pt x="1353262" y="659598"/>
                  </a:cubicBezTo>
                  <a:cubicBezTo>
                    <a:pt x="1351639" y="657975"/>
                    <a:pt x="1351639" y="654730"/>
                    <a:pt x="1351639" y="656352"/>
                  </a:cubicBezTo>
                  <a:cubicBezTo>
                    <a:pt x="1350016" y="656352"/>
                    <a:pt x="1351639" y="659598"/>
                    <a:pt x="1351639" y="661221"/>
                  </a:cubicBezTo>
                  <a:cubicBezTo>
                    <a:pt x="1351639" y="661221"/>
                    <a:pt x="1351639" y="664467"/>
                    <a:pt x="1351639" y="664467"/>
                  </a:cubicBezTo>
                  <a:cubicBezTo>
                    <a:pt x="1351639" y="664467"/>
                    <a:pt x="1351639" y="664467"/>
                    <a:pt x="1350016" y="667712"/>
                  </a:cubicBezTo>
                  <a:cubicBezTo>
                    <a:pt x="1350016" y="667712"/>
                    <a:pt x="1350016" y="667712"/>
                    <a:pt x="1346770" y="666090"/>
                  </a:cubicBezTo>
                  <a:cubicBezTo>
                    <a:pt x="1346770" y="666090"/>
                    <a:pt x="1346770" y="666090"/>
                    <a:pt x="1345147" y="667712"/>
                  </a:cubicBezTo>
                  <a:cubicBezTo>
                    <a:pt x="1345147" y="667712"/>
                    <a:pt x="1345147" y="667712"/>
                    <a:pt x="1341900" y="669335"/>
                  </a:cubicBezTo>
                  <a:cubicBezTo>
                    <a:pt x="1341900" y="669335"/>
                    <a:pt x="1341900" y="670958"/>
                    <a:pt x="1341900" y="672581"/>
                  </a:cubicBezTo>
                  <a:cubicBezTo>
                    <a:pt x="1341900" y="672581"/>
                    <a:pt x="1340277" y="672581"/>
                    <a:pt x="1340277" y="674204"/>
                  </a:cubicBezTo>
                  <a:cubicBezTo>
                    <a:pt x="1340277" y="674204"/>
                    <a:pt x="1338654" y="674204"/>
                    <a:pt x="1338654" y="674204"/>
                  </a:cubicBezTo>
                  <a:cubicBezTo>
                    <a:pt x="1338654" y="675827"/>
                    <a:pt x="1337031" y="675827"/>
                    <a:pt x="1337031" y="677449"/>
                  </a:cubicBezTo>
                  <a:cubicBezTo>
                    <a:pt x="1337031" y="677449"/>
                    <a:pt x="1335408" y="679072"/>
                    <a:pt x="1335408" y="679072"/>
                  </a:cubicBezTo>
                  <a:cubicBezTo>
                    <a:pt x="1335408" y="679072"/>
                    <a:pt x="1335408" y="679072"/>
                    <a:pt x="1335408" y="680695"/>
                  </a:cubicBezTo>
                  <a:cubicBezTo>
                    <a:pt x="1333785" y="682318"/>
                    <a:pt x="1332162" y="682318"/>
                    <a:pt x="1332162" y="682318"/>
                  </a:cubicBezTo>
                  <a:cubicBezTo>
                    <a:pt x="1332162" y="682318"/>
                    <a:pt x="1330539" y="679072"/>
                    <a:pt x="1330539" y="679072"/>
                  </a:cubicBezTo>
                  <a:cubicBezTo>
                    <a:pt x="1328916" y="677449"/>
                    <a:pt x="1328916" y="677449"/>
                    <a:pt x="1328916" y="677449"/>
                  </a:cubicBezTo>
                  <a:cubicBezTo>
                    <a:pt x="1328916" y="677449"/>
                    <a:pt x="1328916" y="677449"/>
                    <a:pt x="1328916" y="674204"/>
                  </a:cubicBezTo>
                  <a:cubicBezTo>
                    <a:pt x="1328916" y="674204"/>
                    <a:pt x="1328916" y="674204"/>
                    <a:pt x="1330539" y="672581"/>
                  </a:cubicBezTo>
                  <a:cubicBezTo>
                    <a:pt x="1330539" y="672581"/>
                    <a:pt x="1330539" y="672581"/>
                    <a:pt x="1332162" y="669335"/>
                  </a:cubicBezTo>
                  <a:cubicBezTo>
                    <a:pt x="1332162" y="669335"/>
                    <a:pt x="1332162" y="669335"/>
                    <a:pt x="1335408" y="667712"/>
                  </a:cubicBezTo>
                  <a:cubicBezTo>
                    <a:pt x="1335408" y="667712"/>
                    <a:pt x="1335408" y="667712"/>
                    <a:pt x="1337031" y="667712"/>
                  </a:cubicBezTo>
                  <a:cubicBezTo>
                    <a:pt x="1337031" y="667712"/>
                    <a:pt x="1337031" y="667712"/>
                    <a:pt x="1340277" y="666090"/>
                  </a:cubicBezTo>
                  <a:cubicBezTo>
                    <a:pt x="1341900" y="666090"/>
                    <a:pt x="1341900" y="666090"/>
                    <a:pt x="1341900" y="664467"/>
                  </a:cubicBezTo>
                  <a:cubicBezTo>
                    <a:pt x="1341900" y="664467"/>
                    <a:pt x="1345147" y="664467"/>
                    <a:pt x="1340277" y="662844"/>
                  </a:cubicBezTo>
                  <a:cubicBezTo>
                    <a:pt x="1335408" y="662844"/>
                    <a:pt x="1335408" y="662844"/>
                    <a:pt x="1333785" y="662844"/>
                  </a:cubicBezTo>
                  <a:cubicBezTo>
                    <a:pt x="1332162" y="664467"/>
                    <a:pt x="1332162" y="664467"/>
                    <a:pt x="1332162" y="666090"/>
                  </a:cubicBezTo>
                  <a:cubicBezTo>
                    <a:pt x="1330539" y="666090"/>
                    <a:pt x="1330539" y="666090"/>
                    <a:pt x="1330539" y="666090"/>
                  </a:cubicBezTo>
                  <a:cubicBezTo>
                    <a:pt x="1330539" y="666090"/>
                    <a:pt x="1330539" y="666090"/>
                    <a:pt x="1328916" y="664467"/>
                  </a:cubicBezTo>
                  <a:cubicBezTo>
                    <a:pt x="1328916" y="664467"/>
                    <a:pt x="1328916" y="664467"/>
                    <a:pt x="1330539" y="651484"/>
                  </a:cubicBezTo>
                  <a:cubicBezTo>
                    <a:pt x="1330539" y="651484"/>
                    <a:pt x="1330539" y="651484"/>
                    <a:pt x="1328916" y="648238"/>
                  </a:cubicBezTo>
                  <a:cubicBezTo>
                    <a:pt x="1328916" y="648238"/>
                    <a:pt x="1327292" y="648238"/>
                    <a:pt x="1330539" y="648238"/>
                  </a:cubicBezTo>
                  <a:cubicBezTo>
                    <a:pt x="1333785" y="646615"/>
                    <a:pt x="1333785" y="644992"/>
                    <a:pt x="1333785" y="644992"/>
                  </a:cubicBezTo>
                  <a:cubicBezTo>
                    <a:pt x="1333785" y="644992"/>
                    <a:pt x="1333785" y="644992"/>
                    <a:pt x="1335408" y="643370"/>
                  </a:cubicBezTo>
                  <a:cubicBezTo>
                    <a:pt x="1335408" y="643370"/>
                    <a:pt x="1335408" y="643370"/>
                    <a:pt x="1337031" y="641747"/>
                  </a:cubicBezTo>
                  <a:cubicBezTo>
                    <a:pt x="1337031" y="641747"/>
                    <a:pt x="1338654" y="641747"/>
                    <a:pt x="1338654" y="641747"/>
                  </a:cubicBezTo>
                  <a:cubicBezTo>
                    <a:pt x="1340277" y="641747"/>
                    <a:pt x="1340277" y="641747"/>
                    <a:pt x="1340277" y="640124"/>
                  </a:cubicBezTo>
                  <a:cubicBezTo>
                    <a:pt x="1341900" y="640124"/>
                    <a:pt x="1343524" y="640124"/>
                    <a:pt x="1343524" y="640124"/>
                  </a:cubicBezTo>
                  <a:cubicBezTo>
                    <a:pt x="1345147" y="641747"/>
                    <a:pt x="1346770" y="641747"/>
                    <a:pt x="1346770" y="641747"/>
                  </a:cubicBezTo>
                  <a:cubicBezTo>
                    <a:pt x="1346770" y="641747"/>
                    <a:pt x="1346770" y="641747"/>
                    <a:pt x="1348393" y="641747"/>
                  </a:cubicBezTo>
                  <a:cubicBezTo>
                    <a:pt x="1348393" y="641747"/>
                    <a:pt x="1348393" y="641747"/>
                    <a:pt x="1350016" y="640124"/>
                  </a:cubicBezTo>
                  <a:cubicBezTo>
                    <a:pt x="1350016" y="640124"/>
                    <a:pt x="1350016" y="640124"/>
                    <a:pt x="1348393" y="640124"/>
                  </a:cubicBezTo>
                  <a:cubicBezTo>
                    <a:pt x="1348393" y="640124"/>
                    <a:pt x="1348393" y="640124"/>
                    <a:pt x="1343524" y="640124"/>
                  </a:cubicBezTo>
                  <a:cubicBezTo>
                    <a:pt x="1343524" y="640124"/>
                    <a:pt x="1341900" y="638501"/>
                    <a:pt x="1340277" y="638501"/>
                  </a:cubicBezTo>
                  <a:cubicBezTo>
                    <a:pt x="1340277" y="638501"/>
                    <a:pt x="1337031" y="640124"/>
                    <a:pt x="1337031" y="640124"/>
                  </a:cubicBezTo>
                  <a:cubicBezTo>
                    <a:pt x="1337031" y="640124"/>
                    <a:pt x="1332162" y="643370"/>
                    <a:pt x="1332162" y="643370"/>
                  </a:cubicBezTo>
                  <a:cubicBezTo>
                    <a:pt x="1330539" y="644992"/>
                    <a:pt x="1330539" y="644992"/>
                    <a:pt x="1330539" y="644992"/>
                  </a:cubicBezTo>
                  <a:cubicBezTo>
                    <a:pt x="1330539" y="644992"/>
                    <a:pt x="1328916" y="646615"/>
                    <a:pt x="1328916" y="646615"/>
                  </a:cubicBezTo>
                  <a:cubicBezTo>
                    <a:pt x="1327292" y="648238"/>
                    <a:pt x="1325669" y="648238"/>
                    <a:pt x="1325669" y="648238"/>
                  </a:cubicBezTo>
                  <a:cubicBezTo>
                    <a:pt x="1324046" y="648238"/>
                    <a:pt x="1324046" y="646615"/>
                    <a:pt x="1322423" y="646615"/>
                  </a:cubicBezTo>
                  <a:cubicBezTo>
                    <a:pt x="1322423" y="644992"/>
                    <a:pt x="1320800" y="644992"/>
                    <a:pt x="1320800" y="644992"/>
                  </a:cubicBezTo>
                  <a:cubicBezTo>
                    <a:pt x="1319177" y="644992"/>
                    <a:pt x="1317554" y="643370"/>
                    <a:pt x="1317554" y="643370"/>
                  </a:cubicBezTo>
                  <a:cubicBezTo>
                    <a:pt x="1317554" y="643370"/>
                    <a:pt x="1317554" y="643370"/>
                    <a:pt x="1314307" y="643370"/>
                  </a:cubicBezTo>
                  <a:cubicBezTo>
                    <a:pt x="1314307" y="643370"/>
                    <a:pt x="1314307" y="643370"/>
                    <a:pt x="1314307" y="640124"/>
                  </a:cubicBezTo>
                  <a:cubicBezTo>
                    <a:pt x="1314307" y="640124"/>
                    <a:pt x="1314307" y="640124"/>
                    <a:pt x="1314307" y="638501"/>
                  </a:cubicBezTo>
                  <a:cubicBezTo>
                    <a:pt x="1314307" y="638501"/>
                    <a:pt x="1314307" y="638501"/>
                    <a:pt x="1317554" y="636878"/>
                  </a:cubicBezTo>
                  <a:cubicBezTo>
                    <a:pt x="1317554" y="636878"/>
                    <a:pt x="1317554" y="636878"/>
                    <a:pt x="1322423" y="635255"/>
                  </a:cubicBezTo>
                  <a:cubicBezTo>
                    <a:pt x="1322423" y="635255"/>
                    <a:pt x="1322423" y="635255"/>
                    <a:pt x="1324046" y="635255"/>
                  </a:cubicBezTo>
                  <a:cubicBezTo>
                    <a:pt x="1325669" y="635255"/>
                    <a:pt x="1327292" y="635255"/>
                    <a:pt x="1327292" y="635255"/>
                  </a:cubicBezTo>
                  <a:cubicBezTo>
                    <a:pt x="1328916" y="635255"/>
                    <a:pt x="1330539" y="633633"/>
                    <a:pt x="1330539" y="633633"/>
                  </a:cubicBezTo>
                  <a:cubicBezTo>
                    <a:pt x="1332162" y="633633"/>
                    <a:pt x="1332162" y="632010"/>
                    <a:pt x="1332162" y="632010"/>
                  </a:cubicBezTo>
                  <a:cubicBezTo>
                    <a:pt x="1332162" y="632010"/>
                    <a:pt x="1332162" y="632010"/>
                    <a:pt x="1330539" y="632010"/>
                  </a:cubicBezTo>
                  <a:cubicBezTo>
                    <a:pt x="1328916" y="632010"/>
                    <a:pt x="1325669" y="632010"/>
                    <a:pt x="1324046" y="632010"/>
                  </a:cubicBezTo>
                  <a:cubicBezTo>
                    <a:pt x="1324046" y="632010"/>
                    <a:pt x="1324046" y="632010"/>
                    <a:pt x="1322423" y="633633"/>
                  </a:cubicBezTo>
                  <a:cubicBezTo>
                    <a:pt x="1320800" y="633633"/>
                    <a:pt x="1315930" y="633633"/>
                    <a:pt x="1315930" y="633633"/>
                  </a:cubicBezTo>
                  <a:cubicBezTo>
                    <a:pt x="1314307" y="633633"/>
                    <a:pt x="1312684" y="633633"/>
                    <a:pt x="1312684" y="633633"/>
                  </a:cubicBezTo>
                  <a:cubicBezTo>
                    <a:pt x="1312684" y="633633"/>
                    <a:pt x="1312684" y="633633"/>
                    <a:pt x="1311061" y="633633"/>
                  </a:cubicBezTo>
                  <a:cubicBezTo>
                    <a:pt x="1311061" y="633633"/>
                    <a:pt x="1311061" y="633633"/>
                    <a:pt x="1311061" y="630387"/>
                  </a:cubicBezTo>
                  <a:cubicBezTo>
                    <a:pt x="1311061" y="630387"/>
                    <a:pt x="1311061" y="630387"/>
                    <a:pt x="1311061" y="628764"/>
                  </a:cubicBezTo>
                  <a:cubicBezTo>
                    <a:pt x="1312684" y="628764"/>
                    <a:pt x="1314307" y="627141"/>
                    <a:pt x="1314307" y="627141"/>
                  </a:cubicBezTo>
                  <a:cubicBezTo>
                    <a:pt x="1315930" y="627141"/>
                    <a:pt x="1319177" y="625518"/>
                    <a:pt x="1319177" y="625518"/>
                  </a:cubicBezTo>
                  <a:cubicBezTo>
                    <a:pt x="1320800" y="623895"/>
                    <a:pt x="1322423" y="622273"/>
                    <a:pt x="1322423" y="622273"/>
                  </a:cubicBezTo>
                  <a:cubicBezTo>
                    <a:pt x="1322423" y="622273"/>
                    <a:pt x="1322423" y="622273"/>
                    <a:pt x="1327292" y="619027"/>
                  </a:cubicBezTo>
                  <a:cubicBezTo>
                    <a:pt x="1327292" y="619027"/>
                    <a:pt x="1327292" y="619027"/>
                    <a:pt x="1330539" y="615781"/>
                  </a:cubicBezTo>
                  <a:cubicBezTo>
                    <a:pt x="1330539" y="615781"/>
                    <a:pt x="1333785" y="614158"/>
                    <a:pt x="1335408" y="612535"/>
                  </a:cubicBezTo>
                  <a:cubicBezTo>
                    <a:pt x="1337031" y="612535"/>
                    <a:pt x="1343524" y="609290"/>
                    <a:pt x="1345147" y="609290"/>
                  </a:cubicBezTo>
                  <a:cubicBezTo>
                    <a:pt x="1345147" y="609290"/>
                    <a:pt x="1345147" y="609290"/>
                    <a:pt x="1348393" y="607667"/>
                  </a:cubicBezTo>
                  <a:cubicBezTo>
                    <a:pt x="1348393" y="607667"/>
                    <a:pt x="1350016" y="607667"/>
                    <a:pt x="1350016" y="607667"/>
                  </a:cubicBezTo>
                  <a:cubicBezTo>
                    <a:pt x="1351639" y="607667"/>
                    <a:pt x="1353262" y="607667"/>
                    <a:pt x="1354885" y="607667"/>
                  </a:cubicBezTo>
                  <a:cubicBezTo>
                    <a:pt x="1354885" y="606044"/>
                    <a:pt x="1356508" y="604421"/>
                    <a:pt x="1356508" y="604421"/>
                  </a:cubicBezTo>
                  <a:cubicBezTo>
                    <a:pt x="1356508" y="604421"/>
                    <a:pt x="1356508" y="604421"/>
                    <a:pt x="1353262" y="604421"/>
                  </a:cubicBezTo>
                  <a:cubicBezTo>
                    <a:pt x="1353262" y="604421"/>
                    <a:pt x="1348393" y="604421"/>
                    <a:pt x="1346770" y="606044"/>
                  </a:cubicBezTo>
                  <a:cubicBezTo>
                    <a:pt x="1343524" y="607667"/>
                    <a:pt x="1341900" y="607667"/>
                    <a:pt x="1341900" y="607667"/>
                  </a:cubicBezTo>
                  <a:cubicBezTo>
                    <a:pt x="1341900" y="607667"/>
                    <a:pt x="1340277" y="607667"/>
                    <a:pt x="1338654" y="609290"/>
                  </a:cubicBezTo>
                  <a:cubicBezTo>
                    <a:pt x="1337031" y="610913"/>
                    <a:pt x="1333785" y="612535"/>
                    <a:pt x="1333785" y="612535"/>
                  </a:cubicBezTo>
                  <a:cubicBezTo>
                    <a:pt x="1333785" y="612535"/>
                    <a:pt x="1333785" y="612535"/>
                    <a:pt x="1327292" y="617404"/>
                  </a:cubicBezTo>
                  <a:cubicBezTo>
                    <a:pt x="1327292" y="617404"/>
                    <a:pt x="1325669" y="617404"/>
                    <a:pt x="1325669" y="617404"/>
                  </a:cubicBezTo>
                  <a:cubicBezTo>
                    <a:pt x="1324046" y="619027"/>
                    <a:pt x="1320800" y="622273"/>
                    <a:pt x="1319177" y="623895"/>
                  </a:cubicBezTo>
                  <a:cubicBezTo>
                    <a:pt x="1319177" y="623895"/>
                    <a:pt x="1311061" y="625518"/>
                    <a:pt x="1311061" y="625518"/>
                  </a:cubicBezTo>
                  <a:cubicBezTo>
                    <a:pt x="1311061" y="625518"/>
                    <a:pt x="1311061" y="625518"/>
                    <a:pt x="1307815" y="625518"/>
                  </a:cubicBezTo>
                  <a:cubicBezTo>
                    <a:pt x="1307815" y="625518"/>
                    <a:pt x="1307815" y="625518"/>
                    <a:pt x="1306192" y="625518"/>
                  </a:cubicBezTo>
                  <a:cubicBezTo>
                    <a:pt x="1306192" y="625518"/>
                    <a:pt x="1304569" y="623895"/>
                    <a:pt x="1304569" y="623895"/>
                  </a:cubicBezTo>
                  <a:cubicBezTo>
                    <a:pt x="1304569" y="622273"/>
                    <a:pt x="1304569" y="620650"/>
                    <a:pt x="1306192" y="619027"/>
                  </a:cubicBezTo>
                  <a:cubicBezTo>
                    <a:pt x="1306192" y="619027"/>
                    <a:pt x="1306192" y="617404"/>
                    <a:pt x="1307815" y="615781"/>
                  </a:cubicBezTo>
                  <a:cubicBezTo>
                    <a:pt x="1309438" y="614158"/>
                    <a:pt x="1309438" y="614158"/>
                    <a:pt x="1311061" y="614158"/>
                  </a:cubicBezTo>
                  <a:cubicBezTo>
                    <a:pt x="1311061" y="614158"/>
                    <a:pt x="1311061" y="614158"/>
                    <a:pt x="1312684" y="614158"/>
                  </a:cubicBezTo>
                  <a:cubicBezTo>
                    <a:pt x="1314307" y="614158"/>
                    <a:pt x="1314307" y="610913"/>
                    <a:pt x="1315930" y="612535"/>
                  </a:cubicBezTo>
                  <a:cubicBezTo>
                    <a:pt x="1317554" y="612535"/>
                    <a:pt x="1319177" y="612535"/>
                    <a:pt x="1320800" y="610913"/>
                  </a:cubicBezTo>
                  <a:cubicBezTo>
                    <a:pt x="1322423" y="610913"/>
                    <a:pt x="1324046" y="609290"/>
                    <a:pt x="1325669" y="607667"/>
                  </a:cubicBezTo>
                  <a:cubicBezTo>
                    <a:pt x="1325669" y="607667"/>
                    <a:pt x="1327292" y="604421"/>
                    <a:pt x="1325669" y="604421"/>
                  </a:cubicBezTo>
                  <a:cubicBezTo>
                    <a:pt x="1325669" y="604421"/>
                    <a:pt x="1324046" y="602798"/>
                    <a:pt x="1322423" y="602798"/>
                  </a:cubicBezTo>
                  <a:cubicBezTo>
                    <a:pt x="1320800" y="604421"/>
                    <a:pt x="1314307" y="606044"/>
                    <a:pt x="1314307" y="606044"/>
                  </a:cubicBezTo>
                  <a:cubicBezTo>
                    <a:pt x="1312684" y="606044"/>
                    <a:pt x="1311061" y="606044"/>
                    <a:pt x="1309438" y="606044"/>
                  </a:cubicBezTo>
                  <a:cubicBezTo>
                    <a:pt x="1309438" y="606044"/>
                    <a:pt x="1307815" y="604421"/>
                    <a:pt x="1306192" y="602798"/>
                  </a:cubicBezTo>
                  <a:cubicBezTo>
                    <a:pt x="1304569" y="602798"/>
                    <a:pt x="1304569" y="601176"/>
                    <a:pt x="1304569" y="601176"/>
                  </a:cubicBezTo>
                  <a:cubicBezTo>
                    <a:pt x="1304569" y="601176"/>
                    <a:pt x="1302946" y="599553"/>
                    <a:pt x="1302946" y="599553"/>
                  </a:cubicBezTo>
                  <a:cubicBezTo>
                    <a:pt x="1302946" y="597930"/>
                    <a:pt x="1304569" y="596307"/>
                    <a:pt x="1304569" y="596307"/>
                  </a:cubicBezTo>
                  <a:cubicBezTo>
                    <a:pt x="1304569" y="596307"/>
                    <a:pt x="1306192" y="596307"/>
                    <a:pt x="1306192" y="596307"/>
                  </a:cubicBezTo>
                  <a:cubicBezTo>
                    <a:pt x="1307815" y="594684"/>
                    <a:pt x="1311061" y="594684"/>
                    <a:pt x="1311061" y="594684"/>
                  </a:cubicBezTo>
                  <a:cubicBezTo>
                    <a:pt x="1311061" y="594684"/>
                    <a:pt x="1312684" y="594684"/>
                    <a:pt x="1314307" y="596307"/>
                  </a:cubicBezTo>
                  <a:cubicBezTo>
                    <a:pt x="1315930" y="596307"/>
                    <a:pt x="1319177" y="596307"/>
                    <a:pt x="1319177" y="596307"/>
                  </a:cubicBezTo>
                  <a:cubicBezTo>
                    <a:pt x="1319177" y="596307"/>
                    <a:pt x="1319177" y="596307"/>
                    <a:pt x="1320800" y="594684"/>
                  </a:cubicBezTo>
                  <a:cubicBezTo>
                    <a:pt x="1320800" y="594684"/>
                    <a:pt x="1320800" y="594684"/>
                    <a:pt x="1324046" y="594684"/>
                  </a:cubicBezTo>
                  <a:cubicBezTo>
                    <a:pt x="1324046" y="594684"/>
                    <a:pt x="1324046" y="594684"/>
                    <a:pt x="1325669" y="593061"/>
                  </a:cubicBezTo>
                  <a:cubicBezTo>
                    <a:pt x="1325669" y="593061"/>
                    <a:pt x="1327292" y="593061"/>
                    <a:pt x="1328916" y="593061"/>
                  </a:cubicBezTo>
                  <a:cubicBezTo>
                    <a:pt x="1328916" y="593061"/>
                    <a:pt x="1332162" y="593061"/>
                    <a:pt x="1332162" y="594684"/>
                  </a:cubicBezTo>
                  <a:cubicBezTo>
                    <a:pt x="1333785" y="594684"/>
                    <a:pt x="1333785" y="593061"/>
                    <a:pt x="1335408" y="594684"/>
                  </a:cubicBezTo>
                  <a:cubicBezTo>
                    <a:pt x="1337031" y="594684"/>
                    <a:pt x="1338654" y="593061"/>
                    <a:pt x="1340277" y="594684"/>
                  </a:cubicBezTo>
                  <a:cubicBezTo>
                    <a:pt x="1340277" y="594684"/>
                    <a:pt x="1337031" y="594684"/>
                    <a:pt x="1340277" y="596307"/>
                  </a:cubicBezTo>
                  <a:cubicBezTo>
                    <a:pt x="1343524" y="599553"/>
                    <a:pt x="1345147" y="599553"/>
                    <a:pt x="1345147" y="599553"/>
                  </a:cubicBezTo>
                  <a:cubicBezTo>
                    <a:pt x="1345147" y="599553"/>
                    <a:pt x="1345147" y="599553"/>
                    <a:pt x="1346770" y="599553"/>
                  </a:cubicBezTo>
                  <a:cubicBezTo>
                    <a:pt x="1346770" y="601176"/>
                    <a:pt x="1348393" y="599553"/>
                    <a:pt x="1348393" y="599553"/>
                  </a:cubicBezTo>
                  <a:cubicBezTo>
                    <a:pt x="1348393" y="599553"/>
                    <a:pt x="1348393" y="599553"/>
                    <a:pt x="1350016" y="599553"/>
                  </a:cubicBezTo>
                  <a:cubicBezTo>
                    <a:pt x="1350016" y="599553"/>
                    <a:pt x="1350016" y="599553"/>
                    <a:pt x="1351639" y="599553"/>
                  </a:cubicBezTo>
                  <a:cubicBezTo>
                    <a:pt x="1351639" y="599553"/>
                    <a:pt x="1353262" y="599553"/>
                    <a:pt x="1353262" y="599553"/>
                  </a:cubicBezTo>
                  <a:cubicBezTo>
                    <a:pt x="1353262" y="599553"/>
                    <a:pt x="1356508" y="597930"/>
                    <a:pt x="1358131" y="597930"/>
                  </a:cubicBezTo>
                  <a:cubicBezTo>
                    <a:pt x="1359754" y="597930"/>
                    <a:pt x="1359754" y="597930"/>
                    <a:pt x="1359754" y="597930"/>
                  </a:cubicBezTo>
                  <a:cubicBezTo>
                    <a:pt x="1359754" y="597930"/>
                    <a:pt x="1359754" y="597930"/>
                    <a:pt x="1359754" y="596307"/>
                  </a:cubicBezTo>
                  <a:cubicBezTo>
                    <a:pt x="1359754" y="596307"/>
                    <a:pt x="1354885" y="596307"/>
                    <a:pt x="1353262" y="596307"/>
                  </a:cubicBezTo>
                  <a:cubicBezTo>
                    <a:pt x="1353262" y="596307"/>
                    <a:pt x="1351639" y="596307"/>
                    <a:pt x="1350016" y="596307"/>
                  </a:cubicBezTo>
                  <a:cubicBezTo>
                    <a:pt x="1348393" y="597930"/>
                    <a:pt x="1346770" y="596307"/>
                    <a:pt x="1345147" y="597930"/>
                  </a:cubicBezTo>
                  <a:cubicBezTo>
                    <a:pt x="1345147" y="597930"/>
                    <a:pt x="1346770" y="596307"/>
                    <a:pt x="1345147" y="596307"/>
                  </a:cubicBezTo>
                  <a:cubicBezTo>
                    <a:pt x="1343524" y="597930"/>
                    <a:pt x="1341900" y="596307"/>
                    <a:pt x="1341900" y="596307"/>
                  </a:cubicBezTo>
                  <a:cubicBezTo>
                    <a:pt x="1341900" y="596307"/>
                    <a:pt x="1341900" y="596307"/>
                    <a:pt x="1343524" y="594684"/>
                  </a:cubicBezTo>
                  <a:cubicBezTo>
                    <a:pt x="1343524" y="594684"/>
                    <a:pt x="1343524" y="594684"/>
                    <a:pt x="1341900" y="593061"/>
                  </a:cubicBezTo>
                  <a:cubicBezTo>
                    <a:pt x="1341900" y="593061"/>
                    <a:pt x="1340277" y="591438"/>
                    <a:pt x="1340277" y="593061"/>
                  </a:cubicBezTo>
                  <a:cubicBezTo>
                    <a:pt x="1340277" y="593061"/>
                    <a:pt x="1338654" y="591438"/>
                    <a:pt x="1337031" y="591438"/>
                  </a:cubicBezTo>
                  <a:cubicBezTo>
                    <a:pt x="1335408" y="593061"/>
                    <a:pt x="1333785" y="593061"/>
                    <a:pt x="1333785" y="593061"/>
                  </a:cubicBezTo>
                  <a:cubicBezTo>
                    <a:pt x="1333785" y="593061"/>
                    <a:pt x="1333785" y="593061"/>
                    <a:pt x="1332162" y="593061"/>
                  </a:cubicBezTo>
                  <a:cubicBezTo>
                    <a:pt x="1332162" y="593061"/>
                    <a:pt x="1332162" y="591438"/>
                    <a:pt x="1332162" y="591438"/>
                  </a:cubicBezTo>
                  <a:cubicBezTo>
                    <a:pt x="1330539" y="593061"/>
                    <a:pt x="1328916" y="591438"/>
                    <a:pt x="1328916" y="591438"/>
                  </a:cubicBezTo>
                  <a:cubicBezTo>
                    <a:pt x="1328916" y="591438"/>
                    <a:pt x="1328916" y="591438"/>
                    <a:pt x="1320800" y="593061"/>
                  </a:cubicBezTo>
                  <a:cubicBezTo>
                    <a:pt x="1320800" y="593061"/>
                    <a:pt x="1320800" y="593061"/>
                    <a:pt x="1319177" y="593061"/>
                  </a:cubicBezTo>
                  <a:cubicBezTo>
                    <a:pt x="1319177" y="593061"/>
                    <a:pt x="1319177" y="593061"/>
                    <a:pt x="1317554" y="593061"/>
                  </a:cubicBezTo>
                  <a:cubicBezTo>
                    <a:pt x="1315930" y="593061"/>
                    <a:pt x="1314307" y="593061"/>
                    <a:pt x="1314307" y="593061"/>
                  </a:cubicBezTo>
                  <a:cubicBezTo>
                    <a:pt x="1312684" y="593061"/>
                    <a:pt x="1312684" y="593061"/>
                    <a:pt x="1311061" y="593061"/>
                  </a:cubicBezTo>
                  <a:cubicBezTo>
                    <a:pt x="1309438" y="593061"/>
                    <a:pt x="1307815" y="593061"/>
                    <a:pt x="1307815" y="594684"/>
                  </a:cubicBezTo>
                  <a:cubicBezTo>
                    <a:pt x="1306192" y="594684"/>
                    <a:pt x="1302946" y="594684"/>
                    <a:pt x="1302946" y="594684"/>
                  </a:cubicBezTo>
                  <a:cubicBezTo>
                    <a:pt x="1301323" y="594684"/>
                    <a:pt x="1299700" y="594684"/>
                    <a:pt x="1299700" y="594684"/>
                  </a:cubicBezTo>
                  <a:cubicBezTo>
                    <a:pt x="1299700" y="594684"/>
                    <a:pt x="1299700" y="594684"/>
                    <a:pt x="1299700" y="593061"/>
                  </a:cubicBezTo>
                  <a:cubicBezTo>
                    <a:pt x="1299700" y="593061"/>
                    <a:pt x="1294830" y="594684"/>
                    <a:pt x="1299700" y="591438"/>
                  </a:cubicBezTo>
                  <a:cubicBezTo>
                    <a:pt x="1306192" y="589816"/>
                    <a:pt x="1307815" y="586570"/>
                    <a:pt x="1307815" y="586570"/>
                  </a:cubicBezTo>
                  <a:cubicBezTo>
                    <a:pt x="1307815" y="586570"/>
                    <a:pt x="1307815" y="586570"/>
                    <a:pt x="1309438" y="584947"/>
                  </a:cubicBezTo>
                  <a:cubicBezTo>
                    <a:pt x="1309438" y="584947"/>
                    <a:pt x="1309438" y="584947"/>
                    <a:pt x="1311061" y="583324"/>
                  </a:cubicBezTo>
                  <a:cubicBezTo>
                    <a:pt x="1311061" y="583324"/>
                    <a:pt x="1312684" y="583324"/>
                    <a:pt x="1312684" y="583324"/>
                  </a:cubicBezTo>
                  <a:cubicBezTo>
                    <a:pt x="1312684" y="583324"/>
                    <a:pt x="1315930" y="581701"/>
                    <a:pt x="1317554" y="581701"/>
                  </a:cubicBezTo>
                  <a:cubicBezTo>
                    <a:pt x="1317554" y="581701"/>
                    <a:pt x="1320800" y="581701"/>
                    <a:pt x="1320800" y="581701"/>
                  </a:cubicBezTo>
                  <a:cubicBezTo>
                    <a:pt x="1320800" y="581701"/>
                    <a:pt x="1320800" y="581701"/>
                    <a:pt x="1327292" y="581701"/>
                  </a:cubicBezTo>
                  <a:cubicBezTo>
                    <a:pt x="1327292" y="581701"/>
                    <a:pt x="1327292" y="581701"/>
                    <a:pt x="1328916" y="581701"/>
                  </a:cubicBezTo>
                  <a:cubicBezTo>
                    <a:pt x="1328916" y="581701"/>
                    <a:pt x="1333785" y="583324"/>
                    <a:pt x="1333785" y="584947"/>
                  </a:cubicBezTo>
                  <a:cubicBezTo>
                    <a:pt x="1335408" y="586570"/>
                    <a:pt x="1335408" y="584947"/>
                    <a:pt x="1335408" y="584947"/>
                  </a:cubicBezTo>
                  <a:cubicBezTo>
                    <a:pt x="1337031" y="584947"/>
                    <a:pt x="1337031" y="583324"/>
                    <a:pt x="1338654" y="584947"/>
                  </a:cubicBezTo>
                  <a:cubicBezTo>
                    <a:pt x="1340277" y="584947"/>
                    <a:pt x="1338654" y="583324"/>
                    <a:pt x="1340277" y="584947"/>
                  </a:cubicBezTo>
                  <a:cubicBezTo>
                    <a:pt x="1341900" y="584947"/>
                    <a:pt x="1341900" y="583324"/>
                    <a:pt x="1343524" y="584947"/>
                  </a:cubicBezTo>
                  <a:cubicBezTo>
                    <a:pt x="1343524" y="584947"/>
                    <a:pt x="1343524" y="583324"/>
                    <a:pt x="1345147" y="584947"/>
                  </a:cubicBezTo>
                  <a:cubicBezTo>
                    <a:pt x="1345147" y="584947"/>
                    <a:pt x="1345147" y="584947"/>
                    <a:pt x="1345147" y="586570"/>
                  </a:cubicBezTo>
                  <a:cubicBezTo>
                    <a:pt x="1345147" y="584947"/>
                    <a:pt x="1345147" y="584947"/>
                    <a:pt x="1346770" y="586570"/>
                  </a:cubicBezTo>
                  <a:cubicBezTo>
                    <a:pt x="1350016" y="588193"/>
                    <a:pt x="1351639" y="589816"/>
                    <a:pt x="1351639" y="589816"/>
                  </a:cubicBezTo>
                  <a:cubicBezTo>
                    <a:pt x="1351639" y="589816"/>
                    <a:pt x="1350016" y="588193"/>
                    <a:pt x="1353262" y="588193"/>
                  </a:cubicBezTo>
                  <a:cubicBezTo>
                    <a:pt x="1356508" y="589816"/>
                    <a:pt x="1358131" y="588193"/>
                    <a:pt x="1358131" y="588193"/>
                  </a:cubicBezTo>
                  <a:cubicBezTo>
                    <a:pt x="1359754" y="588193"/>
                    <a:pt x="1363001" y="588193"/>
                    <a:pt x="1363001" y="588193"/>
                  </a:cubicBezTo>
                  <a:cubicBezTo>
                    <a:pt x="1363001" y="588193"/>
                    <a:pt x="1363001" y="588193"/>
                    <a:pt x="1359754" y="586570"/>
                  </a:cubicBezTo>
                  <a:cubicBezTo>
                    <a:pt x="1359754" y="586570"/>
                    <a:pt x="1359754" y="586570"/>
                    <a:pt x="1356508" y="586570"/>
                  </a:cubicBezTo>
                  <a:cubicBezTo>
                    <a:pt x="1356508" y="586570"/>
                    <a:pt x="1356508" y="586570"/>
                    <a:pt x="1356508" y="584947"/>
                  </a:cubicBezTo>
                  <a:cubicBezTo>
                    <a:pt x="1356508" y="584947"/>
                    <a:pt x="1356508" y="584947"/>
                    <a:pt x="1358131" y="583324"/>
                  </a:cubicBezTo>
                  <a:cubicBezTo>
                    <a:pt x="1358131" y="583324"/>
                    <a:pt x="1358131" y="583324"/>
                    <a:pt x="1363001" y="583324"/>
                  </a:cubicBezTo>
                  <a:cubicBezTo>
                    <a:pt x="1363001" y="583324"/>
                    <a:pt x="1363001" y="583324"/>
                    <a:pt x="1364624" y="583324"/>
                  </a:cubicBezTo>
                  <a:cubicBezTo>
                    <a:pt x="1364624" y="583324"/>
                    <a:pt x="1364624" y="583324"/>
                    <a:pt x="1366247" y="583324"/>
                  </a:cubicBezTo>
                  <a:cubicBezTo>
                    <a:pt x="1366247" y="583324"/>
                    <a:pt x="1366247" y="583324"/>
                    <a:pt x="1366247" y="581701"/>
                  </a:cubicBezTo>
                  <a:cubicBezTo>
                    <a:pt x="1366247" y="581701"/>
                    <a:pt x="1366247" y="581701"/>
                    <a:pt x="1364624" y="580078"/>
                  </a:cubicBezTo>
                  <a:cubicBezTo>
                    <a:pt x="1364624" y="580078"/>
                    <a:pt x="1364624" y="580078"/>
                    <a:pt x="1363001" y="580078"/>
                  </a:cubicBezTo>
                  <a:cubicBezTo>
                    <a:pt x="1363001" y="580078"/>
                    <a:pt x="1363001" y="580078"/>
                    <a:pt x="1364624" y="578456"/>
                  </a:cubicBezTo>
                  <a:cubicBezTo>
                    <a:pt x="1364624" y="578456"/>
                    <a:pt x="1364624" y="578456"/>
                    <a:pt x="1364624" y="576833"/>
                  </a:cubicBezTo>
                  <a:cubicBezTo>
                    <a:pt x="1364624" y="576833"/>
                    <a:pt x="1364624" y="576833"/>
                    <a:pt x="1363001" y="575210"/>
                  </a:cubicBezTo>
                  <a:cubicBezTo>
                    <a:pt x="1363001" y="575210"/>
                    <a:pt x="1363001" y="571964"/>
                    <a:pt x="1361378" y="573587"/>
                  </a:cubicBezTo>
                  <a:cubicBezTo>
                    <a:pt x="1361378" y="573587"/>
                    <a:pt x="1359754" y="573587"/>
                    <a:pt x="1359754" y="573587"/>
                  </a:cubicBezTo>
                  <a:cubicBezTo>
                    <a:pt x="1358131" y="575210"/>
                    <a:pt x="1358131" y="575210"/>
                    <a:pt x="1356508" y="575210"/>
                  </a:cubicBezTo>
                  <a:cubicBezTo>
                    <a:pt x="1356508" y="575210"/>
                    <a:pt x="1358131" y="573587"/>
                    <a:pt x="1356508" y="573587"/>
                  </a:cubicBezTo>
                  <a:cubicBezTo>
                    <a:pt x="1354885" y="573587"/>
                    <a:pt x="1353262" y="571964"/>
                    <a:pt x="1351639" y="571964"/>
                  </a:cubicBezTo>
                  <a:cubicBezTo>
                    <a:pt x="1351639" y="571964"/>
                    <a:pt x="1351639" y="571964"/>
                    <a:pt x="1351639" y="570341"/>
                  </a:cubicBezTo>
                  <a:cubicBezTo>
                    <a:pt x="1351639" y="568719"/>
                    <a:pt x="1351639" y="567096"/>
                    <a:pt x="1350016" y="567096"/>
                  </a:cubicBezTo>
                  <a:cubicBezTo>
                    <a:pt x="1350016" y="568719"/>
                    <a:pt x="1350016" y="567096"/>
                    <a:pt x="1348393" y="567096"/>
                  </a:cubicBezTo>
                  <a:cubicBezTo>
                    <a:pt x="1348393" y="567096"/>
                    <a:pt x="1348393" y="567096"/>
                    <a:pt x="1348393" y="565473"/>
                  </a:cubicBezTo>
                  <a:cubicBezTo>
                    <a:pt x="1348393" y="565473"/>
                    <a:pt x="1348393" y="565473"/>
                    <a:pt x="1348393" y="562227"/>
                  </a:cubicBezTo>
                  <a:cubicBezTo>
                    <a:pt x="1348393" y="562227"/>
                    <a:pt x="1350016" y="562227"/>
                    <a:pt x="1350016" y="560604"/>
                  </a:cubicBezTo>
                  <a:cubicBezTo>
                    <a:pt x="1350016" y="560604"/>
                    <a:pt x="1351639" y="558981"/>
                    <a:pt x="1351639" y="558981"/>
                  </a:cubicBezTo>
                  <a:cubicBezTo>
                    <a:pt x="1350016" y="558981"/>
                    <a:pt x="1350016" y="557359"/>
                    <a:pt x="1348393" y="557359"/>
                  </a:cubicBezTo>
                  <a:cubicBezTo>
                    <a:pt x="1348393" y="557359"/>
                    <a:pt x="1348393" y="557359"/>
                    <a:pt x="1348393" y="555736"/>
                  </a:cubicBezTo>
                  <a:cubicBezTo>
                    <a:pt x="1346770" y="555736"/>
                    <a:pt x="1346770" y="554113"/>
                    <a:pt x="1346770" y="554113"/>
                  </a:cubicBezTo>
                  <a:cubicBezTo>
                    <a:pt x="1348393" y="554113"/>
                    <a:pt x="1351639" y="552490"/>
                    <a:pt x="1351639" y="552490"/>
                  </a:cubicBezTo>
                  <a:cubicBezTo>
                    <a:pt x="1351639" y="552490"/>
                    <a:pt x="1351639" y="552490"/>
                    <a:pt x="1351639" y="550867"/>
                  </a:cubicBezTo>
                  <a:cubicBezTo>
                    <a:pt x="1351639" y="550867"/>
                    <a:pt x="1351639" y="547621"/>
                    <a:pt x="1351639" y="547621"/>
                  </a:cubicBezTo>
                  <a:cubicBezTo>
                    <a:pt x="1351639" y="547621"/>
                    <a:pt x="1348393" y="547621"/>
                    <a:pt x="1348393" y="547621"/>
                  </a:cubicBezTo>
                  <a:cubicBezTo>
                    <a:pt x="1348393" y="547621"/>
                    <a:pt x="1348393" y="547621"/>
                    <a:pt x="1348393" y="544376"/>
                  </a:cubicBezTo>
                  <a:cubicBezTo>
                    <a:pt x="1348393" y="544376"/>
                    <a:pt x="1348393" y="544376"/>
                    <a:pt x="1350016" y="541130"/>
                  </a:cubicBezTo>
                  <a:cubicBezTo>
                    <a:pt x="1350016" y="541130"/>
                    <a:pt x="1350016" y="541130"/>
                    <a:pt x="1351639" y="542753"/>
                  </a:cubicBezTo>
                  <a:cubicBezTo>
                    <a:pt x="1351639" y="542753"/>
                    <a:pt x="1351639" y="542753"/>
                    <a:pt x="1353262" y="542753"/>
                  </a:cubicBezTo>
                  <a:cubicBezTo>
                    <a:pt x="1354885" y="542753"/>
                    <a:pt x="1354885" y="544376"/>
                    <a:pt x="1356508" y="544376"/>
                  </a:cubicBezTo>
                  <a:cubicBezTo>
                    <a:pt x="1356508" y="544376"/>
                    <a:pt x="1358131" y="544376"/>
                    <a:pt x="1358131" y="544376"/>
                  </a:cubicBezTo>
                  <a:cubicBezTo>
                    <a:pt x="1358131" y="545999"/>
                    <a:pt x="1361378" y="545999"/>
                    <a:pt x="1361378" y="545999"/>
                  </a:cubicBezTo>
                  <a:cubicBezTo>
                    <a:pt x="1361378" y="545999"/>
                    <a:pt x="1361378" y="545999"/>
                    <a:pt x="1363001" y="537884"/>
                  </a:cubicBezTo>
                  <a:cubicBezTo>
                    <a:pt x="1363001" y="537884"/>
                    <a:pt x="1363001" y="537884"/>
                    <a:pt x="1358131" y="539507"/>
                  </a:cubicBezTo>
                  <a:cubicBezTo>
                    <a:pt x="1358131" y="539507"/>
                    <a:pt x="1358131" y="536262"/>
                    <a:pt x="1358131" y="536262"/>
                  </a:cubicBezTo>
                  <a:cubicBezTo>
                    <a:pt x="1356508" y="536262"/>
                    <a:pt x="1356508" y="533016"/>
                    <a:pt x="1354885" y="533016"/>
                  </a:cubicBezTo>
                  <a:cubicBezTo>
                    <a:pt x="1353262" y="534639"/>
                    <a:pt x="1353262" y="533016"/>
                    <a:pt x="1353262" y="533016"/>
                  </a:cubicBezTo>
                  <a:cubicBezTo>
                    <a:pt x="1353262" y="533016"/>
                    <a:pt x="1353262" y="531393"/>
                    <a:pt x="1353262" y="531393"/>
                  </a:cubicBezTo>
                  <a:cubicBezTo>
                    <a:pt x="1353262" y="529770"/>
                    <a:pt x="1353262" y="529770"/>
                    <a:pt x="1354885" y="528147"/>
                  </a:cubicBezTo>
                  <a:cubicBezTo>
                    <a:pt x="1356508" y="528147"/>
                    <a:pt x="1358131" y="526524"/>
                    <a:pt x="1358131" y="526524"/>
                  </a:cubicBezTo>
                  <a:cubicBezTo>
                    <a:pt x="1358131" y="526524"/>
                    <a:pt x="1358131" y="526524"/>
                    <a:pt x="1361378" y="524902"/>
                  </a:cubicBezTo>
                  <a:cubicBezTo>
                    <a:pt x="1361378" y="524902"/>
                    <a:pt x="1361378" y="524902"/>
                    <a:pt x="1361378" y="523279"/>
                  </a:cubicBezTo>
                  <a:cubicBezTo>
                    <a:pt x="1361378" y="523279"/>
                    <a:pt x="1361378" y="523279"/>
                    <a:pt x="1359754" y="520033"/>
                  </a:cubicBezTo>
                  <a:cubicBezTo>
                    <a:pt x="1359754" y="520033"/>
                    <a:pt x="1359754" y="520033"/>
                    <a:pt x="1361378" y="518410"/>
                  </a:cubicBezTo>
                  <a:cubicBezTo>
                    <a:pt x="1361378" y="518410"/>
                    <a:pt x="1361378" y="518410"/>
                    <a:pt x="1363001" y="518410"/>
                  </a:cubicBezTo>
                  <a:cubicBezTo>
                    <a:pt x="1364624" y="516787"/>
                    <a:pt x="1364624" y="515164"/>
                    <a:pt x="1364624" y="515164"/>
                  </a:cubicBezTo>
                  <a:cubicBezTo>
                    <a:pt x="1364624" y="515164"/>
                    <a:pt x="1364624" y="515164"/>
                    <a:pt x="1363001" y="513542"/>
                  </a:cubicBezTo>
                  <a:cubicBezTo>
                    <a:pt x="1363001" y="513542"/>
                    <a:pt x="1363001" y="513542"/>
                    <a:pt x="1363001" y="511919"/>
                  </a:cubicBezTo>
                  <a:cubicBezTo>
                    <a:pt x="1363001" y="511919"/>
                    <a:pt x="1364624" y="510296"/>
                    <a:pt x="1363001" y="510296"/>
                  </a:cubicBezTo>
                  <a:cubicBezTo>
                    <a:pt x="1363001" y="510296"/>
                    <a:pt x="1361378" y="508673"/>
                    <a:pt x="1359754" y="508673"/>
                  </a:cubicBezTo>
                  <a:cubicBezTo>
                    <a:pt x="1359754" y="508673"/>
                    <a:pt x="1354885" y="510296"/>
                    <a:pt x="1354885" y="510296"/>
                  </a:cubicBezTo>
                  <a:cubicBezTo>
                    <a:pt x="1354885" y="510296"/>
                    <a:pt x="1354885" y="510296"/>
                    <a:pt x="1351639" y="510296"/>
                  </a:cubicBezTo>
                  <a:cubicBezTo>
                    <a:pt x="1351639" y="510296"/>
                    <a:pt x="1351639" y="510296"/>
                    <a:pt x="1348393" y="510296"/>
                  </a:cubicBezTo>
                  <a:cubicBezTo>
                    <a:pt x="1348393" y="510296"/>
                    <a:pt x="1348393" y="510296"/>
                    <a:pt x="1346770" y="508673"/>
                  </a:cubicBezTo>
                  <a:cubicBezTo>
                    <a:pt x="1346770" y="508673"/>
                    <a:pt x="1346770" y="508673"/>
                    <a:pt x="1343524" y="508673"/>
                  </a:cubicBezTo>
                  <a:cubicBezTo>
                    <a:pt x="1343524" y="510296"/>
                    <a:pt x="1341900" y="510296"/>
                    <a:pt x="1341900" y="510296"/>
                  </a:cubicBezTo>
                  <a:cubicBezTo>
                    <a:pt x="1341900" y="510296"/>
                    <a:pt x="1341900" y="510296"/>
                    <a:pt x="1338654" y="511919"/>
                  </a:cubicBezTo>
                  <a:cubicBezTo>
                    <a:pt x="1338654" y="511919"/>
                    <a:pt x="1338654" y="511919"/>
                    <a:pt x="1337031" y="510296"/>
                  </a:cubicBezTo>
                  <a:cubicBezTo>
                    <a:pt x="1337031" y="510296"/>
                    <a:pt x="1337031" y="510296"/>
                    <a:pt x="1332162" y="510296"/>
                  </a:cubicBezTo>
                  <a:cubicBezTo>
                    <a:pt x="1332162" y="510296"/>
                    <a:pt x="1332162" y="510296"/>
                    <a:pt x="1328916" y="510296"/>
                  </a:cubicBezTo>
                  <a:cubicBezTo>
                    <a:pt x="1327292" y="510296"/>
                    <a:pt x="1325669" y="508673"/>
                    <a:pt x="1324046" y="508673"/>
                  </a:cubicBezTo>
                  <a:cubicBezTo>
                    <a:pt x="1324046" y="508673"/>
                    <a:pt x="1324046" y="508673"/>
                    <a:pt x="1322423" y="507050"/>
                  </a:cubicBezTo>
                  <a:cubicBezTo>
                    <a:pt x="1322423" y="507050"/>
                    <a:pt x="1322423" y="507050"/>
                    <a:pt x="1319177" y="503804"/>
                  </a:cubicBezTo>
                  <a:cubicBezTo>
                    <a:pt x="1319177" y="503804"/>
                    <a:pt x="1319177" y="502182"/>
                    <a:pt x="1319177" y="502182"/>
                  </a:cubicBezTo>
                  <a:cubicBezTo>
                    <a:pt x="1319177" y="502182"/>
                    <a:pt x="1317554" y="500559"/>
                    <a:pt x="1317554" y="500559"/>
                  </a:cubicBezTo>
                  <a:cubicBezTo>
                    <a:pt x="1315930" y="500559"/>
                    <a:pt x="1311061" y="500559"/>
                    <a:pt x="1311061" y="500559"/>
                  </a:cubicBezTo>
                  <a:cubicBezTo>
                    <a:pt x="1311061" y="500559"/>
                    <a:pt x="1311061" y="500559"/>
                    <a:pt x="1306192" y="498936"/>
                  </a:cubicBezTo>
                  <a:cubicBezTo>
                    <a:pt x="1306192" y="498936"/>
                    <a:pt x="1306192" y="498936"/>
                    <a:pt x="1302946" y="498936"/>
                  </a:cubicBezTo>
                  <a:cubicBezTo>
                    <a:pt x="1302946" y="498936"/>
                    <a:pt x="1302946" y="498936"/>
                    <a:pt x="1301323" y="498936"/>
                  </a:cubicBezTo>
                  <a:cubicBezTo>
                    <a:pt x="1299700" y="498936"/>
                    <a:pt x="1299700" y="498936"/>
                    <a:pt x="1298076" y="498936"/>
                  </a:cubicBezTo>
                  <a:cubicBezTo>
                    <a:pt x="1296453" y="498936"/>
                    <a:pt x="1296453" y="497313"/>
                    <a:pt x="1296453" y="497313"/>
                  </a:cubicBezTo>
                  <a:cubicBezTo>
                    <a:pt x="1294830" y="497313"/>
                    <a:pt x="1293207" y="497313"/>
                    <a:pt x="1293207" y="495690"/>
                  </a:cubicBezTo>
                  <a:cubicBezTo>
                    <a:pt x="1293207" y="495690"/>
                    <a:pt x="1293207" y="495690"/>
                    <a:pt x="1289961" y="494067"/>
                  </a:cubicBezTo>
                  <a:cubicBezTo>
                    <a:pt x="1289961" y="494067"/>
                    <a:pt x="1288338" y="492445"/>
                    <a:pt x="1288338" y="490822"/>
                  </a:cubicBezTo>
                  <a:cubicBezTo>
                    <a:pt x="1288338" y="490822"/>
                    <a:pt x="1288338" y="489199"/>
                    <a:pt x="1288338" y="489199"/>
                  </a:cubicBezTo>
                  <a:cubicBezTo>
                    <a:pt x="1288338" y="489199"/>
                    <a:pt x="1286715" y="487576"/>
                    <a:pt x="1288338" y="487576"/>
                  </a:cubicBezTo>
                  <a:cubicBezTo>
                    <a:pt x="1289961" y="485953"/>
                    <a:pt x="1289961" y="485953"/>
                    <a:pt x="1291584" y="485953"/>
                  </a:cubicBezTo>
                  <a:cubicBezTo>
                    <a:pt x="1291584" y="485953"/>
                    <a:pt x="1294830" y="485953"/>
                    <a:pt x="1296453" y="485953"/>
                  </a:cubicBezTo>
                  <a:cubicBezTo>
                    <a:pt x="1298076" y="485953"/>
                    <a:pt x="1302946" y="485953"/>
                    <a:pt x="1302946" y="485953"/>
                  </a:cubicBezTo>
                  <a:cubicBezTo>
                    <a:pt x="1304569" y="485953"/>
                    <a:pt x="1306192" y="484330"/>
                    <a:pt x="1306192" y="485953"/>
                  </a:cubicBezTo>
                  <a:cubicBezTo>
                    <a:pt x="1307815" y="485953"/>
                    <a:pt x="1307815" y="484330"/>
                    <a:pt x="1309438" y="484330"/>
                  </a:cubicBezTo>
                  <a:cubicBezTo>
                    <a:pt x="1311061" y="485953"/>
                    <a:pt x="1312684" y="485953"/>
                    <a:pt x="1314307" y="487576"/>
                  </a:cubicBezTo>
                  <a:cubicBezTo>
                    <a:pt x="1315930" y="487576"/>
                    <a:pt x="1317554" y="485953"/>
                    <a:pt x="1317554" y="487576"/>
                  </a:cubicBezTo>
                  <a:cubicBezTo>
                    <a:pt x="1317554" y="487576"/>
                    <a:pt x="1317554" y="487576"/>
                    <a:pt x="1320800" y="489199"/>
                  </a:cubicBezTo>
                  <a:cubicBezTo>
                    <a:pt x="1320800" y="489199"/>
                    <a:pt x="1322423" y="489199"/>
                    <a:pt x="1324046" y="489199"/>
                  </a:cubicBezTo>
                  <a:cubicBezTo>
                    <a:pt x="1324046" y="490822"/>
                    <a:pt x="1327292" y="490822"/>
                    <a:pt x="1327292" y="490822"/>
                  </a:cubicBezTo>
                  <a:cubicBezTo>
                    <a:pt x="1327292" y="492445"/>
                    <a:pt x="1332162" y="494067"/>
                    <a:pt x="1332162" y="494067"/>
                  </a:cubicBezTo>
                  <a:cubicBezTo>
                    <a:pt x="1332162" y="494067"/>
                    <a:pt x="1332162" y="494067"/>
                    <a:pt x="1335408" y="494067"/>
                  </a:cubicBezTo>
                  <a:cubicBezTo>
                    <a:pt x="1335408" y="494067"/>
                    <a:pt x="1335408" y="494067"/>
                    <a:pt x="1337031" y="497313"/>
                  </a:cubicBezTo>
                  <a:cubicBezTo>
                    <a:pt x="1338654" y="497313"/>
                    <a:pt x="1340277" y="497313"/>
                    <a:pt x="1341900" y="497313"/>
                  </a:cubicBezTo>
                  <a:cubicBezTo>
                    <a:pt x="1341900" y="497313"/>
                    <a:pt x="1343524" y="497313"/>
                    <a:pt x="1343524" y="497313"/>
                  </a:cubicBezTo>
                  <a:cubicBezTo>
                    <a:pt x="1343524" y="497313"/>
                    <a:pt x="1343524" y="497313"/>
                    <a:pt x="1345147" y="498936"/>
                  </a:cubicBezTo>
                  <a:cubicBezTo>
                    <a:pt x="1345147" y="498936"/>
                    <a:pt x="1345147" y="498936"/>
                    <a:pt x="1346770" y="498936"/>
                  </a:cubicBezTo>
                  <a:cubicBezTo>
                    <a:pt x="1346770" y="498936"/>
                    <a:pt x="1346770" y="498936"/>
                    <a:pt x="1350016" y="498936"/>
                  </a:cubicBezTo>
                  <a:cubicBezTo>
                    <a:pt x="1350016" y="498936"/>
                    <a:pt x="1350016" y="498936"/>
                    <a:pt x="1351639" y="498936"/>
                  </a:cubicBezTo>
                  <a:cubicBezTo>
                    <a:pt x="1351639" y="498936"/>
                    <a:pt x="1351639" y="498936"/>
                    <a:pt x="1354885" y="497313"/>
                  </a:cubicBezTo>
                  <a:cubicBezTo>
                    <a:pt x="1354885" y="497313"/>
                    <a:pt x="1354885" y="497313"/>
                    <a:pt x="1353262" y="495690"/>
                  </a:cubicBezTo>
                  <a:cubicBezTo>
                    <a:pt x="1353262" y="495690"/>
                    <a:pt x="1353262" y="495690"/>
                    <a:pt x="1351639" y="492445"/>
                  </a:cubicBezTo>
                  <a:cubicBezTo>
                    <a:pt x="1351639" y="492445"/>
                    <a:pt x="1351639" y="492445"/>
                    <a:pt x="1350016" y="490822"/>
                  </a:cubicBezTo>
                  <a:cubicBezTo>
                    <a:pt x="1350016" y="490822"/>
                    <a:pt x="1350016" y="490822"/>
                    <a:pt x="1351639" y="487576"/>
                  </a:cubicBezTo>
                  <a:cubicBezTo>
                    <a:pt x="1351639" y="487576"/>
                    <a:pt x="1351639" y="487576"/>
                    <a:pt x="1351639" y="485953"/>
                  </a:cubicBezTo>
                  <a:cubicBezTo>
                    <a:pt x="1351639" y="485953"/>
                    <a:pt x="1351639" y="485953"/>
                    <a:pt x="1348393" y="484330"/>
                  </a:cubicBezTo>
                  <a:cubicBezTo>
                    <a:pt x="1348393" y="484330"/>
                    <a:pt x="1348393" y="482707"/>
                    <a:pt x="1346770" y="482707"/>
                  </a:cubicBezTo>
                  <a:cubicBezTo>
                    <a:pt x="1346770" y="482707"/>
                    <a:pt x="1345147" y="479462"/>
                    <a:pt x="1345147" y="479462"/>
                  </a:cubicBezTo>
                  <a:cubicBezTo>
                    <a:pt x="1345147" y="479462"/>
                    <a:pt x="1345147" y="479462"/>
                    <a:pt x="1343524" y="477839"/>
                  </a:cubicBezTo>
                  <a:cubicBezTo>
                    <a:pt x="1343524" y="477839"/>
                    <a:pt x="1343524" y="477839"/>
                    <a:pt x="1340277" y="474593"/>
                  </a:cubicBezTo>
                  <a:cubicBezTo>
                    <a:pt x="1338654" y="474593"/>
                    <a:pt x="1337031" y="474593"/>
                    <a:pt x="1335408" y="474593"/>
                  </a:cubicBezTo>
                  <a:cubicBezTo>
                    <a:pt x="1335408" y="474593"/>
                    <a:pt x="1333785" y="474593"/>
                    <a:pt x="1333785" y="474593"/>
                  </a:cubicBezTo>
                  <a:cubicBezTo>
                    <a:pt x="1333785" y="474593"/>
                    <a:pt x="1333785" y="474593"/>
                    <a:pt x="1333785" y="472970"/>
                  </a:cubicBezTo>
                  <a:cubicBezTo>
                    <a:pt x="1333785" y="472970"/>
                    <a:pt x="1333785" y="471347"/>
                    <a:pt x="1335408" y="471347"/>
                  </a:cubicBezTo>
                  <a:cubicBezTo>
                    <a:pt x="1335408" y="469724"/>
                    <a:pt x="1338654" y="468102"/>
                    <a:pt x="1338654" y="468102"/>
                  </a:cubicBezTo>
                  <a:cubicBezTo>
                    <a:pt x="1338654" y="468102"/>
                    <a:pt x="1338654" y="468102"/>
                    <a:pt x="1338654" y="466479"/>
                  </a:cubicBezTo>
                  <a:cubicBezTo>
                    <a:pt x="1338654" y="466479"/>
                    <a:pt x="1338654" y="466479"/>
                    <a:pt x="1340277" y="463233"/>
                  </a:cubicBezTo>
                  <a:cubicBezTo>
                    <a:pt x="1340277" y="463233"/>
                    <a:pt x="1340277" y="463233"/>
                    <a:pt x="1341900" y="463233"/>
                  </a:cubicBezTo>
                  <a:cubicBezTo>
                    <a:pt x="1341900" y="463233"/>
                    <a:pt x="1341900" y="459987"/>
                    <a:pt x="1338654" y="459987"/>
                  </a:cubicBezTo>
                  <a:cubicBezTo>
                    <a:pt x="1337031" y="461610"/>
                    <a:pt x="1335408" y="461610"/>
                    <a:pt x="1333785" y="461610"/>
                  </a:cubicBezTo>
                  <a:cubicBezTo>
                    <a:pt x="1333785" y="461610"/>
                    <a:pt x="1332162" y="461610"/>
                    <a:pt x="1332162" y="463233"/>
                  </a:cubicBezTo>
                  <a:cubicBezTo>
                    <a:pt x="1330539" y="464856"/>
                    <a:pt x="1332162" y="463233"/>
                    <a:pt x="1330539" y="463233"/>
                  </a:cubicBezTo>
                  <a:cubicBezTo>
                    <a:pt x="1328916" y="464856"/>
                    <a:pt x="1328916" y="463233"/>
                    <a:pt x="1328916" y="463233"/>
                  </a:cubicBezTo>
                  <a:cubicBezTo>
                    <a:pt x="1328916" y="463233"/>
                    <a:pt x="1328916" y="463233"/>
                    <a:pt x="1325669" y="461610"/>
                  </a:cubicBezTo>
                  <a:cubicBezTo>
                    <a:pt x="1325669" y="461610"/>
                    <a:pt x="1325669" y="461610"/>
                    <a:pt x="1325669" y="459987"/>
                  </a:cubicBezTo>
                  <a:cubicBezTo>
                    <a:pt x="1325669" y="459987"/>
                    <a:pt x="1327292" y="456742"/>
                    <a:pt x="1325669" y="458365"/>
                  </a:cubicBezTo>
                  <a:cubicBezTo>
                    <a:pt x="1324046" y="458365"/>
                    <a:pt x="1320800" y="458365"/>
                    <a:pt x="1320800" y="458365"/>
                  </a:cubicBezTo>
                  <a:cubicBezTo>
                    <a:pt x="1320800" y="458365"/>
                    <a:pt x="1320800" y="458365"/>
                    <a:pt x="1319177" y="456742"/>
                  </a:cubicBezTo>
                  <a:cubicBezTo>
                    <a:pt x="1319177" y="456742"/>
                    <a:pt x="1319177" y="455119"/>
                    <a:pt x="1317554" y="456742"/>
                  </a:cubicBezTo>
                  <a:cubicBezTo>
                    <a:pt x="1315930" y="456742"/>
                    <a:pt x="1315930" y="456742"/>
                    <a:pt x="1315930" y="456742"/>
                  </a:cubicBezTo>
                  <a:cubicBezTo>
                    <a:pt x="1315930" y="458365"/>
                    <a:pt x="1312684" y="456742"/>
                    <a:pt x="1312684" y="456742"/>
                  </a:cubicBezTo>
                  <a:cubicBezTo>
                    <a:pt x="1312684" y="456742"/>
                    <a:pt x="1312684" y="456742"/>
                    <a:pt x="1312684" y="455119"/>
                  </a:cubicBezTo>
                  <a:cubicBezTo>
                    <a:pt x="1312684" y="455119"/>
                    <a:pt x="1312684" y="455119"/>
                    <a:pt x="1312684" y="453496"/>
                  </a:cubicBezTo>
                  <a:cubicBezTo>
                    <a:pt x="1312684" y="451873"/>
                    <a:pt x="1314307" y="451873"/>
                    <a:pt x="1314307" y="450250"/>
                  </a:cubicBezTo>
                  <a:cubicBezTo>
                    <a:pt x="1315930" y="450250"/>
                    <a:pt x="1315930" y="448627"/>
                    <a:pt x="1314307" y="448627"/>
                  </a:cubicBezTo>
                  <a:cubicBezTo>
                    <a:pt x="1314307" y="448627"/>
                    <a:pt x="1312684" y="447005"/>
                    <a:pt x="1312684" y="448627"/>
                  </a:cubicBezTo>
                  <a:cubicBezTo>
                    <a:pt x="1312684" y="448627"/>
                    <a:pt x="1309438" y="451873"/>
                    <a:pt x="1309438" y="450250"/>
                  </a:cubicBezTo>
                  <a:cubicBezTo>
                    <a:pt x="1309438" y="450250"/>
                    <a:pt x="1309438" y="450250"/>
                    <a:pt x="1306192" y="448627"/>
                  </a:cubicBezTo>
                  <a:cubicBezTo>
                    <a:pt x="1306192" y="448627"/>
                    <a:pt x="1306192" y="445382"/>
                    <a:pt x="1304569" y="445382"/>
                  </a:cubicBezTo>
                  <a:cubicBezTo>
                    <a:pt x="1304569" y="445382"/>
                    <a:pt x="1302946" y="445382"/>
                    <a:pt x="1301323" y="443759"/>
                  </a:cubicBezTo>
                  <a:cubicBezTo>
                    <a:pt x="1299700" y="442136"/>
                    <a:pt x="1299700" y="438890"/>
                    <a:pt x="1299700" y="437267"/>
                  </a:cubicBezTo>
                  <a:cubicBezTo>
                    <a:pt x="1299700" y="437267"/>
                    <a:pt x="1301323" y="434022"/>
                    <a:pt x="1299700" y="434022"/>
                  </a:cubicBezTo>
                  <a:cubicBezTo>
                    <a:pt x="1298076" y="435645"/>
                    <a:pt x="1298076" y="437267"/>
                    <a:pt x="1298076" y="437267"/>
                  </a:cubicBezTo>
                  <a:cubicBezTo>
                    <a:pt x="1298076" y="438890"/>
                    <a:pt x="1298076" y="438890"/>
                    <a:pt x="1299700" y="440513"/>
                  </a:cubicBezTo>
                  <a:cubicBezTo>
                    <a:pt x="1299700" y="442136"/>
                    <a:pt x="1299700" y="442136"/>
                    <a:pt x="1301323" y="443759"/>
                  </a:cubicBezTo>
                  <a:cubicBezTo>
                    <a:pt x="1301323" y="443759"/>
                    <a:pt x="1302946" y="447005"/>
                    <a:pt x="1302946" y="447005"/>
                  </a:cubicBezTo>
                  <a:cubicBezTo>
                    <a:pt x="1302946" y="447005"/>
                    <a:pt x="1302946" y="447005"/>
                    <a:pt x="1304569" y="451873"/>
                  </a:cubicBezTo>
                  <a:cubicBezTo>
                    <a:pt x="1304569" y="451873"/>
                    <a:pt x="1304569" y="451873"/>
                    <a:pt x="1302946" y="453496"/>
                  </a:cubicBezTo>
                  <a:cubicBezTo>
                    <a:pt x="1302946" y="453496"/>
                    <a:pt x="1302946" y="453496"/>
                    <a:pt x="1299700" y="455119"/>
                  </a:cubicBezTo>
                  <a:cubicBezTo>
                    <a:pt x="1298076" y="456742"/>
                    <a:pt x="1298076" y="456742"/>
                    <a:pt x="1298076" y="459987"/>
                  </a:cubicBezTo>
                  <a:cubicBezTo>
                    <a:pt x="1296453" y="461610"/>
                    <a:pt x="1296453" y="463233"/>
                    <a:pt x="1294830" y="463233"/>
                  </a:cubicBezTo>
                  <a:cubicBezTo>
                    <a:pt x="1294830" y="464856"/>
                    <a:pt x="1293207" y="464856"/>
                    <a:pt x="1291584" y="464856"/>
                  </a:cubicBezTo>
                  <a:cubicBezTo>
                    <a:pt x="1291584" y="466479"/>
                    <a:pt x="1281846" y="464856"/>
                    <a:pt x="1281846" y="464856"/>
                  </a:cubicBezTo>
                  <a:cubicBezTo>
                    <a:pt x="1281846" y="464856"/>
                    <a:pt x="1281846" y="464856"/>
                    <a:pt x="1280222" y="463233"/>
                  </a:cubicBezTo>
                  <a:cubicBezTo>
                    <a:pt x="1280222" y="463233"/>
                    <a:pt x="1276976" y="463233"/>
                    <a:pt x="1276976" y="463233"/>
                  </a:cubicBezTo>
                  <a:cubicBezTo>
                    <a:pt x="1275353" y="463233"/>
                    <a:pt x="1272107" y="464856"/>
                    <a:pt x="1272107" y="464856"/>
                  </a:cubicBezTo>
                  <a:cubicBezTo>
                    <a:pt x="1270484" y="464856"/>
                    <a:pt x="1268861" y="463233"/>
                    <a:pt x="1268861" y="463233"/>
                  </a:cubicBezTo>
                  <a:cubicBezTo>
                    <a:pt x="1267238" y="463233"/>
                    <a:pt x="1267238" y="459987"/>
                    <a:pt x="1265615" y="459987"/>
                  </a:cubicBezTo>
                  <a:cubicBezTo>
                    <a:pt x="1263991" y="458365"/>
                    <a:pt x="1265615" y="456742"/>
                    <a:pt x="1265615" y="456742"/>
                  </a:cubicBezTo>
                  <a:cubicBezTo>
                    <a:pt x="1265615" y="456742"/>
                    <a:pt x="1265615" y="455119"/>
                    <a:pt x="1267238" y="455119"/>
                  </a:cubicBezTo>
                  <a:cubicBezTo>
                    <a:pt x="1267238" y="455119"/>
                    <a:pt x="1270484" y="455119"/>
                    <a:pt x="1270484" y="455119"/>
                  </a:cubicBezTo>
                  <a:cubicBezTo>
                    <a:pt x="1270484" y="455119"/>
                    <a:pt x="1270484" y="455119"/>
                    <a:pt x="1272107" y="453496"/>
                  </a:cubicBezTo>
                  <a:cubicBezTo>
                    <a:pt x="1272107" y="453496"/>
                    <a:pt x="1272107" y="453496"/>
                    <a:pt x="1275353" y="453496"/>
                  </a:cubicBezTo>
                  <a:cubicBezTo>
                    <a:pt x="1275353" y="453496"/>
                    <a:pt x="1275353" y="453496"/>
                    <a:pt x="1280222" y="450250"/>
                  </a:cubicBezTo>
                  <a:cubicBezTo>
                    <a:pt x="1280222" y="450250"/>
                    <a:pt x="1280222" y="450250"/>
                    <a:pt x="1281846" y="448627"/>
                  </a:cubicBezTo>
                  <a:cubicBezTo>
                    <a:pt x="1281846" y="448627"/>
                    <a:pt x="1281846" y="448627"/>
                    <a:pt x="1283469" y="447005"/>
                  </a:cubicBezTo>
                  <a:cubicBezTo>
                    <a:pt x="1283469" y="447005"/>
                    <a:pt x="1283469" y="447005"/>
                    <a:pt x="1285092" y="445382"/>
                  </a:cubicBezTo>
                  <a:cubicBezTo>
                    <a:pt x="1285092" y="445382"/>
                    <a:pt x="1285092" y="445382"/>
                    <a:pt x="1285092" y="443759"/>
                  </a:cubicBezTo>
                  <a:cubicBezTo>
                    <a:pt x="1285092" y="443759"/>
                    <a:pt x="1283469" y="443759"/>
                    <a:pt x="1283469" y="443759"/>
                  </a:cubicBezTo>
                  <a:cubicBezTo>
                    <a:pt x="1281846" y="445382"/>
                    <a:pt x="1281846" y="445382"/>
                    <a:pt x="1278599" y="447005"/>
                  </a:cubicBezTo>
                  <a:cubicBezTo>
                    <a:pt x="1276976" y="450250"/>
                    <a:pt x="1276976" y="450250"/>
                    <a:pt x="1276976" y="450250"/>
                  </a:cubicBezTo>
                  <a:cubicBezTo>
                    <a:pt x="1275353" y="450250"/>
                    <a:pt x="1275353" y="448627"/>
                    <a:pt x="1273730" y="448627"/>
                  </a:cubicBezTo>
                  <a:cubicBezTo>
                    <a:pt x="1273730" y="448627"/>
                    <a:pt x="1272107" y="448627"/>
                    <a:pt x="1272107" y="448627"/>
                  </a:cubicBezTo>
                  <a:cubicBezTo>
                    <a:pt x="1272107" y="448627"/>
                    <a:pt x="1272107" y="448627"/>
                    <a:pt x="1275353" y="447005"/>
                  </a:cubicBezTo>
                  <a:cubicBezTo>
                    <a:pt x="1276976" y="445382"/>
                    <a:pt x="1278599" y="443759"/>
                    <a:pt x="1278599" y="442136"/>
                  </a:cubicBezTo>
                  <a:cubicBezTo>
                    <a:pt x="1278599" y="442136"/>
                    <a:pt x="1278599" y="442136"/>
                    <a:pt x="1280222" y="440513"/>
                  </a:cubicBezTo>
                  <a:cubicBezTo>
                    <a:pt x="1280222" y="440513"/>
                    <a:pt x="1280222" y="440513"/>
                    <a:pt x="1281846" y="438890"/>
                  </a:cubicBezTo>
                  <a:cubicBezTo>
                    <a:pt x="1281846" y="437267"/>
                    <a:pt x="1281846" y="437267"/>
                    <a:pt x="1283469" y="435645"/>
                  </a:cubicBezTo>
                  <a:cubicBezTo>
                    <a:pt x="1283469" y="435645"/>
                    <a:pt x="1283469" y="434022"/>
                    <a:pt x="1285092" y="432399"/>
                  </a:cubicBezTo>
                  <a:cubicBezTo>
                    <a:pt x="1286715" y="430776"/>
                    <a:pt x="1288338" y="432399"/>
                    <a:pt x="1288338" y="432399"/>
                  </a:cubicBezTo>
                  <a:cubicBezTo>
                    <a:pt x="1288338" y="432399"/>
                    <a:pt x="1291584" y="429153"/>
                    <a:pt x="1288338" y="429153"/>
                  </a:cubicBezTo>
                  <a:cubicBezTo>
                    <a:pt x="1285092" y="429153"/>
                    <a:pt x="1285092" y="427530"/>
                    <a:pt x="1283469" y="427530"/>
                  </a:cubicBezTo>
                  <a:cubicBezTo>
                    <a:pt x="1283469" y="425908"/>
                    <a:pt x="1281846" y="425908"/>
                    <a:pt x="1281846" y="424285"/>
                  </a:cubicBezTo>
                  <a:cubicBezTo>
                    <a:pt x="1281846" y="424285"/>
                    <a:pt x="1283469" y="422662"/>
                    <a:pt x="1283469" y="421039"/>
                  </a:cubicBezTo>
                  <a:cubicBezTo>
                    <a:pt x="1283469" y="421039"/>
                    <a:pt x="1283469" y="417793"/>
                    <a:pt x="1283469" y="417793"/>
                  </a:cubicBezTo>
                  <a:cubicBezTo>
                    <a:pt x="1283469" y="417793"/>
                    <a:pt x="1283469" y="417793"/>
                    <a:pt x="1283469" y="414548"/>
                  </a:cubicBezTo>
                  <a:cubicBezTo>
                    <a:pt x="1283469" y="414548"/>
                    <a:pt x="1281846" y="412925"/>
                    <a:pt x="1280222" y="412925"/>
                  </a:cubicBezTo>
                  <a:cubicBezTo>
                    <a:pt x="1278599" y="412925"/>
                    <a:pt x="1278599" y="412925"/>
                    <a:pt x="1278599" y="412925"/>
                  </a:cubicBezTo>
                  <a:cubicBezTo>
                    <a:pt x="1276976" y="412925"/>
                    <a:pt x="1276976" y="412925"/>
                    <a:pt x="1275353" y="412925"/>
                  </a:cubicBezTo>
                  <a:cubicBezTo>
                    <a:pt x="1273730" y="412925"/>
                    <a:pt x="1272107" y="411302"/>
                    <a:pt x="1272107" y="411302"/>
                  </a:cubicBezTo>
                  <a:cubicBezTo>
                    <a:pt x="1272107" y="411302"/>
                    <a:pt x="1272107" y="411302"/>
                    <a:pt x="1270484" y="412925"/>
                  </a:cubicBezTo>
                  <a:cubicBezTo>
                    <a:pt x="1270484" y="412925"/>
                    <a:pt x="1270484" y="406433"/>
                    <a:pt x="1272107" y="404810"/>
                  </a:cubicBezTo>
                  <a:cubicBezTo>
                    <a:pt x="1273730" y="403188"/>
                    <a:pt x="1273730" y="403188"/>
                    <a:pt x="1273730" y="401565"/>
                  </a:cubicBezTo>
                  <a:cubicBezTo>
                    <a:pt x="1273730" y="401565"/>
                    <a:pt x="1273730" y="401565"/>
                    <a:pt x="1273730" y="398319"/>
                  </a:cubicBezTo>
                  <a:cubicBezTo>
                    <a:pt x="1272107" y="398319"/>
                    <a:pt x="1272107" y="396696"/>
                    <a:pt x="1270484" y="396696"/>
                  </a:cubicBezTo>
                  <a:cubicBezTo>
                    <a:pt x="1270484" y="396696"/>
                    <a:pt x="1267238" y="395073"/>
                    <a:pt x="1267238" y="395073"/>
                  </a:cubicBezTo>
                  <a:cubicBezTo>
                    <a:pt x="1267238" y="395073"/>
                    <a:pt x="1265615" y="393451"/>
                    <a:pt x="1265615" y="393451"/>
                  </a:cubicBezTo>
                  <a:cubicBezTo>
                    <a:pt x="1265615" y="393451"/>
                    <a:pt x="1265615" y="393451"/>
                    <a:pt x="1265615" y="390205"/>
                  </a:cubicBezTo>
                  <a:cubicBezTo>
                    <a:pt x="1265615" y="390205"/>
                    <a:pt x="1265615" y="390205"/>
                    <a:pt x="1263991" y="386959"/>
                  </a:cubicBezTo>
                  <a:cubicBezTo>
                    <a:pt x="1263991" y="386959"/>
                    <a:pt x="1263991" y="386959"/>
                    <a:pt x="1262368" y="383713"/>
                  </a:cubicBezTo>
                  <a:cubicBezTo>
                    <a:pt x="1262368" y="383713"/>
                    <a:pt x="1262368" y="382091"/>
                    <a:pt x="1260745" y="382091"/>
                  </a:cubicBezTo>
                  <a:cubicBezTo>
                    <a:pt x="1260745" y="380468"/>
                    <a:pt x="1259122" y="377222"/>
                    <a:pt x="1257499" y="377222"/>
                  </a:cubicBezTo>
                  <a:cubicBezTo>
                    <a:pt x="1257499" y="377222"/>
                    <a:pt x="1257499" y="373976"/>
                    <a:pt x="1255876" y="373976"/>
                  </a:cubicBezTo>
                  <a:cubicBezTo>
                    <a:pt x="1255876" y="372353"/>
                    <a:pt x="1254253" y="370731"/>
                    <a:pt x="1254253" y="370731"/>
                  </a:cubicBezTo>
                  <a:cubicBezTo>
                    <a:pt x="1254253" y="369108"/>
                    <a:pt x="1254253" y="365862"/>
                    <a:pt x="1254253" y="365862"/>
                  </a:cubicBezTo>
                  <a:cubicBezTo>
                    <a:pt x="1254253" y="365862"/>
                    <a:pt x="1254253" y="365862"/>
                    <a:pt x="1255876" y="364239"/>
                  </a:cubicBezTo>
                  <a:cubicBezTo>
                    <a:pt x="1255876" y="364239"/>
                    <a:pt x="1255876" y="364239"/>
                    <a:pt x="1252630" y="360994"/>
                  </a:cubicBezTo>
                  <a:cubicBezTo>
                    <a:pt x="1252630" y="359371"/>
                    <a:pt x="1252630" y="357748"/>
                    <a:pt x="1251007" y="357748"/>
                  </a:cubicBezTo>
                  <a:cubicBezTo>
                    <a:pt x="1249384" y="357748"/>
                    <a:pt x="1247761" y="356125"/>
                    <a:pt x="1247761" y="356125"/>
                  </a:cubicBezTo>
                  <a:cubicBezTo>
                    <a:pt x="1247761" y="356125"/>
                    <a:pt x="1247761" y="356125"/>
                    <a:pt x="1246137" y="356125"/>
                  </a:cubicBezTo>
                  <a:cubicBezTo>
                    <a:pt x="1246137" y="356125"/>
                    <a:pt x="1246137" y="356125"/>
                    <a:pt x="1244514" y="354502"/>
                  </a:cubicBezTo>
                  <a:cubicBezTo>
                    <a:pt x="1244514" y="354502"/>
                    <a:pt x="1244514" y="354502"/>
                    <a:pt x="1242891" y="351256"/>
                  </a:cubicBezTo>
                  <a:cubicBezTo>
                    <a:pt x="1241268" y="351256"/>
                    <a:pt x="1242891" y="349634"/>
                    <a:pt x="1241268" y="348011"/>
                  </a:cubicBezTo>
                  <a:cubicBezTo>
                    <a:pt x="1241268" y="348011"/>
                    <a:pt x="1241268" y="346388"/>
                    <a:pt x="1238022" y="346388"/>
                  </a:cubicBezTo>
                  <a:cubicBezTo>
                    <a:pt x="1236399" y="344765"/>
                    <a:pt x="1236399" y="344765"/>
                    <a:pt x="1234776" y="344765"/>
                  </a:cubicBezTo>
                  <a:cubicBezTo>
                    <a:pt x="1234776" y="344765"/>
                    <a:pt x="1231530" y="341519"/>
                    <a:pt x="1229906" y="341519"/>
                  </a:cubicBezTo>
                  <a:cubicBezTo>
                    <a:pt x="1228283" y="343142"/>
                    <a:pt x="1226660" y="341519"/>
                    <a:pt x="1226660" y="341519"/>
                  </a:cubicBezTo>
                  <a:cubicBezTo>
                    <a:pt x="1226660" y="341519"/>
                    <a:pt x="1223414" y="341519"/>
                    <a:pt x="1223414" y="341519"/>
                  </a:cubicBezTo>
                  <a:cubicBezTo>
                    <a:pt x="1223414" y="341519"/>
                    <a:pt x="1223414" y="341519"/>
                    <a:pt x="1220168" y="336651"/>
                  </a:cubicBezTo>
                  <a:cubicBezTo>
                    <a:pt x="1220168" y="336651"/>
                    <a:pt x="1220168" y="336651"/>
                    <a:pt x="1218545" y="333405"/>
                  </a:cubicBezTo>
                  <a:cubicBezTo>
                    <a:pt x="1218545" y="333405"/>
                    <a:pt x="1218545" y="333405"/>
                    <a:pt x="1218545" y="330159"/>
                  </a:cubicBezTo>
                  <a:cubicBezTo>
                    <a:pt x="1218545" y="330159"/>
                    <a:pt x="1218545" y="330159"/>
                    <a:pt x="1220168" y="328537"/>
                  </a:cubicBezTo>
                  <a:cubicBezTo>
                    <a:pt x="1220168" y="328537"/>
                    <a:pt x="1220168" y="328537"/>
                    <a:pt x="1220168" y="326914"/>
                  </a:cubicBezTo>
                  <a:cubicBezTo>
                    <a:pt x="1220168" y="326914"/>
                    <a:pt x="1220168" y="326914"/>
                    <a:pt x="1220168" y="325291"/>
                  </a:cubicBezTo>
                  <a:cubicBezTo>
                    <a:pt x="1220168" y="325291"/>
                    <a:pt x="1220168" y="325291"/>
                    <a:pt x="1218545" y="323668"/>
                  </a:cubicBezTo>
                  <a:cubicBezTo>
                    <a:pt x="1218545" y="323668"/>
                    <a:pt x="1216922" y="322045"/>
                    <a:pt x="1216922" y="322045"/>
                  </a:cubicBezTo>
                  <a:cubicBezTo>
                    <a:pt x="1215299" y="322045"/>
                    <a:pt x="1215299" y="318799"/>
                    <a:pt x="1215299" y="318799"/>
                  </a:cubicBezTo>
                  <a:cubicBezTo>
                    <a:pt x="1215299" y="318799"/>
                    <a:pt x="1215299" y="318799"/>
                    <a:pt x="1215299" y="317177"/>
                  </a:cubicBezTo>
                  <a:cubicBezTo>
                    <a:pt x="1215299" y="317177"/>
                    <a:pt x="1215299" y="317177"/>
                    <a:pt x="1210429" y="317177"/>
                  </a:cubicBezTo>
                  <a:cubicBezTo>
                    <a:pt x="1210429" y="317177"/>
                    <a:pt x="1210429" y="317177"/>
                    <a:pt x="1207183" y="317177"/>
                  </a:cubicBezTo>
                  <a:cubicBezTo>
                    <a:pt x="1207183" y="317177"/>
                    <a:pt x="1207183" y="317177"/>
                    <a:pt x="1202314" y="315554"/>
                  </a:cubicBezTo>
                  <a:cubicBezTo>
                    <a:pt x="1202314" y="315554"/>
                    <a:pt x="1202314" y="315554"/>
                    <a:pt x="1200691" y="313931"/>
                  </a:cubicBezTo>
                  <a:cubicBezTo>
                    <a:pt x="1200691" y="313931"/>
                    <a:pt x="1200691" y="313931"/>
                    <a:pt x="1199068" y="312308"/>
                  </a:cubicBezTo>
                  <a:cubicBezTo>
                    <a:pt x="1199068" y="312308"/>
                    <a:pt x="1199068" y="310685"/>
                    <a:pt x="1197445" y="310685"/>
                  </a:cubicBezTo>
                  <a:cubicBezTo>
                    <a:pt x="1197445" y="310685"/>
                    <a:pt x="1195822" y="307439"/>
                    <a:pt x="1194198" y="309062"/>
                  </a:cubicBezTo>
                  <a:cubicBezTo>
                    <a:pt x="1192575" y="309062"/>
                    <a:pt x="1192575" y="307439"/>
                    <a:pt x="1190952" y="307439"/>
                  </a:cubicBezTo>
                  <a:cubicBezTo>
                    <a:pt x="1189329" y="307439"/>
                    <a:pt x="1186083" y="307439"/>
                    <a:pt x="1186083" y="307439"/>
                  </a:cubicBezTo>
                  <a:cubicBezTo>
                    <a:pt x="1184460" y="309062"/>
                    <a:pt x="1182837" y="307439"/>
                    <a:pt x="1182837" y="307439"/>
                  </a:cubicBezTo>
                  <a:cubicBezTo>
                    <a:pt x="1182837" y="307439"/>
                    <a:pt x="1182837" y="307439"/>
                    <a:pt x="1181214" y="305817"/>
                  </a:cubicBezTo>
                  <a:cubicBezTo>
                    <a:pt x="1181214" y="305817"/>
                    <a:pt x="1179591" y="305817"/>
                    <a:pt x="1179591" y="305817"/>
                  </a:cubicBezTo>
                  <a:cubicBezTo>
                    <a:pt x="1177967" y="305817"/>
                    <a:pt x="1176344" y="304194"/>
                    <a:pt x="1176344" y="304194"/>
                  </a:cubicBezTo>
                  <a:cubicBezTo>
                    <a:pt x="1174721" y="304194"/>
                    <a:pt x="1174721" y="302571"/>
                    <a:pt x="1173098" y="302571"/>
                  </a:cubicBezTo>
                  <a:cubicBezTo>
                    <a:pt x="1171475" y="302571"/>
                    <a:pt x="1171475" y="302571"/>
                    <a:pt x="1169852" y="302571"/>
                  </a:cubicBezTo>
                  <a:cubicBezTo>
                    <a:pt x="1166606" y="300948"/>
                    <a:pt x="1161737" y="302571"/>
                    <a:pt x="1161737" y="302571"/>
                  </a:cubicBezTo>
                  <a:cubicBezTo>
                    <a:pt x="1161737" y="302571"/>
                    <a:pt x="1160113" y="300948"/>
                    <a:pt x="1160113" y="300948"/>
                  </a:cubicBezTo>
                  <a:cubicBezTo>
                    <a:pt x="1158490" y="300948"/>
                    <a:pt x="1153621" y="300948"/>
                    <a:pt x="1153621" y="300948"/>
                  </a:cubicBezTo>
                  <a:cubicBezTo>
                    <a:pt x="1153621" y="300948"/>
                    <a:pt x="1151998" y="297702"/>
                    <a:pt x="1151998" y="299325"/>
                  </a:cubicBezTo>
                  <a:cubicBezTo>
                    <a:pt x="1150375" y="299325"/>
                    <a:pt x="1148752" y="297702"/>
                    <a:pt x="1147129" y="299325"/>
                  </a:cubicBezTo>
                  <a:cubicBezTo>
                    <a:pt x="1147129" y="299325"/>
                    <a:pt x="1143882" y="297702"/>
                    <a:pt x="1143882" y="297702"/>
                  </a:cubicBezTo>
                  <a:cubicBezTo>
                    <a:pt x="1143882" y="297702"/>
                    <a:pt x="1143882" y="297702"/>
                    <a:pt x="1139013" y="297702"/>
                  </a:cubicBezTo>
                  <a:cubicBezTo>
                    <a:pt x="1139013" y="297702"/>
                    <a:pt x="1139013" y="297702"/>
                    <a:pt x="1134144" y="294457"/>
                  </a:cubicBezTo>
                  <a:cubicBezTo>
                    <a:pt x="1134144" y="294457"/>
                    <a:pt x="1134144" y="294457"/>
                    <a:pt x="1130898" y="294457"/>
                  </a:cubicBezTo>
                  <a:cubicBezTo>
                    <a:pt x="1130898" y="294457"/>
                    <a:pt x="1130898" y="294457"/>
                    <a:pt x="1129275" y="292834"/>
                  </a:cubicBezTo>
                  <a:cubicBezTo>
                    <a:pt x="1129275" y="294457"/>
                    <a:pt x="1127652" y="296080"/>
                    <a:pt x="1127652" y="297702"/>
                  </a:cubicBezTo>
                  <a:cubicBezTo>
                    <a:pt x="1126028" y="297702"/>
                    <a:pt x="1124405" y="297702"/>
                    <a:pt x="1122782" y="299325"/>
                  </a:cubicBezTo>
                  <a:cubicBezTo>
                    <a:pt x="1121159" y="300948"/>
                    <a:pt x="1119536" y="300948"/>
                    <a:pt x="1119536" y="302571"/>
                  </a:cubicBezTo>
                  <a:cubicBezTo>
                    <a:pt x="1119536" y="302571"/>
                    <a:pt x="1119536" y="302571"/>
                    <a:pt x="1117913" y="300948"/>
                  </a:cubicBezTo>
                  <a:cubicBezTo>
                    <a:pt x="1117913" y="300948"/>
                    <a:pt x="1116290" y="299325"/>
                    <a:pt x="1114667" y="299325"/>
                  </a:cubicBezTo>
                  <a:cubicBezTo>
                    <a:pt x="1113044" y="299325"/>
                    <a:pt x="1113044" y="296080"/>
                    <a:pt x="1111421" y="297702"/>
                  </a:cubicBezTo>
                  <a:cubicBezTo>
                    <a:pt x="1111421" y="297702"/>
                    <a:pt x="1111421" y="297702"/>
                    <a:pt x="1109798" y="297702"/>
                  </a:cubicBezTo>
                  <a:cubicBezTo>
                    <a:pt x="1109798" y="297702"/>
                    <a:pt x="1108174" y="297702"/>
                    <a:pt x="1108174" y="297702"/>
                  </a:cubicBezTo>
                  <a:cubicBezTo>
                    <a:pt x="1108174" y="299325"/>
                    <a:pt x="1106551" y="299325"/>
                    <a:pt x="1106551" y="299325"/>
                  </a:cubicBezTo>
                  <a:cubicBezTo>
                    <a:pt x="1106551" y="300948"/>
                    <a:pt x="1104928" y="299325"/>
                    <a:pt x="1104928" y="299325"/>
                  </a:cubicBezTo>
                  <a:cubicBezTo>
                    <a:pt x="1104928" y="300948"/>
                    <a:pt x="1104928" y="300948"/>
                    <a:pt x="1104928" y="300948"/>
                  </a:cubicBezTo>
                  <a:cubicBezTo>
                    <a:pt x="1104928" y="300948"/>
                    <a:pt x="1104928" y="300948"/>
                    <a:pt x="1101682" y="302571"/>
                  </a:cubicBezTo>
                  <a:cubicBezTo>
                    <a:pt x="1100059" y="302571"/>
                    <a:pt x="1098436" y="302571"/>
                    <a:pt x="1098436" y="304194"/>
                  </a:cubicBezTo>
                  <a:cubicBezTo>
                    <a:pt x="1098436" y="304194"/>
                    <a:pt x="1096813" y="304194"/>
                    <a:pt x="1096813" y="305817"/>
                  </a:cubicBezTo>
                  <a:cubicBezTo>
                    <a:pt x="1096813" y="305817"/>
                    <a:pt x="1093567" y="305817"/>
                    <a:pt x="1093567" y="305817"/>
                  </a:cubicBezTo>
                  <a:cubicBezTo>
                    <a:pt x="1091943" y="305817"/>
                    <a:pt x="1091943" y="305817"/>
                    <a:pt x="1091943" y="305817"/>
                  </a:cubicBezTo>
                  <a:cubicBezTo>
                    <a:pt x="1091943" y="305817"/>
                    <a:pt x="1087074" y="305817"/>
                    <a:pt x="1085451" y="305817"/>
                  </a:cubicBezTo>
                  <a:cubicBezTo>
                    <a:pt x="1085451" y="305817"/>
                    <a:pt x="1083828" y="302571"/>
                    <a:pt x="1083828" y="302571"/>
                  </a:cubicBezTo>
                  <a:cubicBezTo>
                    <a:pt x="1083828" y="302571"/>
                    <a:pt x="1083828" y="302571"/>
                    <a:pt x="1085451" y="300948"/>
                  </a:cubicBezTo>
                  <a:cubicBezTo>
                    <a:pt x="1085451" y="300948"/>
                    <a:pt x="1085451" y="300948"/>
                    <a:pt x="1082205" y="299325"/>
                  </a:cubicBezTo>
                  <a:cubicBezTo>
                    <a:pt x="1080582" y="299325"/>
                    <a:pt x="1078959" y="297702"/>
                    <a:pt x="1078959" y="299325"/>
                  </a:cubicBezTo>
                  <a:cubicBezTo>
                    <a:pt x="1077336" y="299325"/>
                    <a:pt x="1075713" y="299325"/>
                    <a:pt x="1075713" y="299325"/>
                  </a:cubicBezTo>
                  <a:cubicBezTo>
                    <a:pt x="1075713" y="300948"/>
                    <a:pt x="1075713" y="299325"/>
                    <a:pt x="1075713" y="300948"/>
                  </a:cubicBezTo>
                  <a:cubicBezTo>
                    <a:pt x="1074089" y="304194"/>
                    <a:pt x="1074089" y="305817"/>
                    <a:pt x="1074089" y="305817"/>
                  </a:cubicBezTo>
                  <a:cubicBezTo>
                    <a:pt x="1074089" y="305817"/>
                    <a:pt x="1072466" y="305817"/>
                    <a:pt x="1070843" y="305817"/>
                  </a:cubicBezTo>
                  <a:cubicBezTo>
                    <a:pt x="1070843" y="305817"/>
                    <a:pt x="1070843" y="304194"/>
                    <a:pt x="1069220" y="302571"/>
                  </a:cubicBezTo>
                  <a:cubicBezTo>
                    <a:pt x="1069220" y="302571"/>
                    <a:pt x="1067597" y="299325"/>
                    <a:pt x="1065974" y="300948"/>
                  </a:cubicBezTo>
                  <a:cubicBezTo>
                    <a:pt x="1065974" y="300948"/>
                    <a:pt x="1064351" y="299325"/>
                    <a:pt x="1064351" y="300948"/>
                  </a:cubicBezTo>
                  <a:cubicBezTo>
                    <a:pt x="1064351" y="300948"/>
                    <a:pt x="1062728" y="299325"/>
                    <a:pt x="1062728" y="299325"/>
                  </a:cubicBezTo>
                  <a:cubicBezTo>
                    <a:pt x="1061105" y="300948"/>
                    <a:pt x="1061105" y="300948"/>
                    <a:pt x="1061105" y="302571"/>
                  </a:cubicBezTo>
                  <a:cubicBezTo>
                    <a:pt x="1062728" y="302571"/>
                    <a:pt x="1064351" y="304194"/>
                    <a:pt x="1064351" y="305817"/>
                  </a:cubicBezTo>
                  <a:cubicBezTo>
                    <a:pt x="1064351" y="305817"/>
                    <a:pt x="1065974" y="307439"/>
                    <a:pt x="1065974" y="307439"/>
                  </a:cubicBezTo>
                  <a:cubicBezTo>
                    <a:pt x="1065974" y="307439"/>
                    <a:pt x="1065974" y="307439"/>
                    <a:pt x="1064351" y="309062"/>
                  </a:cubicBezTo>
                  <a:cubicBezTo>
                    <a:pt x="1064351" y="309062"/>
                    <a:pt x="1064351" y="309062"/>
                    <a:pt x="1061105" y="309062"/>
                  </a:cubicBezTo>
                  <a:cubicBezTo>
                    <a:pt x="1061105" y="309062"/>
                    <a:pt x="1061105" y="307439"/>
                    <a:pt x="1059482" y="307439"/>
                  </a:cubicBezTo>
                  <a:cubicBezTo>
                    <a:pt x="1059482" y="309062"/>
                    <a:pt x="1056235" y="307439"/>
                    <a:pt x="1054612" y="307439"/>
                  </a:cubicBezTo>
                  <a:cubicBezTo>
                    <a:pt x="1052989" y="309062"/>
                    <a:pt x="1051366" y="307439"/>
                    <a:pt x="1049743" y="307439"/>
                  </a:cubicBezTo>
                  <a:cubicBezTo>
                    <a:pt x="1048120" y="309062"/>
                    <a:pt x="1048120" y="307439"/>
                    <a:pt x="1046497" y="309062"/>
                  </a:cubicBezTo>
                  <a:cubicBezTo>
                    <a:pt x="1044874" y="309062"/>
                    <a:pt x="1040004" y="307439"/>
                    <a:pt x="1040004" y="307439"/>
                  </a:cubicBezTo>
                  <a:cubicBezTo>
                    <a:pt x="1040004" y="307439"/>
                    <a:pt x="1040004" y="307439"/>
                    <a:pt x="1038381" y="305817"/>
                  </a:cubicBezTo>
                  <a:cubicBezTo>
                    <a:pt x="1038381" y="305817"/>
                    <a:pt x="1038381" y="305817"/>
                    <a:pt x="1033512" y="304194"/>
                  </a:cubicBezTo>
                  <a:cubicBezTo>
                    <a:pt x="1033512" y="304194"/>
                    <a:pt x="1033512" y="304194"/>
                    <a:pt x="1030266" y="302571"/>
                  </a:cubicBezTo>
                  <a:cubicBezTo>
                    <a:pt x="1030266" y="302571"/>
                    <a:pt x="1030266" y="302571"/>
                    <a:pt x="1028643" y="300948"/>
                  </a:cubicBezTo>
                  <a:cubicBezTo>
                    <a:pt x="1028643" y="300948"/>
                    <a:pt x="1027020" y="300948"/>
                    <a:pt x="1025397" y="299325"/>
                  </a:cubicBezTo>
                  <a:cubicBezTo>
                    <a:pt x="1025397" y="299325"/>
                    <a:pt x="1023774" y="294457"/>
                    <a:pt x="1023774" y="296080"/>
                  </a:cubicBezTo>
                  <a:cubicBezTo>
                    <a:pt x="1023774" y="296080"/>
                    <a:pt x="1023774" y="296080"/>
                    <a:pt x="1022150" y="294457"/>
                  </a:cubicBezTo>
                  <a:cubicBezTo>
                    <a:pt x="1022150" y="294457"/>
                    <a:pt x="1022150" y="294457"/>
                    <a:pt x="1022150" y="292834"/>
                  </a:cubicBezTo>
                  <a:cubicBezTo>
                    <a:pt x="1022150" y="292834"/>
                    <a:pt x="1022150" y="292834"/>
                    <a:pt x="1023774" y="291211"/>
                  </a:cubicBezTo>
                  <a:cubicBezTo>
                    <a:pt x="1023774" y="291211"/>
                    <a:pt x="1023774" y="291211"/>
                    <a:pt x="1025397" y="291211"/>
                  </a:cubicBezTo>
                  <a:cubicBezTo>
                    <a:pt x="1027020" y="291211"/>
                    <a:pt x="1028643" y="291211"/>
                    <a:pt x="1028643" y="289588"/>
                  </a:cubicBezTo>
                  <a:cubicBezTo>
                    <a:pt x="1028643" y="289588"/>
                    <a:pt x="1028643" y="291211"/>
                    <a:pt x="1030266" y="289588"/>
                  </a:cubicBezTo>
                  <a:cubicBezTo>
                    <a:pt x="1030266" y="289588"/>
                    <a:pt x="1031889" y="287965"/>
                    <a:pt x="1031889" y="287965"/>
                  </a:cubicBezTo>
                  <a:cubicBezTo>
                    <a:pt x="1031889" y="287965"/>
                    <a:pt x="1031889" y="287965"/>
                    <a:pt x="1033512" y="287965"/>
                  </a:cubicBezTo>
                  <a:cubicBezTo>
                    <a:pt x="1033512" y="287965"/>
                    <a:pt x="1033512" y="287965"/>
                    <a:pt x="1035135" y="287965"/>
                  </a:cubicBezTo>
                  <a:cubicBezTo>
                    <a:pt x="1035135" y="287965"/>
                    <a:pt x="1035135" y="287965"/>
                    <a:pt x="1038381" y="287965"/>
                  </a:cubicBezTo>
                  <a:cubicBezTo>
                    <a:pt x="1038381" y="287965"/>
                    <a:pt x="1038381" y="287965"/>
                    <a:pt x="1043251" y="287965"/>
                  </a:cubicBezTo>
                  <a:cubicBezTo>
                    <a:pt x="1043251" y="287965"/>
                    <a:pt x="1043251" y="287965"/>
                    <a:pt x="1044874" y="286342"/>
                  </a:cubicBezTo>
                  <a:cubicBezTo>
                    <a:pt x="1044874" y="286342"/>
                    <a:pt x="1044874" y="286342"/>
                    <a:pt x="1043251" y="284720"/>
                  </a:cubicBezTo>
                  <a:cubicBezTo>
                    <a:pt x="1043251" y="284720"/>
                    <a:pt x="1040004" y="283097"/>
                    <a:pt x="1038381" y="283097"/>
                  </a:cubicBezTo>
                  <a:cubicBezTo>
                    <a:pt x="1036758" y="283097"/>
                    <a:pt x="1036758" y="283097"/>
                    <a:pt x="1035135" y="283097"/>
                  </a:cubicBezTo>
                  <a:cubicBezTo>
                    <a:pt x="1035135" y="283097"/>
                    <a:pt x="1035135" y="283097"/>
                    <a:pt x="1031889" y="283097"/>
                  </a:cubicBezTo>
                  <a:cubicBezTo>
                    <a:pt x="1031889" y="283097"/>
                    <a:pt x="1031889" y="283097"/>
                    <a:pt x="1030266" y="283097"/>
                  </a:cubicBezTo>
                  <a:cubicBezTo>
                    <a:pt x="1030266" y="283097"/>
                    <a:pt x="1030266" y="283097"/>
                    <a:pt x="1027020" y="283097"/>
                  </a:cubicBezTo>
                  <a:cubicBezTo>
                    <a:pt x="1027020" y="283097"/>
                    <a:pt x="1027020" y="283097"/>
                    <a:pt x="1023774" y="283097"/>
                  </a:cubicBezTo>
                  <a:cubicBezTo>
                    <a:pt x="1023774" y="283097"/>
                    <a:pt x="1022150" y="281474"/>
                    <a:pt x="1020527" y="283097"/>
                  </a:cubicBezTo>
                  <a:cubicBezTo>
                    <a:pt x="1020527" y="283097"/>
                    <a:pt x="1018904" y="283097"/>
                    <a:pt x="1017281" y="283097"/>
                  </a:cubicBezTo>
                  <a:cubicBezTo>
                    <a:pt x="1017281" y="283097"/>
                    <a:pt x="1014035" y="283097"/>
                    <a:pt x="1014035" y="283097"/>
                  </a:cubicBezTo>
                  <a:cubicBezTo>
                    <a:pt x="1014035" y="283097"/>
                    <a:pt x="1014035" y="283097"/>
                    <a:pt x="1012412" y="281474"/>
                  </a:cubicBezTo>
                  <a:cubicBezTo>
                    <a:pt x="1012412" y="281474"/>
                    <a:pt x="1012412" y="281474"/>
                    <a:pt x="1010789" y="278228"/>
                  </a:cubicBezTo>
                  <a:cubicBezTo>
                    <a:pt x="1010789" y="278228"/>
                    <a:pt x="1010789" y="278228"/>
                    <a:pt x="1010789" y="276605"/>
                  </a:cubicBezTo>
                  <a:cubicBezTo>
                    <a:pt x="1010789" y="276605"/>
                    <a:pt x="1010789" y="276605"/>
                    <a:pt x="1012412" y="274982"/>
                  </a:cubicBezTo>
                  <a:cubicBezTo>
                    <a:pt x="1012412" y="274982"/>
                    <a:pt x="1012412" y="274982"/>
                    <a:pt x="1010789" y="273360"/>
                  </a:cubicBezTo>
                  <a:cubicBezTo>
                    <a:pt x="1010789" y="273360"/>
                    <a:pt x="1010789" y="273360"/>
                    <a:pt x="1007543" y="274982"/>
                  </a:cubicBezTo>
                  <a:cubicBezTo>
                    <a:pt x="1007543" y="274982"/>
                    <a:pt x="1005919" y="274982"/>
                    <a:pt x="1004296" y="276605"/>
                  </a:cubicBezTo>
                  <a:cubicBezTo>
                    <a:pt x="1004296" y="276605"/>
                    <a:pt x="1002673" y="276605"/>
                    <a:pt x="1002673" y="276605"/>
                  </a:cubicBezTo>
                  <a:cubicBezTo>
                    <a:pt x="1002673" y="276605"/>
                    <a:pt x="1002673" y="276605"/>
                    <a:pt x="999427" y="276605"/>
                  </a:cubicBezTo>
                  <a:cubicBezTo>
                    <a:pt x="999427" y="276605"/>
                    <a:pt x="999427" y="276605"/>
                    <a:pt x="996181" y="276605"/>
                  </a:cubicBezTo>
                  <a:cubicBezTo>
                    <a:pt x="996181" y="276605"/>
                    <a:pt x="996181" y="276605"/>
                    <a:pt x="994558" y="276605"/>
                  </a:cubicBezTo>
                  <a:cubicBezTo>
                    <a:pt x="994558" y="276605"/>
                    <a:pt x="994558" y="276605"/>
                    <a:pt x="994558" y="274982"/>
                  </a:cubicBezTo>
                  <a:cubicBezTo>
                    <a:pt x="992935" y="273360"/>
                    <a:pt x="991312" y="273360"/>
                    <a:pt x="991312" y="273360"/>
                  </a:cubicBezTo>
                  <a:cubicBezTo>
                    <a:pt x="989689" y="273360"/>
                    <a:pt x="989689" y="271737"/>
                    <a:pt x="988065" y="271737"/>
                  </a:cubicBezTo>
                  <a:cubicBezTo>
                    <a:pt x="988065" y="271737"/>
                    <a:pt x="988065" y="271737"/>
                    <a:pt x="986442" y="270114"/>
                  </a:cubicBezTo>
                  <a:cubicBezTo>
                    <a:pt x="986442" y="270114"/>
                    <a:pt x="986442" y="268491"/>
                    <a:pt x="988065" y="268491"/>
                  </a:cubicBezTo>
                  <a:cubicBezTo>
                    <a:pt x="988065" y="266868"/>
                    <a:pt x="989689" y="265245"/>
                    <a:pt x="991312" y="265245"/>
                  </a:cubicBezTo>
                  <a:cubicBezTo>
                    <a:pt x="991312" y="265245"/>
                    <a:pt x="991312" y="265245"/>
                    <a:pt x="992935" y="265245"/>
                  </a:cubicBezTo>
                  <a:cubicBezTo>
                    <a:pt x="992935" y="265245"/>
                    <a:pt x="996181" y="265245"/>
                    <a:pt x="997804" y="265245"/>
                  </a:cubicBezTo>
                  <a:cubicBezTo>
                    <a:pt x="997804" y="265245"/>
                    <a:pt x="1001050" y="265245"/>
                    <a:pt x="1001050" y="265245"/>
                  </a:cubicBezTo>
                  <a:cubicBezTo>
                    <a:pt x="1002673" y="265245"/>
                    <a:pt x="1002673" y="263623"/>
                    <a:pt x="1004296" y="265245"/>
                  </a:cubicBezTo>
                  <a:cubicBezTo>
                    <a:pt x="1004296" y="265245"/>
                    <a:pt x="1005919" y="263623"/>
                    <a:pt x="1005919" y="263623"/>
                  </a:cubicBezTo>
                  <a:cubicBezTo>
                    <a:pt x="1007543" y="263623"/>
                    <a:pt x="1010789" y="263623"/>
                    <a:pt x="1012412" y="263623"/>
                  </a:cubicBezTo>
                  <a:cubicBezTo>
                    <a:pt x="1012412" y="263623"/>
                    <a:pt x="1022150" y="263623"/>
                    <a:pt x="1023774" y="263623"/>
                  </a:cubicBezTo>
                  <a:cubicBezTo>
                    <a:pt x="1023774" y="263623"/>
                    <a:pt x="1027020" y="262000"/>
                    <a:pt x="1028643" y="262000"/>
                  </a:cubicBezTo>
                  <a:cubicBezTo>
                    <a:pt x="1028643" y="262000"/>
                    <a:pt x="1030266" y="260377"/>
                    <a:pt x="1030266" y="260377"/>
                  </a:cubicBezTo>
                  <a:cubicBezTo>
                    <a:pt x="1030266" y="260377"/>
                    <a:pt x="1030266" y="260377"/>
                    <a:pt x="1031889" y="260377"/>
                  </a:cubicBezTo>
                  <a:cubicBezTo>
                    <a:pt x="1031889" y="260377"/>
                    <a:pt x="1031889" y="258754"/>
                    <a:pt x="1033512" y="258754"/>
                  </a:cubicBezTo>
                  <a:cubicBezTo>
                    <a:pt x="1035135" y="258754"/>
                    <a:pt x="1036758" y="258754"/>
                    <a:pt x="1036758" y="258754"/>
                  </a:cubicBezTo>
                  <a:cubicBezTo>
                    <a:pt x="1036758" y="258754"/>
                    <a:pt x="1036758" y="258754"/>
                    <a:pt x="1056235" y="260377"/>
                  </a:cubicBezTo>
                  <a:cubicBezTo>
                    <a:pt x="1056235" y="260377"/>
                    <a:pt x="1057858" y="258754"/>
                    <a:pt x="1059482" y="258754"/>
                  </a:cubicBezTo>
                  <a:cubicBezTo>
                    <a:pt x="1061105" y="258754"/>
                    <a:pt x="1062728" y="258754"/>
                    <a:pt x="1062728" y="258754"/>
                  </a:cubicBezTo>
                  <a:cubicBezTo>
                    <a:pt x="1064351" y="258754"/>
                    <a:pt x="1064351" y="258754"/>
                    <a:pt x="1065974" y="258754"/>
                  </a:cubicBezTo>
                  <a:cubicBezTo>
                    <a:pt x="1065974" y="260377"/>
                    <a:pt x="1067597" y="258754"/>
                    <a:pt x="1067597" y="260377"/>
                  </a:cubicBezTo>
                  <a:cubicBezTo>
                    <a:pt x="1069220" y="260377"/>
                    <a:pt x="1069220" y="258754"/>
                    <a:pt x="1069220" y="258754"/>
                  </a:cubicBezTo>
                  <a:cubicBezTo>
                    <a:pt x="1070843" y="258754"/>
                    <a:pt x="1072466" y="258754"/>
                    <a:pt x="1072466" y="258754"/>
                  </a:cubicBezTo>
                  <a:cubicBezTo>
                    <a:pt x="1072466" y="258754"/>
                    <a:pt x="1072466" y="258754"/>
                    <a:pt x="1074089" y="257131"/>
                  </a:cubicBezTo>
                  <a:cubicBezTo>
                    <a:pt x="1074089" y="257131"/>
                    <a:pt x="1075713" y="255508"/>
                    <a:pt x="1075713" y="255508"/>
                  </a:cubicBezTo>
                  <a:cubicBezTo>
                    <a:pt x="1075713" y="255508"/>
                    <a:pt x="1078959" y="253885"/>
                    <a:pt x="1078959" y="253885"/>
                  </a:cubicBezTo>
                  <a:cubicBezTo>
                    <a:pt x="1078959" y="253885"/>
                    <a:pt x="1077336" y="250640"/>
                    <a:pt x="1077336" y="250640"/>
                  </a:cubicBezTo>
                  <a:cubicBezTo>
                    <a:pt x="1075713" y="250640"/>
                    <a:pt x="1074089" y="249017"/>
                    <a:pt x="1072466" y="249017"/>
                  </a:cubicBezTo>
                  <a:cubicBezTo>
                    <a:pt x="1072466" y="249017"/>
                    <a:pt x="1070843" y="247394"/>
                    <a:pt x="1069220" y="247394"/>
                  </a:cubicBezTo>
                  <a:cubicBezTo>
                    <a:pt x="1067597" y="247394"/>
                    <a:pt x="1067597" y="245771"/>
                    <a:pt x="1065974" y="245771"/>
                  </a:cubicBezTo>
                  <a:cubicBezTo>
                    <a:pt x="1064351" y="245771"/>
                    <a:pt x="1064351" y="244148"/>
                    <a:pt x="1062728" y="245771"/>
                  </a:cubicBezTo>
                  <a:cubicBezTo>
                    <a:pt x="1062728" y="247394"/>
                    <a:pt x="1059482" y="247394"/>
                    <a:pt x="1059482" y="249017"/>
                  </a:cubicBezTo>
                  <a:cubicBezTo>
                    <a:pt x="1057858" y="250640"/>
                    <a:pt x="1057858" y="250640"/>
                    <a:pt x="1057858" y="250640"/>
                  </a:cubicBezTo>
                  <a:cubicBezTo>
                    <a:pt x="1056235" y="252263"/>
                    <a:pt x="1052989" y="252263"/>
                    <a:pt x="1052989" y="252263"/>
                  </a:cubicBezTo>
                  <a:cubicBezTo>
                    <a:pt x="1051366" y="252263"/>
                    <a:pt x="1049743" y="250640"/>
                    <a:pt x="1049743" y="252263"/>
                  </a:cubicBezTo>
                  <a:cubicBezTo>
                    <a:pt x="1049743" y="252263"/>
                    <a:pt x="1046497" y="252263"/>
                    <a:pt x="1044874" y="252263"/>
                  </a:cubicBezTo>
                  <a:cubicBezTo>
                    <a:pt x="1044874" y="252263"/>
                    <a:pt x="1038381" y="252263"/>
                    <a:pt x="1038381" y="252263"/>
                  </a:cubicBezTo>
                  <a:cubicBezTo>
                    <a:pt x="1038381" y="252263"/>
                    <a:pt x="1038381" y="252263"/>
                    <a:pt x="1036758" y="252263"/>
                  </a:cubicBezTo>
                  <a:cubicBezTo>
                    <a:pt x="1036758" y="252263"/>
                    <a:pt x="1036758" y="252263"/>
                    <a:pt x="1035135" y="250640"/>
                  </a:cubicBezTo>
                  <a:cubicBezTo>
                    <a:pt x="1035135" y="250640"/>
                    <a:pt x="1035135" y="250640"/>
                    <a:pt x="1030266" y="250640"/>
                  </a:cubicBezTo>
                  <a:cubicBezTo>
                    <a:pt x="1030266" y="250640"/>
                    <a:pt x="1030266" y="250640"/>
                    <a:pt x="1028643" y="252263"/>
                  </a:cubicBezTo>
                  <a:cubicBezTo>
                    <a:pt x="1028643" y="252263"/>
                    <a:pt x="1025397" y="253885"/>
                    <a:pt x="1025397" y="253885"/>
                  </a:cubicBezTo>
                  <a:cubicBezTo>
                    <a:pt x="1025397" y="253885"/>
                    <a:pt x="1025397" y="253885"/>
                    <a:pt x="1022150" y="253885"/>
                  </a:cubicBezTo>
                  <a:cubicBezTo>
                    <a:pt x="1020527" y="253885"/>
                    <a:pt x="1018904" y="253885"/>
                    <a:pt x="1017281" y="253885"/>
                  </a:cubicBezTo>
                  <a:cubicBezTo>
                    <a:pt x="1017281" y="253885"/>
                    <a:pt x="1017281" y="252263"/>
                    <a:pt x="1017281" y="250640"/>
                  </a:cubicBezTo>
                  <a:cubicBezTo>
                    <a:pt x="1017281" y="250640"/>
                    <a:pt x="1017281" y="250640"/>
                    <a:pt x="1017281" y="249017"/>
                  </a:cubicBezTo>
                  <a:cubicBezTo>
                    <a:pt x="1017281" y="249017"/>
                    <a:pt x="1017281" y="249017"/>
                    <a:pt x="1014035" y="247394"/>
                  </a:cubicBezTo>
                  <a:cubicBezTo>
                    <a:pt x="1014035" y="247394"/>
                    <a:pt x="1014035" y="247394"/>
                    <a:pt x="1010789" y="244148"/>
                  </a:cubicBezTo>
                  <a:cubicBezTo>
                    <a:pt x="1010789" y="244148"/>
                    <a:pt x="1010789" y="244148"/>
                    <a:pt x="1009166" y="245771"/>
                  </a:cubicBezTo>
                  <a:cubicBezTo>
                    <a:pt x="1009166" y="245771"/>
                    <a:pt x="1005919" y="245771"/>
                    <a:pt x="1005919" y="245771"/>
                  </a:cubicBezTo>
                  <a:cubicBezTo>
                    <a:pt x="1004296" y="245771"/>
                    <a:pt x="1001050" y="245771"/>
                    <a:pt x="1001050" y="245771"/>
                  </a:cubicBezTo>
                  <a:cubicBezTo>
                    <a:pt x="999427" y="245771"/>
                    <a:pt x="997804" y="244148"/>
                    <a:pt x="997804" y="244148"/>
                  </a:cubicBezTo>
                  <a:cubicBezTo>
                    <a:pt x="996181" y="244148"/>
                    <a:pt x="996181" y="242525"/>
                    <a:pt x="994558" y="242525"/>
                  </a:cubicBezTo>
                  <a:cubicBezTo>
                    <a:pt x="994558" y="242525"/>
                    <a:pt x="994558" y="242525"/>
                    <a:pt x="992935" y="242525"/>
                  </a:cubicBezTo>
                  <a:cubicBezTo>
                    <a:pt x="992935" y="242525"/>
                    <a:pt x="991312" y="240903"/>
                    <a:pt x="991312" y="240903"/>
                  </a:cubicBezTo>
                  <a:cubicBezTo>
                    <a:pt x="989689" y="240903"/>
                    <a:pt x="988065" y="240903"/>
                    <a:pt x="986442" y="240903"/>
                  </a:cubicBezTo>
                  <a:cubicBezTo>
                    <a:pt x="984819" y="240903"/>
                    <a:pt x="979950" y="240903"/>
                    <a:pt x="979950" y="240903"/>
                  </a:cubicBezTo>
                  <a:cubicBezTo>
                    <a:pt x="979950" y="240903"/>
                    <a:pt x="979950" y="240903"/>
                    <a:pt x="978327" y="239280"/>
                  </a:cubicBezTo>
                  <a:cubicBezTo>
                    <a:pt x="976704" y="239280"/>
                    <a:pt x="975081" y="237657"/>
                    <a:pt x="973458" y="237657"/>
                  </a:cubicBezTo>
                  <a:cubicBezTo>
                    <a:pt x="973458" y="237657"/>
                    <a:pt x="970211" y="237657"/>
                    <a:pt x="970211" y="236034"/>
                  </a:cubicBezTo>
                  <a:cubicBezTo>
                    <a:pt x="970211" y="236034"/>
                    <a:pt x="970211" y="236034"/>
                    <a:pt x="968588" y="236034"/>
                  </a:cubicBezTo>
                  <a:cubicBezTo>
                    <a:pt x="968588" y="236034"/>
                    <a:pt x="968588" y="236034"/>
                    <a:pt x="966965" y="234411"/>
                  </a:cubicBezTo>
                  <a:cubicBezTo>
                    <a:pt x="965342" y="234411"/>
                    <a:pt x="965342" y="232788"/>
                    <a:pt x="963719" y="232788"/>
                  </a:cubicBezTo>
                  <a:cubicBezTo>
                    <a:pt x="962096" y="231166"/>
                    <a:pt x="958850" y="229543"/>
                    <a:pt x="958850" y="229543"/>
                  </a:cubicBezTo>
                  <a:cubicBezTo>
                    <a:pt x="958850" y="229543"/>
                    <a:pt x="958850" y="229543"/>
                    <a:pt x="958850" y="227920"/>
                  </a:cubicBezTo>
                  <a:cubicBezTo>
                    <a:pt x="958850" y="227920"/>
                    <a:pt x="958850" y="227920"/>
                    <a:pt x="958850" y="226297"/>
                  </a:cubicBezTo>
                  <a:cubicBezTo>
                    <a:pt x="958850" y="226297"/>
                    <a:pt x="958850" y="226297"/>
                    <a:pt x="962096" y="224674"/>
                  </a:cubicBezTo>
                  <a:cubicBezTo>
                    <a:pt x="962096" y="224674"/>
                    <a:pt x="962096" y="224674"/>
                    <a:pt x="962096" y="219806"/>
                  </a:cubicBezTo>
                  <a:cubicBezTo>
                    <a:pt x="962096" y="219806"/>
                    <a:pt x="962096" y="219806"/>
                    <a:pt x="963719" y="218183"/>
                  </a:cubicBezTo>
                  <a:cubicBezTo>
                    <a:pt x="963719" y="218183"/>
                    <a:pt x="963719" y="218183"/>
                    <a:pt x="966965" y="216560"/>
                  </a:cubicBezTo>
                  <a:cubicBezTo>
                    <a:pt x="966965" y="216560"/>
                    <a:pt x="966965" y="216560"/>
                    <a:pt x="968588" y="216560"/>
                  </a:cubicBezTo>
                  <a:cubicBezTo>
                    <a:pt x="968588" y="218183"/>
                    <a:pt x="971835" y="218183"/>
                    <a:pt x="971835" y="218183"/>
                  </a:cubicBezTo>
                  <a:cubicBezTo>
                    <a:pt x="971835" y="219806"/>
                    <a:pt x="975081" y="216560"/>
                    <a:pt x="975081" y="216560"/>
                  </a:cubicBezTo>
                  <a:cubicBezTo>
                    <a:pt x="975081" y="216560"/>
                    <a:pt x="975081" y="216560"/>
                    <a:pt x="976704" y="214937"/>
                  </a:cubicBezTo>
                  <a:cubicBezTo>
                    <a:pt x="976704" y="214937"/>
                    <a:pt x="976704" y="214937"/>
                    <a:pt x="976704" y="213314"/>
                  </a:cubicBezTo>
                  <a:cubicBezTo>
                    <a:pt x="976704" y="213314"/>
                    <a:pt x="976704" y="213314"/>
                    <a:pt x="978327" y="211691"/>
                  </a:cubicBezTo>
                  <a:cubicBezTo>
                    <a:pt x="978327" y="213314"/>
                    <a:pt x="979950" y="211691"/>
                    <a:pt x="981573" y="211691"/>
                  </a:cubicBezTo>
                  <a:cubicBezTo>
                    <a:pt x="981573" y="211691"/>
                    <a:pt x="988065" y="211691"/>
                    <a:pt x="988065" y="211691"/>
                  </a:cubicBezTo>
                  <a:cubicBezTo>
                    <a:pt x="988065" y="211691"/>
                    <a:pt x="988065" y="211691"/>
                    <a:pt x="992935" y="211691"/>
                  </a:cubicBezTo>
                  <a:cubicBezTo>
                    <a:pt x="992935" y="211691"/>
                    <a:pt x="992935" y="211691"/>
                    <a:pt x="996181" y="208446"/>
                  </a:cubicBezTo>
                  <a:cubicBezTo>
                    <a:pt x="996181" y="208446"/>
                    <a:pt x="996181" y="208446"/>
                    <a:pt x="999427" y="206823"/>
                  </a:cubicBezTo>
                  <a:cubicBezTo>
                    <a:pt x="999427" y="206823"/>
                    <a:pt x="999427" y="206823"/>
                    <a:pt x="1002673" y="206823"/>
                  </a:cubicBezTo>
                  <a:cubicBezTo>
                    <a:pt x="1002673" y="206823"/>
                    <a:pt x="1004296" y="206823"/>
                    <a:pt x="1005919" y="206823"/>
                  </a:cubicBezTo>
                  <a:cubicBezTo>
                    <a:pt x="1007543" y="206823"/>
                    <a:pt x="1007543" y="205200"/>
                    <a:pt x="1009166" y="206823"/>
                  </a:cubicBezTo>
                  <a:cubicBezTo>
                    <a:pt x="1010789" y="206823"/>
                    <a:pt x="1012412" y="206823"/>
                    <a:pt x="1012412" y="206823"/>
                  </a:cubicBezTo>
                  <a:cubicBezTo>
                    <a:pt x="1014035" y="206823"/>
                    <a:pt x="1022150" y="203577"/>
                    <a:pt x="1022150" y="203577"/>
                  </a:cubicBezTo>
                  <a:cubicBezTo>
                    <a:pt x="1022150" y="203577"/>
                    <a:pt x="1022150" y="203577"/>
                    <a:pt x="1027020" y="201954"/>
                  </a:cubicBezTo>
                  <a:cubicBezTo>
                    <a:pt x="1027020" y="201954"/>
                    <a:pt x="1027020" y="201954"/>
                    <a:pt x="1028643" y="198709"/>
                  </a:cubicBezTo>
                  <a:cubicBezTo>
                    <a:pt x="1028643" y="198709"/>
                    <a:pt x="1028643" y="198709"/>
                    <a:pt x="1030266" y="197086"/>
                  </a:cubicBezTo>
                  <a:cubicBezTo>
                    <a:pt x="1030266" y="197086"/>
                    <a:pt x="1030266" y="197086"/>
                    <a:pt x="1031889" y="197086"/>
                  </a:cubicBezTo>
                  <a:cubicBezTo>
                    <a:pt x="1031889" y="197086"/>
                    <a:pt x="1035135" y="193840"/>
                    <a:pt x="1036758" y="195463"/>
                  </a:cubicBezTo>
                  <a:cubicBezTo>
                    <a:pt x="1038381" y="195463"/>
                    <a:pt x="1041628" y="193840"/>
                    <a:pt x="1043251" y="193840"/>
                  </a:cubicBezTo>
                  <a:cubicBezTo>
                    <a:pt x="1043251" y="195463"/>
                    <a:pt x="1044874" y="195463"/>
                    <a:pt x="1044874" y="197086"/>
                  </a:cubicBezTo>
                  <a:cubicBezTo>
                    <a:pt x="1044874" y="197086"/>
                    <a:pt x="1046497" y="197086"/>
                    <a:pt x="1046497" y="197086"/>
                  </a:cubicBezTo>
                  <a:cubicBezTo>
                    <a:pt x="1048120" y="195463"/>
                    <a:pt x="1051366" y="193840"/>
                    <a:pt x="1051366" y="193840"/>
                  </a:cubicBezTo>
                  <a:cubicBezTo>
                    <a:pt x="1051366" y="193840"/>
                    <a:pt x="1051366" y="193840"/>
                    <a:pt x="1054612" y="192217"/>
                  </a:cubicBezTo>
                  <a:cubicBezTo>
                    <a:pt x="1054612" y="192217"/>
                    <a:pt x="1056235" y="190594"/>
                    <a:pt x="1056235" y="190594"/>
                  </a:cubicBezTo>
                  <a:cubicBezTo>
                    <a:pt x="1057858" y="190594"/>
                    <a:pt x="1059482" y="188971"/>
                    <a:pt x="1061105" y="188971"/>
                  </a:cubicBezTo>
                  <a:cubicBezTo>
                    <a:pt x="1062728" y="188971"/>
                    <a:pt x="1062728" y="187349"/>
                    <a:pt x="1064351" y="188971"/>
                  </a:cubicBezTo>
                  <a:cubicBezTo>
                    <a:pt x="1065974" y="188971"/>
                    <a:pt x="1065974" y="188971"/>
                    <a:pt x="1067597" y="188971"/>
                  </a:cubicBezTo>
                  <a:cubicBezTo>
                    <a:pt x="1069220" y="188971"/>
                    <a:pt x="1070843" y="188971"/>
                    <a:pt x="1070843" y="188971"/>
                  </a:cubicBezTo>
                  <a:cubicBezTo>
                    <a:pt x="1070843" y="188971"/>
                    <a:pt x="1070843" y="188971"/>
                    <a:pt x="1072466" y="188971"/>
                  </a:cubicBezTo>
                  <a:cubicBezTo>
                    <a:pt x="1072466" y="188971"/>
                    <a:pt x="1072466" y="188971"/>
                    <a:pt x="1074089" y="188971"/>
                  </a:cubicBezTo>
                  <a:cubicBezTo>
                    <a:pt x="1074089" y="188971"/>
                    <a:pt x="1075713" y="187349"/>
                    <a:pt x="1075713" y="188971"/>
                  </a:cubicBezTo>
                  <a:cubicBezTo>
                    <a:pt x="1075713" y="188971"/>
                    <a:pt x="1075713" y="188971"/>
                    <a:pt x="1078959" y="187349"/>
                  </a:cubicBezTo>
                  <a:cubicBezTo>
                    <a:pt x="1078959" y="187349"/>
                    <a:pt x="1078959" y="187349"/>
                    <a:pt x="1080582" y="187349"/>
                  </a:cubicBezTo>
                  <a:cubicBezTo>
                    <a:pt x="1082205" y="187349"/>
                    <a:pt x="1082205" y="187349"/>
                    <a:pt x="1082205" y="187349"/>
                  </a:cubicBezTo>
                  <a:cubicBezTo>
                    <a:pt x="1082205" y="187349"/>
                    <a:pt x="1082205" y="187349"/>
                    <a:pt x="1087074" y="185726"/>
                  </a:cubicBezTo>
                  <a:cubicBezTo>
                    <a:pt x="1087074" y="185726"/>
                    <a:pt x="1087074" y="185726"/>
                    <a:pt x="1090320" y="182480"/>
                  </a:cubicBezTo>
                  <a:cubicBezTo>
                    <a:pt x="1090320" y="182480"/>
                    <a:pt x="1090320" y="182480"/>
                    <a:pt x="1091943" y="180857"/>
                  </a:cubicBezTo>
                  <a:cubicBezTo>
                    <a:pt x="1091943" y="180857"/>
                    <a:pt x="1091943" y="180857"/>
                    <a:pt x="1093567" y="179234"/>
                  </a:cubicBezTo>
                  <a:cubicBezTo>
                    <a:pt x="1093567" y="179234"/>
                    <a:pt x="1093567" y="179234"/>
                    <a:pt x="1095190" y="177611"/>
                  </a:cubicBezTo>
                  <a:cubicBezTo>
                    <a:pt x="1095190" y="177611"/>
                    <a:pt x="1095190" y="177611"/>
                    <a:pt x="1096813" y="177611"/>
                  </a:cubicBezTo>
                  <a:cubicBezTo>
                    <a:pt x="1096813" y="175989"/>
                    <a:pt x="1098436" y="175989"/>
                    <a:pt x="1098436" y="175989"/>
                  </a:cubicBezTo>
                  <a:cubicBezTo>
                    <a:pt x="1098436" y="175989"/>
                    <a:pt x="1098436" y="175989"/>
                    <a:pt x="1100059" y="172743"/>
                  </a:cubicBezTo>
                  <a:cubicBezTo>
                    <a:pt x="1100059" y="172743"/>
                    <a:pt x="1100059" y="172743"/>
                    <a:pt x="1098436" y="171120"/>
                  </a:cubicBezTo>
                  <a:cubicBezTo>
                    <a:pt x="1098436" y="171120"/>
                    <a:pt x="1098436" y="171120"/>
                    <a:pt x="1098436" y="167874"/>
                  </a:cubicBezTo>
                  <a:cubicBezTo>
                    <a:pt x="1098436" y="167874"/>
                    <a:pt x="1098436" y="167874"/>
                    <a:pt x="1098436" y="164629"/>
                  </a:cubicBezTo>
                  <a:cubicBezTo>
                    <a:pt x="1098436" y="164629"/>
                    <a:pt x="1098436" y="161383"/>
                    <a:pt x="1096813" y="161383"/>
                  </a:cubicBezTo>
                  <a:cubicBezTo>
                    <a:pt x="1096813" y="161383"/>
                    <a:pt x="1098436" y="158137"/>
                    <a:pt x="1098436" y="158137"/>
                  </a:cubicBezTo>
                  <a:cubicBezTo>
                    <a:pt x="1098436" y="158137"/>
                    <a:pt x="1098436" y="158137"/>
                    <a:pt x="1100059" y="154892"/>
                  </a:cubicBezTo>
                  <a:cubicBezTo>
                    <a:pt x="1100059" y="154892"/>
                    <a:pt x="1100059" y="154892"/>
                    <a:pt x="1103305" y="154892"/>
                  </a:cubicBezTo>
                  <a:cubicBezTo>
                    <a:pt x="1104928" y="154892"/>
                    <a:pt x="1104928" y="154892"/>
                    <a:pt x="1106551" y="153269"/>
                  </a:cubicBezTo>
                  <a:cubicBezTo>
                    <a:pt x="1106551" y="153269"/>
                    <a:pt x="1111421" y="153269"/>
                    <a:pt x="1111421" y="153269"/>
                  </a:cubicBezTo>
                  <a:cubicBezTo>
                    <a:pt x="1111421" y="151646"/>
                    <a:pt x="1113044" y="151646"/>
                    <a:pt x="1113044" y="151646"/>
                  </a:cubicBezTo>
                  <a:cubicBezTo>
                    <a:pt x="1114667" y="150023"/>
                    <a:pt x="1114667" y="150023"/>
                    <a:pt x="1114667" y="150023"/>
                  </a:cubicBezTo>
                  <a:cubicBezTo>
                    <a:pt x="1114667" y="150023"/>
                    <a:pt x="1114667" y="148400"/>
                    <a:pt x="1114667" y="148400"/>
                  </a:cubicBezTo>
                  <a:cubicBezTo>
                    <a:pt x="1113044" y="150023"/>
                    <a:pt x="1113044" y="150023"/>
                    <a:pt x="1113044" y="150023"/>
                  </a:cubicBezTo>
                  <a:cubicBezTo>
                    <a:pt x="1113044" y="150023"/>
                    <a:pt x="1111421" y="148400"/>
                    <a:pt x="1111421" y="150023"/>
                  </a:cubicBezTo>
                  <a:cubicBezTo>
                    <a:pt x="1109798" y="150023"/>
                    <a:pt x="1109798" y="150023"/>
                    <a:pt x="1108174" y="150023"/>
                  </a:cubicBezTo>
                  <a:cubicBezTo>
                    <a:pt x="1108174" y="151646"/>
                    <a:pt x="1108174" y="151646"/>
                    <a:pt x="1106551" y="151646"/>
                  </a:cubicBezTo>
                  <a:cubicBezTo>
                    <a:pt x="1103305" y="153269"/>
                    <a:pt x="1104928" y="153269"/>
                    <a:pt x="1103305" y="153269"/>
                  </a:cubicBezTo>
                  <a:cubicBezTo>
                    <a:pt x="1101682" y="154892"/>
                    <a:pt x="1101682" y="153269"/>
                    <a:pt x="1100059" y="153269"/>
                  </a:cubicBezTo>
                  <a:cubicBezTo>
                    <a:pt x="1098436" y="154892"/>
                    <a:pt x="1096813" y="153269"/>
                    <a:pt x="1096813" y="153269"/>
                  </a:cubicBezTo>
                  <a:cubicBezTo>
                    <a:pt x="1095190" y="153269"/>
                    <a:pt x="1095190" y="153269"/>
                    <a:pt x="1093567" y="153269"/>
                  </a:cubicBezTo>
                  <a:cubicBezTo>
                    <a:pt x="1091943" y="153269"/>
                    <a:pt x="1091943" y="153269"/>
                    <a:pt x="1090320" y="153269"/>
                  </a:cubicBezTo>
                  <a:cubicBezTo>
                    <a:pt x="1090320" y="153269"/>
                    <a:pt x="1088697" y="153269"/>
                    <a:pt x="1088697" y="153269"/>
                  </a:cubicBezTo>
                  <a:cubicBezTo>
                    <a:pt x="1087074" y="154892"/>
                    <a:pt x="1087074" y="154892"/>
                    <a:pt x="1085451" y="154892"/>
                  </a:cubicBezTo>
                  <a:cubicBezTo>
                    <a:pt x="1085451" y="154892"/>
                    <a:pt x="1083828" y="156514"/>
                    <a:pt x="1083828" y="156514"/>
                  </a:cubicBezTo>
                  <a:cubicBezTo>
                    <a:pt x="1082205" y="156514"/>
                    <a:pt x="1080582" y="156514"/>
                    <a:pt x="1080582" y="154892"/>
                  </a:cubicBezTo>
                  <a:cubicBezTo>
                    <a:pt x="1080582" y="154892"/>
                    <a:pt x="1080582" y="154892"/>
                    <a:pt x="1077336" y="153269"/>
                  </a:cubicBezTo>
                  <a:cubicBezTo>
                    <a:pt x="1077336" y="153269"/>
                    <a:pt x="1074089" y="151646"/>
                    <a:pt x="1074089" y="151646"/>
                  </a:cubicBezTo>
                  <a:cubicBezTo>
                    <a:pt x="1072466" y="151646"/>
                    <a:pt x="1069220" y="151646"/>
                    <a:pt x="1069220" y="151646"/>
                  </a:cubicBezTo>
                  <a:cubicBezTo>
                    <a:pt x="1067597" y="151646"/>
                    <a:pt x="1067597" y="151646"/>
                    <a:pt x="1065974" y="151646"/>
                  </a:cubicBezTo>
                  <a:cubicBezTo>
                    <a:pt x="1065974" y="151646"/>
                    <a:pt x="1064351" y="151646"/>
                    <a:pt x="1062728" y="151646"/>
                  </a:cubicBezTo>
                  <a:cubicBezTo>
                    <a:pt x="1062728" y="153269"/>
                    <a:pt x="1061105" y="151646"/>
                    <a:pt x="1059482" y="151646"/>
                  </a:cubicBezTo>
                  <a:cubicBezTo>
                    <a:pt x="1059482" y="151646"/>
                    <a:pt x="1057858" y="150023"/>
                    <a:pt x="1057858" y="150023"/>
                  </a:cubicBezTo>
                  <a:cubicBezTo>
                    <a:pt x="1056235" y="150023"/>
                    <a:pt x="1056235" y="150023"/>
                    <a:pt x="1054612" y="148400"/>
                  </a:cubicBezTo>
                  <a:cubicBezTo>
                    <a:pt x="1054612" y="148400"/>
                    <a:pt x="1056235" y="145154"/>
                    <a:pt x="1056235" y="145154"/>
                  </a:cubicBezTo>
                  <a:cubicBezTo>
                    <a:pt x="1056235" y="145154"/>
                    <a:pt x="1056235" y="143532"/>
                    <a:pt x="1056235" y="143532"/>
                  </a:cubicBezTo>
                  <a:cubicBezTo>
                    <a:pt x="1057858" y="141909"/>
                    <a:pt x="1059482" y="140286"/>
                    <a:pt x="1059482" y="140286"/>
                  </a:cubicBezTo>
                  <a:cubicBezTo>
                    <a:pt x="1061105" y="140286"/>
                    <a:pt x="1065974" y="137040"/>
                    <a:pt x="1065974" y="137040"/>
                  </a:cubicBezTo>
                  <a:cubicBezTo>
                    <a:pt x="1065974" y="137040"/>
                    <a:pt x="1067597" y="135417"/>
                    <a:pt x="1067597" y="135417"/>
                  </a:cubicBezTo>
                  <a:cubicBezTo>
                    <a:pt x="1069220" y="135417"/>
                    <a:pt x="1070843" y="133794"/>
                    <a:pt x="1070843" y="133794"/>
                  </a:cubicBezTo>
                  <a:cubicBezTo>
                    <a:pt x="1070843" y="133794"/>
                    <a:pt x="1070843" y="133794"/>
                    <a:pt x="1077336" y="130549"/>
                  </a:cubicBezTo>
                  <a:cubicBezTo>
                    <a:pt x="1077336" y="130549"/>
                    <a:pt x="1077336" y="130549"/>
                    <a:pt x="1078959" y="130549"/>
                  </a:cubicBezTo>
                  <a:cubicBezTo>
                    <a:pt x="1080582" y="130549"/>
                    <a:pt x="1082205" y="128926"/>
                    <a:pt x="1082205" y="128926"/>
                  </a:cubicBezTo>
                  <a:cubicBezTo>
                    <a:pt x="1082205" y="128926"/>
                    <a:pt x="1082205" y="128926"/>
                    <a:pt x="1083828" y="128926"/>
                  </a:cubicBezTo>
                  <a:cubicBezTo>
                    <a:pt x="1083828" y="128926"/>
                    <a:pt x="1083828" y="128926"/>
                    <a:pt x="1085451" y="128926"/>
                  </a:cubicBezTo>
                  <a:cubicBezTo>
                    <a:pt x="1085451" y="128926"/>
                    <a:pt x="1085451" y="128926"/>
                    <a:pt x="1088697" y="127303"/>
                  </a:cubicBezTo>
                  <a:cubicBezTo>
                    <a:pt x="1088697" y="127303"/>
                    <a:pt x="1088697" y="127303"/>
                    <a:pt x="1090320" y="127303"/>
                  </a:cubicBezTo>
                  <a:cubicBezTo>
                    <a:pt x="1090320" y="127303"/>
                    <a:pt x="1090320" y="127303"/>
                    <a:pt x="1091943" y="124057"/>
                  </a:cubicBezTo>
                  <a:cubicBezTo>
                    <a:pt x="1091943" y="124057"/>
                    <a:pt x="1091943" y="124057"/>
                    <a:pt x="1091943" y="122435"/>
                  </a:cubicBezTo>
                  <a:cubicBezTo>
                    <a:pt x="1093567" y="122435"/>
                    <a:pt x="1091943" y="122435"/>
                    <a:pt x="1093567" y="122435"/>
                  </a:cubicBezTo>
                  <a:cubicBezTo>
                    <a:pt x="1095190" y="122435"/>
                    <a:pt x="1095190" y="122435"/>
                    <a:pt x="1096813" y="120812"/>
                  </a:cubicBezTo>
                  <a:cubicBezTo>
                    <a:pt x="1098436" y="120812"/>
                    <a:pt x="1100059" y="120812"/>
                    <a:pt x="1100059" y="120812"/>
                  </a:cubicBezTo>
                  <a:cubicBezTo>
                    <a:pt x="1100059" y="120812"/>
                    <a:pt x="1100059" y="120812"/>
                    <a:pt x="1100059" y="119189"/>
                  </a:cubicBezTo>
                  <a:cubicBezTo>
                    <a:pt x="1101682" y="119189"/>
                    <a:pt x="1101682" y="117566"/>
                    <a:pt x="1101682" y="117566"/>
                  </a:cubicBezTo>
                  <a:cubicBezTo>
                    <a:pt x="1101682" y="117566"/>
                    <a:pt x="1101682" y="117566"/>
                    <a:pt x="1108174" y="112697"/>
                  </a:cubicBezTo>
                  <a:cubicBezTo>
                    <a:pt x="1108174" y="112697"/>
                    <a:pt x="1108174" y="112697"/>
                    <a:pt x="1111421" y="112697"/>
                  </a:cubicBezTo>
                  <a:cubicBezTo>
                    <a:pt x="1111421" y="112697"/>
                    <a:pt x="1111421" y="112697"/>
                    <a:pt x="1113044" y="111075"/>
                  </a:cubicBezTo>
                  <a:cubicBezTo>
                    <a:pt x="1113044" y="111075"/>
                    <a:pt x="1117913" y="111075"/>
                    <a:pt x="1117913" y="111075"/>
                  </a:cubicBezTo>
                  <a:cubicBezTo>
                    <a:pt x="1119536" y="111075"/>
                    <a:pt x="1119536" y="111075"/>
                    <a:pt x="1121159" y="111075"/>
                  </a:cubicBezTo>
                  <a:cubicBezTo>
                    <a:pt x="1121159" y="111075"/>
                    <a:pt x="1121159" y="111075"/>
                    <a:pt x="1127652" y="114320"/>
                  </a:cubicBezTo>
                  <a:cubicBezTo>
                    <a:pt x="1127652" y="114320"/>
                    <a:pt x="1127652" y="114320"/>
                    <a:pt x="1129275" y="115943"/>
                  </a:cubicBezTo>
                  <a:cubicBezTo>
                    <a:pt x="1129275" y="117566"/>
                    <a:pt x="1130898" y="117566"/>
                    <a:pt x="1130898" y="119189"/>
                  </a:cubicBezTo>
                  <a:cubicBezTo>
                    <a:pt x="1130898" y="119189"/>
                    <a:pt x="1130898" y="119189"/>
                    <a:pt x="1132521" y="120812"/>
                  </a:cubicBezTo>
                  <a:cubicBezTo>
                    <a:pt x="1132521" y="120812"/>
                    <a:pt x="1132521" y="120812"/>
                    <a:pt x="1132521" y="119189"/>
                  </a:cubicBezTo>
                  <a:cubicBezTo>
                    <a:pt x="1132521" y="119189"/>
                    <a:pt x="1132521" y="119189"/>
                    <a:pt x="1129275" y="114320"/>
                  </a:cubicBezTo>
                  <a:cubicBezTo>
                    <a:pt x="1129275" y="114320"/>
                    <a:pt x="1129275" y="114320"/>
                    <a:pt x="1129275" y="111075"/>
                  </a:cubicBezTo>
                  <a:cubicBezTo>
                    <a:pt x="1129275" y="109452"/>
                    <a:pt x="1129275" y="107829"/>
                    <a:pt x="1130898" y="107829"/>
                  </a:cubicBezTo>
                  <a:cubicBezTo>
                    <a:pt x="1132521" y="109452"/>
                    <a:pt x="1134144" y="106206"/>
                    <a:pt x="1135767" y="107829"/>
                  </a:cubicBezTo>
                  <a:cubicBezTo>
                    <a:pt x="1137390" y="107829"/>
                    <a:pt x="1140636" y="106206"/>
                    <a:pt x="1140636" y="106206"/>
                  </a:cubicBezTo>
                  <a:cubicBezTo>
                    <a:pt x="1142259" y="106206"/>
                    <a:pt x="1147129" y="106206"/>
                    <a:pt x="1147129" y="106206"/>
                  </a:cubicBezTo>
                  <a:cubicBezTo>
                    <a:pt x="1147129" y="106206"/>
                    <a:pt x="1151998" y="107829"/>
                    <a:pt x="1151998" y="107829"/>
                  </a:cubicBezTo>
                  <a:cubicBezTo>
                    <a:pt x="1151998" y="109452"/>
                    <a:pt x="1153621" y="107829"/>
                    <a:pt x="1155244" y="109452"/>
                  </a:cubicBezTo>
                  <a:cubicBezTo>
                    <a:pt x="1155244" y="111075"/>
                    <a:pt x="1155244" y="111075"/>
                    <a:pt x="1156867" y="111075"/>
                  </a:cubicBezTo>
                  <a:cubicBezTo>
                    <a:pt x="1158490" y="112697"/>
                    <a:pt x="1156867" y="111075"/>
                    <a:pt x="1160113" y="112697"/>
                  </a:cubicBezTo>
                  <a:cubicBezTo>
                    <a:pt x="1161737" y="114320"/>
                    <a:pt x="1164983" y="112697"/>
                    <a:pt x="1164983" y="112697"/>
                  </a:cubicBezTo>
                  <a:cubicBezTo>
                    <a:pt x="1164983" y="112697"/>
                    <a:pt x="1164983" y="112697"/>
                    <a:pt x="1168229" y="111075"/>
                  </a:cubicBezTo>
                  <a:cubicBezTo>
                    <a:pt x="1168229" y="111075"/>
                    <a:pt x="1168229" y="111075"/>
                    <a:pt x="1168229" y="107829"/>
                  </a:cubicBezTo>
                  <a:cubicBezTo>
                    <a:pt x="1168229" y="107829"/>
                    <a:pt x="1168229" y="107829"/>
                    <a:pt x="1164983" y="104583"/>
                  </a:cubicBezTo>
                  <a:cubicBezTo>
                    <a:pt x="1164983" y="104583"/>
                    <a:pt x="1163360" y="102960"/>
                    <a:pt x="1164983" y="101337"/>
                  </a:cubicBezTo>
                  <a:cubicBezTo>
                    <a:pt x="1166606" y="99715"/>
                    <a:pt x="1166606" y="99715"/>
                    <a:pt x="1168229" y="98092"/>
                  </a:cubicBezTo>
                  <a:cubicBezTo>
                    <a:pt x="1169852" y="98092"/>
                    <a:pt x="1171475" y="98092"/>
                    <a:pt x="1171475" y="96469"/>
                  </a:cubicBezTo>
                  <a:cubicBezTo>
                    <a:pt x="1171475" y="94846"/>
                    <a:pt x="1173098" y="94846"/>
                    <a:pt x="1171475" y="94846"/>
                  </a:cubicBezTo>
                  <a:cubicBezTo>
                    <a:pt x="1171475" y="93223"/>
                    <a:pt x="1171475" y="93223"/>
                    <a:pt x="1169852" y="93223"/>
                  </a:cubicBezTo>
                  <a:cubicBezTo>
                    <a:pt x="1168229" y="91600"/>
                    <a:pt x="1168229" y="93223"/>
                    <a:pt x="1166606" y="89978"/>
                  </a:cubicBezTo>
                  <a:cubicBezTo>
                    <a:pt x="1166606" y="86732"/>
                    <a:pt x="1164983" y="89978"/>
                    <a:pt x="1164983" y="88355"/>
                  </a:cubicBezTo>
                  <a:cubicBezTo>
                    <a:pt x="1164983" y="88355"/>
                    <a:pt x="1163360" y="83486"/>
                    <a:pt x="1163360" y="83486"/>
                  </a:cubicBezTo>
                  <a:cubicBezTo>
                    <a:pt x="1163360" y="83486"/>
                    <a:pt x="1166606" y="80240"/>
                    <a:pt x="1168229" y="80240"/>
                  </a:cubicBezTo>
                  <a:cubicBezTo>
                    <a:pt x="1169852" y="78618"/>
                    <a:pt x="1176344" y="76995"/>
                    <a:pt x="1177967" y="76995"/>
                  </a:cubicBezTo>
                  <a:cubicBezTo>
                    <a:pt x="1179591" y="76995"/>
                    <a:pt x="1182837" y="75372"/>
                    <a:pt x="1182837" y="75372"/>
                  </a:cubicBezTo>
                  <a:cubicBezTo>
                    <a:pt x="1182837" y="75372"/>
                    <a:pt x="1186083" y="75372"/>
                    <a:pt x="1187706" y="75372"/>
                  </a:cubicBezTo>
                  <a:cubicBezTo>
                    <a:pt x="1189329" y="76995"/>
                    <a:pt x="1189329" y="75372"/>
                    <a:pt x="1192575" y="75372"/>
                  </a:cubicBezTo>
                  <a:cubicBezTo>
                    <a:pt x="1195822" y="76995"/>
                    <a:pt x="1195822" y="73749"/>
                    <a:pt x="1199068" y="75372"/>
                  </a:cubicBezTo>
                  <a:cubicBezTo>
                    <a:pt x="1202314" y="76995"/>
                    <a:pt x="1202314" y="76995"/>
                    <a:pt x="1203937" y="76995"/>
                  </a:cubicBezTo>
                  <a:cubicBezTo>
                    <a:pt x="1205560" y="78618"/>
                    <a:pt x="1205560" y="76995"/>
                    <a:pt x="1205560" y="78618"/>
                  </a:cubicBezTo>
                  <a:cubicBezTo>
                    <a:pt x="1207183" y="80240"/>
                    <a:pt x="1207183" y="76995"/>
                    <a:pt x="1208806" y="80240"/>
                  </a:cubicBezTo>
                  <a:cubicBezTo>
                    <a:pt x="1208806" y="83486"/>
                    <a:pt x="1210429" y="85109"/>
                    <a:pt x="1210429" y="85109"/>
                  </a:cubicBezTo>
                  <a:cubicBezTo>
                    <a:pt x="1210429" y="85109"/>
                    <a:pt x="1218545" y="88355"/>
                    <a:pt x="1218545" y="89978"/>
                  </a:cubicBezTo>
                  <a:cubicBezTo>
                    <a:pt x="1218545" y="89978"/>
                    <a:pt x="1221791" y="89978"/>
                    <a:pt x="1223414" y="89978"/>
                  </a:cubicBezTo>
                  <a:cubicBezTo>
                    <a:pt x="1223414" y="89978"/>
                    <a:pt x="1226660" y="89978"/>
                    <a:pt x="1226660" y="89978"/>
                  </a:cubicBezTo>
                  <a:cubicBezTo>
                    <a:pt x="1228283" y="91600"/>
                    <a:pt x="1236399" y="93223"/>
                    <a:pt x="1236399" y="94846"/>
                  </a:cubicBezTo>
                  <a:cubicBezTo>
                    <a:pt x="1238022" y="94846"/>
                    <a:pt x="1238022" y="96469"/>
                    <a:pt x="1238022" y="98092"/>
                  </a:cubicBezTo>
                  <a:cubicBezTo>
                    <a:pt x="1239645" y="98092"/>
                    <a:pt x="1239645" y="98092"/>
                    <a:pt x="1241268" y="98092"/>
                  </a:cubicBezTo>
                  <a:cubicBezTo>
                    <a:pt x="1242891" y="99715"/>
                    <a:pt x="1247761" y="101337"/>
                    <a:pt x="1247761" y="101337"/>
                  </a:cubicBezTo>
                  <a:cubicBezTo>
                    <a:pt x="1247761" y="101337"/>
                    <a:pt x="1249384" y="101337"/>
                    <a:pt x="1249384" y="99715"/>
                  </a:cubicBezTo>
                  <a:cubicBezTo>
                    <a:pt x="1249384" y="98092"/>
                    <a:pt x="1244514" y="96469"/>
                    <a:pt x="1244514" y="96469"/>
                  </a:cubicBezTo>
                  <a:cubicBezTo>
                    <a:pt x="1244514" y="96469"/>
                    <a:pt x="1241268" y="94846"/>
                    <a:pt x="1239645" y="94846"/>
                  </a:cubicBezTo>
                  <a:cubicBezTo>
                    <a:pt x="1238022" y="93223"/>
                    <a:pt x="1238022" y="93223"/>
                    <a:pt x="1236399" y="91600"/>
                  </a:cubicBezTo>
                  <a:cubicBezTo>
                    <a:pt x="1234776" y="91600"/>
                    <a:pt x="1236399" y="89978"/>
                    <a:pt x="1234776" y="89978"/>
                  </a:cubicBezTo>
                  <a:cubicBezTo>
                    <a:pt x="1231530" y="89978"/>
                    <a:pt x="1229906" y="88355"/>
                    <a:pt x="1229906" y="88355"/>
                  </a:cubicBezTo>
                  <a:cubicBezTo>
                    <a:pt x="1228283" y="89978"/>
                    <a:pt x="1226660" y="86732"/>
                    <a:pt x="1226660" y="86732"/>
                  </a:cubicBezTo>
                  <a:cubicBezTo>
                    <a:pt x="1225037" y="86732"/>
                    <a:pt x="1225037" y="89978"/>
                    <a:pt x="1220168" y="86732"/>
                  </a:cubicBezTo>
                  <a:cubicBezTo>
                    <a:pt x="1215299" y="85109"/>
                    <a:pt x="1215299" y="83486"/>
                    <a:pt x="1213676" y="83486"/>
                  </a:cubicBezTo>
                  <a:cubicBezTo>
                    <a:pt x="1213676" y="83486"/>
                    <a:pt x="1212052" y="81863"/>
                    <a:pt x="1212052" y="81863"/>
                  </a:cubicBezTo>
                  <a:cubicBezTo>
                    <a:pt x="1210429" y="80240"/>
                    <a:pt x="1210429" y="78618"/>
                    <a:pt x="1208806" y="78618"/>
                  </a:cubicBezTo>
                  <a:cubicBezTo>
                    <a:pt x="1208806" y="78618"/>
                    <a:pt x="1207183" y="76995"/>
                    <a:pt x="1205560" y="76995"/>
                  </a:cubicBezTo>
                  <a:cubicBezTo>
                    <a:pt x="1203937" y="76995"/>
                    <a:pt x="1205560" y="76995"/>
                    <a:pt x="1202314" y="75372"/>
                  </a:cubicBezTo>
                  <a:cubicBezTo>
                    <a:pt x="1200691" y="75372"/>
                    <a:pt x="1199068" y="73749"/>
                    <a:pt x="1200691" y="73749"/>
                  </a:cubicBezTo>
                  <a:cubicBezTo>
                    <a:pt x="1202314" y="73749"/>
                    <a:pt x="1202314" y="72126"/>
                    <a:pt x="1203937" y="72126"/>
                  </a:cubicBezTo>
                  <a:cubicBezTo>
                    <a:pt x="1205560" y="70503"/>
                    <a:pt x="1207183" y="68880"/>
                    <a:pt x="1208806" y="70503"/>
                  </a:cubicBezTo>
                  <a:cubicBezTo>
                    <a:pt x="1208806" y="70503"/>
                    <a:pt x="1210429" y="68880"/>
                    <a:pt x="1212052" y="68880"/>
                  </a:cubicBezTo>
                  <a:cubicBezTo>
                    <a:pt x="1215299" y="68880"/>
                    <a:pt x="1216922" y="67258"/>
                    <a:pt x="1218545" y="68880"/>
                  </a:cubicBezTo>
                  <a:cubicBezTo>
                    <a:pt x="1220168" y="68880"/>
                    <a:pt x="1221791" y="68880"/>
                    <a:pt x="1221791" y="68880"/>
                  </a:cubicBezTo>
                  <a:cubicBezTo>
                    <a:pt x="1223414" y="68880"/>
                    <a:pt x="1228283" y="67258"/>
                    <a:pt x="1229906" y="67258"/>
                  </a:cubicBezTo>
                  <a:cubicBezTo>
                    <a:pt x="1229906" y="67258"/>
                    <a:pt x="1233153" y="65635"/>
                    <a:pt x="1233153" y="67258"/>
                  </a:cubicBezTo>
                  <a:cubicBezTo>
                    <a:pt x="1233153" y="67258"/>
                    <a:pt x="1233153" y="67258"/>
                    <a:pt x="1233153" y="65635"/>
                  </a:cubicBezTo>
                  <a:cubicBezTo>
                    <a:pt x="1233153" y="65635"/>
                    <a:pt x="1233153" y="65635"/>
                    <a:pt x="1241268" y="65635"/>
                  </a:cubicBezTo>
                  <a:cubicBezTo>
                    <a:pt x="1241268" y="65635"/>
                    <a:pt x="1241268" y="65635"/>
                    <a:pt x="1242891" y="67258"/>
                  </a:cubicBezTo>
                  <a:cubicBezTo>
                    <a:pt x="1242891" y="67258"/>
                    <a:pt x="1242891" y="67258"/>
                    <a:pt x="1246137" y="67258"/>
                  </a:cubicBezTo>
                  <a:cubicBezTo>
                    <a:pt x="1246137" y="67258"/>
                    <a:pt x="1246137" y="67258"/>
                    <a:pt x="1247761" y="65635"/>
                  </a:cubicBezTo>
                  <a:cubicBezTo>
                    <a:pt x="1247761" y="65635"/>
                    <a:pt x="1247761" y="65635"/>
                    <a:pt x="1251007" y="65635"/>
                  </a:cubicBezTo>
                  <a:cubicBezTo>
                    <a:pt x="1251007" y="65635"/>
                    <a:pt x="1251007" y="62389"/>
                    <a:pt x="1252630" y="64012"/>
                  </a:cubicBezTo>
                  <a:cubicBezTo>
                    <a:pt x="1252630" y="67258"/>
                    <a:pt x="1254253" y="67258"/>
                    <a:pt x="1254253" y="67258"/>
                  </a:cubicBezTo>
                  <a:cubicBezTo>
                    <a:pt x="1254253" y="67258"/>
                    <a:pt x="1254253" y="67258"/>
                    <a:pt x="1257499" y="67258"/>
                  </a:cubicBezTo>
                  <a:cubicBezTo>
                    <a:pt x="1257499" y="67258"/>
                    <a:pt x="1257499" y="62389"/>
                    <a:pt x="1259122" y="62389"/>
                  </a:cubicBezTo>
                  <a:cubicBezTo>
                    <a:pt x="1259122" y="62389"/>
                    <a:pt x="1259122" y="62389"/>
                    <a:pt x="1260745" y="62389"/>
                  </a:cubicBezTo>
                  <a:cubicBezTo>
                    <a:pt x="1262368" y="62389"/>
                    <a:pt x="1265615" y="62389"/>
                    <a:pt x="1265615" y="62389"/>
                  </a:cubicBezTo>
                  <a:cubicBezTo>
                    <a:pt x="1267238" y="62389"/>
                    <a:pt x="1268861" y="59143"/>
                    <a:pt x="1268861" y="59143"/>
                  </a:cubicBezTo>
                  <a:cubicBezTo>
                    <a:pt x="1268861" y="59143"/>
                    <a:pt x="1268861" y="59143"/>
                    <a:pt x="1272107" y="57521"/>
                  </a:cubicBezTo>
                  <a:cubicBezTo>
                    <a:pt x="1273730" y="57521"/>
                    <a:pt x="1275353" y="55898"/>
                    <a:pt x="1276976" y="57521"/>
                  </a:cubicBezTo>
                  <a:cubicBezTo>
                    <a:pt x="1276976" y="57521"/>
                    <a:pt x="1280222" y="55898"/>
                    <a:pt x="1280222" y="55898"/>
                  </a:cubicBezTo>
                  <a:cubicBezTo>
                    <a:pt x="1280222" y="55898"/>
                    <a:pt x="1280222" y="55898"/>
                    <a:pt x="1281846" y="54275"/>
                  </a:cubicBezTo>
                  <a:cubicBezTo>
                    <a:pt x="1281846" y="54275"/>
                    <a:pt x="1285092" y="54275"/>
                    <a:pt x="1285092" y="55898"/>
                  </a:cubicBezTo>
                  <a:cubicBezTo>
                    <a:pt x="1286715" y="55898"/>
                    <a:pt x="1293207" y="57521"/>
                    <a:pt x="1293207" y="59143"/>
                  </a:cubicBezTo>
                  <a:cubicBezTo>
                    <a:pt x="1293207" y="60766"/>
                    <a:pt x="1293207" y="59143"/>
                    <a:pt x="1293207" y="60766"/>
                  </a:cubicBezTo>
                  <a:cubicBezTo>
                    <a:pt x="1294830" y="62389"/>
                    <a:pt x="1301323" y="64012"/>
                    <a:pt x="1301323" y="64012"/>
                  </a:cubicBezTo>
                  <a:cubicBezTo>
                    <a:pt x="1301323" y="64012"/>
                    <a:pt x="1302946" y="65635"/>
                    <a:pt x="1302946" y="68880"/>
                  </a:cubicBezTo>
                  <a:cubicBezTo>
                    <a:pt x="1302946" y="70503"/>
                    <a:pt x="1302946" y="72126"/>
                    <a:pt x="1302946" y="73749"/>
                  </a:cubicBezTo>
                  <a:cubicBezTo>
                    <a:pt x="1302946" y="73749"/>
                    <a:pt x="1302946" y="81863"/>
                    <a:pt x="1302946" y="81863"/>
                  </a:cubicBezTo>
                  <a:cubicBezTo>
                    <a:pt x="1301323" y="81863"/>
                    <a:pt x="1299700" y="83486"/>
                    <a:pt x="1299700" y="85109"/>
                  </a:cubicBezTo>
                  <a:cubicBezTo>
                    <a:pt x="1298076" y="86732"/>
                    <a:pt x="1299700" y="89978"/>
                    <a:pt x="1299700" y="89978"/>
                  </a:cubicBezTo>
                  <a:cubicBezTo>
                    <a:pt x="1299700" y="89978"/>
                    <a:pt x="1299700" y="89978"/>
                    <a:pt x="1301323" y="91600"/>
                  </a:cubicBezTo>
                  <a:cubicBezTo>
                    <a:pt x="1301323" y="91600"/>
                    <a:pt x="1302946" y="91600"/>
                    <a:pt x="1302946" y="91600"/>
                  </a:cubicBezTo>
                  <a:cubicBezTo>
                    <a:pt x="1302946" y="89978"/>
                    <a:pt x="1304569" y="89978"/>
                    <a:pt x="1304569" y="88355"/>
                  </a:cubicBezTo>
                  <a:cubicBezTo>
                    <a:pt x="1304569" y="88355"/>
                    <a:pt x="1304569" y="85109"/>
                    <a:pt x="1306192" y="85109"/>
                  </a:cubicBezTo>
                  <a:cubicBezTo>
                    <a:pt x="1306192" y="85109"/>
                    <a:pt x="1306192" y="85109"/>
                    <a:pt x="1307815" y="81863"/>
                  </a:cubicBezTo>
                  <a:cubicBezTo>
                    <a:pt x="1309438" y="81863"/>
                    <a:pt x="1309438" y="81863"/>
                    <a:pt x="1311061" y="81863"/>
                  </a:cubicBezTo>
                  <a:cubicBezTo>
                    <a:pt x="1312684" y="80240"/>
                    <a:pt x="1312684" y="80240"/>
                    <a:pt x="1314307" y="78618"/>
                  </a:cubicBezTo>
                  <a:cubicBezTo>
                    <a:pt x="1314307" y="76995"/>
                    <a:pt x="1314307" y="76995"/>
                    <a:pt x="1314307" y="73749"/>
                  </a:cubicBezTo>
                  <a:cubicBezTo>
                    <a:pt x="1314307" y="72126"/>
                    <a:pt x="1312684" y="70503"/>
                    <a:pt x="1312684" y="70503"/>
                  </a:cubicBezTo>
                  <a:cubicBezTo>
                    <a:pt x="1312684" y="70503"/>
                    <a:pt x="1311061" y="67258"/>
                    <a:pt x="1309438" y="67258"/>
                  </a:cubicBezTo>
                  <a:cubicBezTo>
                    <a:pt x="1309438" y="67258"/>
                    <a:pt x="1307815" y="64012"/>
                    <a:pt x="1307815" y="64012"/>
                  </a:cubicBezTo>
                  <a:cubicBezTo>
                    <a:pt x="1309438" y="64012"/>
                    <a:pt x="1309438" y="62389"/>
                    <a:pt x="1309438" y="60766"/>
                  </a:cubicBezTo>
                  <a:cubicBezTo>
                    <a:pt x="1309438" y="60766"/>
                    <a:pt x="1311061" y="59143"/>
                    <a:pt x="1312684" y="59143"/>
                  </a:cubicBezTo>
                  <a:cubicBezTo>
                    <a:pt x="1314307" y="59143"/>
                    <a:pt x="1317554" y="60766"/>
                    <a:pt x="1319177" y="60766"/>
                  </a:cubicBezTo>
                  <a:cubicBezTo>
                    <a:pt x="1319177" y="62389"/>
                    <a:pt x="1330539" y="65635"/>
                    <a:pt x="1330539" y="65635"/>
                  </a:cubicBezTo>
                  <a:cubicBezTo>
                    <a:pt x="1332162" y="65635"/>
                    <a:pt x="1335408" y="67258"/>
                    <a:pt x="1337031" y="67258"/>
                  </a:cubicBezTo>
                  <a:cubicBezTo>
                    <a:pt x="1337031" y="67258"/>
                    <a:pt x="1337031" y="65635"/>
                    <a:pt x="1338654" y="67258"/>
                  </a:cubicBezTo>
                  <a:cubicBezTo>
                    <a:pt x="1340277" y="68880"/>
                    <a:pt x="1341900" y="70503"/>
                    <a:pt x="1341900" y="70503"/>
                  </a:cubicBezTo>
                  <a:cubicBezTo>
                    <a:pt x="1341900" y="70503"/>
                    <a:pt x="1341900" y="68880"/>
                    <a:pt x="1343524" y="70503"/>
                  </a:cubicBezTo>
                  <a:cubicBezTo>
                    <a:pt x="1345147" y="73749"/>
                    <a:pt x="1345147" y="72126"/>
                    <a:pt x="1345147" y="73749"/>
                  </a:cubicBezTo>
                  <a:cubicBezTo>
                    <a:pt x="1346770" y="75372"/>
                    <a:pt x="1348393" y="76995"/>
                    <a:pt x="1348393" y="76995"/>
                  </a:cubicBezTo>
                  <a:cubicBezTo>
                    <a:pt x="1348393" y="76995"/>
                    <a:pt x="1348393" y="76995"/>
                    <a:pt x="1348393" y="78618"/>
                  </a:cubicBezTo>
                  <a:cubicBezTo>
                    <a:pt x="1348393" y="78618"/>
                    <a:pt x="1348393" y="80240"/>
                    <a:pt x="1350016" y="80240"/>
                  </a:cubicBezTo>
                  <a:cubicBezTo>
                    <a:pt x="1350016" y="80240"/>
                    <a:pt x="1350016" y="80240"/>
                    <a:pt x="1353262" y="78618"/>
                  </a:cubicBezTo>
                  <a:cubicBezTo>
                    <a:pt x="1353262" y="78618"/>
                    <a:pt x="1353262" y="78618"/>
                    <a:pt x="1353262" y="76995"/>
                  </a:cubicBezTo>
                  <a:cubicBezTo>
                    <a:pt x="1353262" y="76995"/>
                    <a:pt x="1353262" y="76995"/>
                    <a:pt x="1354885" y="75372"/>
                  </a:cubicBezTo>
                  <a:cubicBezTo>
                    <a:pt x="1354885" y="75372"/>
                    <a:pt x="1354885" y="75372"/>
                    <a:pt x="1356508" y="76995"/>
                  </a:cubicBezTo>
                  <a:cubicBezTo>
                    <a:pt x="1356508" y="76995"/>
                    <a:pt x="1356508" y="76995"/>
                    <a:pt x="1361378" y="76995"/>
                  </a:cubicBezTo>
                  <a:cubicBezTo>
                    <a:pt x="1361378" y="76995"/>
                    <a:pt x="1361378" y="76995"/>
                    <a:pt x="1363001" y="76995"/>
                  </a:cubicBezTo>
                  <a:cubicBezTo>
                    <a:pt x="1363001" y="76995"/>
                    <a:pt x="1364624" y="76995"/>
                    <a:pt x="1364624" y="76995"/>
                  </a:cubicBezTo>
                  <a:cubicBezTo>
                    <a:pt x="1366247" y="76995"/>
                    <a:pt x="1366247" y="78618"/>
                    <a:pt x="1367870" y="78618"/>
                  </a:cubicBezTo>
                  <a:cubicBezTo>
                    <a:pt x="1367870" y="76995"/>
                    <a:pt x="1369493" y="76995"/>
                    <a:pt x="1369493" y="76995"/>
                  </a:cubicBezTo>
                  <a:cubicBezTo>
                    <a:pt x="1369493" y="76995"/>
                    <a:pt x="1369493" y="76995"/>
                    <a:pt x="1367870" y="75372"/>
                  </a:cubicBezTo>
                  <a:cubicBezTo>
                    <a:pt x="1367870" y="75372"/>
                    <a:pt x="1367870" y="75372"/>
                    <a:pt x="1364624" y="73749"/>
                  </a:cubicBezTo>
                  <a:cubicBezTo>
                    <a:pt x="1364624" y="73749"/>
                    <a:pt x="1364624" y="73749"/>
                    <a:pt x="1363001" y="73749"/>
                  </a:cubicBezTo>
                  <a:cubicBezTo>
                    <a:pt x="1363001" y="72126"/>
                    <a:pt x="1363001" y="72126"/>
                    <a:pt x="1361378" y="72126"/>
                  </a:cubicBezTo>
                  <a:cubicBezTo>
                    <a:pt x="1361378" y="70503"/>
                    <a:pt x="1359754" y="68880"/>
                    <a:pt x="1359754" y="68880"/>
                  </a:cubicBezTo>
                  <a:cubicBezTo>
                    <a:pt x="1358131" y="68880"/>
                    <a:pt x="1358131" y="67258"/>
                    <a:pt x="1356508" y="67258"/>
                  </a:cubicBezTo>
                  <a:cubicBezTo>
                    <a:pt x="1356508" y="65635"/>
                    <a:pt x="1353262" y="65635"/>
                    <a:pt x="1353262" y="64012"/>
                  </a:cubicBezTo>
                  <a:cubicBezTo>
                    <a:pt x="1353262" y="64012"/>
                    <a:pt x="1351639" y="60766"/>
                    <a:pt x="1351639" y="60766"/>
                  </a:cubicBezTo>
                  <a:cubicBezTo>
                    <a:pt x="1351639" y="60766"/>
                    <a:pt x="1351639" y="60766"/>
                    <a:pt x="1351639" y="57521"/>
                  </a:cubicBezTo>
                  <a:cubicBezTo>
                    <a:pt x="1351639" y="57521"/>
                    <a:pt x="1351639" y="54275"/>
                    <a:pt x="1351639" y="54275"/>
                  </a:cubicBezTo>
                  <a:cubicBezTo>
                    <a:pt x="1351639" y="52652"/>
                    <a:pt x="1353262" y="51029"/>
                    <a:pt x="1353262" y="51029"/>
                  </a:cubicBezTo>
                  <a:cubicBezTo>
                    <a:pt x="1353262" y="51029"/>
                    <a:pt x="1358131" y="49406"/>
                    <a:pt x="1359754" y="51029"/>
                  </a:cubicBezTo>
                  <a:cubicBezTo>
                    <a:pt x="1363001" y="51029"/>
                    <a:pt x="1363001" y="49406"/>
                    <a:pt x="1364624" y="49406"/>
                  </a:cubicBezTo>
                  <a:cubicBezTo>
                    <a:pt x="1366247" y="51029"/>
                    <a:pt x="1366247" y="51029"/>
                    <a:pt x="1367870" y="51029"/>
                  </a:cubicBezTo>
                  <a:cubicBezTo>
                    <a:pt x="1367870" y="51029"/>
                    <a:pt x="1371116" y="51029"/>
                    <a:pt x="1371116" y="51029"/>
                  </a:cubicBezTo>
                  <a:cubicBezTo>
                    <a:pt x="1371116" y="51029"/>
                    <a:pt x="1369493" y="51029"/>
                    <a:pt x="1372739" y="51029"/>
                  </a:cubicBezTo>
                  <a:cubicBezTo>
                    <a:pt x="1377609" y="51029"/>
                    <a:pt x="1377609" y="51029"/>
                    <a:pt x="1377609" y="51029"/>
                  </a:cubicBezTo>
                  <a:cubicBezTo>
                    <a:pt x="1379232" y="51029"/>
                    <a:pt x="1379232" y="51029"/>
                    <a:pt x="1379232" y="51029"/>
                  </a:cubicBezTo>
                  <a:cubicBezTo>
                    <a:pt x="1380855" y="51029"/>
                    <a:pt x="1380855" y="51029"/>
                    <a:pt x="1382478" y="51029"/>
                  </a:cubicBezTo>
                  <a:cubicBezTo>
                    <a:pt x="1382478" y="52652"/>
                    <a:pt x="1382478" y="51029"/>
                    <a:pt x="1384101" y="52652"/>
                  </a:cubicBezTo>
                  <a:cubicBezTo>
                    <a:pt x="1384101" y="54275"/>
                    <a:pt x="1382478" y="54275"/>
                    <a:pt x="1384101" y="55898"/>
                  </a:cubicBezTo>
                  <a:cubicBezTo>
                    <a:pt x="1385724" y="55898"/>
                    <a:pt x="1387347" y="55898"/>
                    <a:pt x="1387347" y="55898"/>
                  </a:cubicBezTo>
                  <a:cubicBezTo>
                    <a:pt x="1387347" y="55898"/>
                    <a:pt x="1387347" y="55898"/>
                    <a:pt x="1388970" y="55898"/>
                  </a:cubicBezTo>
                  <a:cubicBezTo>
                    <a:pt x="1388970" y="55898"/>
                    <a:pt x="1390593" y="55898"/>
                    <a:pt x="1390593" y="57521"/>
                  </a:cubicBezTo>
                  <a:cubicBezTo>
                    <a:pt x="1390593" y="57521"/>
                    <a:pt x="1390593" y="57521"/>
                    <a:pt x="1392216" y="57521"/>
                  </a:cubicBezTo>
                  <a:cubicBezTo>
                    <a:pt x="1393839" y="59143"/>
                    <a:pt x="1393839" y="59143"/>
                    <a:pt x="1393839" y="59143"/>
                  </a:cubicBezTo>
                  <a:cubicBezTo>
                    <a:pt x="1395463" y="59143"/>
                    <a:pt x="1397086" y="59143"/>
                    <a:pt x="1398709" y="59143"/>
                  </a:cubicBezTo>
                  <a:cubicBezTo>
                    <a:pt x="1398709" y="59143"/>
                    <a:pt x="1406824" y="64012"/>
                    <a:pt x="1406824" y="64012"/>
                  </a:cubicBezTo>
                  <a:cubicBezTo>
                    <a:pt x="1408447" y="64012"/>
                    <a:pt x="1410070" y="64012"/>
                    <a:pt x="1410070" y="64012"/>
                  </a:cubicBezTo>
                  <a:cubicBezTo>
                    <a:pt x="1411694" y="65635"/>
                    <a:pt x="1413317" y="64012"/>
                    <a:pt x="1413317" y="64012"/>
                  </a:cubicBezTo>
                  <a:cubicBezTo>
                    <a:pt x="1414940" y="65635"/>
                    <a:pt x="1413317" y="64012"/>
                    <a:pt x="1414940" y="64012"/>
                  </a:cubicBezTo>
                  <a:cubicBezTo>
                    <a:pt x="1416563" y="65635"/>
                    <a:pt x="1418186" y="67258"/>
                    <a:pt x="1418186" y="67258"/>
                  </a:cubicBezTo>
                  <a:cubicBezTo>
                    <a:pt x="1418186" y="67258"/>
                    <a:pt x="1418186" y="67258"/>
                    <a:pt x="1421432" y="67258"/>
                  </a:cubicBezTo>
                  <a:cubicBezTo>
                    <a:pt x="1421432" y="67258"/>
                    <a:pt x="1421432" y="67258"/>
                    <a:pt x="1424678" y="67258"/>
                  </a:cubicBezTo>
                  <a:cubicBezTo>
                    <a:pt x="1426301" y="68880"/>
                    <a:pt x="1427924" y="68880"/>
                    <a:pt x="1429548" y="68880"/>
                  </a:cubicBezTo>
                  <a:cubicBezTo>
                    <a:pt x="1431171" y="70503"/>
                    <a:pt x="1432794" y="70503"/>
                    <a:pt x="1432794" y="70503"/>
                  </a:cubicBezTo>
                  <a:cubicBezTo>
                    <a:pt x="1432794" y="70503"/>
                    <a:pt x="1432794" y="70503"/>
                    <a:pt x="1437663" y="73749"/>
                  </a:cubicBezTo>
                  <a:cubicBezTo>
                    <a:pt x="1437663" y="73749"/>
                    <a:pt x="1437663" y="73749"/>
                    <a:pt x="1442532" y="75372"/>
                  </a:cubicBezTo>
                  <a:cubicBezTo>
                    <a:pt x="1442532" y="75372"/>
                    <a:pt x="1442532" y="75372"/>
                    <a:pt x="1445778" y="76995"/>
                  </a:cubicBezTo>
                  <a:cubicBezTo>
                    <a:pt x="1445778" y="76995"/>
                    <a:pt x="1445778" y="76995"/>
                    <a:pt x="1447402" y="78618"/>
                  </a:cubicBezTo>
                  <a:cubicBezTo>
                    <a:pt x="1447402" y="78618"/>
                    <a:pt x="1447402" y="78618"/>
                    <a:pt x="1450648" y="80240"/>
                  </a:cubicBezTo>
                  <a:cubicBezTo>
                    <a:pt x="1450648" y="80240"/>
                    <a:pt x="1450648" y="80240"/>
                    <a:pt x="1453894" y="81863"/>
                  </a:cubicBezTo>
                  <a:cubicBezTo>
                    <a:pt x="1453894" y="81863"/>
                    <a:pt x="1453894" y="81863"/>
                    <a:pt x="1457140" y="81863"/>
                  </a:cubicBezTo>
                  <a:cubicBezTo>
                    <a:pt x="1457140" y="81863"/>
                    <a:pt x="1460386" y="81863"/>
                    <a:pt x="1460386" y="81863"/>
                  </a:cubicBezTo>
                  <a:cubicBezTo>
                    <a:pt x="1462009" y="81863"/>
                    <a:pt x="1463633" y="81863"/>
                    <a:pt x="1463633" y="81863"/>
                  </a:cubicBezTo>
                  <a:cubicBezTo>
                    <a:pt x="1463633" y="81863"/>
                    <a:pt x="1463633" y="81863"/>
                    <a:pt x="1463633" y="80240"/>
                  </a:cubicBezTo>
                  <a:cubicBezTo>
                    <a:pt x="1463633" y="80240"/>
                    <a:pt x="1460386" y="78618"/>
                    <a:pt x="1460386" y="76995"/>
                  </a:cubicBezTo>
                  <a:cubicBezTo>
                    <a:pt x="1460386" y="76995"/>
                    <a:pt x="1458763" y="75372"/>
                    <a:pt x="1458763" y="75372"/>
                  </a:cubicBezTo>
                  <a:cubicBezTo>
                    <a:pt x="1458763" y="75372"/>
                    <a:pt x="1457140" y="73749"/>
                    <a:pt x="1453894" y="72126"/>
                  </a:cubicBezTo>
                  <a:cubicBezTo>
                    <a:pt x="1452271" y="70503"/>
                    <a:pt x="1450648" y="70503"/>
                    <a:pt x="1450648" y="68880"/>
                  </a:cubicBezTo>
                  <a:cubicBezTo>
                    <a:pt x="1449025" y="68880"/>
                    <a:pt x="1450648" y="68880"/>
                    <a:pt x="1449025" y="67258"/>
                  </a:cubicBezTo>
                  <a:cubicBezTo>
                    <a:pt x="1447402" y="65635"/>
                    <a:pt x="1447402" y="64012"/>
                    <a:pt x="1445778" y="64012"/>
                  </a:cubicBezTo>
                  <a:cubicBezTo>
                    <a:pt x="1444155" y="65635"/>
                    <a:pt x="1442532" y="64012"/>
                    <a:pt x="1442532" y="64012"/>
                  </a:cubicBezTo>
                  <a:cubicBezTo>
                    <a:pt x="1440909" y="64012"/>
                    <a:pt x="1442532" y="64012"/>
                    <a:pt x="1439286" y="62389"/>
                  </a:cubicBezTo>
                  <a:cubicBezTo>
                    <a:pt x="1437663" y="62389"/>
                    <a:pt x="1437663" y="62389"/>
                    <a:pt x="1436040" y="62389"/>
                  </a:cubicBezTo>
                  <a:cubicBezTo>
                    <a:pt x="1434417" y="60766"/>
                    <a:pt x="1431171" y="59143"/>
                    <a:pt x="1431171" y="59143"/>
                  </a:cubicBezTo>
                  <a:cubicBezTo>
                    <a:pt x="1431171" y="60766"/>
                    <a:pt x="1431171" y="60766"/>
                    <a:pt x="1429548" y="60766"/>
                  </a:cubicBezTo>
                  <a:cubicBezTo>
                    <a:pt x="1426301" y="59143"/>
                    <a:pt x="1426301" y="59143"/>
                    <a:pt x="1424678" y="59143"/>
                  </a:cubicBezTo>
                  <a:cubicBezTo>
                    <a:pt x="1423055" y="59143"/>
                    <a:pt x="1423055" y="57521"/>
                    <a:pt x="1421432" y="57521"/>
                  </a:cubicBezTo>
                  <a:cubicBezTo>
                    <a:pt x="1421432" y="57521"/>
                    <a:pt x="1419809" y="55898"/>
                    <a:pt x="1418186" y="54275"/>
                  </a:cubicBezTo>
                  <a:cubicBezTo>
                    <a:pt x="1418186" y="54275"/>
                    <a:pt x="1416563" y="52652"/>
                    <a:pt x="1414940" y="52652"/>
                  </a:cubicBezTo>
                  <a:cubicBezTo>
                    <a:pt x="1414940" y="51029"/>
                    <a:pt x="1413317" y="51029"/>
                    <a:pt x="1413317" y="51029"/>
                  </a:cubicBezTo>
                  <a:cubicBezTo>
                    <a:pt x="1411694" y="51029"/>
                    <a:pt x="1411694" y="49406"/>
                    <a:pt x="1410070" y="47783"/>
                  </a:cubicBezTo>
                  <a:cubicBezTo>
                    <a:pt x="1410070" y="47783"/>
                    <a:pt x="1410070" y="46161"/>
                    <a:pt x="1410070" y="46161"/>
                  </a:cubicBezTo>
                  <a:cubicBezTo>
                    <a:pt x="1410070" y="46161"/>
                    <a:pt x="1408447" y="46161"/>
                    <a:pt x="1413317" y="46161"/>
                  </a:cubicBezTo>
                  <a:cubicBezTo>
                    <a:pt x="1418186" y="46161"/>
                    <a:pt x="1419809" y="44538"/>
                    <a:pt x="1421432" y="44538"/>
                  </a:cubicBezTo>
                  <a:cubicBezTo>
                    <a:pt x="1421432" y="44538"/>
                    <a:pt x="1423055" y="44538"/>
                    <a:pt x="1423055" y="44538"/>
                  </a:cubicBezTo>
                  <a:cubicBezTo>
                    <a:pt x="1424678" y="44538"/>
                    <a:pt x="1426301" y="42915"/>
                    <a:pt x="1427924" y="42915"/>
                  </a:cubicBezTo>
                  <a:cubicBezTo>
                    <a:pt x="1429548" y="42915"/>
                    <a:pt x="1424678" y="42915"/>
                    <a:pt x="1431171" y="44538"/>
                  </a:cubicBezTo>
                  <a:cubicBezTo>
                    <a:pt x="1437663" y="44538"/>
                    <a:pt x="1437663" y="42915"/>
                    <a:pt x="1439286" y="44538"/>
                  </a:cubicBezTo>
                  <a:cubicBezTo>
                    <a:pt x="1439286" y="44538"/>
                    <a:pt x="1439286" y="42915"/>
                    <a:pt x="1440909" y="44538"/>
                  </a:cubicBezTo>
                  <a:cubicBezTo>
                    <a:pt x="1444155" y="47783"/>
                    <a:pt x="1445778" y="47783"/>
                    <a:pt x="1445778" y="47783"/>
                  </a:cubicBezTo>
                  <a:cubicBezTo>
                    <a:pt x="1447402" y="47783"/>
                    <a:pt x="1449025" y="49406"/>
                    <a:pt x="1450648" y="49406"/>
                  </a:cubicBezTo>
                  <a:cubicBezTo>
                    <a:pt x="1450648" y="49406"/>
                    <a:pt x="1462009" y="52652"/>
                    <a:pt x="1462009" y="52652"/>
                  </a:cubicBezTo>
                  <a:cubicBezTo>
                    <a:pt x="1463633" y="52652"/>
                    <a:pt x="1463633" y="51029"/>
                    <a:pt x="1465256" y="54275"/>
                  </a:cubicBezTo>
                  <a:cubicBezTo>
                    <a:pt x="1468502" y="57521"/>
                    <a:pt x="1465256" y="55898"/>
                    <a:pt x="1470125" y="57521"/>
                  </a:cubicBezTo>
                  <a:cubicBezTo>
                    <a:pt x="1474994" y="59143"/>
                    <a:pt x="1476617" y="59143"/>
                    <a:pt x="1476617" y="59143"/>
                  </a:cubicBezTo>
                  <a:cubicBezTo>
                    <a:pt x="1478240" y="59143"/>
                    <a:pt x="1479863" y="59143"/>
                    <a:pt x="1479863" y="59143"/>
                  </a:cubicBezTo>
                  <a:cubicBezTo>
                    <a:pt x="1479863" y="59143"/>
                    <a:pt x="1479863" y="57521"/>
                    <a:pt x="1478240" y="57521"/>
                  </a:cubicBezTo>
                  <a:cubicBezTo>
                    <a:pt x="1476617" y="57521"/>
                    <a:pt x="1474994" y="54275"/>
                    <a:pt x="1474994" y="54275"/>
                  </a:cubicBezTo>
                  <a:cubicBezTo>
                    <a:pt x="1473371" y="54275"/>
                    <a:pt x="1471748" y="54275"/>
                    <a:pt x="1470125" y="54275"/>
                  </a:cubicBezTo>
                  <a:cubicBezTo>
                    <a:pt x="1470125" y="54275"/>
                    <a:pt x="1468502" y="54275"/>
                    <a:pt x="1468502" y="54275"/>
                  </a:cubicBezTo>
                  <a:cubicBezTo>
                    <a:pt x="1466879" y="52652"/>
                    <a:pt x="1466879" y="51029"/>
                    <a:pt x="1466879" y="51029"/>
                  </a:cubicBezTo>
                  <a:cubicBezTo>
                    <a:pt x="1465256" y="51029"/>
                    <a:pt x="1463633" y="49406"/>
                    <a:pt x="1462009" y="49406"/>
                  </a:cubicBezTo>
                  <a:cubicBezTo>
                    <a:pt x="1462009" y="49406"/>
                    <a:pt x="1462009" y="49406"/>
                    <a:pt x="1460386" y="49406"/>
                  </a:cubicBezTo>
                  <a:cubicBezTo>
                    <a:pt x="1460386" y="49406"/>
                    <a:pt x="1460386" y="49406"/>
                    <a:pt x="1457140" y="46161"/>
                  </a:cubicBezTo>
                  <a:cubicBezTo>
                    <a:pt x="1455517" y="46161"/>
                    <a:pt x="1453894" y="46161"/>
                    <a:pt x="1452271" y="46161"/>
                  </a:cubicBezTo>
                  <a:cubicBezTo>
                    <a:pt x="1452271" y="44538"/>
                    <a:pt x="1450648" y="44538"/>
                    <a:pt x="1449025" y="42915"/>
                  </a:cubicBezTo>
                  <a:cubicBezTo>
                    <a:pt x="1449025" y="42915"/>
                    <a:pt x="1447402" y="41292"/>
                    <a:pt x="1447402" y="41292"/>
                  </a:cubicBezTo>
                  <a:cubicBezTo>
                    <a:pt x="1449025" y="41292"/>
                    <a:pt x="1452271" y="41292"/>
                    <a:pt x="1453894" y="39669"/>
                  </a:cubicBezTo>
                  <a:cubicBezTo>
                    <a:pt x="1455517" y="39669"/>
                    <a:pt x="1455517" y="41292"/>
                    <a:pt x="1457140" y="39669"/>
                  </a:cubicBezTo>
                  <a:cubicBezTo>
                    <a:pt x="1460386" y="39669"/>
                    <a:pt x="1463633" y="39669"/>
                    <a:pt x="1463633" y="39669"/>
                  </a:cubicBezTo>
                  <a:cubicBezTo>
                    <a:pt x="1463633" y="39669"/>
                    <a:pt x="1463633" y="38046"/>
                    <a:pt x="1462009" y="38046"/>
                  </a:cubicBezTo>
                  <a:cubicBezTo>
                    <a:pt x="1462009" y="36423"/>
                    <a:pt x="1455517" y="36423"/>
                    <a:pt x="1455517" y="36423"/>
                  </a:cubicBezTo>
                  <a:cubicBezTo>
                    <a:pt x="1453894" y="36423"/>
                    <a:pt x="1453894" y="36423"/>
                    <a:pt x="1450648" y="36423"/>
                  </a:cubicBezTo>
                  <a:cubicBezTo>
                    <a:pt x="1449025" y="36423"/>
                    <a:pt x="1440909" y="36423"/>
                    <a:pt x="1439286" y="36423"/>
                  </a:cubicBezTo>
                  <a:cubicBezTo>
                    <a:pt x="1439286" y="36423"/>
                    <a:pt x="1436040" y="34801"/>
                    <a:pt x="1436040" y="36423"/>
                  </a:cubicBezTo>
                  <a:cubicBezTo>
                    <a:pt x="1434417" y="36423"/>
                    <a:pt x="1432794" y="33178"/>
                    <a:pt x="1431171" y="33178"/>
                  </a:cubicBezTo>
                  <a:cubicBezTo>
                    <a:pt x="1429548" y="33178"/>
                    <a:pt x="1427924" y="33178"/>
                    <a:pt x="1427924" y="31555"/>
                  </a:cubicBezTo>
                  <a:cubicBezTo>
                    <a:pt x="1427924" y="29932"/>
                    <a:pt x="1427924" y="28309"/>
                    <a:pt x="1427924" y="28309"/>
                  </a:cubicBezTo>
                  <a:cubicBezTo>
                    <a:pt x="1429548" y="26686"/>
                    <a:pt x="1427924" y="26686"/>
                    <a:pt x="1431171" y="25064"/>
                  </a:cubicBezTo>
                  <a:cubicBezTo>
                    <a:pt x="1434417" y="25064"/>
                    <a:pt x="1434417" y="25064"/>
                    <a:pt x="1437663" y="25064"/>
                  </a:cubicBezTo>
                  <a:cubicBezTo>
                    <a:pt x="1440909" y="25064"/>
                    <a:pt x="1442532" y="26686"/>
                    <a:pt x="1442532" y="28309"/>
                  </a:cubicBezTo>
                  <a:cubicBezTo>
                    <a:pt x="1442532" y="28309"/>
                    <a:pt x="1444155" y="28309"/>
                    <a:pt x="1445778" y="28309"/>
                  </a:cubicBezTo>
                  <a:cubicBezTo>
                    <a:pt x="1447402" y="29932"/>
                    <a:pt x="1447402" y="29932"/>
                    <a:pt x="1449025" y="31555"/>
                  </a:cubicBezTo>
                  <a:cubicBezTo>
                    <a:pt x="1449025" y="31555"/>
                    <a:pt x="1450648" y="29932"/>
                    <a:pt x="1450648" y="31555"/>
                  </a:cubicBezTo>
                  <a:cubicBezTo>
                    <a:pt x="1450648" y="33178"/>
                    <a:pt x="1452271" y="28309"/>
                    <a:pt x="1452271" y="28309"/>
                  </a:cubicBezTo>
                  <a:cubicBezTo>
                    <a:pt x="1452271" y="28309"/>
                    <a:pt x="1450648" y="26686"/>
                    <a:pt x="1450648" y="25064"/>
                  </a:cubicBezTo>
                  <a:cubicBezTo>
                    <a:pt x="1449025" y="25064"/>
                    <a:pt x="1447402" y="23441"/>
                    <a:pt x="1449025" y="23441"/>
                  </a:cubicBezTo>
                  <a:cubicBezTo>
                    <a:pt x="1449025" y="23441"/>
                    <a:pt x="1457140" y="23441"/>
                    <a:pt x="1457140" y="23441"/>
                  </a:cubicBezTo>
                  <a:cubicBezTo>
                    <a:pt x="1457140" y="23441"/>
                    <a:pt x="1455517" y="23441"/>
                    <a:pt x="1458763" y="23441"/>
                  </a:cubicBezTo>
                  <a:cubicBezTo>
                    <a:pt x="1462009" y="23441"/>
                    <a:pt x="1470125" y="23441"/>
                    <a:pt x="1470125" y="23441"/>
                  </a:cubicBezTo>
                  <a:cubicBezTo>
                    <a:pt x="1470125" y="23441"/>
                    <a:pt x="1470125" y="23441"/>
                    <a:pt x="1473371" y="23441"/>
                  </a:cubicBezTo>
                  <a:cubicBezTo>
                    <a:pt x="1473371" y="23441"/>
                    <a:pt x="1473371" y="23441"/>
                    <a:pt x="1478240" y="21818"/>
                  </a:cubicBezTo>
                  <a:cubicBezTo>
                    <a:pt x="1478240" y="21818"/>
                    <a:pt x="1479863" y="21818"/>
                    <a:pt x="1479863" y="21818"/>
                  </a:cubicBezTo>
                  <a:cubicBezTo>
                    <a:pt x="1481487" y="23441"/>
                    <a:pt x="1484733" y="23441"/>
                    <a:pt x="1484733" y="21818"/>
                  </a:cubicBezTo>
                  <a:cubicBezTo>
                    <a:pt x="1486356" y="21818"/>
                    <a:pt x="1486356" y="21818"/>
                    <a:pt x="1487979" y="21818"/>
                  </a:cubicBezTo>
                  <a:cubicBezTo>
                    <a:pt x="1487979" y="21818"/>
                    <a:pt x="1489602" y="20195"/>
                    <a:pt x="1489602" y="20195"/>
                  </a:cubicBezTo>
                  <a:cubicBezTo>
                    <a:pt x="1491225" y="20195"/>
                    <a:pt x="1491225" y="18572"/>
                    <a:pt x="1491225" y="18572"/>
                  </a:cubicBezTo>
                  <a:cubicBezTo>
                    <a:pt x="1492848" y="18572"/>
                    <a:pt x="1494471" y="18572"/>
                    <a:pt x="1496094" y="18572"/>
                  </a:cubicBezTo>
                  <a:cubicBezTo>
                    <a:pt x="1496094" y="18572"/>
                    <a:pt x="1496094" y="16949"/>
                    <a:pt x="1499341" y="16949"/>
                  </a:cubicBezTo>
                  <a:cubicBezTo>
                    <a:pt x="1500964" y="16949"/>
                    <a:pt x="1512325" y="21818"/>
                    <a:pt x="1512325" y="21818"/>
                  </a:cubicBezTo>
                  <a:cubicBezTo>
                    <a:pt x="1513948" y="21818"/>
                    <a:pt x="1517195" y="21818"/>
                    <a:pt x="1517195" y="23441"/>
                  </a:cubicBezTo>
                  <a:cubicBezTo>
                    <a:pt x="1518818" y="23441"/>
                    <a:pt x="1518818" y="23441"/>
                    <a:pt x="1520441" y="25064"/>
                  </a:cubicBezTo>
                  <a:cubicBezTo>
                    <a:pt x="1520441" y="25064"/>
                    <a:pt x="1523687" y="26686"/>
                    <a:pt x="1525310" y="26686"/>
                  </a:cubicBezTo>
                  <a:cubicBezTo>
                    <a:pt x="1525310" y="26686"/>
                    <a:pt x="1530179" y="26686"/>
                    <a:pt x="1530179" y="26686"/>
                  </a:cubicBezTo>
                  <a:cubicBezTo>
                    <a:pt x="1530179" y="26686"/>
                    <a:pt x="1530179" y="26686"/>
                    <a:pt x="1533426" y="26686"/>
                  </a:cubicBezTo>
                  <a:cubicBezTo>
                    <a:pt x="1535049" y="26686"/>
                    <a:pt x="1533426" y="26686"/>
                    <a:pt x="1536672" y="28309"/>
                  </a:cubicBezTo>
                  <a:cubicBezTo>
                    <a:pt x="1538295" y="28309"/>
                    <a:pt x="1538295" y="28309"/>
                    <a:pt x="1539918" y="29932"/>
                  </a:cubicBezTo>
                  <a:cubicBezTo>
                    <a:pt x="1543164" y="29932"/>
                    <a:pt x="1543164" y="29932"/>
                    <a:pt x="1544787" y="28309"/>
                  </a:cubicBezTo>
                  <a:cubicBezTo>
                    <a:pt x="1546410" y="28309"/>
                    <a:pt x="1548033" y="26686"/>
                    <a:pt x="1548033" y="26686"/>
                  </a:cubicBezTo>
                  <a:cubicBezTo>
                    <a:pt x="1546410" y="26686"/>
                    <a:pt x="1546410" y="23441"/>
                    <a:pt x="1546410" y="23441"/>
                  </a:cubicBezTo>
                  <a:cubicBezTo>
                    <a:pt x="1546410" y="21818"/>
                    <a:pt x="1543164" y="21818"/>
                    <a:pt x="1544787" y="21818"/>
                  </a:cubicBezTo>
                  <a:cubicBezTo>
                    <a:pt x="1546410" y="20195"/>
                    <a:pt x="1551280" y="20195"/>
                    <a:pt x="1551280" y="20195"/>
                  </a:cubicBezTo>
                  <a:cubicBezTo>
                    <a:pt x="1552903" y="20195"/>
                    <a:pt x="1556149" y="21818"/>
                    <a:pt x="1557772" y="21818"/>
                  </a:cubicBezTo>
                  <a:cubicBezTo>
                    <a:pt x="1557772" y="21818"/>
                    <a:pt x="1559395" y="23441"/>
                    <a:pt x="1561018" y="23441"/>
                  </a:cubicBezTo>
                  <a:cubicBezTo>
                    <a:pt x="1561018" y="23441"/>
                    <a:pt x="1561018" y="25064"/>
                    <a:pt x="1559395" y="26686"/>
                  </a:cubicBezTo>
                  <a:cubicBezTo>
                    <a:pt x="1556149" y="28309"/>
                    <a:pt x="1556149" y="28309"/>
                    <a:pt x="1556149" y="29932"/>
                  </a:cubicBezTo>
                  <a:cubicBezTo>
                    <a:pt x="1556149" y="31555"/>
                    <a:pt x="1559395" y="31555"/>
                    <a:pt x="1561018" y="33178"/>
                  </a:cubicBezTo>
                  <a:cubicBezTo>
                    <a:pt x="1561018" y="33178"/>
                    <a:pt x="1561018" y="34801"/>
                    <a:pt x="1562641" y="34801"/>
                  </a:cubicBezTo>
                  <a:cubicBezTo>
                    <a:pt x="1564264" y="36423"/>
                    <a:pt x="1570757" y="38046"/>
                    <a:pt x="1570757" y="38046"/>
                  </a:cubicBezTo>
                  <a:cubicBezTo>
                    <a:pt x="1570757" y="38046"/>
                    <a:pt x="1572380" y="36423"/>
                    <a:pt x="1570757" y="34801"/>
                  </a:cubicBezTo>
                  <a:cubicBezTo>
                    <a:pt x="1570757" y="34801"/>
                    <a:pt x="1567511" y="33178"/>
                    <a:pt x="1565887" y="31555"/>
                  </a:cubicBezTo>
                  <a:cubicBezTo>
                    <a:pt x="1565887" y="31555"/>
                    <a:pt x="1564264" y="29932"/>
                    <a:pt x="1565887" y="29932"/>
                  </a:cubicBezTo>
                  <a:cubicBezTo>
                    <a:pt x="1567511" y="29932"/>
                    <a:pt x="1572380" y="29932"/>
                    <a:pt x="1572380" y="28309"/>
                  </a:cubicBezTo>
                  <a:cubicBezTo>
                    <a:pt x="1572380" y="28309"/>
                    <a:pt x="1574003" y="28309"/>
                    <a:pt x="1574003" y="26686"/>
                  </a:cubicBezTo>
                  <a:cubicBezTo>
                    <a:pt x="1574003" y="26686"/>
                    <a:pt x="1574003" y="25064"/>
                    <a:pt x="1575626" y="25064"/>
                  </a:cubicBezTo>
                  <a:cubicBezTo>
                    <a:pt x="1577249" y="23441"/>
                    <a:pt x="1580495" y="25064"/>
                    <a:pt x="1580495" y="25064"/>
                  </a:cubicBezTo>
                  <a:cubicBezTo>
                    <a:pt x="1582118" y="23441"/>
                    <a:pt x="1580495" y="23441"/>
                    <a:pt x="1583741" y="23441"/>
                  </a:cubicBezTo>
                  <a:cubicBezTo>
                    <a:pt x="1586988" y="23441"/>
                    <a:pt x="1588611" y="23441"/>
                    <a:pt x="1588611" y="23441"/>
                  </a:cubicBezTo>
                  <a:cubicBezTo>
                    <a:pt x="1590234" y="23441"/>
                    <a:pt x="1585365" y="21818"/>
                    <a:pt x="1585365" y="21818"/>
                  </a:cubicBezTo>
                  <a:cubicBezTo>
                    <a:pt x="1585365" y="21818"/>
                    <a:pt x="1582118" y="20195"/>
                    <a:pt x="1578872" y="21818"/>
                  </a:cubicBezTo>
                  <a:cubicBezTo>
                    <a:pt x="1577249" y="21818"/>
                    <a:pt x="1575626" y="21818"/>
                    <a:pt x="1574003" y="20195"/>
                  </a:cubicBezTo>
                  <a:cubicBezTo>
                    <a:pt x="1572380" y="20195"/>
                    <a:pt x="1570757" y="18572"/>
                    <a:pt x="1569134" y="16949"/>
                  </a:cubicBezTo>
                  <a:cubicBezTo>
                    <a:pt x="1569134" y="16949"/>
                    <a:pt x="1567511" y="15326"/>
                    <a:pt x="1567511" y="13704"/>
                  </a:cubicBezTo>
                  <a:cubicBezTo>
                    <a:pt x="1569134" y="13704"/>
                    <a:pt x="1569134" y="12081"/>
                    <a:pt x="1572380" y="12081"/>
                  </a:cubicBezTo>
                  <a:cubicBezTo>
                    <a:pt x="1574003" y="10458"/>
                    <a:pt x="1575626" y="10458"/>
                    <a:pt x="1577249" y="10458"/>
                  </a:cubicBezTo>
                  <a:cubicBezTo>
                    <a:pt x="1578872" y="10458"/>
                    <a:pt x="1580495" y="12081"/>
                    <a:pt x="1582118" y="12081"/>
                  </a:cubicBezTo>
                  <a:cubicBezTo>
                    <a:pt x="1583741" y="10458"/>
                    <a:pt x="1583741" y="10458"/>
                    <a:pt x="1586988" y="8835"/>
                  </a:cubicBezTo>
                  <a:cubicBezTo>
                    <a:pt x="1588611" y="7212"/>
                    <a:pt x="1596726" y="7212"/>
                    <a:pt x="1596726" y="7212"/>
                  </a:cubicBezTo>
                  <a:cubicBezTo>
                    <a:pt x="1596726" y="7212"/>
                    <a:pt x="1596726" y="7212"/>
                    <a:pt x="1599972" y="8835"/>
                  </a:cubicBezTo>
                  <a:cubicBezTo>
                    <a:pt x="1599972" y="8835"/>
                    <a:pt x="1599972" y="8835"/>
                    <a:pt x="1601596" y="8835"/>
                  </a:cubicBezTo>
                  <a:cubicBezTo>
                    <a:pt x="1603219" y="8835"/>
                    <a:pt x="1603219" y="10458"/>
                    <a:pt x="1603219" y="10458"/>
                  </a:cubicBezTo>
                  <a:cubicBezTo>
                    <a:pt x="1604842" y="10458"/>
                    <a:pt x="1608088" y="7212"/>
                    <a:pt x="1608088" y="7212"/>
                  </a:cubicBezTo>
                  <a:cubicBezTo>
                    <a:pt x="1608088" y="7212"/>
                    <a:pt x="1608088" y="7212"/>
                    <a:pt x="1609711" y="3966"/>
                  </a:cubicBezTo>
                  <a:cubicBezTo>
                    <a:pt x="1609711" y="3966"/>
                    <a:pt x="1614580" y="3966"/>
                    <a:pt x="1614580" y="3966"/>
                  </a:cubicBezTo>
                  <a:cubicBezTo>
                    <a:pt x="1616203" y="2344"/>
                    <a:pt x="1619450" y="2344"/>
                    <a:pt x="1621073" y="2344"/>
                  </a:cubicBezTo>
                  <a:cubicBezTo>
                    <a:pt x="1622696" y="2344"/>
                    <a:pt x="1645419" y="2344"/>
                    <a:pt x="1647042" y="2344"/>
                  </a:cubicBezTo>
                  <a:cubicBezTo>
                    <a:pt x="1647042" y="2344"/>
                    <a:pt x="1650288" y="2344"/>
                    <a:pt x="1650288" y="3966"/>
                  </a:cubicBezTo>
                  <a:cubicBezTo>
                    <a:pt x="1651911" y="5589"/>
                    <a:pt x="1650288" y="5589"/>
                    <a:pt x="1651911" y="7212"/>
                  </a:cubicBezTo>
                  <a:cubicBezTo>
                    <a:pt x="1653535" y="7212"/>
                    <a:pt x="1655158" y="8835"/>
                    <a:pt x="1656781" y="8835"/>
                  </a:cubicBezTo>
                  <a:cubicBezTo>
                    <a:pt x="1656781" y="7212"/>
                    <a:pt x="1658404" y="3966"/>
                    <a:pt x="1658404" y="3966"/>
                  </a:cubicBezTo>
                  <a:cubicBezTo>
                    <a:pt x="1658404" y="3966"/>
                    <a:pt x="1656781" y="2344"/>
                    <a:pt x="1658404" y="2344"/>
                  </a:cubicBezTo>
                  <a:cubicBezTo>
                    <a:pt x="1660027" y="2344"/>
                    <a:pt x="1661650" y="721"/>
                    <a:pt x="1663273" y="721"/>
                  </a:cubicBezTo>
                  <a:cubicBezTo>
                    <a:pt x="1664896" y="721"/>
                    <a:pt x="1669765" y="721"/>
                    <a:pt x="1669765" y="721"/>
                  </a:cubicBezTo>
                  <a:cubicBezTo>
                    <a:pt x="1669765" y="721"/>
                    <a:pt x="1676258" y="315"/>
                    <a:pt x="1682953" y="112"/>
                  </a:cubicBezTo>
                  <a:close/>
                </a:path>
              </a:pathLst>
            </a:custGeom>
            <a:solidFill>
              <a:schemeClr val="bg1">
                <a:lumMod val="85000"/>
              </a:schemeClr>
            </a:solidFill>
            <a:ln>
              <a:noFill/>
            </a:ln>
          </p:spPr>
          <p:txBody>
            <a:bodyPr anchor="ctr"/>
            <a:lstStyle/>
            <a:p>
              <a:pPr algn="ctr"/>
              <a:endParaRPr/>
            </a:p>
          </p:txBody>
        </p:sp>
        <p:sp>
          <p:nvSpPr>
            <p:cNvPr id="71" name="ïsḻîḓê"/>
            <p:cNvSpPr/>
            <p:nvPr/>
          </p:nvSpPr>
          <p:spPr bwMode="auto">
            <a:xfrm>
              <a:off x="3187701" y="1435100"/>
              <a:ext cx="2009775" cy="1508125"/>
            </a:xfrm>
            <a:custGeom>
              <a:avLst/>
              <a:gdLst>
                <a:gd name="T0" fmla="*/ 1182 w 1237"/>
                <a:gd name="T1" fmla="*/ 326 h 929"/>
                <a:gd name="T2" fmla="*/ 1124 w 1237"/>
                <a:gd name="T3" fmla="*/ 286 h 929"/>
                <a:gd name="T4" fmla="*/ 1060 w 1237"/>
                <a:gd name="T5" fmla="*/ 235 h 929"/>
                <a:gd name="T6" fmla="*/ 1006 w 1237"/>
                <a:gd name="T7" fmla="*/ 300 h 929"/>
                <a:gd name="T8" fmla="*/ 964 w 1237"/>
                <a:gd name="T9" fmla="*/ 394 h 929"/>
                <a:gd name="T10" fmla="*/ 877 w 1237"/>
                <a:gd name="T11" fmla="*/ 315 h 929"/>
                <a:gd name="T12" fmla="*/ 830 w 1237"/>
                <a:gd name="T13" fmla="*/ 219 h 929"/>
                <a:gd name="T14" fmla="*/ 891 w 1237"/>
                <a:gd name="T15" fmla="*/ 179 h 929"/>
                <a:gd name="T16" fmla="*/ 936 w 1237"/>
                <a:gd name="T17" fmla="*/ 150 h 929"/>
                <a:gd name="T18" fmla="*/ 932 w 1237"/>
                <a:gd name="T19" fmla="*/ 91 h 929"/>
                <a:gd name="T20" fmla="*/ 879 w 1237"/>
                <a:gd name="T21" fmla="*/ 103 h 929"/>
                <a:gd name="T22" fmla="*/ 811 w 1237"/>
                <a:gd name="T23" fmla="*/ 48 h 929"/>
                <a:gd name="T24" fmla="*/ 797 w 1237"/>
                <a:gd name="T25" fmla="*/ 8 h 929"/>
                <a:gd name="T26" fmla="*/ 819 w 1237"/>
                <a:gd name="T27" fmla="*/ 108 h 929"/>
                <a:gd name="T28" fmla="*/ 763 w 1237"/>
                <a:gd name="T29" fmla="*/ 125 h 929"/>
                <a:gd name="T30" fmla="*/ 654 w 1237"/>
                <a:gd name="T31" fmla="*/ 120 h 929"/>
                <a:gd name="T32" fmla="*/ 650 w 1237"/>
                <a:gd name="T33" fmla="*/ 127 h 929"/>
                <a:gd name="T34" fmla="*/ 552 w 1237"/>
                <a:gd name="T35" fmla="*/ 103 h 929"/>
                <a:gd name="T36" fmla="*/ 444 w 1237"/>
                <a:gd name="T37" fmla="*/ 73 h 929"/>
                <a:gd name="T38" fmla="*/ 417 w 1237"/>
                <a:gd name="T39" fmla="*/ 88 h 929"/>
                <a:gd name="T40" fmla="*/ 348 w 1237"/>
                <a:gd name="T41" fmla="*/ 104 h 929"/>
                <a:gd name="T42" fmla="*/ 219 w 1237"/>
                <a:gd name="T43" fmla="*/ 78 h 929"/>
                <a:gd name="T44" fmla="*/ 82 w 1237"/>
                <a:gd name="T45" fmla="*/ 75 h 929"/>
                <a:gd name="T46" fmla="*/ 82 w 1237"/>
                <a:gd name="T47" fmla="*/ 148 h 929"/>
                <a:gd name="T48" fmla="*/ 20 w 1237"/>
                <a:gd name="T49" fmla="*/ 157 h 929"/>
                <a:gd name="T50" fmla="*/ 51 w 1237"/>
                <a:gd name="T51" fmla="*/ 185 h 929"/>
                <a:gd name="T52" fmla="*/ 39 w 1237"/>
                <a:gd name="T53" fmla="*/ 209 h 929"/>
                <a:gd name="T54" fmla="*/ 42 w 1237"/>
                <a:gd name="T55" fmla="*/ 247 h 929"/>
                <a:gd name="T56" fmla="*/ 64 w 1237"/>
                <a:gd name="T57" fmla="*/ 260 h 929"/>
                <a:gd name="T58" fmla="*/ 108 w 1237"/>
                <a:gd name="T59" fmla="*/ 284 h 929"/>
                <a:gd name="T60" fmla="*/ 68 w 1237"/>
                <a:gd name="T61" fmla="*/ 326 h 929"/>
                <a:gd name="T62" fmla="*/ 95 w 1237"/>
                <a:gd name="T63" fmla="*/ 328 h 929"/>
                <a:gd name="T64" fmla="*/ 160 w 1237"/>
                <a:gd name="T65" fmla="*/ 279 h 929"/>
                <a:gd name="T66" fmla="*/ 202 w 1237"/>
                <a:gd name="T67" fmla="*/ 245 h 929"/>
                <a:gd name="T68" fmla="*/ 218 w 1237"/>
                <a:gd name="T69" fmla="*/ 256 h 929"/>
                <a:gd name="T70" fmla="*/ 266 w 1237"/>
                <a:gd name="T71" fmla="*/ 260 h 929"/>
                <a:gd name="T72" fmla="*/ 346 w 1237"/>
                <a:gd name="T73" fmla="*/ 288 h 929"/>
                <a:gd name="T74" fmla="*/ 402 w 1237"/>
                <a:gd name="T75" fmla="*/ 327 h 929"/>
                <a:gd name="T76" fmla="*/ 432 w 1237"/>
                <a:gd name="T77" fmla="*/ 362 h 929"/>
                <a:gd name="T78" fmla="*/ 455 w 1237"/>
                <a:gd name="T79" fmla="*/ 400 h 929"/>
                <a:gd name="T80" fmla="*/ 492 w 1237"/>
                <a:gd name="T81" fmla="*/ 439 h 929"/>
                <a:gd name="T82" fmla="*/ 483 w 1237"/>
                <a:gd name="T83" fmla="*/ 523 h 929"/>
                <a:gd name="T84" fmla="*/ 507 w 1237"/>
                <a:gd name="T85" fmla="*/ 586 h 929"/>
                <a:gd name="T86" fmla="*/ 563 w 1237"/>
                <a:gd name="T87" fmla="*/ 647 h 929"/>
                <a:gd name="T88" fmla="*/ 601 w 1237"/>
                <a:gd name="T89" fmla="*/ 710 h 929"/>
                <a:gd name="T90" fmla="*/ 628 w 1237"/>
                <a:gd name="T91" fmla="*/ 723 h 929"/>
                <a:gd name="T92" fmla="*/ 610 w 1237"/>
                <a:gd name="T93" fmla="*/ 673 h 929"/>
                <a:gd name="T94" fmla="*/ 668 w 1237"/>
                <a:gd name="T95" fmla="*/ 740 h 929"/>
                <a:gd name="T96" fmla="*/ 734 w 1237"/>
                <a:gd name="T97" fmla="*/ 816 h 929"/>
                <a:gd name="T98" fmla="*/ 853 w 1237"/>
                <a:gd name="T99" fmla="*/ 855 h 929"/>
                <a:gd name="T100" fmla="*/ 919 w 1237"/>
                <a:gd name="T101" fmla="*/ 903 h 929"/>
                <a:gd name="T102" fmla="*/ 979 w 1237"/>
                <a:gd name="T103" fmla="*/ 912 h 929"/>
                <a:gd name="T104" fmla="*/ 930 w 1237"/>
                <a:gd name="T105" fmla="*/ 865 h 929"/>
                <a:gd name="T106" fmla="*/ 896 w 1237"/>
                <a:gd name="T107" fmla="*/ 773 h 929"/>
                <a:gd name="T108" fmla="*/ 776 w 1237"/>
                <a:gd name="T109" fmla="*/ 768 h 929"/>
                <a:gd name="T110" fmla="*/ 844 w 1237"/>
                <a:gd name="T111" fmla="*/ 677 h 929"/>
                <a:gd name="T112" fmla="*/ 939 w 1237"/>
                <a:gd name="T113" fmla="*/ 695 h 929"/>
                <a:gd name="T114" fmla="*/ 992 w 1237"/>
                <a:gd name="T115" fmla="*/ 625 h 929"/>
                <a:gd name="T116" fmla="*/ 1035 w 1237"/>
                <a:gd name="T117" fmla="*/ 551 h 929"/>
                <a:gd name="T118" fmla="*/ 1114 w 1237"/>
                <a:gd name="T119" fmla="*/ 480 h 929"/>
                <a:gd name="T120" fmla="*/ 1146 w 1237"/>
                <a:gd name="T121" fmla="*/ 467 h 929"/>
                <a:gd name="T122" fmla="*/ 1110 w 1237"/>
                <a:gd name="T123" fmla="*/ 422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37" h="929">
                  <a:moveTo>
                    <a:pt x="1234" y="378"/>
                  </a:moveTo>
                  <a:cubicBezTo>
                    <a:pt x="1233" y="375"/>
                    <a:pt x="1233" y="375"/>
                    <a:pt x="1233" y="375"/>
                  </a:cubicBezTo>
                  <a:cubicBezTo>
                    <a:pt x="1234" y="372"/>
                    <a:pt x="1237" y="372"/>
                    <a:pt x="1236" y="370"/>
                  </a:cubicBezTo>
                  <a:cubicBezTo>
                    <a:pt x="1236" y="368"/>
                    <a:pt x="1235" y="367"/>
                    <a:pt x="1235" y="365"/>
                  </a:cubicBezTo>
                  <a:cubicBezTo>
                    <a:pt x="1235" y="363"/>
                    <a:pt x="1237" y="362"/>
                    <a:pt x="1235" y="361"/>
                  </a:cubicBezTo>
                  <a:cubicBezTo>
                    <a:pt x="1234" y="360"/>
                    <a:pt x="1230" y="358"/>
                    <a:pt x="1229" y="357"/>
                  </a:cubicBezTo>
                  <a:cubicBezTo>
                    <a:pt x="1227" y="357"/>
                    <a:pt x="1223" y="356"/>
                    <a:pt x="1222" y="356"/>
                  </a:cubicBezTo>
                  <a:cubicBezTo>
                    <a:pt x="1220" y="356"/>
                    <a:pt x="1219" y="358"/>
                    <a:pt x="1219" y="359"/>
                  </a:cubicBezTo>
                  <a:cubicBezTo>
                    <a:pt x="1219" y="359"/>
                    <a:pt x="1220" y="361"/>
                    <a:pt x="1218" y="362"/>
                  </a:cubicBezTo>
                  <a:cubicBezTo>
                    <a:pt x="1216" y="362"/>
                    <a:pt x="1218" y="360"/>
                    <a:pt x="1217" y="356"/>
                  </a:cubicBezTo>
                  <a:cubicBezTo>
                    <a:pt x="1217" y="352"/>
                    <a:pt x="1216" y="352"/>
                    <a:pt x="1214" y="352"/>
                  </a:cubicBezTo>
                  <a:cubicBezTo>
                    <a:pt x="1212" y="352"/>
                    <a:pt x="1208" y="353"/>
                    <a:pt x="1207" y="353"/>
                  </a:cubicBezTo>
                  <a:cubicBezTo>
                    <a:pt x="1206" y="354"/>
                    <a:pt x="1202" y="356"/>
                    <a:pt x="1202" y="356"/>
                  </a:cubicBezTo>
                  <a:cubicBezTo>
                    <a:pt x="1199" y="358"/>
                    <a:pt x="1199" y="358"/>
                    <a:pt x="1199" y="358"/>
                  </a:cubicBezTo>
                  <a:cubicBezTo>
                    <a:pt x="1199" y="358"/>
                    <a:pt x="1198" y="359"/>
                    <a:pt x="1196" y="360"/>
                  </a:cubicBezTo>
                  <a:cubicBezTo>
                    <a:pt x="1193" y="361"/>
                    <a:pt x="1190" y="363"/>
                    <a:pt x="1189" y="363"/>
                  </a:cubicBezTo>
                  <a:cubicBezTo>
                    <a:pt x="1188" y="363"/>
                    <a:pt x="1187" y="363"/>
                    <a:pt x="1185" y="362"/>
                  </a:cubicBezTo>
                  <a:cubicBezTo>
                    <a:pt x="1184" y="361"/>
                    <a:pt x="1184" y="359"/>
                    <a:pt x="1186" y="359"/>
                  </a:cubicBezTo>
                  <a:cubicBezTo>
                    <a:pt x="1186" y="359"/>
                    <a:pt x="1187" y="359"/>
                    <a:pt x="1188" y="359"/>
                  </a:cubicBezTo>
                  <a:cubicBezTo>
                    <a:pt x="1190" y="359"/>
                    <a:pt x="1193" y="359"/>
                    <a:pt x="1193" y="358"/>
                  </a:cubicBezTo>
                  <a:cubicBezTo>
                    <a:pt x="1193" y="357"/>
                    <a:pt x="1196" y="356"/>
                    <a:pt x="1197" y="355"/>
                  </a:cubicBezTo>
                  <a:cubicBezTo>
                    <a:pt x="1197" y="355"/>
                    <a:pt x="1198" y="355"/>
                    <a:pt x="1199" y="354"/>
                  </a:cubicBezTo>
                  <a:cubicBezTo>
                    <a:pt x="1200" y="352"/>
                    <a:pt x="1201" y="351"/>
                    <a:pt x="1202" y="352"/>
                  </a:cubicBezTo>
                  <a:cubicBezTo>
                    <a:pt x="1202" y="352"/>
                    <a:pt x="1206" y="352"/>
                    <a:pt x="1207" y="352"/>
                  </a:cubicBezTo>
                  <a:cubicBezTo>
                    <a:pt x="1208" y="351"/>
                    <a:pt x="1212" y="350"/>
                    <a:pt x="1212" y="350"/>
                  </a:cubicBezTo>
                  <a:cubicBezTo>
                    <a:pt x="1216" y="349"/>
                    <a:pt x="1216" y="349"/>
                    <a:pt x="1216" y="349"/>
                  </a:cubicBezTo>
                  <a:cubicBezTo>
                    <a:pt x="1219" y="347"/>
                    <a:pt x="1219" y="347"/>
                    <a:pt x="1219" y="347"/>
                  </a:cubicBezTo>
                  <a:cubicBezTo>
                    <a:pt x="1219" y="347"/>
                    <a:pt x="1215" y="346"/>
                    <a:pt x="1214" y="345"/>
                  </a:cubicBezTo>
                  <a:cubicBezTo>
                    <a:pt x="1212" y="343"/>
                    <a:pt x="1215" y="340"/>
                    <a:pt x="1212" y="340"/>
                  </a:cubicBezTo>
                  <a:cubicBezTo>
                    <a:pt x="1210" y="340"/>
                    <a:pt x="1208" y="340"/>
                    <a:pt x="1206" y="341"/>
                  </a:cubicBezTo>
                  <a:cubicBezTo>
                    <a:pt x="1204" y="342"/>
                    <a:pt x="1204" y="344"/>
                    <a:pt x="1203" y="342"/>
                  </a:cubicBezTo>
                  <a:cubicBezTo>
                    <a:pt x="1201" y="340"/>
                    <a:pt x="1202" y="339"/>
                    <a:pt x="1201" y="338"/>
                  </a:cubicBezTo>
                  <a:cubicBezTo>
                    <a:pt x="1201" y="338"/>
                    <a:pt x="1200" y="335"/>
                    <a:pt x="1198" y="336"/>
                  </a:cubicBezTo>
                  <a:cubicBezTo>
                    <a:pt x="1197" y="338"/>
                    <a:pt x="1197" y="337"/>
                    <a:pt x="1195" y="339"/>
                  </a:cubicBezTo>
                  <a:cubicBezTo>
                    <a:pt x="1194" y="341"/>
                    <a:pt x="1192" y="340"/>
                    <a:pt x="1192" y="340"/>
                  </a:cubicBezTo>
                  <a:cubicBezTo>
                    <a:pt x="1192" y="340"/>
                    <a:pt x="1193" y="338"/>
                    <a:pt x="1193" y="337"/>
                  </a:cubicBezTo>
                  <a:cubicBezTo>
                    <a:pt x="1193" y="336"/>
                    <a:pt x="1191" y="336"/>
                    <a:pt x="1190" y="336"/>
                  </a:cubicBezTo>
                  <a:cubicBezTo>
                    <a:pt x="1189" y="336"/>
                    <a:pt x="1188" y="334"/>
                    <a:pt x="1187" y="335"/>
                  </a:cubicBezTo>
                  <a:cubicBezTo>
                    <a:pt x="1186" y="335"/>
                    <a:pt x="1185" y="330"/>
                    <a:pt x="1185" y="330"/>
                  </a:cubicBezTo>
                  <a:cubicBezTo>
                    <a:pt x="1185" y="330"/>
                    <a:pt x="1185" y="329"/>
                    <a:pt x="1183" y="327"/>
                  </a:cubicBezTo>
                  <a:cubicBezTo>
                    <a:pt x="1182" y="326"/>
                    <a:pt x="1184" y="326"/>
                    <a:pt x="1182" y="326"/>
                  </a:cubicBezTo>
                  <a:cubicBezTo>
                    <a:pt x="1181" y="325"/>
                    <a:pt x="1184" y="326"/>
                    <a:pt x="1181" y="325"/>
                  </a:cubicBezTo>
                  <a:cubicBezTo>
                    <a:pt x="1177" y="325"/>
                    <a:pt x="1181" y="327"/>
                    <a:pt x="1180" y="327"/>
                  </a:cubicBezTo>
                  <a:cubicBezTo>
                    <a:pt x="1179" y="327"/>
                    <a:pt x="1178" y="324"/>
                    <a:pt x="1177" y="324"/>
                  </a:cubicBezTo>
                  <a:cubicBezTo>
                    <a:pt x="1176" y="323"/>
                    <a:pt x="1175" y="320"/>
                    <a:pt x="1174" y="320"/>
                  </a:cubicBezTo>
                  <a:cubicBezTo>
                    <a:pt x="1173" y="320"/>
                    <a:pt x="1173" y="317"/>
                    <a:pt x="1172" y="317"/>
                  </a:cubicBezTo>
                  <a:cubicBezTo>
                    <a:pt x="1170" y="318"/>
                    <a:pt x="1169" y="316"/>
                    <a:pt x="1169" y="316"/>
                  </a:cubicBezTo>
                  <a:cubicBezTo>
                    <a:pt x="1169" y="316"/>
                    <a:pt x="1165" y="314"/>
                    <a:pt x="1169" y="313"/>
                  </a:cubicBezTo>
                  <a:cubicBezTo>
                    <a:pt x="1172" y="313"/>
                    <a:pt x="1174" y="312"/>
                    <a:pt x="1174" y="312"/>
                  </a:cubicBezTo>
                  <a:cubicBezTo>
                    <a:pt x="1174" y="312"/>
                    <a:pt x="1176" y="309"/>
                    <a:pt x="1174" y="309"/>
                  </a:cubicBezTo>
                  <a:cubicBezTo>
                    <a:pt x="1173" y="309"/>
                    <a:pt x="1173" y="305"/>
                    <a:pt x="1172" y="304"/>
                  </a:cubicBezTo>
                  <a:cubicBezTo>
                    <a:pt x="1170" y="304"/>
                    <a:pt x="1170" y="302"/>
                    <a:pt x="1169" y="301"/>
                  </a:cubicBezTo>
                  <a:cubicBezTo>
                    <a:pt x="1167" y="300"/>
                    <a:pt x="1167" y="298"/>
                    <a:pt x="1168" y="298"/>
                  </a:cubicBezTo>
                  <a:cubicBezTo>
                    <a:pt x="1169" y="298"/>
                    <a:pt x="1172" y="297"/>
                    <a:pt x="1170" y="295"/>
                  </a:cubicBezTo>
                  <a:cubicBezTo>
                    <a:pt x="1168" y="294"/>
                    <a:pt x="1166" y="293"/>
                    <a:pt x="1164" y="292"/>
                  </a:cubicBezTo>
                  <a:cubicBezTo>
                    <a:pt x="1162" y="291"/>
                    <a:pt x="1162" y="290"/>
                    <a:pt x="1161" y="290"/>
                  </a:cubicBezTo>
                  <a:cubicBezTo>
                    <a:pt x="1159" y="290"/>
                    <a:pt x="1161" y="289"/>
                    <a:pt x="1160" y="287"/>
                  </a:cubicBezTo>
                  <a:cubicBezTo>
                    <a:pt x="1158" y="285"/>
                    <a:pt x="1159" y="284"/>
                    <a:pt x="1157" y="284"/>
                  </a:cubicBezTo>
                  <a:cubicBezTo>
                    <a:pt x="1156" y="284"/>
                    <a:pt x="1156" y="285"/>
                    <a:pt x="1154" y="283"/>
                  </a:cubicBezTo>
                  <a:cubicBezTo>
                    <a:pt x="1153" y="282"/>
                    <a:pt x="1154" y="276"/>
                    <a:pt x="1154" y="276"/>
                  </a:cubicBezTo>
                  <a:cubicBezTo>
                    <a:pt x="1153" y="276"/>
                    <a:pt x="1153" y="276"/>
                    <a:pt x="1152" y="276"/>
                  </a:cubicBezTo>
                  <a:cubicBezTo>
                    <a:pt x="1152" y="275"/>
                    <a:pt x="1151" y="274"/>
                    <a:pt x="1150" y="272"/>
                  </a:cubicBezTo>
                  <a:cubicBezTo>
                    <a:pt x="1147" y="268"/>
                    <a:pt x="1147" y="269"/>
                    <a:pt x="1148" y="270"/>
                  </a:cubicBezTo>
                  <a:cubicBezTo>
                    <a:pt x="1148" y="270"/>
                    <a:pt x="1149" y="271"/>
                    <a:pt x="1149" y="270"/>
                  </a:cubicBezTo>
                  <a:cubicBezTo>
                    <a:pt x="1148" y="269"/>
                    <a:pt x="1149" y="268"/>
                    <a:pt x="1148" y="268"/>
                  </a:cubicBezTo>
                  <a:cubicBezTo>
                    <a:pt x="1147" y="267"/>
                    <a:pt x="1146" y="267"/>
                    <a:pt x="1145" y="266"/>
                  </a:cubicBezTo>
                  <a:cubicBezTo>
                    <a:pt x="1143" y="264"/>
                    <a:pt x="1144" y="261"/>
                    <a:pt x="1142" y="261"/>
                  </a:cubicBezTo>
                  <a:cubicBezTo>
                    <a:pt x="1140" y="261"/>
                    <a:pt x="1141" y="260"/>
                    <a:pt x="1140" y="258"/>
                  </a:cubicBezTo>
                  <a:cubicBezTo>
                    <a:pt x="1140" y="256"/>
                    <a:pt x="1140" y="254"/>
                    <a:pt x="1139" y="255"/>
                  </a:cubicBezTo>
                  <a:cubicBezTo>
                    <a:pt x="1134" y="260"/>
                    <a:pt x="1136" y="259"/>
                    <a:pt x="1134" y="261"/>
                  </a:cubicBezTo>
                  <a:cubicBezTo>
                    <a:pt x="1134" y="262"/>
                    <a:pt x="1134" y="262"/>
                    <a:pt x="1133" y="261"/>
                  </a:cubicBezTo>
                  <a:cubicBezTo>
                    <a:pt x="1133" y="261"/>
                    <a:pt x="1133" y="261"/>
                    <a:pt x="1133" y="263"/>
                  </a:cubicBezTo>
                  <a:cubicBezTo>
                    <a:pt x="1133" y="263"/>
                    <a:pt x="1133" y="263"/>
                    <a:pt x="1133" y="263"/>
                  </a:cubicBezTo>
                  <a:cubicBezTo>
                    <a:pt x="1133" y="266"/>
                    <a:pt x="1129" y="264"/>
                    <a:pt x="1129" y="265"/>
                  </a:cubicBezTo>
                  <a:cubicBezTo>
                    <a:pt x="1129" y="267"/>
                    <a:pt x="1129" y="267"/>
                    <a:pt x="1130" y="269"/>
                  </a:cubicBezTo>
                  <a:cubicBezTo>
                    <a:pt x="1131" y="270"/>
                    <a:pt x="1132" y="271"/>
                    <a:pt x="1131" y="272"/>
                  </a:cubicBezTo>
                  <a:cubicBezTo>
                    <a:pt x="1131" y="272"/>
                    <a:pt x="1130" y="272"/>
                    <a:pt x="1130" y="272"/>
                  </a:cubicBezTo>
                  <a:cubicBezTo>
                    <a:pt x="1129" y="271"/>
                    <a:pt x="1128" y="271"/>
                    <a:pt x="1128" y="273"/>
                  </a:cubicBezTo>
                  <a:cubicBezTo>
                    <a:pt x="1128" y="275"/>
                    <a:pt x="1126" y="276"/>
                    <a:pt x="1126" y="277"/>
                  </a:cubicBezTo>
                  <a:cubicBezTo>
                    <a:pt x="1127" y="277"/>
                    <a:pt x="1127" y="277"/>
                    <a:pt x="1128" y="277"/>
                  </a:cubicBezTo>
                  <a:cubicBezTo>
                    <a:pt x="1129" y="277"/>
                    <a:pt x="1130" y="277"/>
                    <a:pt x="1128" y="279"/>
                  </a:cubicBezTo>
                  <a:cubicBezTo>
                    <a:pt x="1123" y="282"/>
                    <a:pt x="1126" y="286"/>
                    <a:pt x="1124" y="286"/>
                  </a:cubicBezTo>
                  <a:cubicBezTo>
                    <a:pt x="1121" y="286"/>
                    <a:pt x="1121" y="281"/>
                    <a:pt x="1119" y="282"/>
                  </a:cubicBezTo>
                  <a:cubicBezTo>
                    <a:pt x="1119" y="282"/>
                    <a:pt x="1119" y="282"/>
                    <a:pt x="1119" y="282"/>
                  </a:cubicBezTo>
                  <a:cubicBezTo>
                    <a:pt x="1119" y="282"/>
                    <a:pt x="1119" y="281"/>
                    <a:pt x="1117" y="283"/>
                  </a:cubicBezTo>
                  <a:cubicBezTo>
                    <a:pt x="1116" y="284"/>
                    <a:pt x="1116" y="284"/>
                    <a:pt x="1116" y="284"/>
                  </a:cubicBezTo>
                  <a:cubicBezTo>
                    <a:pt x="1116" y="284"/>
                    <a:pt x="1116" y="284"/>
                    <a:pt x="1115" y="285"/>
                  </a:cubicBezTo>
                  <a:cubicBezTo>
                    <a:pt x="1114" y="286"/>
                    <a:pt x="1114" y="286"/>
                    <a:pt x="1114" y="286"/>
                  </a:cubicBezTo>
                  <a:cubicBezTo>
                    <a:pt x="1114" y="286"/>
                    <a:pt x="1114" y="286"/>
                    <a:pt x="1114" y="287"/>
                  </a:cubicBezTo>
                  <a:cubicBezTo>
                    <a:pt x="1114" y="289"/>
                    <a:pt x="1112" y="288"/>
                    <a:pt x="1111" y="289"/>
                  </a:cubicBezTo>
                  <a:cubicBezTo>
                    <a:pt x="1109" y="289"/>
                    <a:pt x="1108" y="289"/>
                    <a:pt x="1108" y="289"/>
                  </a:cubicBezTo>
                  <a:cubicBezTo>
                    <a:pt x="1108" y="289"/>
                    <a:pt x="1108" y="289"/>
                    <a:pt x="1107" y="290"/>
                  </a:cubicBezTo>
                  <a:cubicBezTo>
                    <a:pt x="1104" y="292"/>
                    <a:pt x="1107" y="288"/>
                    <a:pt x="1105" y="288"/>
                  </a:cubicBezTo>
                  <a:cubicBezTo>
                    <a:pt x="1103" y="287"/>
                    <a:pt x="1105" y="286"/>
                    <a:pt x="1102" y="288"/>
                  </a:cubicBezTo>
                  <a:cubicBezTo>
                    <a:pt x="1099" y="291"/>
                    <a:pt x="1102" y="290"/>
                    <a:pt x="1099" y="291"/>
                  </a:cubicBezTo>
                  <a:cubicBezTo>
                    <a:pt x="1097" y="292"/>
                    <a:pt x="1095" y="291"/>
                    <a:pt x="1097" y="289"/>
                  </a:cubicBezTo>
                  <a:cubicBezTo>
                    <a:pt x="1098" y="286"/>
                    <a:pt x="1100" y="285"/>
                    <a:pt x="1099" y="285"/>
                  </a:cubicBezTo>
                  <a:cubicBezTo>
                    <a:pt x="1098" y="284"/>
                    <a:pt x="1099" y="281"/>
                    <a:pt x="1097" y="280"/>
                  </a:cubicBezTo>
                  <a:cubicBezTo>
                    <a:pt x="1095" y="278"/>
                    <a:pt x="1098" y="278"/>
                    <a:pt x="1095" y="278"/>
                  </a:cubicBezTo>
                  <a:cubicBezTo>
                    <a:pt x="1093" y="278"/>
                    <a:pt x="1087" y="281"/>
                    <a:pt x="1087" y="281"/>
                  </a:cubicBezTo>
                  <a:cubicBezTo>
                    <a:pt x="1084" y="283"/>
                    <a:pt x="1087" y="285"/>
                    <a:pt x="1084" y="283"/>
                  </a:cubicBezTo>
                  <a:cubicBezTo>
                    <a:pt x="1080" y="281"/>
                    <a:pt x="1079" y="277"/>
                    <a:pt x="1081" y="278"/>
                  </a:cubicBezTo>
                  <a:cubicBezTo>
                    <a:pt x="1083" y="278"/>
                    <a:pt x="1084" y="279"/>
                    <a:pt x="1085" y="279"/>
                  </a:cubicBezTo>
                  <a:cubicBezTo>
                    <a:pt x="1086" y="278"/>
                    <a:pt x="1087" y="279"/>
                    <a:pt x="1087" y="278"/>
                  </a:cubicBezTo>
                  <a:cubicBezTo>
                    <a:pt x="1087" y="277"/>
                    <a:pt x="1087" y="277"/>
                    <a:pt x="1088" y="277"/>
                  </a:cubicBezTo>
                  <a:cubicBezTo>
                    <a:pt x="1087" y="277"/>
                    <a:pt x="1087" y="277"/>
                    <a:pt x="1087" y="275"/>
                  </a:cubicBezTo>
                  <a:cubicBezTo>
                    <a:pt x="1087" y="274"/>
                    <a:pt x="1086" y="274"/>
                    <a:pt x="1086" y="275"/>
                  </a:cubicBezTo>
                  <a:cubicBezTo>
                    <a:pt x="1086" y="276"/>
                    <a:pt x="1086" y="277"/>
                    <a:pt x="1086" y="274"/>
                  </a:cubicBezTo>
                  <a:cubicBezTo>
                    <a:pt x="1085" y="268"/>
                    <a:pt x="1083" y="269"/>
                    <a:pt x="1083" y="267"/>
                  </a:cubicBezTo>
                  <a:cubicBezTo>
                    <a:pt x="1082" y="266"/>
                    <a:pt x="1082" y="265"/>
                    <a:pt x="1082" y="264"/>
                  </a:cubicBezTo>
                  <a:cubicBezTo>
                    <a:pt x="1082" y="263"/>
                    <a:pt x="1083" y="263"/>
                    <a:pt x="1083" y="260"/>
                  </a:cubicBezTo>
                  <a:cubicBezTo>
                    <a:pt x="1083" y="258"/>
                    <a:pt x="1082" y="258"/>
                    <a:pt x="1082" y="256"/>
                  </a:cubicBezTo>
                  <a:cubicBezTo>
                    <a:pt x="1082" y="255"/>
                    <a:pt x="1079" y="257"/>
                    <a:pt x="1082" y="252"/>
                  </a:cubicBezTo>
                  <a:cubicBezTo>
                    <a:pt x="1086" y="248"/>
                    <a:pt x="1086" y="246"/>
                    <a:pt x="1086" y="246"/>
                  </a:cubicBezTo>
                  <a:cubicBezTo>
                    <a:pt x="1083" y="245"/>
                    <a:pt x="1083" y="244"/>
                    <a:pt x="1082" y="244"/>
                  </a:cubicBezTo>
                  <a:cubicBezTo>
                    <a:pt x="1080" y="244"/>
                    <a:pt x="1081" y="245"/>
                    <a:pt x="1077" y="246"/>
                  </a:cubicBezTo>
                  <a:cubicBezTo>
                    <a:pt x="1076" y="246"/>
                    <a:pt x="1075" y="245"/>
                    <a:pt x="1075" y="244"/>
                  </a:cubicBezTo>
                  <a:cubicBezTo>
                    <a:pt x="1075" y="244"/>
                    <a:pt x="1076" y="243"/>
                    <a:pt x="1075" y="243"/>
                  </a:cubicBezTo>
                  <a:cubicBezTo>
                    <a:pt x="1075" y="244"/>
                    <a:pt x="1070" y="244"/>
                    <a:pt x="1070" y="244"/>
                  </a:cubicBezTo>
                  <a:cubicBezTo>
                    <a:pt x="1068" y="244"/>
                    <a:pt x="1068" y="244"/>
                    <a:pt x="1068" y="244"/>
                  </a:cubicBezTo>
                  <a:cubicBezTo>
                    <a:pt x="1066" y="242"/>
                    <a:pt x="1064" y="242"/>
                    <a:pt x="1063" y="242"/>
                  </a:cubicBezTo>
                  <a:cubicBezTo>
                    <a:pt x="1063" y="242"/>
                    <a:pt x="1061" y="240"/>
                    <a:pt x="1061" y="239"/>
                  </a:cubicBezTo>
                  <a:cubicBezTo>
                    <a:pt x="1060" y="236"/>
                    <a:pt x="1061" y="235"/>
                    <a:pt x="1060" y="235"/>
                  </a:cubicBezTo>
                  <a:cubicBezTo>
                    <a:pt x="1059" y="234"/>
                    <a:pt x="1058" y="232"/>
                    <a:pt x="1057" y="232"/>
                  </a:cubicBezTo>
                  <a:cubicBezTo>
                    <a:pt x="1055" y="232"/>
                    <a:pt x="1053" y="231"/>
                    <a:pt x="1052" y="231"/>
                  </a:cubicBezTo>
                  <a:cubicBezTo>
                    <a:pt x="1051" y="232"/>
                    <a:pt x="1052" y="229"/>
                    <a:pt x="1051" y="229"/>
                  </a:cubicBezTo>
                  <a:cubicBezTo>
                    <a:pt x="1051" y="228"/>
                    <a:pt x="1051" y="226"/>
                    <a:pt x="1049" y="226"/>
                  </a:cubicBezTo>
                  <a:cubicBezTo>
                    <a:pt x="1047" y="225"/>
                    <a:pt x="1049" y="222"/>
                    <a:pt x="1045" y="222"/>
                  </a:cubicBezTo>
                  <a:cubicBezTo>
                    <a:pt x="1040" y="223"/>
                    <a:pt x="1040" y="224"/>
                    <a:pt x="1040" y="224"/>
                  </a:cubicBezTo>
                  <a:cubicBezTo>
                    <a:pt x="1037" y="222"/>
                    <a:pt x="1034" y="223"/>
                    <a:pt x="1033" y="223"/>
                  </a:cubicBezTo>
                  <a:cubicBezTo>
                    <a:pt x="1031" y="224"/>
                    <a:pt x="1031" y="224"/>
                    <a:pt x="1029" y="225"/>
                  </a:cubicBezTo>
                  <a:cubicBezTo>
                    <a:pt x="1027" y="226"/>
                    <a:pt x="1029" y="227"/>
                    <a:pt x="1027" y="226"/>
                  </a:cubicBezTo>
                  <a:cubicBezTo>
                    <a:pt x="1025" y="225"/>
                    <a:pt x="1025" y="224"/>
                    <a:pt x="1024" y="224"/>
                  </a:cubicBezTo>
                  <a:cubicBezTo>
                    <a:pt x="1023" y="223"/>
                    <a:pt x="1022" y="223"/>
                    <a:pt x="1021" y="223"/>
                  </a:cubicBezTo>
                  <a:cubicBezTo>
                    <a:pt x="1021" y="224"/>
                    <a:pt x="1020" y="223"/>
                    <a:pt x="1020" y="223"/>
                  </a:cubicBezTo>
                  <a:cubicBezTo>
                    <a:pt x="1020" y="223"/>
                    <a:pt x="1020" y="223"/>
                    <a:pt x="1019" y="224"/>
                  </a:cubicBezTo>
                  <a:cubicBezTo>
                    <a:pt x="1017" y="225"/>
                    <a:pt x="1017" y="226"/>
                    <a:pt x="1016" y="224"/>
                  </a:cubicBezTo>
                  <a:cubicBezTo>
                    <a:pt x="1015" y="222"/>
                    <a:pt x="1016" y="221"/>
                    <a:pt x="1014" y="221"/>
                  </a:cubicBezTo>
                  <a:cubicBezTo>
                    <a:pt x="1013" y="221"/>
                    <a:pt x="1016" y="218"/>
                    <a:pt x="1011" y="220"/>
                  </a:cubicBezTo>
                  <a:cubicBezTo>
                    <a:pt x="1007" y="221"/>
                    <a:pt x="1006" y="221"/>
                    <a:pt x="1005" y="220"/>
                  </a:cubicBezTo>
                  <a:cubicBezTo>
                    <a:pt x="1004" y="220"/>
                    <a:pt x="1003" y="217"/>
                    <a:pt x="1001" y="218"/>
                  </a:cubicBezTo>
                  <a:cubicBezTo>
                    <a:pt x="999" y="219"/>
                    <a:pt x="998" y="218"/>
                    <a:pt x="997" y="220"/>
                  </a:cubicBezTo>
                  <a:cubicBezTo>
                    <a:pt x="995" y="221"/>
                    <a:pt x="993" y="220"/>
                    <a:pt x="991" y="222"/>
                  </a:cubicBezTo>
                  <a:cubicBezTo>
                    <a:pt x="990" y="224"/>
                    <a:pt x="990" y="222"/>
                    <a:pt x="990" y="226"/>
                  </a:cubicBezTo>
                  <a:cubicBezTo>
                    <a:pt x="990" y="229"/>
                    <a:pt x="992" y="228"/>
                    <a:pt x="992" y="231"/>
                  </a:cubicBezTo>
                  <a:cubicBezTo>
                    <a:pt x="993" y="234"/>
                    <a:pt x="994" y="234"/>
                    <a:pt x="994" y="236"/>
                  </a:cubicBezTo>
                  <a:cubicBezTo>
                    <a:pt x="995" y="237"/>
                    <a:pt x="995" y="237"/>
                    <a:pt x="996" y="237"/>
                  </a:cubicBezTo>
                  <a:cubicBezTo>
                    <a:pt x="996" y="237"/>
                    <a:pt x="996" y="237"/>
                    <a:pt x="995" y="238"/>
                  </a:cubicBezTo>
                  <a:cubicBezTo>
                    <a:pt x="993" y="241"/>
                    <a:pt x="995" y="243"/>
                    <a:pt x="994" y="245"/>
                  </a:cubicBezTo>
                  <a:cubicBezTo>
                    <a:pt x="993" y="246"/>
                    <a:pt x="993" y="247"/>
                    <a:pt x="993" y="248"/>
                  </a:cubicBezTo>
                  <a:cubicBezTo>
                    <a:pt x="992" y="250"/>
                    <a:pt x="992" y="249"/>
                    <a:pt x="994" y="251"/>
                  </a:cubicBezTo>
                  <a:cubicBezTo>
                    <a:pt x="995" y="253"/>
                    <a:pt x="997" y="255"/>
                    <a:pt x="997" y="257"/>
                  </a:cubicBezTo>
                  <a:cubicBezTo>
                    <a:pt x="997" y="258"/>
                    <a:pt x="997" y="259"/>
                    <a:pt x="997" y="260"/>
                  </a:cubicBezTo>
                  <a:cubicBezTo>
                    <a:pt x="997" y="261"/>
                    <a:pt x="999" y="262"/>
                    <a:pt x="999" y="263"/>
                  </a:cubicBezTo>
                  <a:cubicBezTo>
                    <a:pt x="999" y="264"/>
                    <a:pt x="1000" y="267"/>
                    <a:pt x="999" y="268"/>
                  </a:cubicBezTo>
                  <a:cubicBezTo>
                    <a:pt x="998" y="269"/>
                    <a:pt x="995" y="268"/>
                    <a:pt x="995" y="270"/>
                  </a:cubicBezTo>
                  <a:cubicBezTo>
                    <a:pt x="994" y="273"/>
                    <a:pt x="994" y="273"/>
                    <a:pt x="992" y="275"/>
                  </a:cubicBezTo>
                  <a:cubicBezTo>
                    <a:pt x="990" y="278"/>
                    <a:pt x="988" y="278"/>
                    <a:pt x="988" y="278"/>
                  </a:cubicBezTo>
                  <a:cubicBezTo>
                    <a:pt x="988" y="278"/>
                    <a:pt x="988" y="280"/>
                    <a:pt x="987" y="281"/>
                  </a:cubicBezTo>
                  <a:cubicBezTo>
                    <a:pt x="986" y="282"/>
                    <a:pt x="983" y="285"/>
                    <a:pt x="984" y="285"/>
                  </a:cubicBezTo>
                  <a:cubicBezTo>
                    <a:pt x="986" y="285"/>
                    <a:pt x="991" y="286"/>
                    <a:pt x="993" y="288"/>
                  </a:cubicBezTo>
                  <a:cubicBezTo>
                    <a:pt x="996" y="291"/>
                    <a:pt x="1000" y="290"/>
                    <a:pt x="1000" y="291"/>
                  </a:cubicBezTo>
                  <a:cubicBezTo>
                    <a:pt x="1000" y="292"/>
                    <a:pt x="1001" y="292"/>
                    <a:pt x="1003" y="294"/>
                  </a:cubicBezTo>
                  <a:cubicBezTo>
                    <a:pt x="1004" y="297"/>
                    <a:pt x="1006" y="298"/>
                    <a:pt x="1006" y="300"/>
                  </a:cubicBezTo>
                  <a:cubicBezTo>
                    <a:pt x="1007" y="302"/>
                    <a:pt x="1007" y="302"/>
                    <a:pt x="1007" y="303"/>
                  </a:cubicBezTo>
                  <a:cubicBezTo>
                    <a:pt x="1007" y="304"/>
                    <a:pt x="1007" y="303"/>
                    <a:pt x="1008" y="305"/>
                  </a:cubicBezTo>
                  <a:cubicBezTo>
                    <a:pt x="1008" y="308"/>
                    <a:pt x="1009" y="306"/>
                    <a:pt x="1007" y="312"/>
                  </a:cubicBezTo>
                  <a:cubicBezTo>
                    <a:pt x="1007" y="312"/>
                    <a:pt x="1006" y="316"/>
                    <a:pt x="1007" y="317"/>
                  </a:cubicBezTo>
                  <a:cubicBezTo>
                    <a:pt x="1007" y="319"/>
                    <a:pt x="1008" y="321"/>
                    <a:pt x="1008" y="321"/>
                  </a:cubicBezTo>
                  <a:cubicBezTo>
                    <a:pt x="1008" y="321"/>
                    <a:pt x="1007" y="324"/>
                    <a:pt x="1007" y="324"/>
                  </a:cubicBezTo>
                  <a:cubicBezTo>
                    <a:pt x="1006" y="325"/>
                    <a:pt x="1007" y="327"/>
                    <a:pt x="1003" y="329"/>
                  </a:cubicBezTo>
                  <a:cubicBezTo>
                    <a:pt x="1000" y="330"/>
                    <a:pt x="998" y="331"/>
                    <a:pt x="997" y="332"/>
                  </a:cubicBezTo>
                  <a:cubicBezTo>
                    <a:pt x="995" y="334"/>
                    <a:pt x="994" y="335"/>
                    <a:pt x="992" y="337"/>
                  </a:cubicBezTo>
                  <a:cubicBezTo>
                    <a:pt x="990" y="338"/>
                    <a:pt x="991" y="338"/>
                    <a:pt x="990" y="338"/>
                  </a:cubicBezTo>
                  <a:cubicBezTo>
                    <a:pt x="989" y="339"/>
                    <a:pt x="987" y="340"/>
                    <a:pt x="986" y="341"/>
                  </a:cubicBezTo>
                  <a:cubicBezTo>
                    <a:pt x="985" y="341"/>
                    <a:pt x="985" y="341"/>
                    <a:pt x="984" y="341"/>
                  </a:cubicBezTo>
                  <a:cubicBezTo>
                    <a:pt x="983" y="341"/>
                    <a:pt x="982" y="341"/>
                    <a:pt x="980" y="341"/>
                  </a:cubicBezTo>
                  <a:cubicBezTo>
                    <a:pt x="980" y="341"/>
                    <a:pt x="979" y="341"/>
                    <a:pt x="979" y="341"/>
                  </a:cubicBezTo>
                  <a:cubicBezTo>
                    <a:pt x="978" y="340"/>
                    <a:pt x="978" y="339"/>
                    <a:pt x="977" y="340"/>
                  </a:cubicBezTo>
                  <a:cubicBezTo>
                    <a:pt x="974" y="342"/>
                    <a:pt x="974" y="342"/>
                    <a:pt x="974" y="344"/>
                  </a:cubicBezTo>
                  <a:cubicBezTo>
                    <a:pt x="974" y="346"/>
                    <a:pt x="979" y="348"/>
                    <a:pt x="978" y="349"/>
                  </a:cubicBezTo>
                  <a:cubicBezTo>
                    <a:pt x="978" y="350"/>
                    <a:pt x="978" y="349"/>
                    <a:pt x="978" y="352"/>
                  </a:cubicBezTo>
                  <a:cubicBezTo>
                    <a:pt x="979" y="355"/>
                    <a:pt x="979" y="355"/>
                    <a:pt x="979" y="357"/>
                  </a:cubicBezTo>
                  <a:cubicBezTo>
                    <a:pt x="980" y="358"/>
                    <a:pt x="983" y="358"/>
                    <a:pt x="982" y="360"/>
                  </a:cubicBezTo>
                  <a:cubicBezTo>
                    <a:pt x="981" y="362"/>
                    <a:pt x="982" y="361"/>
                    <a:pt x="981" y="364"/>
                  </a:cubicBezTo>
                  <a:cubicBezTo>
                    <a:pt x="981" y="366"/>
                    <a:pt x="982" y="366"/>
                    <a:pt x="982" y="369"/>
                  </a:cubicBezTo>
                  <a:cubicBezTo>
                    <a:pt x="981" y="372"/>
                    <a:pt x="982" y="374"/>
                    <a:pt x="983" y="375"/>
                  </a:cubicBezTo>
                  <a:cubicBezTo>
                    <a:pt x="983" y="376"/>
                    <a:pt x="984" y="376"/>
                    <a:pt x="984" y="376"/>
                  </a:cubicBezTo>
                  <a:cubicBezTo>
                    <a:pt x="985" y="376"/>
                    <a:pt x="986" y="376"/>
                    <a:pt x="986" y="377"/>
                  </a:cubicBezTo>
                  <a:cubicBezTo>
                    <a:pt x="986" y="379"/>
                    <a:pt x="988" y="381"/>
                    <a:pt x="987" y="382"/>
                  </a:cubicBezTo>
                  <a:cubicBezTo>
                    <a:pt x="987" y="382"/>
                    <a:pt x="986" y="382"/>
                    <a:pt x="985" y="383"/>
                  </a:cubicBezTo>
                  <a:cubicBezTo>
                    <a:pt x="984" y="383"/>
                    <a:pt x="984" y="385"/>
                    <a:pt x="983" y="386"/>
                  </a:cubicBezTo>
                  <a:cubicBezTo>
                    <a:pt x="982" y="387"/>
                    <a:pt x="981" y="388"/>
                    <a:pt x="982" y="388"/>
                  </a:cubicBezTo>
                  <a:cubicBezTo>
                    <a:pt x="984" y="391"/>
                    <a:pt x="985" y="391"/>
                    <a:pt x="985" y="392"/>
                  </a:cubicBezTo>
                  <a:cubicBezTo>
                    <a:pt x="984" y="393"/>
                    <a:pt x="982" y="397"/>
                    <a:pt x="982" y="396"/>
                  </a:cubicBezTo>
                  <a:cubicBezTo>
                    <a:pt x="981" y="395"/>
                    <a:pt x="979" y="394"/>
                    <a:pt x="979" y="393"/>
                  </a:cubicBezTo>
                  <a:cubicBezTo>
                    <a:pt x="976" y="392"/>
                    <a:pt x="976" y="391"/>
                    <a:pt x="975" y="393"/>
                  </a:cubicBezTo>
                  <a:cubicBezTo>
                    <a:pt x="973" y="395"/>
                    <a:pt x="973" y="394"/>
                    <a:pt x="973" y="396"/>
                  </a:cubicBezTo>
                  <a:cubicBezTo>
                    <a:pt x="973" y="399"/>
                    <a:pt x="974" y="398"/>
                    <a:pt x="975" y="400"/>
                  </a:cubicBezTo>
                  <a:cubicBezTo>
                    <a:pt x="976" y="403"/>
                    <a:pt x="973" y="397"/>
                    <a:pt x="971" y="396"/>
                  </a:cubicBezTo>
                  <a:cubicBezTo>
                    <a:pt x="968" y="395"/>
                    <a:pt x="966" y="395"/>
                    <a:pt x="965" y="396"/>
                  </a:cubicBezTo>
                  <a:cubicBezTo>
                    <a:pt x="962" y="398"/>
                    <a:pt x="961" y="398"/>
                    <a:pt x="960" y="399"/>
                  </a:cubicBezTo>
                  <a:cubicBezTo>
                    <a:pt x="960" y="399"/>
                    <a:pt x="960" y="398"/>
                    <a:pt x="961" y="397"/>
                  </a:cubicBezTo>
                  <a:cubicBezTo>
                    <a:pt x="963" y="396"/>
                    <a:pt x="963" y="394"/>
                    <a:pt x="963" y="394"/>
                  </a:cubicBezTo>
                  <a:cubicBezTo>
                    <a:pt x="964" y="394"/>
                    <a:pt x="964" y="394"/>
                    <a:pt x="964" y="394"/>
                  </a:cubicBezTo>
                  <a:cubicBezTo>
                    <a:pt x="964" y="394"/>
                    <a:pt x="964" y="394"/>
                    <a:pt x="964" y="392"/>
                  </a:cubicBezTo>
                  <a:cubicBezTo>
                    <a:pt x="964" y="390"/>
                    <a:pt x="965" y="389"/>
                    <a:pt x="964" y="389"/>
                  </a:cubicBezTo>
                  <a:cubicBezTo>
                    <a:pt x="963" y="389"/>
                    <a:pt x="962" y="388"/>
                    <a:pt x="961" y="387"/>
                  </a:cubicBezTo>
                  <a:cubicBezTo>
                    <a:pt x="960" y="386"/>
                    <a:pt x="963" y="386"/>
                    <a:pt x="959" y="385"/>
                  </a:cubicBezTo>
                  <a:cubicBezTo>
                    <a:pt x="956" y="384"/>
                    <a:pt x="956" y="382"/>
                    <a:pt x="955" y="382"/>
                  </a:cubicBezTo>
                  <a:cubicBezTo>
                    <a:pt x="953" y="382"/>
                    <a:pt x="952" y="382"/>
                    <a:pt x="952" y="383"/>
                  </a:cubicBezTo>
                  <a:cubicBezTo>
                    <a:pt x="950" y="383"/>
                    <a:pt x="950" y="384"/>
                    <a:pt x="951" y="382"/>
                  </a:cubicBezTo>
                  <a:cubicBezTo>
                    <a:pt x="953" y="380"/>
                    <a:pt x="954" y="379"/>
                    <a:pt x="954" y="379"/>
                  </a:cubicBezTo>
                  <a:cubicBezTo>
                    <a:pt x="955" y="380"/>
                    <a:pt x="956" y="380"/>
                    <a:pt x="954" y="379"/>
                  </a:cubicBezTo>
                  <a:cubicBezTo>
                    <a:pt x="954" y="379"/>
                    <a:pt x="954" y="379"/>
                    <a:pt x="954" y="379"/>
                  </a:cubicBezTo>
                  <a:cubicBezTo>
                    <a:pt x="950" y="377"/>
                    <a:pt x="951" y="376"/>
                    <a:pt x="950" y="375"/>
                  </a:cubicBezTo>
                  <a:cubicBezTo>
                    <a:pt x="948" y="375"/>
                    <a:pt x="949" y="374"/>
                    <a:pt x="947" y="374"/>
                  </a:cubicBezTo>
                  <a:cubicBezTo>
                    <a:pt x="946" y="374"/>
                    <a:pt x="946" y="373"/>
                    <a:pt x="945" y="372"/>
                  </a:cubicBezTo>
                  <a:cubicBezTo>
                    <a:pt x="944" y="371"/>
                    <a:pt x="944" y="371"/>
                    <a:pt x="944" y="370"/>
                  </a:cubicBezTo>
                  <a:cubicBezTo>
                    <a:pt x="944" y="369"/>
                    <a:pt x="945" y="370"/>
                    <a:pt x="945" y="368"/>
                  </a:cubicBezTo>
                  <a:cubicBezTo>
                    <a:pt x="946" y="365"/>
                    <a:pt x="946" y="365"/>
                    <a:pt x="946" y="364"/>
                  </a:cubicBezTo>
                  <a:cubicBezTo>
                    <a:pt x="946" y="363"/>
                    <a:pt x="947" y="363"/>
                    <a:pt x="946" y="361"/>
                  </a:cubicBezTo>
                  <a:cubicBezTo>
                    <a:pt x="944" y="359"/>
                    <a:pt x="944" y="356"/>
                    <a:pt x="944" y="356"/>
                  </a:cubicBezTo>
                  <a:cubicBezTo>
                    <a:pt x="944" y="353"/>
                    <a:pt x="944" y="353"/>
                    <a:pt x="944" y="353"/>
                  </a:cubicBezTo>
                  <a:cubicBezTo>
                    <a:pt x="944" y="353"/>
                    <a:pt x="942" y="352"/>
                    <a:pt x="942" y="351"/>
                  </a:cubicBezTo>
                  <a:cubicBezTo>
                    <a:pt x="942" y="350"/>
                    <a:pt x="942" y="348"/>
                    <a:pt x="943" y="347"/>
                  </a:cubicBezTo>
                  <a:cubicBezTo>
                    <a:pt x="944" y="347"/>
                    <a:pt x="945" y="345"/>
                    <a:pt x="945" y="344"/>
                  </a:cubicBezTo>
                  <a:cubicBezTo>
                    <a:pt x="945" y="343"/>
                    <a:pt x="947" y="345"/>
                    <a:pt x="944" y="340"/>
                  </a:cubicBezTo>
                  <a:cubicBezTo>
                    <a:pt x="944" y="340"/>
                    <a:pt x="943" y="339"/>
                    <a:pt x="943" y="339"/>
                  </a:cubicBezTo>
                  <a:cubicBezTo>
                    <a:pt x="943" y="338"/>
                    <a:pt x="944" y="339"/>
                    <a:pt x="943" y="338"/>
                  </a:cubicBezTo>
                  <a:cubicBezTo>
                    <a:pt x="941" y="337"/>
                    <a:pt x="939" y="336"/>
                    <a:pt x="938" y="336"/>
                  </a:cubicBezTo>
                  <a:cubicBezTo>
                    <a:pt x="936" y="337"/>
                    <a:pt x="935" y="337"/>
                    <a:pt x="933" y="337"/>
                  </a:cubicBezTo>
                  <a:cubicBezTo>
                    <a:pt x="931" y="337"/>
                    <a:pt x="927" y="338"/>
                    <a:pt x="926" y="337"/>
                  </a:cubicBezTo>
                  <a:cubicBezTo>
                    <a:pt x="925" y="336"/>
                    <a:pt x="926" y="334"/>
                    <a:pt x="924" y="334"/>
                  </a:cubicBezTo>
                  <a:cubicBezTo>
                    <a:pt x="922" y="334"/>
                    <a:pt x="921" y="334"/>
                    <a:pt x="919" y="335"/>
                  </a:cubicBezTo>
                  <a:cubicBezTo>
                    <a:pt x="918" y="335"/>
                    <a:pt x="918" y="335"/>
                    <a:pt x="917" y="335"/>
                  </a:cubicBezTo>
                  <a:cubicBezTo>
                    <a:pt x="916" y="335"/>
                    <a:pt x="916" y="334"/>
                    <a:pt x="914" y="335"/>
                  </a:cubicBezTo>
                  <a:cubicBezTo>
                    <a:pt x="912" y="337"/>
                    <a:pt x="914" y="336"/>
                    <a:pt x="912" y="337"/>
                  </a:cubicBezTo>
                  <a:cubicBezTo>
                    <a:pt x="908" y="331"/>
                    <a:pt x="910" y="330"/>
                    <a:pt x="907" y="330"/>
                  </a:cubicBezTo>
                  <a:cubicBezTo>
                    <a:pt x="903" y="330"/>
                    <a:pt x="903" y="330"/>
                    <a:pt x="902" y="330"/>
                  </a:cubicBezTo>
                  <a:cubicBezTo>
                    <a:pt x="899" y="328"/>
                    <a:pt x="903" y="328"/>
                    <a:pt x="898" y="326"/>
                  </a:cubicBezTo>
                  <a:cubicBezTo>
                    <a:pt x="892" y="325"/>
                    <a:pt x="892" y="325"/>
                    <a:pt x="890" y="325"/>
                  </a:cubicBezTo>
                  <a:cubicBezTo>
                    <a:pt x="889" y="325"/>
                    <a:pt x="888" y="325"/>
                    <a:pt x="887" y="325"/>
                  </a:cubicBezTo>
                  <a:cubicBezTo>
                    <a:pt x="884" y="321"/>
                    <a:pt x="888" y="321"/>
                    <a:pt x="884" y="319"/>
                  </a:cubicBezTo>
                  <a:cubicBezTo>
                    <a:pt x="880" y="318"/>
                    <a:pt x="880" y="318"/>
                    <a:pt x="880" y="317"/>
                  </a:cubicBezTo>
                  <a:cubicBezTo>
                    <a:pt x="879" y="316"/>
                    <a:pt x="877" y="315"/>
                    <a:pt x="877" y="315"/>
                  </a:cubicBezTo>
                  <a:cubicBezTo>
                    <a:pt x="876" y="314"/>
                    <a:pt x="873" y="314"/>
                    <a:pt x="873" y="314"/>
                  </a:cubicBezTo>
                  <a:cubicBezTo>
                    <a:pt x="870" y="313"/>
                    <a:pt x="870" y="313"/>
                    <a:pt x="870" y="313"/>
                  </a:cubicBezTo>
                  <a:cubicBezTo>
                    <a:pt x="867" y="312"/>
                    <a:pt x="867" y="310"/>
                    <a:pt x="866" y="310"/>
                  </a:cubicBezTo>
                  <a:cubicBezTo>
                    <a:pt x="864" y="310"/>
                    <a:pt x="864" y="309"/>
                    <a:pt x="862" y="309"/>
                  </a:cubicBezTo>
                  <a:cubicBezTo>
                    <a:pt x="860" y="310"/>
                    <a:pt x="860" y="311"/>
                    <a:pt x="859" y="310"/>
                  </a:cubicBezTo>
                  <a:cubicBezTo>
                    <a:pt x="857" y="309"/>
                    <a:pt x="858" y="307"/>
                    <a:pt x="856" y="306"/>
                  </a:cubicBezTo>
                  <a:cubicBezTo>
                    <a:pt x="855" y="305"/>
                    <a:pt x="855" y="305"/>
                    <a:pt x="853" y="305"/>
                  </a:cubicBezTo>
                  <a:cubicBezTo>
                    <a:pt x="852" y="304"/>
                    <a:pt x="857" y="303"/>
                    <a:pt x="851" y="304"/>
                  </a:cubicBezTo>
                  <a:cubicBezTo>
                    <a:pt x="844" y="306"/>
                    <a:pt x="844" y="305"/>
                    <a:pt x="842" y="306"/>
                  </a:cubicBezTo>
                  <a:cubicBezTo>
                    <a:pt x="840" y="307"/>
                    <a:pt x="838" y="308"/>
                    <a:pt x="836" y="308"/>
                  </a:cubicBezTo>
                  <a:cubicBezTo>
                    <a:pt x="835" y="309"/>
                    <a:pt x="833" y="309"/>
                    <a:pt x="832" y="309"/>
                  </a:cubicBezTo>
                  <a:cubicBezTo>
                    <a:pt x="831" y="309"/>
                    <a:pt x="828" y="309"/>
                    <a:pt x="829" y="308"/>
                  </a:cubicBezTo>
                  <a:cubicBezTo>
                    <a:pt x="829" y="307"/>
                    <a:pt x="829" y="307"/>
                    <a:pt x="831" y="306"/>
                  </a:cubicBezTo>
                  <a:cubicBezTo>
                    <a:pt x="832" y="304"/>
                    <a:pt x="833" y="304"/>
                    <a:pt x="833" y="303"/>
                  </a:cubicBezTo>
                  <a:cubicBezTo>
                    <a:pt x="833" y="302"/>
                    <a:pt x="833" y="302"/>
                    <a:pt x="831" y="300"/>
                  </a:cubicBezTo>
                  <a:cubicBezTo>
                    <a:pt x="829" y="297"/>
                    <a:pt x="829" y="297"/>
                    <a:pt x="829" y="295"/>
                  </a:cubicBezTo>
                  <a:cubicBezTo>
                    <a:pt x="828" y="294"/>
                    <a:pt x="829" y="293"/>
                    <a:pt x="827" y="291"/>
                  </a:cubicBezTo>
                  <a:cubicBezTo>
                    <a:pt x="826" y="289"/>
                    <a:pt x="826" y="288"/>
                    <a:pt x="826" y="287"/>
                  </a:cubicBezTo>
                  <a:cubicBezTo>
                    <a:pt x="825" y="285"/>
                    <a:pt x="828" y="287"/>
                    <a:pt x="824" y="284"/>
                  </a:cubicBezTo>
                  <a:cubicBezTo>
                    <a:pt x="821" y="282"/>
                    <a:pt x="822" y="283"/>
                    <a:pt x="819" y="282"/>
                  </a:cubicBezTo>
                  <a:cubicBezTo>
                    <a:pt x="817" y="281"/>
                    <a:pt x="816" y="281"/>
                    <a:pt x="816" y="281"/>
                  </a:cubicBezTo>
                  <a:cubicBezTo>
                    <a:pt x="813" y="282"/>
                    <a:pt x="810" y="284"/>
                    <a:pt x="811" y="283"/>
                  </a:cubicBezTo>
                  <a:cubicBezTo>
                    <a:pt x="811" y="283"/>
                    <a:pt x="810" y="278"/>
                    <a:pt x="810" y="279"/>
                  </a:cubicBezTo>
                  <a:cubicBezTo>
                    <a:pt x="810" y="279"/>
                    <a:pt x="808" y="276"/>
                    <a:pt x="807" y="276"/>
                  </a:cubicBezTo>
                  <a:cubicBezTo>
                    <a:pt x="806" y="275"/>
                    <a:pt x="804" y="274"/>
                    <a:pt x="805" y="273"/>
                  </a:cubicBezTo>
                  <a:cubicBezTo>
                    <a:pt x="806" y="272"/>
                    <a:pt x="807" y="272"/>
                    <a:pt x="807" y="271"/>
                  </a:cubicBezTo>
                  <a:cubicBezTo>
                    <a:pt x="807" y="270"/>
                    <a:pt x="807" y="269"/>
                    <a:pt x="807" y="267"/>
                  </a:cubicBezTo>
                  <a:cubicBezTo>
                    <a:pt x="807" y="265"/>
                    <a:pt x="809" y="262"/>
                    <a:pt x="809" y="260"/>
                  </a:cubicBezTo>
                  <a:cubicBezTo>
                    <a:pt x="808" y="258"/>
                    <a:pt x="808" y="259"/>
                    <a:pt x="808" y="256"/>
                  </a:cubicBezTo>
                  <a:cubicBezTo>
                    <a:pt x="808" y="254"/>
                    <a:pt x="807" y="254"/>
                    <a:pt x="808" y="253"/>
                  </a:cubicBezTo>
                  <a:cubicBezTo>
                    <a:pt x="810" y="251"/>
                    <a:pt x="813" y="250"/>
                    <a:pt x="813" y="249"/>
                  </a:cubicBezTo>
                  <a:cubicBezTo>
                    <a:pt x="812" y="247"/>
                    <a:pt x="815" y="245"/>
                    <a:pt x="815" y="244"/>
                  </a:cubicBezTo>
                  <a:cubicBezTo>
                    <a:pt x="815" y="243"/>
                    <a:pt x="817" y="243"/>
                    <a:pt x="817" y="240"/>
                  </a:cubicBezTo>
                  <a:cubicBezTo>
                    <a:pt x="817" y="236"/>
                    <a:pt x="817" y="235"/>
                    <a:pt x="818" y="235"/>
                  </a:cubicBezTo>
                  <a:cubicBezTo>
                    <a:pt x="821" y="235"/>
                    <a:pt x="823" y="232"/>
                    <a:pt x="823" y="232"/>
                  </a:cubicBezTo>
                  <a:cubicBezTo>
                    <a:pt x="823" y="232"/>
                    <a:pt x="824" y="230"/>
                    <a:pt x="823" y="229"/>
                  </a:cubicBezTo>
                  <a:cubicBezTo>
                    <a:pt x="822" y="228"/>
                    <a:pt x="822" y="228"/>
                    <a:pt x="824" y="227"/>
                  </a:cubicBezTo>
                  <a:cubicBezTo>
                    <a:pt x="826" y="227"/>
                    <a:pt x="828" y="226"/>
                    <a:pt x="828" y="226"/>
                  </a:cubicBezTo>
                  <a:cubicBezTo>
                    <a:pt x="830" y="225"/>
                    <a:pt x="830" y="225"/>
                    <a:pt x="830" y="225"/>
                  </a:cubicBezTo>
                  <a:cubicBezTo>
                    <a:pt x="830" y="225"/>
                    <a:pt x="831" y="222"/>
                    <a:pt x="830" y="222"/>
                  </a:cubicBezTo>
                  <a:cubicBezTo>
                    <a:pt x="828" y="221"/>
                    <a:pt x="829" y="219"/>
                    <a:pt x="830" y="219"/>
                  </a:cubicBezTo>
                  <a:cubicBezTo>
                    <a:pt x="831" y="219"/>
                    <a:pt x="835" y="218"/>
                    <a:pt x="835" y="218"/>
                  </a:cubicBezTo>
                  <a:cubicBezTo>
                    <a:pt x="837" y="217"/>
                    <a:pt x="837" y="217"/>
                    <a:pt x="837" y="217"/>
                  </a:cubicBezTo>
                  <a:cubicBezTo>
                    <a:pt x="836" y="215"/>
                    <a:pt x="835" y="213"/>
                    <a:pt x="836" y="214"/>
                  </a:cubicBezTo>
                  <a:cubicBezTo>
                    <a:pt x="837" y="214"/>
                    <a:pt x="840" y="214"/>
                    <a:pt x="840" y="214"/>
                  </a:cubicBezTo>
                  <a:cubicBezTo>
                    <a:pt x="840" y="214"/>
                    <a:pt x="842" y="215"/>
                    <a:pt x="842" y="215"/>
                  </a:cubicBezTo>
                  <a:cubicBezTo>
                    <a:pt x="843" y="215"/>
                    <a:pt x="847" y="214"/>
                    <a:pt x="847" y="214"/>
                  </a:cubicBezTo>
                  <a:cubicBezTo>
                    <a:pt x="849" y="212"/>
                    <a:pt x="849" y="212"/>
                    <a:pt x="849" y="212"/>
                  </a:cubicBezTo>
                  <a:cubicBezTo>
                    <a:pt x="851" y="212"/>
                    <a:pt x="851" y="212"/>
                    <a:pt x="851" y="212"/>
                  </a:cubicBezTo>
                  <a:cubicBezTo>
                    <a:pt x="851" y="212"/>
                    <a:pt x="853" y="209"/>
                    <a:pt x="852" y="209"/>
                  </a:cubicBezTo>
                  <a:cubicBezTo>
                    <a:pt x="851" y="208"/>
                    <a:pt x="849" y="207"/>
                    <a:pt x="849" y="206"/>
                  </a:cubicBezTo>
                  <a:cubicBezTo>
                    <a:pt x="848" y="205"/>
                    <a:pt x="849" y="205"/>
                    <a:pt x="847" y="203"/>
                  </a:cubicBezTo>
                  <a:cubicBezTo>
                    <a:pt x="845" y="202"/>
                    <a:pt x="844" y="201"/>
                    <a:pt x="842" y="201"/>
                  </a:cubicBezTo>
                  <a:cubicBezTo>
                    <a:pt x="841" y="201"/>
                    <a:pt x="840" y="202"/>
                    <a:pt x="839" y="201"/>
                  </a:cubicBezTo>
                  <a:cubicBezTo>
                    <a:pt x="838" y="201"/>
                    <a:pt x="840" y="198"/>
                    <a:pt x="837" y="199"/>
                  </a:cubicBezTo>
                  <a:cubicBezTo>
                    <a:pt x="834" y="199"/>
                    <a:pt x="833" y="201"/>
                    <a:pt x="833" y="200"/>
                  </a:cubicBezTo>
                  <a:cubicBezTo>
                    <a:pt x="832" y="199"/>
                    <a:pt x="832" y="198"/>
                    <a:pt x="832" y="198"/>
                  </a:cubicBezTo>
                  <a:cubicBezTo>
                    <a:pt x="832" y="198"/>
                    <a:pt x="831" y="197"/>
                    <a:pt x="829" y="196"/>
                  </a:cubicBezTo>
                  <a:cubicBezTo>
                    <a:pt x="827" y="195"/>
                    <a:pt x="825" y="194"/>
                    <a:pt x="826" y="194"/>
                  </a:cubicBezTo>
                  <a:cubicBezTo>
                    <a:pt x="827" y="195"/>
                    <a:pt x="835" y="196"/>
                    <a:pt x="835" y="196"/>
                  </a:cubicBezTo>
                  <a:cubicBezTo>
                    <a:pt x="835" y="196"/>
                    <a:pt x="834" y="197"/>
                    <a:pt x="834" y="198"/>
                  </a:cubicBezTo>
                  <a:cubicBezTo>
                    <a:pt x="835" y="198"/>
                    <a:pt x="835" y="198"/>
                    <a:pt x="835" y="198"/>
                  </a:cubicBezTo>
                  <a:cubicBezTo>
                    <a:pt x="836" y="198"/>
                    <a:pt x="837" y="197"/>
                    <a:pt x="838" y="197"/>
                  </a:cubicBezTo>
                  <a:cubicBezTo>
                    <a:pt x="840" y="198"/>
                    <a:pt x="840" y="199"/>
                    <a:pt x="841" y="199"/>
                  </a:cubicBezTo>
                  <a:cubicBezTo>
                    <a:pt x="842" y="200"/>
                    <a:pt x="845" y="200"/>
                    <a:pt x="846" y="200"/>
                  </a:cubicBezTo>
                  <a:cubicBezTo>
                    <a:pt x="847" y="200"/>
                    <a:pt x="849" y="202"/>
                    <a:pt x="849" y="202"/>
                  </a:cubicBezTo>
                  <a:cubicBezTo>
                    <a:pt x="852" y="202"/>
                    <a:pt x="854" y="202"/>
                    <a:pt x="855" y="202"/>
                  </a:cubicBezTo>
                  <a:cubicBezTo>
                    <a:pt x="855" y="202"/>
                    <a:pt x="855" y="201"/>
                    <a:pt x="856" y="201"/>
                  </a:cubicBezTo>
                  <a:cubicBezTo>
                    <a:pt x="857" y="201"/>
                    <a:pt x="859" y="200"/>
                    <a:pt x="859" y="200"/>
                  </a:cubicBezTo>
                  <a:cubicBezTo>
                    <a:pt x="859" y="200"/>
                    <a:pt x="859" y="197"/>
                    <a:pt x="859" y="196"/>
                  </a:cubicBezTo>
                  <a:cubicBezTo>
                    <a:pt x="859" y="196"/>
                    <a:pt x="859" y="193"/>
                    <a:pt x="859" y="193"/>
                  </a:cubicBezTo>
                  <a:cubicBezTo>
                    <a:pt x="862" y="193"/>
                    <a:pt x="862" y="194"/>
                    <a:pt x="862" y="194"/>
                  </a:cubicBezTo>
                  <a:cubicBezTo>
                    <a:pt x="865" y="196"/>
                    <a:pt x="865" y="196"/>
                    <a:pt x="865" y="196"/>
                  </a:cubicBezTo>
                  <a:cubicBezTo>
                    <a:pt x="868" y="196"/>
                    <a:pt x="868" y="196"/>
                    <a:pt x="868" y="196"/>
                  </a:cubicBezTo>
                  <a:cubicBezTo>
                    <a:pt x="868" y="196"/>
                    <a:pt x="872" y="195"/>
                    <a:pt x="872" y="195"/>
                  </a:cubicBezTo>
                  <a:cubicBezTo>
                    <a:pt x="872" y="195"/>
                    <a:pt x="874" y="195"/>
                    <a:pt x="875" y="195"/>
                  </a:cubicBezTo>
                  <a:cubicBezTo>
                    <a:pt x="879" y="192"/>
                    <a:pt x="879" y="192"/>
                    <a:pt x="879" y="192"/>
                  </a:cubicBezTo>
                  <a:cubicBezTo>
                    <a:pt x="882" y="191"/>
                    <a:pt x="882" y="191"/>
                    <a:pt x="882" y="191"/>
                  </a:cubicBezTo>
                  <a:cubicBezTo>
                    <a:pt x="882" y="191"/>
                    <a:pt x="883" y="188"/>
                    <a:pt x="883" y="188"/>
                  </a:cubicBezTo>
                  <a:cubicBezTo>
                    <a:pt x="884" y="187"/>
                    <a:pt x="887" y="184"/>
                    <a:pt x="887" y="184"/>
                  </a:cubicBezTo>
                  <a:cubicBezTo>
                    <a:pt x="887" y="182"/>
                    <a:pt x="887" y="182"/>
                    <a:pt x="887" y="182"/>
                  </a:cubicBezTo>
                  <a:cubicBezTo>
                    <a:pt x="891" y="179"/>
                    <a:pt x="891" y="179"/>
                    <a:pt x="891" y="179"/>
                  </a:cubicBezTo>
                  <a:cubicBezTo>
                    <a:pt x="891" y="177"/>
                    <a:pt x="891" y="177"/>
                    <a:pt x="891" y="177"/>
                  </a:cubicBezTo>
                  <a:cubicBezTo>
                    <a:pt x="891" y="172"/>
                    <a:pt x="891" y="172"/>
                    <a:pt x="891" y="172"/>
                  </a:cubicBezTo>
                  <a:cubicBezTo>
                    <a:pt x="889" y="172"/>
                    <a:pt x="889" y="172"/>
                    <a:pt x="889" y="172"/>
                  </a:cubicBezTo>
                  <a:cubicBezTo>
                    <a:pt x="889" y="172"/>
                    <a:pt x="887" y="172"/>
                    <a:pt x="885" y="172"/>
                  </a:cubicBezTo>
                  <a:cubicBezTo>
                    <a:pt x="885" y="172"/>
                    <a:pt x="884" y="171"/>
                    <a:pt x="884" y="171"/>
                  </a:cubicBezTo>
                  <a:cubicBezTo>
                    <a:pt x="887" y="171"/>
                    <a:pt x="889" y="171"/>
                    <a:pt x="891" y="170"/>
                  </a:cubicBezTo>
                  <a:cubicBezTo>
                    <a:pt x="892" y="169"/>
                    <a:pt x="892" y="168"/>
                    <a:pt x="894" y="167"/>
                  </a:cubicBezTo>
                  <a:cubicBezTo>
                    <a:pt x="895" y="166"/>
                    <a:pt x="896" y="165"/>
                    <a:pt x="897" y="164"/>
                  </a:cubicBezTo>
                  <a:cubicBezTo>
                    <a:pt x="900" y="163"/>
                    <a:pt x="900" y="162"/>
                    <a:pt x="901" y="161"/>
                  </a:cubicBezTo>
                  <a:cubicBezTo>
                    <a:pt x="903" y="159"/>
                    <a:pt x="902" y="160"/>
                    <a:pt x="903" y="158"/>
                  </a:cubicBezTo>
                  <a:cubicBezTo>
                    <a:pt x="904" y="157"/>
                    <a:pt x="904" y="157"/>
                    <a:pt x="904" y="157"/>
                  </a:cubicBezTo>
                  <a:cubicBezTo>
                    <a:pt x="904" y="157"/>
                    <a:pt x="902" y="153"/>
                    <a:pt x="901" y="153"/>
                  </a:cubicBezTo>
                  <a:cubicBezTo>
                    <a:pt x="900" y="153"/>
                    <a:pt x="898" y="152"/>
                    <a:pt x="898" y="152"/>
                  </a:cubicBezTo>
                  <a:cubicBezTo>
                    <a:pt x="898" y="152"/>
                    <a:pt x="898" y="150"/>
                    <a:pt x="898" y="150"/>
                  </a:cubicBezTo>
                  <a:cubicBezTo>
                    <a:pt x="899" y="150"/>
                    <a:pt x="901" y="149"/>
                    <a:pt x="901" y="149"/>
                  </a:cubicBezTo>
                  <a:cubicBezTo>
                    <a:pt x="903" y="150"/>
                    <a:pt x="905" y="150"/>
                    <a:pt x="905" y="150"/>
                  </a:cubicBezTo>
                  <a:cubicBezTo>
                    <a:pt x="907" y="149"/>
                    <a:pt x="907" y="149"/>
                    <a:pt x="907" y="149"/>
                  </a:cubicBezTo>
                  <a:cubicBezTo>
                    <a:pt x="910" y="151"/>
                    <a:pt x="910" y="151"/>
                    <a:pt x="910" y="151"/>
                  </a:cubicBezTo>
                  <a:cubicBezTo>
                    <a:pt x="911" y="155"/>
                    <a:pt x="912" y="154"/>
                    <a:pt x="913" y="155"/>
                  </a:cubicBezTo>
                  <a:cubicBezTo>
                    <a:pt x="913" y="155"/>
                    <a:pt x="915" y="156"/>
                    <a:pt x="916" y="156"/>
                  </a:cubicBezTo>
                  <a:cubicBezTo>
                    <a:pt x="916" y="156"/>
                    <a:pt x="917" y="156"/>
                    <a:pt x="918" y="155"/>
                  </a:cubicBezTo>
                  <a:cubicBezTo>
                    <a:pt x="920" y="153"/>
                    <a:pt x="920" y="153"/>
                    <a:pt x="920" y="153"/>
                  </a:cubicBezTo>
                  <a:cubicBezTo>
                    <a:pt x="920" y="153"/>
                    <a:pt x="921" y="154"/>
                    <a:pt x="923" y="154"/>
                  </a:cubicBezTo>
                  <a:cubicBezTo>
                    <a:pt x="925" y="153"/>
                    <a:pt x="925" y="155"/>
                    <a:pt x="926" y="155"/>
                  </a:cubicBezTo>
                  <a:cubicBezTo>
                    <a:pt x="929" y="155"/>
                    <a:pt x="929" y="155"/>
                    <a:pt x="929" y="154"/>
                  </a:cubicBezTo>
                  <a:cubicBezTo>
                    <a:pt x="930" y="153"/>
                    <a:pt x="927" y="150"/>
                    <a:pt x="927" y="150"/>
                  </a:cubicBezTo>
                  <a:cubicBezTo>
                    <a:pt x="925" y="148"/>
                    <a:pt x="925" y="148"/>
                    <a:pt x="925" y="148"/>
                  </a:cubicBezTo>
                  <a:cubicBezTo>
                    <a:pt x="922" y="145"/>
                    <a:pt x="922" y="145"/>
                    <a:pt x="922" y="145"/>
                  </a:cubicBezTo>
                  <a:cubicBezTo>
                    <a:pt x="920" y="144"/>
                    <a:pt x="921" y="143"/>
                    <a:pt x="919" y="143"/>
                  </a:cubicBezTo>
                  <a:cubicBezTo>
                    <a:pt x="916" y="144"/>
                    <a:pt x="914" y="143"/>
                    <a:pt x="917" y="143"/>
                  </a:cubicBezTo>
                  <a:cubicBezTo>
                    <a:pt x="919" y="142"/>
                    <a:pt x="917" y="143"/>
                    <a:pt x="919" y="142"/>
                  </a:cubicBezTo>
                  <a:cubicBezTo>
                    <a:pt x="920" y="142"/>
                    <a:pt x="920" y="142"/>
                    <a:pt x="920" y="141"/>
                  </a:cubicBezTo>
                  <a:cubicBezTo>
                    <a:pt x="920" y="142"/>
                    <a:pt x="920" y="142"/>
                    <a:pt x="920" y="142"/>
                  </a:cubicBezTo>
                  <a:cubicBezTo>
                    <a:pt x="922" y="144"/>
                    <a:pt x="922" y="144"/>
                    <a:pt x="923" y="144"/>
                  </a:cubicBezTo>
                  <a:cubicBezTo>
                    <a:pt x="924" y="144"/>
                    <a:pt x="924" y="145"/>
                    <a:pt x="925" y="145"/>
                  </a:cubicBezTo>
                  <a:cubicBezTo>
                    <a:pt x="925" y="145"/>
                    <a:pt x="928" y="148"/>
                    <a:pt x="928" y="149"/>
                  </a:cubicBezTo>
                  <a:cubicBezTo>
                    <a:pt x="928" y="150"/>
                    <a:pt x="930" y="149"/>
                    <a:pt x="930" y="150"/>
                  </a:cubicBezTo>
                  <a:cubicBezTo>
                    <a:pt x="932" y="153"/>
                    <a:pt x="933" y="153"/>
                    <a:pt x="933" y="153"/>
                  </a:cubicBezTo>
                  <a:cubicBezTo>
                    <a:pt x="935" y="155"/>
                    <a:pt x="937" y="156"/>
                    <a:pt x="937" y="156"/>
                  </a:cubicBezTo>
                  <a:cubicBezTo>
                    <a:pt x="935" y="152"/>
                    <a:pt x="935" y="154"/>
                    <a:pt x="935" y="152"/>
                  </a:cubicBezTo>
                  <a:cubicBezTo>
                    <a:pt x="936" y="150"/>
                    <a:pt x="934" y="151"/>
                    <a:pt x="936" y="150"/>
                  </a:cubicBezTo>
                  <a:cubicBezTo>
                    <a:pt x="937" y="150"/>
                    <a:pt x="933" y="150"/>
                    <a:pt x="937" y="150"/>
                  </a:cubicBezTo>
                  <a:cubicBezTo>
                    <a:pt x="942" y="150"/>
                    <a:pt x="944" y="148"/>
                    <a:pt x="944" y="148"/>
                  </a:cubicBezTo>
                  <a:cubicBezTo>
                    <a:pt x="944" y="146"/>
                    <a:pt x="941" y="146"/>
                    <a:pt x="944" y="146"/>
                  </a:cubicBezTo>
                  <a:cubicBezTo>
                    <a:pt x="947" y="146"/>
                    <a:pt x="947" y="144"/>
                    <a:pt x="947" y="144"/>
                  </a:cubicBezTo>
                  <a:cubicBezTo>
                    <a:pt x="948" y="142"/>
                    <a:pt x="948" y="142"/>
                    <a:pt x="948" y="142"/>
                  </a:cubicBezTo>
                  <a:cubicBezTo>
                    <a:pt x="948" y="142"/>
                    <a:pt x="950" y="141"/>
                    <a:pt x="951" y="141"/>
                  </a:cubicBezTo>
                  <a:cubicBezTo>
                    <a:pt x="952" y="141"/>
                    <a:pt x="952" y="140"/>
                    <a:pt x="953" y="139"/>
                  </a:cubicBezTo>
                  <a:cubicBezTo>
                    <a:pt x="955" y="137"/>
                    <a:pt x="955" y="136"/>
                    <a:pt x="955" y="136"/>
                  </a:cubicBezTo>
                  <a:cubicBezTo>
                    <a:pt x="957" y="133"/>
                    <a:pt x="957" y="131"/>
                    <a:pt x="956" y="131"/>
                  </a:cubicBezTo>
                  <a:cubicBezTo>
                    <a:pt x="955" y="130"/>
                    <a:pt x="952" y="129"/>
                    <a:pt x="952" y="129"/>
                  </a:cubicBezTo>
                  <a:cubicBezTo>
                    <a:pt x="952" y="129"/>
                    <a:pt x="951" y="127"/>
                    <a:pt x="949" y="126"/>
                  </a:cubicBezTo>
                  <a:cubicBezTo>
                    <a:pt x="947" y="125"/>
                    <a:pt x="946" y="125"/>
                    <a:pt x="945" y="123"/>
                  </a:cubicBezTo>
                  <a:cubicBezTo>
                    <a:pt x="945" y="121"/>
                    <a:pt x="946" y="122"/>
                    <a:pt x="946" y="122"/>
                  </a:cubicBezTo>
                  <a:cubicBezTo>
                    <a:pt x="946" y="122"/>
                    <a:pt x="947" y="122"/>
                    <a:pt x="945" y="120"/>
                  </a:cubicBezTo>
                  <a:cubicBezTo>
                    <a:pt x="943" y="117"/>
                    <a:pt x="944" y="118"/>
                    <a:pt x="943" y="117"/>
                  </a:cubicBezTo>
                  <a:cubicBezTo>
                    <a:pt x="942" y="116"/>
                    <a:pt x="942" y="116"/>
                    <a:pt x="942" y="116"/>
                  </a:cubicBezTo>
                  <a:cubicBezTo>
                    <a:pt x="941" y="116"/>
                    <a:pt x="941" y="116"/>
                    <a:pt x="942" y="116"/>
                  </a:cubicBezTo>
                  <a:cubicBezTo>
                    <a:pt x="943" y="114"/>
                    <a:pt x="940" y="114"/>
                    <a:pt x="943" y="114"/>
                  </a:cubicBezTo>
                  <a:cubicBezTo>
                    <a:pt x="944" y="114"/>
                    <a:pt x="944" y="114"/>
                    <a:pt x="945" y="114"/>
                  </a:cubicBezTo>
                  <a:cubicBezTo>
                    <a:pt x="946" y="114"/>
                    <a:pt x="946" y="114"/>
                    <a:pt x="947" y="114"/>
                  </a:cubicBezTo>
                  <a:cubicBezTo>
                    <a:pt x="947" y="115"/>
                    <a:pt x="948" y="115"/>
                    <a:pt x="949" y="115"/>
                  </a:cubicBezTo>
                  <a:cubicBezTo>
                    <a:pt x="950" y="114"/>
                    <a:pt x="949" y="113"/>
                    <a:pt x="949" y="113"/>
                  </a:cubicBezTo>
                  <a:cubicBezTo>
                    <a:pt x="950" y="112"/>
                    <a:pt x="951" y="111"/>
                    <a:pt x="952" y="112"/>
                  </a:cubicBezTo>
                  <a:cubicBezTo>
                    <a:pt x="954" y="112"/>
                    <a:pt x="955" y="111"/>
                    <a:pt x="955" y="110"/>
                  </a:cubicBezTo>
                  <a:cubicBezTo>
                    <a:pt x="955" y="110"/>
                    <a:pt x="957" y="107"/>
                    <a:pt x="956" y="108"/>
                  </a:cubicBezTo>
                  <a:cubicBezTo>
                    <a:pt x="956" y="108"/>
                    <a:pt x="955" y="107"/>
                    <a:pt x="955" y="107"/>
                  </a:cubicBezTo>
                  <a:cubicBezTo>
                    <a:pt x="954" y="107"/>
                    <a:pt x="953" y="106"/>
                    <a:pt x="953" y="107"/>
                  </a:cubicBezTo>
                  <a:cubicBezTo>
                    <a:pt x="952" y="107"/>
                    <a:pt x="951" y="108"/>
                    <a:pt x="951" y="107"/>
                  </a:cubicBezTo>
                  <a:cubicBezTo>
                    <a:pt x="950" y="105"/>
                    <a:pt x="947" y="106"/>
                    <a:pt x="951" y="104"/>
                  </a:cubicBezTo>
                  <a:cubicBezTo>
                    <a:pt x="954" y="103"/>
                    <a:pt x="954" y="104"/>
                    <a:pt x="954" y="103"/>
                  </a:cubicBezTo>
                  <a:cubicBezTo>
                    <a:pt x="953" y="99"/>
                    <a:pt x="953" y="99"/>
                    <a:pt x="953" y="99"/>
                  </a:cubicBezTo>
                  <a:cubicBezTo>
                    <a:pt x="949" y="97"/>
                    <a:pt x="947" y="98"/>
                    <a:pt x="945" y="97"/>
                  </a:cubicBezTo>
                  <a:cubicBezTo>
                    <a:pt x="945" y="97"/>
                    <a:pt x="944" y="97"/>
                    <a:pt x="944" y="97"/>
                  </a:cubicBezTo>
                  <a:cubicBezTo>
                    <a:pt x="943" y="97"/>
                    <a:pt x="943" y="97"/>
                    <a:pt x="942" y="96"/>
                  </a:cubicBezTo>
                  <a:cubicBezTo>
                    <a:pt x="941" y="95"/>
                    <a:pt x="942" y="94"/>
                    <a:pt x="941" y="94"/>
                  </a:cubicBezTo>
                  <a:cubicBezTo>
                    <a:pt x="941" y="94"/>
                    <a:pt x="940" y="94"/>
                    <a:pt x="939" y="94"/>
                  </a:cubicBezTo>
                  <a:cubicBezTo>
                    <a:pt x="938" y="94"/>
                    <a:pt x="937" y="94"/>
                    <a:pt x="937" y="94"/>
                  </a:cubicBezTo>
                  <a:cubicBezTo>
                    <a:pt x="938" y="93"/>
                    <a:pt x="938" y="93"/>
                    <a:pt x="940" y="92"/>
                  </a:cubicBezTo>
                  <a:cubicBezTo>
                    <a:pt x="940" y="92"/>
                    <a:pt x="940" y="89"/>
                    <a:pt x="939" y="89"/>
                  </a:cubicBezTo>
                  <a:cubicBezTo>
                    <a:pt x="938" y="89"/>
                    <a:pt x="935" y="91"/>
                    <a:pt x="935" y="91"/>
                  </a:cubicBezTo>
                  <a:cubicBezTo>
                    <a:pt x="935" y="91"/>
                    <a:pt x="933" y="91"/>
                    <a:pt x="932" y="91"/>
                  </a:cubicBezTo>
                  <a:cubicBezTo>
                    <a:pt x="931" y="91"/>
                    <a:pt x="931" y="89"/>
                    <a:pt x="929" y="89"/>
                  </a:cubicBezTo>
                  <a:cubicBezTo>
                    <a:pt x="926" y="89"/>
                    <a:pt x="925" y="88"/>
                    <a:pt x="924" y="88"/>
                  </a:cubicBezTo>
                  <a:cubicBezTo>
                    <a:pt x="923" y="88"/>
                    <a:pt x="920" y="89"/>
                    <a:pt x="920" y="89"/>
                  </a:cubicBezTo>
                  <a:cubicBezTo>
                    <a:pt x="920" y="89"/>
                    <a:pt x="916" y="87"/>
                    <a:pt x="916" y="87"/>
                  </a:cubicBezTo>
                  <a:cubicBezTo>
                    <a:pt x="915" y="88"/>
                    <a:pt x="910" y="89"/>
                    <a:pt x="910" y="89"/>
                  </a:cubicBezTo>
                  <a:cubicBezTo>
                    <a:pt x="910" y="89"/>
                    <a:pt x="910" y="85"/>
                    <a:pt x="908" y="88"/>
                  </a:cubicBezTo>
                  <a:cubicBezTo>
                    <a:pt x="906" y="90"/>
                    <a:pt x="908" y="90"/>
                    <a:pt x="909" y="90"/>
                  </a:cubicBezTo>
                  <a:cubicBezTo>
                    <a:pt x="909" y="95"/>
                    <a:pt x="909" y="95"/>
                    <a:pt x="909" y="95"/>
                  </a:cubicBezTo>
                  <a:cubicBezTo>
                    <a:pt x="910" y="97"/>
                    <a:pt x="907" y="96"/>
                    <a:pt x="910" y="97"/>
                  </a:cubicBezTo>
                  <a:cubicBezTo>
                    <a:pt x="911" y="98"/>
                    <a:pt x="911" y="98"/>
                    <a:pt x="912" y="98"/>
                  </a:cubicBezTo>
                  <a:cubicBezTo>
                    <a:pt x="913" y="97"/>
                    <a:pt x="913" y="97"/>
                    <a:pt x="914" y="99"/>
                  </a:cubicBezTo>
                  <a:cubicBezTo>
                    <a:pt x="916" y="103"/>
                    <a:pt x="913" y="101"/>
                    <a:pt x="916" y="103"/>
                  </a:cubicBezTo>
                  <a:cubicBezTo>
                    <a:pt x="917" y="104"/>
                    <a:pt x="918" y="104"/>
                    <a:pt x="919" y="104"/>
                  </a:cubicBezTo>
                  <a:cubicBezTo>
                    <a:pt x="920" y="104"/>
                    <a:pt x="920" y="104"/>
                    <a:pt x="919" y="105"/>
                  </a:cubicBezTo>
                  <a:cubicBezTo>
                    <a:pt x="916" y="107"/>
                    <a:pt x="914" y="108"/>
                    <a:pt x="914" y="108"/>
                  </a:cubicBezTo>
                  <a:cubicBezTo>
                    <a:pt x="914" y="108"/>
                    <a:pt x="913" y="107"/>
                    <a:pt x="911" y="108"/>
                  </a:cubicBezTo>
                  <a:cubicBezTo>
                    <a:pt x="911" y="109"/>
                    <a:pt x="910" y="108"/>
                    <a:pt x="910" y="108"/>
                  </a:cubicBezTo>
                  <a:cubicBezTo>
                    <a:pt x="909" y="107"/>
                    <a:pt x="908" y="107"/>
                    <a:pt x="908" y="109"/>
                  </a:cubicBezTo>
                  <a:cubicBezTo>
                    <a:pt x="908" y="112"/>
                    <a:pt x="908" y="113"/>
                    <a:pt x="908" y="114"/>
                  </a:cubicBezTo>
                  <a:cubicBezTo>
                    <a:pt x="906" y="117"/>
                    <a:pt x="906" y="116"/>
                    <a:pt x="906" y="118"/>
                  </a:cubicBezTo>
                  <a:cubicBezTo>
                    <a:pt x="906" y="121"/>
                    <a:pt x="907" y="122"/>
                    <a:pt x="905" y="122"/>
                  </a:cubicBezTo>
                  <a:cubicBezTo>
                    <a:pt x="903" y="123"/>
                    <a:pt x="903" y="123"/>
                    <a:pt x="903" y="123"/>
                  </a:cubicBezTo>
                  <a:cubicBezTo>
                    <a:pt x="901" y="125"/>
                    <a:pt x="901" y="125"/>
                    <a:pt x="901" y="125"/>
                  </a:cubicBezTo>
                  <a:cubicBezTo>
                    <a:pt x="899" y="127"/>
                    <a:pt x="898" y="127"/>
                    <a:pt x="898" y="128"/>
                  </a:cubicBezTo>
                  <a:cubicBezTo>
                    <a:pt x="897" y="129"/>
                    <a:pt x="897" y="128"/>
                    <a:pt x="897" y="130"/>
                  </a:cubicBezTo>
                  <a:cubicBezTo>
                    <a:pt x="898" y="132"/>
                    <a:pt x="897" y="134"/>
                    <a:pt x="897" y="134"/>
                  </a:cubicBezTo>
                  <a:cubicBezTo>
                    <a:pt x="894" y="134"/>
                    <a:pt x="894" y="134"/>
                    <a:pt x="894" y="134"/>
                  </a:cubicBezTo>
                  <a:cubicBezTo>
                    <a:pt x="890" y="136"/>
                    <a:pt x="890" y="136"/>
                    <a:pt x="889" y="137"/>
                  </a:cubicBezTo>
                  <a:cubicBezTo>
                    <a:pt x="888" y="140"/>
                    <a:pt x="888" y="141"/>
                    <a:pt x="888" y="140"/>
                  </a:cubicBezTo>
                  <a:cubicBezTo>
                    <a:pt x="888" y="139"/>
                    <a:pt x="887" y="136"/>
                    <a:pt x="887" y="136"/>
                  </a:cubicBezTo>
                  <a:cubicBezTo>
                    <a:pt x="886" y="133"/>
                    <a:pt x="884" y="132"/>
                    <a:pt x="884" y="132"/>
                  </a:cubicBezTo>
                  <a:cubicBezTo>
                    <a:pt x="884" y="132"/>
                    <a:pt x="880" y="129"/>
                    <a:pt x="880" y="128"/>
                  </a:cubicBezTo>
                  <a:cubicBezTo>
                    <a:pt x="879" y="125"/>
                    <a:pt x="880" y="124"/>
                    <a:pt x="879" y="122"/>
                  </a:cubicBezTo>
                  <a:cubicBezTo>
                    <a:pt x="879" y="121"/>
                    <a:pt x="877" y="120"/>
                    <a:pt x="879" y="119"/>
                  </a:cubicBezTo>
                  <a:cubicBezTo>
                    <a:pt x="880" y="118"/>
                    <a:pt x="880" y="116"/>
                    <a:pt x="882" y="117"/>
                  </a:cubicBezTo>
                  <a:cubicBezTo>
                    <a:pt x="883" y="118"/>
                    <a:pt x="883" y="120"/>
                    <a:pt x="883" y="118"/>
                  </a:cubicBezTo>
                  <a:cubicBezTo>
                    <a:pt x="883" y="118"/>
                    <a:pt x="884" y="116"/>
                    <a:pt x="884" y="115"/>
                  </a:cubicBezTo>
                  <a:cubicBezTo>
                    <a:pt x="884" y="114"/>
                    <a:pt x="882" y="111"/>
                    <a:pt x="882" y="111"/>
                  </a:cubicBezTo>
                  <a:cubicBezTo>
                    <a:pt x="882" y="108"/>
                    <a:pt x="882" y="108"/>
                    <a:pt x="882" y="108"/>
                  </a:cubicBezTo>
                  <a:cubicBezTo>
                    <a:pt x="881" y="106"/>
                    <a:pt x="881" y="106"/>
                    <a:pt x="881" y="106"/>
                  </a:cubicBezTo>
                  <a:cubicBezTo>
                    <a:pt x="879" y="103"/>
                    <a:pt x="879" y="103"/>
                    <a:pt x="879" y="103"/>
                  </a:cubicBezTo>
                  <a:cubicBezTo>
                    <a:pt x="877" y="104"/>
                    <a:pt x="877" y="104"/>
                    <a:pt x="877" y="104"/>
                  </a:cubicBezTo>
                  <a:cubicBezTo>
                    <a:pt x="873" y="102"/>
                    <a:pt x="873" y="102"/>
                    <a:pt x="873" y="102"/>
                  </a:cubicBezTo>
                  <a:cubicBezTo>
                    <a:pt x="870" y="101"/>
                    <a:pt x="870" y="101"/>
                    <a:pt x="870" y="101"/>
                  </a:cubicBezTo>
                  <a:cubicBezTo>
                    <a:pt x="870" y="101"/>
                    <a:pt x="870" y="100"/>
                    <a:pt x="869" y="100"/>
                  </a:cubicBezTo>
                  <a:cubicBezTo>
                    <a:pt x="868" y="99"/>
                    <a:pt x="866" y="98"/>
                    <a:pt x="865" y="100"/>
                  </a:cubicBezTo>
                  <a:cubicBezTo>
                    <a:pt x="863" y="101"/>
                    <a:pt x="862" y="102"/>
                    <a:pt x="862" y="103"/>
                  </a:cubicBezTo>
                  <a:cubicBezTo>
                    <a:pt x="862" y="104"/>
                    <a:pt x="860" y="104"/>
                    <a:pt x="860" y="105"/>
                  </a:cubicBezTo>
                  <a:cubicBezTo>
                    <a:pt x="861" y="108"/>
                    <a:pt x="860" y="106"/>
                    <a:pt x="859" y="107"/>
                  </a:cubicBezTo>
                  <a:cubicBezTo>
                    <a:pt x="856" y="110"/>
                    <a:pt x="855" y="111"/>
                    <a:pt x="855" y="112"/>
                  </a:cubicBezTo>
                  <a:cubicBezTo>
                    <a:pt x="855" y="114"/>
                    <a:pt x="854" y="115"/>
                    <a:pt x="854" y="115"/>
                  </a:cubicBezTo>
                  <a:cubicBezTo>
                    <a:pt x="854" y="115"/>
                    <a:pt x="854" y="112"/>
                    <a:pt x="854" y="110"/>
                  </a:cubicBezTo>
                  <a:cubicBezTo>
                    <a:pt x="854" y="108"/>
                    <a:pt x="854" y="106"/>
                    <a:pt x="854" y="106"/>
                  </a:cubicBezTo>
                  <a:cubicBezTo>
                    <a:pt x="855" y="105"/>
                    <a:pt x="859" y="104"/>
                    <a:pt x="855" y="103"/>
                  </a:cubicBezTo>
                  <a:cubicBezTo>
                    <a:pt x="852" y="101"/>
                    <a:pt x="850" y="102"/>
                    <a:pt x="851" y="101"/>
                  </a:cubicBezTo>
                  <a:cubicBezTo>
                    <a:pt x="851" y="98"/>
                    <a:pt x="852" y="98"/>
                    <a:pt x="853" y="98"/>
                  </a:cubicBezTo>
                  <a:cubicBezTo>
                    <a:pt x="854" y="99"/>
                    <a:pt x="856" y="100"/>
                    <a:pt x="856" y="98"/>
                  </a:cubicBezTo>
                  <a:cubicBezTo>
                    <a:pt x="855" y="95"/>
                    <a:pt x="856" y="95"/>
                    <a:pt x="854" y="94"/>
                  </a:cubicBezTo>
                  <a:cubicBezTo>
                    <a:pt x="852" y="94"/>
                    <a:pt x="851" y="92"/>
                    <a:pt x="851" y="93"/>
                  </a:cubicBezTo>
                  <a:cubicBezTo>
                    <a:pt x="850" y="93"/>
                    <a:pt x="848" y="91"/>
                    <a:pt x="847" y="91"/>
                  </a:cubicBezTo>
                  <a:cubicBezTo>
                    <a:pt x="846" y="90"/>
                    <a:pt x="846" y="89"/>
                    <a:pt x="845" y="89"/>
                  </a:cubicBezTo>
                  <a:cubicBezTo>
                    <a:pt x="844" y="88"/>
                    <a:pt x="843" y="87"/>
                    <a:pt x="842" y="88"/>
                  </a:cubicBezTo>
                  <a:cubicBezTo>
                    <a:pt x="841" y="90"/>
                    <a:pt x="843" y="90"/>
                    <a:pt x="841" y="91"/>
                  </a:cubicBezTo>
                  <a:cubicBezTo>
                    <a:pt x="838" y="92"/>
                    <a:pt x="836" y="91"/>
                    <a:pt x="834" y="91"/>
                  </a:cubicBezTo>
                  <a:cubicBezTo>
                    <a:pt x="831" y="91"/>
                    <a:pt x="830" y="89"/>
                    <a:pt x="831" y="88"/>
                  </a:cubicBezTo>
                  <a:cubicBezTo>
                    <a:pt x="831" y="88"/>
                    <a:pt x="831" y="88"/>
                    <a:pt x="830" y="88"/>
                  </a:cubicBezTo>
                  <a:cubicBezTo>
                    <a:pt x="829" y="89"/>
                    <a:pt x="828" y="90"/>
                    <a:pt x="832" y="87"/>
                  </a:cubicBezTo>
                  <a:cubicBezTo>
                    <a:pt x="839" y="82"/>
                    <a:pt x="840" y="82"/>
                    <a:pt x="841" y="82"/>
                  </a:cubicBezTo>
                  <a:cubicBezTo>
                    <a:pt x="842" y="83"/>
                    <a:pt x="843" y="83"/>
                    <a:pt x="843" y="82"/>
                  </a:cubicBezTo>
                  <a:cubicBezTo>
                    <a:pt x="843" y="81"/>
                    <a:pt x="844" y="79"/>
                    <a:pt x="843" y="78"/>
                  </a:cubicBezTo>
                  <a:cubicBezTo>
                    <a:pt x="841" y="78"/>
                    <a:pt x="842" y="76"/>
                    <a:pt x="839" y="76"/>
                  </a:cubicBezTo>
                  <a:cubicBezTo>
                    <a:pt x="838" y="75"/>
                    <a:pt x="838" y="76"/>
                    <a:pt x="838" y="76"/>
                  </a:cubicBezTo>
                  <a:cubicBezTo>
                    <a:pt x="838" y="76"/>
                    <a:pt x="839" y="76"/>
                    <a:pt x="837" y="75"/>
                  </a:cubicBezTo>
                  <a:cubicBezTo>
                    <a:pt x="835" y="74"/>
                    <a:pt x="834" y="73"/>
                    <a:pt x="833" y="72"/>
                  </a:cubicBezTo>
                  <a:cubicBezTo>
                    <a:pt x="831" y="70"/>
                    <a:pt x="830" y="68"/>
                    <a:pt x="830" y="67"/>
                  </a:cubicBezTo>
                  <a:cubicBezTo>
                    <a:pt x="830" y="67"/>
                    <a:pt x="828" y="67"/>
                    <a:pt x="828" y="67"/>
                  </a:cubicBezTo>
                  <a:cubicBezTo>
                    <a:pt x="827" y="64"/>
                    <a:pt x="827" y="63"/>
                    <a:pt x="827" y="62"/>
                  </a:cubicBezTo>
                  <a:cubicBezTo>
                    <a:pt x="827" y="60"/>
                    <a:pt x="828" y="61"/>
                    <a:pt x="827" y="59"/>
                  </a:cubicBezTo>
                  <a:cubicBezTo>
                    <a:pt x="825" y="57"/>
                    <a:pt x="824" y="55"/>
                    <a:pt x="823" y="55"/>
                  </a:cubicBezTo>
                  <a:cubicBezTo>
                    <a:pt x="822" y="54"/>
                    <a:pt x="819" y="50"/>
                    <a:pt x="818" y="50"/>
                  </a:cubicBezTo>
                  <a:cubicBezTo>
                    <a:pt x="818" y="50"/>
                    <a:pt x="817" y="49"/>
                    <a:pt x="816" y="49"/>
                  </a:cubicBezTo>
                  <a:cubicBezTo>
                    <a:pt x="815" y="49"/>
                    <a:pt x="812" y="48"/>
                    <a:pt x="811" y="48"/>
                  </a:cubicBezTo>
                  <a:cubicBezTo>
                    <a:pt x="811" y="48"/>
                    <a:pt x="811" y="48"/>
                    <a:pt x="810" y="48"/>
                  </a:cubicBezTo>
                  <a:cubicBezTo>
                    <a:pt x="810" y="47"/>
                    <a:pt x="809" y="47"/>
                    <a:pt x="809" y="47"/>
                  </a:cubicBezTo>
                  <a:cubicBezTo>
                    <a:pt x="808" y="48"/>
                    <a:pt x="808" y="46"/>
                    <a:pt x="808" y="46"/>
                  </a:cubicBezTo>
                  <a:cubicBezTo>
                    <a:pt x="808" y="46"/>
                    <a:pt x="811" y="45"/>
                    <a:pt x="812" y="45"/>
                  </a:cubicBezTo>
                  <a:cubicBezTo>
                    <a:pt x="815" y="45"/>
                    <a:pt x="818" y="42"/>
                    <a:pt x="818" y="42"/>
                  </a:cubicBezTo>
                  <a:cubicBezTo>
                    <a:pt x="819" y="40"/>
                    <a:pt x="819" y="40"/>
                    <a:pt x="819" y="40"/>
                  </a:cubicBezTo>
                  <a:cubicBezTo>
                    <a:pt x="822" y="36"/>
                    <a:pt x="822" y="36"/>
                    <a:pt x="822" y="36"/>
                  </a:cubicBezTo>
                  <a:cubicBezTo>
                    <a:pt x="821" y="34"/>
                    <a:pt x="821" y="34"/>
                    <a:pt x="821" y="34"/>
                  </a:cubicBezTo>
                  <a:cubicBezTo>
                    <a:pt x="821" y="34"/>
                    <a:pt x="821" y="34"/>
                    <a:pt x="820" y="32"/>
                  </a:cubicBezTo>
                  <a:cubicBezTo>
                    <a:pt x="820" y="31"/>
                    <a:pt x="821" y="32"/>
                    <a:pt x="820" y="31"/>
                  </a:cubicBezTo>
                  <a:cubicBezTo>
                    <a:pt x="820" y="31"/>
                    <a:pt x="822" y="30"/>
                    <a:pt x="823" y="30"/>
                  </a:cubicBezTo>
                  <a:cubicBezTo>
                    <a:pt x="824" y="30"/>
                    <a:pt x="829" y="29"/>
                    <a:pt x="829" y="29"/>
                  </a:cubicBezTo>
                  <a:cubicBezTo>
                    <a:pt x="829" y="29"/>
                    <a:pt x="832" y="29"/>
                    <a:pt x="833" y="29"/>
                  </a:cubicBezTo>
                  <a:cubicBezTo>
                    <a:pt x="836" y="31"/>
                    <a:pt x="843" y="28"/>
                    <a:pt x="842" y="28"/>
                  </a:cubicBezTo>
                  <a:cubicBezTo>
                    <a:pt x="842" y="28"/>
                    <a:pt x="843" y="28"/>
                    <a:pt x="844" y="24"/>
                  </a:cubicBezTo>
                  <a:cubicBezTo>
                    <a:pt x="844" y="20"/>
                    <a:pt x="844" y="19"/>
                    <a:pt x="845" y="19"/>
                  </a:cubicBezTo>
                  <a:cubicBezTo>
                    <a:pt x="845" y="19"/>
                    <a:pt x="847" y="18"/>
                    <a:pt x="847" y="18"/>
                  </a:cubicBezTo>
                  <a:cubicBezTo>
                    <a:pt x="847" y="18"/>
                    <a:pt x="848" y="17"/>
                    <a:pt x="849" y="16"/>
                  </a:cubicBezTo>
                  <a:cubicBezTo>
                    <a:pt x="850" y="16"/>
                    <a:pt x="851" y="15"/>
                    <a:pt x="852" y="14"/>
                  </a:cubicBezTo>
                  <a:cubicBezTo>
                    <a:pt x="852" y="13"/>
                    <a:pt x="855" y="8"/>
                    <a:pt x="855" y="7"/>
                  </a:cubicBezTo>
                  <a:cubicBezTo>
                    <a:pt x="855" y="7"/>
                    <a:pt x="854" y="5"/>
                    <a:pt x="854" y="5"/>
                  </a:cubicBezTo>
                  <a:cubicBezTo>
                    <a:pt x="854" y="5"/>
                    <a:pt x="852" y="4"/>
                    <a:pt x="851" y="4"/>
                  </a:cubicBezTo>
                  <a:cubicBezTo>
                    <a:pt x="851" y="4"/>
                    <a:pt x="848" y="2"/>
                    <a:pt x="847" y="2"/>
                  </a:cubicBezTo>
                  <a:cubicBezTo>
                    <a:pt x="846" y="3"/>
                    <a:pt x="842" y="3"/>
                    <a:pt x="841" y="3"/>
                  </a:cubicBezTo>
                  <a:cubicBezTo>
                    <a:pt x="837" y="2"/>
                    <a:pt x="835" y="3"/>
                    <a:pt x="835" y="3"/>
                  </a:cubicBezTo>
                  <a:cubicBezTo>
                    <a:pt x="835" y="3"/>
                    <a:pt x="834" y="1"/>
                    <a:pt x="832" y="1"/>
                  </a:cubicBezTo>
                  <a:cubicBezTo>
                    <a:pt x="829" y="1"/>
                    <a:pt x="830" y="0"/>
                    <a:pt x="828" y="0"/>
                  </a:cubicBezTo>
                  <a:cubicBezTo>
                    <a:pt x="826" y="0"/>
                    <a:pt x="824" y="0"/>
                    <a:pt x="822" y="0"/>
                  </a:cubicBezTo>
                  <a:cubicBezTo>
                    <a:pt x="821" y="1"/>
                    <a:pt x="820" y="0"/>
                    <a:pt x="819" y="0"/>
                  </a:cubicBezTo>
                  <a:cubicBezTo>
                    <a:pt x="818" y="0"/>
                    <a:pt x="817" y="0"/>
                    <a:pt x="816" y="0"/>
                  </a:cubicBezTo>
                  <a:cubicBezTo>
                    <a:pt x="815" y="1"/>
                    <a:pt x="814" y="0"/>
                    <a:pt x="814" y="0"/>
                  </a:cubicBezTo>
                  <a:cubicBezTo>
                    <a:pt x="813" y="0"/>
                    <a:pt x="812" y="0"/>
                    <a:pt x="811" y="0"/>
                  </a:cubicBezTo>
                  <a:cubicBezTo>
                    <a:pt x="810" y="0"/>
                    <a:pt x="809" y="0"/>
                    <a:pt x="809" y="0"/>
                  </a:cubicBezTo>
                  <a:cubicBezTo>
                    <a:pt x="808" y="0"/>
                    <a:pt x="807" y="0"/>
                    <a:pt x="805" y="1"/>
                  </a:cubicBezTo>
                  <a:cubicBezTo>
                    <a:pt x="803" y="2"/>
                    <a:pt x="803" y="2"/>
                    <a:pt x="802" y="3"/>
                  </a:cubicBezTo>
                  <a:cubicBezTo>
                    <a:pt x="802" y="4"/>
                    <a:pt x="801" y="4"/>
                    <a:pt x="801" y="4"/>
                  </a:cubicBezTo>
                  <a:cubicBezTo>
                    <a:pt x="800" y="3"/>
                    <a:pt x="800" y="3"/>
                    <a:pt x="801" y="5"/>
                  </a:cubicBezTo>
                  <a:cubicBezTo>
                    <a:pt x="802" y="7"/>
                    <a:pt x="802" y="9"/>
                    <a:pt x="802" y="9"/>
                  </a:cubicBezTo>
                  <a:cubicBezTo>
                    <a:pt x="802" y="9"/>
                    <a:pt x="801" y="7"/>
                    <a:pt x="800" y="8"/>
                  </a:cubicBezTo>
                  <a:cubicBezTo>
                    <a:pt x="799" y="8"/>
                    <a:pt x="799" y="8"/>
                    <a:pt x="798" y="8"/>
                  </a:cubicBezTo>
                  <a:cubicBezTo>
                    <a:pt x="798" y="8"/>
                    <a:pt x="797" y="7"/>
                    <a:pt x="797" y="8"/>
                  </a:cubicBezTo>
                  <a:cubicBezTo>
                    <a:pt x="797" y="10"/>
                    <a:pt x="797" y="10"/>
                    <a:pt x="797" y="12"/>
                  </a:cubicBezTo>
                  <a:cubicBezTo>
                    <a:pt x="796" y="15"/>
                    <a:pt x="796" y="13"/>
                    <a:pt x="796" y="15"/>
                  </a:cubicBezTo>
                  <a:cubicBezTo>
                    <a:pt x="796" y="16"/>
                    <a:pt x="797" y="18"/>
                    <a:pt x="796" y="20"/>
                  </a:cubicBezTo>
                  <a:cubicBezTo>
                    <a:pt x="795" y="22"/>
                    <a:pt x="795" y="23"/>
                    <a:pt x="795" y="24"/>
                  </a:cubicBezTo>
                  <a:cubicBezTo>
                    <a:pt x="795" y="25"/>
                    <a:pt x="794" y="27"/>
                    <a:pt x="795" y="28"/>
                  </a:cubicBezTo>
                  <a:cubicBezTo>
                    <a:pt x="796" y="28"/>
                    <a:pt x="795" y="28"/>
                    <a:pt x="797" y="30"/>
                  </a:cubicBezTo>
                  <a:cubicBezTo>
                    <a:pt x="799" y="31"/>
                    <a:pt x="799" y="33"/>
                    <a:pt x="799" y="34"/>
                  </a:cubicBezTo>
                  <a:cubicBezTo>
                    <a:pt x="800" y="35"/>
                    <a:pt x="800" y="36"/>
                    <a:pt x="801" y="37"/>
                  </a:cubicBezTo>
                  <a:cubicBezTo>
                    <a:pt x="801" y="39"/>
                    <a:pt x="800" y="40"/>
                    <a:pt x="800" y="42"/>
                  </a:cubicBezTo>
                  <a:cubicBezTo>
                    <a:pt x="800" y="44"/>
                    <a:pt x="800" y="45"/>
                    <a:pt x="800" y="45"/>
                  </a:cubicBezTo>
                  <a:cubicBezTo>
                    <a:pt x="800" y="48"/>
                    <a:pt x="801" y="46"/>
                    <a:pt x="800" y="48"/>
                  </a:cubicBezTo>
                  <a:cubicBezTo>
                    <a:pt x="799" y="50"/>
                    <a:pt x="797" y="49"/>
                    <a:pt x="796" y="50"/>
                  </a:cubicBezTo>
                  <a:cubicBezTo>
                    <a:pt x="795" y="53"/>
                    <a:pt x="795" y="52"/>
                    <a:pt x="796" y="53"/>
                  </a:cubicBezTo>
                  <a:cubicBezTo>
                    <a:pt x="798" y="54"/>
                    <a:pt x="799" y="56"/>
                    <a:pt x="798" y="56"/>
                  </a:cubicBezTo>
                  <a:cubicBezTo>
                    <a:pt x="795" y="57"/>
                    <a:pt x="792" y="56"/>
                    <a:pt x="792" y="56"/>
                  </a:cubicBezTo>
                  <a:cubicBezTo>
                    <a:pt x="792" y="56"/>
                    <a:pt x="791" y="56"/>
                    <a:pt x="790" y="57"/>
                  </a:cubicBezTo>
                  <a:cubicBezTo>
                    <a:pt x="789" y="58"/>
                    <a:pt x="788" y="60"/>
                    <a:pt x="787" y="61"/>
                  </a:cubicBezTo>
                  <a:cubicBezTo>
                    <a:pt x="786" y="63"/>
                    <a:pt x="786" y="62"/>
                    <a:pt x="786" y="64"/>
                  </a:cubicBezTo>
                  <a:cubicBezTo>
                    <a:pt x="786" y="66"/>
                    <a:pt x="785" y="68"/>
                    <a:pt x="786" y="70"/>
                  </a:cubicBezTo>
                  <a:cubicBezTo>
                    <a:pt x="787" y="71"/>
                    <a:pt x="786" y="70"/>
                    <a:pt x="788" y="71"/>
                  </a:cubicBezTo>
                  <a:cubicBezTo>
                    <a:pt x="790" y="72"/>
                    <a:pt x="791" y="73"/>
                    <a:pt x="792" y="73"/>
                  </a:cubicBezTo>
                  <a:cubicBezTo>
                    <a:pt x="793" y="73"/>
                    <a:pt x="789" y="75"/>
                    <a:pt x="789" y="77"/>
                  </a:cubicBezTo>
                  <a:cubicBezTo>
                    <a:pt x="788" y="78"/>
                    <a:pt x="787" y="80"/>
                    <a:pt x="788" y="81"/>
                  </a:cubicBezTo>
                  <a:cubicBezTo>
                    <a:pt x="789" y="84"/>
                    <a:pt x="790" y="86"/>
                    <a:pt x="791" y="87"/>
                  </a:cubicBezTo>
                  <a:cubicBezTo>
                    <a:pt x="791" y="88"/>
                    <a:pt x="793" y="88"/>
                    <a:pt x="793" y="89"/>
                  </a:cubicBezTo>
                  <a:cubicBezTo>
                    <a:pt x="794" y="89"/>
                    <a:pt x="796" y="89"/>
                    <a:pt x="796" y="89"/>
                  </a:cubicBezTo>
                  <a:cubicBezTo>
                    <a:pt x="799" y="90"/>
                    <a:pt x="799" y="90"/>
                    <a:pt x="799" y="90"/>
                  </a:cubicBezTo>
                  <a:cubicBezTo>
                    <a:pt x="802" y="91"/>
                    <a:pt x="802" y="91"/>
                    <a:pt x="802" y="91"/>
                  </a:cubicBezTo>
                  <a:cubicBezTo>
                    <a:pt x="805" y="93"/>
                    <a:pt x="809" y="94"/>
                    <a:pt x="809" y="94"/>
                  </a:cubicBezTo>
                  <a:cubicBezTo>
                    <a:pt x="812" y="94"/>
                    <a:pt x="812" y="94"/>
                    <a:pt x="812" y="94"/>
                  </a:cubicBezTo>
                  <a:cubicBezTo>
                    <a:pt x="812" y="94"/>
                    <a:pt x="813" y="95"/>
                    <a:pt x="814" y="96"/>
                  </a:cubicBezTo>
                  <a:cubicBezTo>
                    <a:pt x="813" y="96"/>
                    <a:pt x="813" y="96"/>
                    <a:pt x="813" y="97"/>
                  </a:cubicBezTo>
                  <a:cubicBezTo>
                    <a:pt x="812" y="99"/>
                    <a:pt x="811" y="97"/>
                    <a:pt x="812" y="99"/>
                  </a:cubicBezTo>
                  <a:cubicBezTo>
                    <a:pt x="812" y="102"/>
                    <a:pt x="813" y="101"/>
                    <a:pt x="813" y="102"/>
                  </a:cubicBezTo>
                  <a:cubicBezTo>
                    <a:pt x="813" y="103"/>
                    <a:pt x="811" y="105"/>
                    <a:pt x="811" y="105"/>
                  </a:cubicBezTo>
                  <a:cubicBezTo>
                    <a:pt x="811" y="105"/>
                    <a:pt x="808" y="107"/>
                    <a:pt x="809" y="107"/>
                  </a:cubicBezTo>
                  <a:cubicBezTo>
                    <a:pt x="812" y="108"/>
                    <a:pt x="814" y="108"/>
                    <a:pt x="815" y="107"/>
                  </a:cubicBezTo>
                  <a:cubicBezTo>
                    <a:pt x="816" y="107"/>
                    <a:pt x="816" y="106"/>
                    <a:pt x="816" y="105"/>
                  </a:cubicBezTo>
                  <a:cubicBezTo>
                    <a:pt x="817" y="104"/>
                    <a:pt x="818" y="102"/>
                    <a:pt x="818" y="102"/>
                  </a:cubicBezTo>
                  <a:cubicBezTo>
                    <a:pt x="818" y="102"/>
                    <a:pt x="820" y="104"/>
                    <a:pt x="819" y="105"/>
                  </a:cubicBezTo>
                  <a:cubicBezTo>
                    <a:pt x="819" y="106"/>
                    <a:pt x="819" y="108"/>
                    <a:pt x="819" y="108"/>
                  </a:cubicBezTo>
                  <a:cubicBezTo>
                    <a:pt x="818" y="111"/>
                    <a:pt x="820" y="110"/>
                    <a:pt x="818" y="112"/>
                  </a:cubicBezTo>
                  <a:cubicBezTo>
                    <a:pt x="816" y="114"/>
                    <a:pt x="813" y="117"/>
                    <a:pt x="813" y="117"/>
                  </a:cubicBezTo>
                  <a:cubicBezTo>
                    <a:pt x="813" y="117"/>
                    <a:pt x="812" y="116"/>
                    <a:pt x="811" y="118"/>
                  </a:cubicBezTo>
                  <a:cubicBezTo>
                    <a:pt x="810" y="120"/>
                    <a:pt x="808" y="119"/>
                    <a:pt x="807" y="120"/>
                  </a:cubicBezTo>
                  <a:cubicBezTo>
                    <a:pt x="806" y="120"/>
                    <a:pt x="806" y="120"/>
                    <a:pt x="806" y="120"/>
                  </a:cubicBezTo>
                  <a:cubicBezTo>
                    <a:pt x="805" y="120"/>
                    <a:pt x="805" y="119"/>
                    <a:pt x="804" y="120"/>
                  </a:cubicBezTo>
                  <a:cubicBezTo>
                    <a:pt x="802" y="121"/>
                    <a:pt x="802" y="121"/>
                    <a:pt x="802" y="121"/>
                  </a:cubicBezTo>
                  <a:cubicBezTo>
                    <a:pt x="802" y="120"/>
                    <a:pt x="802" y="120"/>
                    <a:pt x="800" y="121"/>
                  </a:cubicBezTo>
                  <a:cubicBezTo>
                    <a:pt x="799" y="122"/>
                    <a:pt x="799" y="122"/>
                    <a:pt x="798" y="121"/>
                  </a:cubicBezTo>
                  <a:cubicBezTo>
                    <a:pt x="798" y="121"/>
                    <a:pt x="798" y="121"/>
                    <a:pt x="798" y="123"/>
                  </a:cubicBezTo>
                  <a:cubicBezTo>
                    <a:pt x="797" y="127"/>
                    <a:pt x="794" y="127"/>
                    <a:pt x="796" y="128"/>
                  </a:cubicBezTo>
                  <a:cubicBezTo>
                    <a:pt x="797" y="129"/>
                    <a:pt x="798" y="128"/>
                    <a:pt x="799" y="130"/>
                  </a:cubicBezTo>
                  <a:cubicBezTo>
                    <a:pt x="799" y="133"/>
                    <a:pt x="800" y="133"/>
                    <a:pt x="800" y="135"/>
                  </a:cubicBezTo>
                  <a:cubicBezTo>
                    <a:pt x="801" y="137"/>
                    <a:pt x="801" y="136"/>
                    <a:pt x="800" y="138"/>
                  </a:cubicBezTo>
                  <a:cubicBezTo>
                    <a:pt x="800" y="140"/>
                    <a:pt x="799" y="141"/>
                    <a:pt x="799" y="142"/>
                  </a:cubicBezTo>
                  <a:cubicBezTo>
                    <a:pt x="799" y="141"/>
                    <a:pt x="799" y="141"/>
                    <a:pt x="798" y="140"/>
                  </a:cubicBezTo>
                  <a:cubicBezTo>
                    <a:pt x="797" y="136"/>
                    <a:pt x="798" y="134"/>
                    <a:pt x="797" y="135"/>
                  </a:cubicBezTo>
                  <a:cubicBezTo>
                    <a:pt x="796" y="135"/>
                    <a:pt x="795" y="134"/>
                    <a:pt x="794" y="134"/>
                  </a:cubicBezTo>
                  <a:cubicBezTo>
                    <a:pt x="791" y="134"/>
                    <a:pt x="790" y="133"/>
                    <a:pt x="790" y="132"/>
                  </a:cubicBezTo>
                  <a:cubicBezTo>
                    <a:pt x="789" y="130"/>
                    <a:pt x="788" y="129"/>
                    <a:pt x="790" y="128"/>
                  </a:cubicBezTo>
                  <a:cubicBezTo>
                    <a:pt x="792" y="128"/>
                    <a:pt x="793" y="127"/>
                    <a:pt x="793" y="126"/>
                  </a:cubicBezTo>
                  <a:cubicBezTo>
                    <a:pt x="793" y="125"/>
                    <a:pt x="793" y="124"/>
                    <a:pt x="793" y="123"/>
                  </a:cubicBezTo>
                  <a:cubicBezTo>
                    <a:pt x="793" y="122"/>
                    <a:pt x="793" y="121"/>
                    <a:pt x="793" y="121"/>
                  </a:cubicBezTo>
                  <a:cubicBezTo>
                    <a:pt x="792" y="119"/>
                    <a:pt x="793" y="117"/>
                    <a:pt x="792" y="118"/>
                  </a:cubicBezTo>
                  <a:cubicBezTo>
                    <a:pt x="788" y="119"/>
                    <a:pt x="789" y="118"/>
                    <a:pt x="788" y="119"/>
                  </a:cubicBezTo>
                  <a:cubicBezTo>
                    <a:pt x="787" y="117"/>
                    <a:pt x="787" y="117"/>
                    <a:pt x="787" y="117"/>
                  </a:cubicBezTo>
                  <a:cubicBezTo>
                    <a:pt x="784" y="118"/>
                    <a:pt x="786" y="118"/>
                    <a:pt x="784" y="118"/>
                  </a:cubicBezTo>
                  <a:cubicBezTo>
                    <a:pt x="781" y="117"/>
                    <a:pt x="781" y="117"/>
                    <a:pt x="781" y="116"/>
                  </a:cubicBezTo>
                  <a:cubicBezTo>
                    <a:pt x="780" y="114"/>
                    <a:pt x="781" y="113"/>
                    <a:pt x="780" y="113"/>
                  </a:cubicBezTo>
                  <a:cubicBezTo>
                    <a:pt x="777" y="112"/>
                    <a:pt x="780" y="112"/>
                    <a:pt x="777" y="112"/>
                  </a:cubicBezTo>
                  <a:cubicBezTo>
                    <a:pt x="776" y="112"/>
                    <a:pt x="775" y="112"/>
                    <a:pt x="774" y="112"/>
                  </a:cubicBezTo>
                  <a:cubicBezTo>
                    <a:pt x="773" y="112"/>
                    <a:pt x="773" y="112"/>
                    <a:pt x="772" y="113"/>
                  </a:cubicBezTo>
                  <a:cubicBezTo>
                    <a:pt x="772" y="115"/>
                    <a:pt x="774" y="114"/>
                    <a:pt x="772" y="115"/>
                  </a:cubicBezTo>
                  <a:cubicBezTo>
                    <a:pt x="769" y="116"/>
                    <a:pt x="769" y="117"/>
                    <a:pt x="768" y="116"/>
                  </a:cubicBezTo>
                  <a:cubicBezTo>
                    <a:pt x="767" y="116"/>
                    <a:pt x="766" y="115"/>
                    <a:pt x="766" y="115"/>
                  </a:cubicBezTo>
                  <a:cubicBezTo>
                    <a:pt x="764" y="116"/>
                    <a:pt x="763" y="116"/>
                    <a:pt x="763" y="116"/>
                  </a:cubicBezTo>
                  <a:cubicBezTo>
                    <a:pt x="762" y="115"/>
                    <a:pt x="762" y="115"/>
                    <a:pt x="763" y="116"/>
                  </a:cubicBezTo>
                  <a:cubicBezTo>
                    <a:pt x="764" y="118"/>
                    <a:pt x="765" y="117"/>
                    <a:pt x="765" y="118"/>
                  </a:cubicBezTo>
                  <a:cubicBezTo>
                    <a:pt x="765" y="120"/>
                    <a:pt x="765" y="121"/>
                    <a:pt x="765" y="121"/>
                  </a:cubicBezTo>
                  <a:cubicBezTo>
                    <a:pt x="765" y="121"/>
                    <a:pt x="764" y="121"/>
                    <a:pt x="763" y="122"/>
                  </a:cubicBezTo>
                  <a:cubicBezTo>
                    <a:pt x="763" y="122"/>
                    <a:pt x="762" y="123"/>
                    <a:pt x="763" y="125"/>
                  </a:cubicBezTo>
                  <a:cubicBezTo>
                    <a:pt x="763" y="128"/>
                    <a:pt x="762" y="128"/>
                    <a:pt x="761" y="128"/>
                  </a:cubicBezTo>
                  <a:cubicBezTo>
                    <a:pt x="760" y="128"/>
                    <a:pt x="759" y="126"/>
                    <a:pt x="759" y="126"/>
                  </a:cubicBezTo>
                  <a:cubicBezTo>
                    <a:pt x="759" y="126"/>
                    <a:pt x="761" y="123"/>
                    <a:pt x="757" y="124"/>
                  </a:cubicBezTo>
                  <a:cubicBezTo>
                    <a:pt x="753" y="126"/>
                    <a:pt x="753" y="125"/>
                    <a:pt x="753" y="125"/>
                  </a:cubicBezTo>
                  <a:cubicBezTo>
                    <a:pt x="753" y="125"/>
                    <a:pt x="751" y="126"/>
                    <a:pt x="749" y="126"/>
                  </a:cubicBezTo>
                  <a:cubicBezTo>
                    <a:pt x="748" y="126"/>
                    <a:pt x="745" y="125"/>
                    <a:pt x="744" y="126"/>
                  </a:cubicBezTo>
                  <a:cubicBezTo>
                    <a:pt x="741" y="126"/>
                    <a:pt x="739" y="127"/>
                    <a:pt x="739" y="127"/>
                  </a:cubicBezTo>
                  <a:cubicBezTo>
                    <a:pt x="739" y="127"/>
                    <a:pt x="737" y="127"/>
                    <a:pt x="736" y="127"/>
                  </a:cubicBezTo>
                  <a:cubicBezTo>
                    <a:pt x="733" y="128"/>
                    <a:pt x="731" y="128"/>
                    <a:pt x="731" y="128"/>
                  </a:cubicBezTo>
                  <a:cubicBezTo>
                    <a:pt x="730" y="128"/>
                    <a:pt x="728" y="129"/>
                    <a:pt x="728" y="128"/>
                  </a:cubicBezTo>
                  <a:cubicBezTo>
                    <a:pt x="728" y="128"/>
                    <a:pt x="728" y="126"/>
                    <a:pt x="727" y="126"/>
                  </a:cubicBezTo>
                  <a:cubicBezTo>
                    <a:pt x="725" y="126"/>
                    <a:pt x="723" y="126"/>
                    <a:pt x="722" y="126"/>
                  </a:cubicBezTo>
                  <a:cubicBezTo>
                    <a:pt x="721" y="126"/>
                    <a:pt x="725" y="127"/>
                    <a:pt x="721" y="126"/>
                  </a:cubicBezTo>
                  <a:cubicBezTo>
                    <a:pt x="718" y="125"/>
                    <a:pt x="718" y="125"/>
                    <a:pt x="717" y="124"/>
                  </a:cubicBezTo>
                  <a:cubicBezTo>
                    <a:pt x="715" y="121"/>
                    <a:pt x="716" y="121"/>
                    <a:pt x="714" y="121"/>
                  </a:cubicBezTo>
                  <a:cubicBezTo>
                    <a:pt x="713" y="121"/>
                    <a:pt x="712" y="121"/>
                    <a:pt x="712" y="121"/>
                  </a:cubicBezTo>
                  <a:cubicBezTo>
                    <a:pt x="711" y="120"/>
                    <a:pt x="711" y="120"/>
                    <a:pt x="710" y="121"/>
                  </a:cubicBezTo>
                  <a:cubicBezTo>
                    <a:pt x="709" y="121"/>
                    <a:pt x="709" y="121"/>
                    <a:pt x="708" y="121"/>
                  </a:cubicBezTo>
                  <a:cubicBezTo>
                    <a:pt x="707" y="121"/>
                    <a:pt x="707" y="121"/>
                    <a:pt x="706" y="121"/>
                  </a:cubicBezTo>
                  <a:cubicBezTo>
                    <a:pt x="704" y="122"/>
                    <a:pt x="704" y="123"/>
                    <a:pt x="703" y="122"/>
                  </a:cubicBezTo>
                  <a:cubicBezTo>
                    <a:pt x="701" y="120"/>
                    <a:pt x="701" y="120"/>
                    <a:pt x="701" y="120"/>
                  </a:cubicBezTo>
                  <a:cubicBezTo>
                    <a:pt x="698" y="118"/>
                    <a:pt x="698" y="118"/>
                    <a:pt x="697" y="118"/>
                  </a:cubicBezTo>
                  <a:cubicBezTo>
                    <a:pt x="697" y="117"/>
                    <a:pt x="698" y="117"/>
                    <a:pt x="695" y="116"/>
                  </a:cubicBezTo>
                  <a:cubicBezTo>
                    <a:pt x="692" y="115"/>
                    <a:pt x="691" y="117"/>
                    <a:pt x="690" y="114"/>
                  </a:cubicBezTo>
                  <a:cubicBezTo>
                    <a:pt x="689" y="112"/>
                    <a:pt x="690" y="114"/>
                    <a:pt x="689" y="112"/>
                  </a:cubicBezTo>
                  <a:cubicBezTo>
                    <a:pt x="689" y="111"/>
                    <a:pt x="690" y="112"/>
                    <a:pt x="689" y="111"/>
                  </a:cubicBezTo>
                  <a:cubicBezTo>
                    <a:pt x="688" y="109"/>
                    <a:pt x="688" y="108"/>
                    <a:pt x="687" y="107"/>
                  </a:cubicBezTo>
                  <a:cubicBezTo>
                    <a:pt x="686" y="106"/>
                    <a:pt x="687" y="105"/>
                    <a:pt x="685" y="105"/>
                  </a:cubicBezTo>
                  <a:cubicBezTo>
                    <a:pt x="684" y="105"/>
                    <a:pt x="683" y="104"/>
                    <a:pt x="682" y="104"/>
                  </a:cubicBezTo>
                  <a:cubicBezTo>
                    <a:pt x="681" y="104"/>
                    <a:pt x="681" y="104"/>
                    <a:pt x="682" y="104"/>
                  </a:cubicBezTo>
                  <a:cubicBezTo>
                    <a:pt x="682" y="104"/>
                    <a:pt x="682" y="104"/>
                    <a:pt x="680" y="104"/>
                  </a:cubicBezTo>
                  <a:cubicBezTo>
                    <a:pt x="678" y="105"/>
                    <a:pt x="678" y="105"/>
                    <a:pt x="676" y="106"/>
                  </a:cubicBezTo>
                  <a:cubicBezTo>
                    <a:pt x="674" y="107"/>
                    <a:pt x="676" y="106"/>
                    <a:pt x="674" y="107"/>
                  </a:cubicBezTo>
                  <a:cubicBezTo>
                    <a:pt x="671" y="108"/>
                    <a:pt x="669" y="108"/>
                    <a:pt x="668" y="109"/>
                  </a:cubicBezTo>
                  <a:cubicBezTo>
                    <a:pt x="667" y="110"/>
                    <a:pt x="663" y="110"/>
                    <a:pt x="662" y="110"/>
                  </a:cubicBezTo>
                  <a:cubicBezTo>
                    <a:pt x="660" y="110"/>
                    <a:pt x="658" y="111"/>
                    <a:pt x="658" y="111"/>
                  </a:cubicBezTo>
                  <a:cubicBezTo>
                    <a:pt x="657" y="111"/>
                    <a:pt x="657" y="111"/>
                    <a:pt x="657" y="111"/>
                  </a:cubicBezTo>
                  <a:cubicBezTo>
                    <a:pt x="657" y="111"/>
                    <a:pt x="656" y="111"/>
                    <a:pt x="655" y="112"/>
                  </a:cubicBezTo>
                  <a:cubicBezTo>
                    <a:pt x="653" y="113"/>
                    <a:pt x="652" y="114"/>
                    <a:pt x="652" y="115"/>
                  </a:cubicBezTo>
                  <a:cubicBezTo>
                    <a:pt x="652" y="116"/>
                    <a:pt x="651" y="117"/>
                    <a:pt x="651" y="118"/>
                  </a:cubicBezTo>
                  <a:cubicBezTo>
                    <a:pt x="651" y="118"/>
                    <a:pt x="653" y="120"/>
                    <a:pt x="654" y="120"/>
                  </a:cubicBezTo>
                  <a:cubicBezTo>
                    <a:pt x="656" y="121"/>
                    <a:pt x="655" y="120"/>
                    <a:pt x="657" y="120"/>
                  </a:cubicBezTo>
                  <a:cubicBezTo>
                    <a:pt x="660" y="120"/>
                    <a:pt x="661" y="120"/>
                    <a:pt x="661" y="120"/>
                  </a:cubicBezTo>
                  <a:cubicBezTo>
                    <a:pt x="661" y="120"/>
                    <a:pt x="663" y="118"/>
                    <a:pt x="663" y="118"/>
                  </a:cubicBezTo>
                  <a:cubicBezTo>
                    <a:pt x="664" y="118"/>
                    <a:pt x="664" y="118"/>
                    <a:pt x="664" y="118"/>
                  </a:cubicBezTo>
                  <a:cubicBezTo>
                    <a:pt x="664" y="118"/>
                    <a:pt x="663" y="117"/>
                    <a:pt x="665" y="117"/>
                  </a:cubicBezTo>
                  <a:cubicBezTo>
                    <a:pt x="667" y="117"/>
                    <a:pt x="669" y="117"/>
                    <a:pt x="669" y="117"/>
                  </a:cubicBezTo>
                  <a:cubicBezTo>
                    <a:pt x="669" y="117"/>
                    <a:pt x="670" y="117"/>
                    <a:pt x="672" y="117"/>
                  </a:cubicBezTo>
                  <a:cubicBezTo>
                    <a:pt x="673" y="117"/>
                    <a:pt x="674" y="116"/>
                    <a:pt x="674" y="116"/>
                  </a:cubicBezTo>
                  <a:cubicBezTo>
                    <a:pt x="674" y="116"/>
                    <a:pt x="678" y="114"/>
                    <a:pt x="678" y="114"/>
                  </a:cubicBezTo>
                  <a:cubicBezTo>
                    <a:pt x="679" y="114"/>
                    <a:pt x="680" y="114"/>
                    <a:pt x="681" y="113"/>
                  </a:cubicBezTo>
                  <a:cubicBezTo>
                    <a:pt x="681" y="113"/>
                    <a:pt x="683" y="111"/>
                    <a:pt x="684" y="112"/>
                  </a:cubicBezTo>
                  <a:cubicBezTo>
                    <a:pt x="684" y="112"/>
                    <a:pt x="685" y="112"/>
                    <a:pt x="685" y="114"/>
                  </a:cubicBezTo>
                  <a:cubicBezTo>
                    <a:pt x="684" y="115"/>
                    <a:pt x="682" y="116"/>
                    <a:pt x="682" y="116"/>
                  </a:cubicBezTo>
                  <a:cubicBezTo>
                    <a:pt x="681" y="116"/>
                    <a:pt x="678" y="117"/>
                    <a:pt x="678" y="117"/>
                  </a:cubicBezTo>
                  <a:cubicBezTo>
                    <a:pt x="675" y="119"/>
                    <a:pt x="673" y="120"/>
                    <a:pt x="673" y="120"/>
                  </a:cubicBezTo>
                  <a:cubicBezTo>
                    <a:pt x="673" y="120"/>
                    <a:pt x="672" y="119"/>
                    <a:pt x="671" y="119"/>
                  </a:cubicBezTo>
                  <a:cubicBezTo>
                    <a:pt x="670" y="120"/>
                    <a:pt x="670" y="120"/>
                    <a:pt x="670" y="120"/>
                  </a:cubicBezTo>
                  <a:cubicBezTo>
                    <a:pt x="670" y="120"/>
                    <a:pt x="669" y="120"/>
                    <a:pt x="669" y="120"/>
                  </a:cubicBezTo>
                  <a:cubicBezTo>
                    <a:pt x="665" y="123"/>
                    <a:pt x="665" y="122"/>
                    <a:pt x="664" y="123"/>
                  </a:cubicBezTo>
                  <a:cubicBezTo>
                    <a:pt x="664" y="123"/>
                    <a:pt x="662" y="123"/>
                    <a:pt x="661" y="125"/>
                  </a:cubicBezTo>
                  <a:cubicBezTo>
                    <a:pt x="661" y="128"/>
                    <a:pt x="659" y="126"/>
                    <a:pt x="661" y="128"/>
                  </a:cubicBezTo>
                  <a:cubicBezTo>
                    <a:pt x="662" y="129"/>
                    <a:pt x="663" y="129"/>
                    <a:pt x="663" y="131"/>
                  </a:cubicBezTo>
                  <a:cubicBezTo>
                    <a:pt x="664" y="132"/>
                    <a:pt x="665" y="134"/>
                    <a:pt x="665" y="134"/>
                  </a:cubicBezTo>
                  <a:cubicBezTo>
                    <a:pt x="667" y="136"/>
                    <a:pt x="668" y="136"/>
                    <a:pt x="668" y="137"/>
                  </a:cubicBezTo>
                  <a:cubicBezTo>
                    <a:pt x="669" y="138"/>
                    <a:pt x="669" y="138"/>
                    <a:pt x="669" y="140"/>
                  </a:cubicBezTo>
                  <a:cubicBezTo>
                    <a:pt x="670" y="142"/>
                    <a:pt x="670" y="143"/>
                    <a:pt x="670" y="143"/>
                  </a:cubicBezTo>
                  <a:cubicBezTo>
                    <a:pt x="670" y="143"/>
                    <a:pt x="668" y="140"/>
                    <a:pt x="667" y="141"/>
                  </a:cubicBezTo>
                  <a:cubicBezTo>
                    <a:pt x="666" y="142"/>
                    <a:pt x="665" y="141"/>
                    <a:pt x="664" y="141"/>
                  </a:cubicBezTo>
                  <a:cubicBezTo>
                    <a:pt x="664" y="141"/>
                    <a:pt x="663" y="141"/>
                    <a:pt x="664" y="141"/>
                  </a:cubicBezTo>
                  <a:cubicBezTo>
                    <a:pt x="665" y="144"/>
                    <a:pt x="666" y="146"/>
                    <a:pt x="666" y="147"/>
                  </a:cubicBezTo>
                  <a:cubicBezTo>
                    <a:pt x="666" y="148"/>
                    <a:pt x="667" y="147"/>
                    <a:pt x="667" y="149"/>
                  </a:cubicBezTo>
                  <a:cubicBezTo>
                    <a:pt x="667" y="149"/>
                    <a:pt x="663" y="144"/>
                    <a:pt x="662" y="144"/>
                  </a:cubicBezTo>
                  <a:cubicBezTo>
                    <a:pt x="661" y="144"/>
                    <a:pt x="659" y="145"/>
                    <a:pt x="659" y="144"/>
                  </a:cubicBezTo>
                  <a:cubicBezTo>
                    <a:pt x="658" y="143"/>
                    <a:pt x="656" y="142"/>
                    <a:pt x="658" y="141"/>
                  </a:cubicBezTo>
                  <a:cubicBezTo>
                    <a:pt x="661" y="140"/>
                    <a:pt x="662" y="138"/>
                    <a:pt x="662" y="138"/>
                  </a:cubicBezTo>
                  <a:cubicBezTo>
                    <a:pt x="662" y="138"/>
                    <a:pt x="663" y="135"/>
                    <a:pt x="662" y="135"/>
                  </a:cubicBezTo>
                  <a:cubicBezTo>
                    <a:pt x="661" y="136"/>
                    <a:pt x="661" y="133"/>
                    <a:pt x="660" y="133"/>
                  </a:cubicBezTo>
                  <a:cubicBezTo>
                    <a:pt x="659" y="133"/>
                    <a:pt x="657" y="132"/>
                    <a:pt x="657" y="132"/>
                  </a:cubicBezTo>
                  <a:cubicBezTo>
                    <a:pt x="654" y="133"/>
                    <a:pt x="653" y="134"/>
                    <a:pt x="652" y="133"/>
                  </a:cubicBezTo>
                  <a:cubicBezTo>
                    <a:pt x="651" y="131"/>
                    <a:pt x="650" y="129"/>
                    <a:pt x="650" y="129"/>
                  </a:cubicBezTo>
                  <a:cubicBezTo>
                    <a:pt x="650" y="127"/>
                    <a:pt x="650" y="127"/>
                    <a:pt x="650" y="127"/>
                  </a:cubicBezTo>
                  <a:cubicBezTo>
                    <a:pt x="647" y="127"/>
                    <a:pt x="644" y="125"/>
                    <a:pt x="643" y="125"/>
                  </a:cubicBezTo>
                  <a:cubicBezTo>
                    <a:pt x="640" y="124"/>
                    <a:pt x="640" y="122"/>
                    <a:pt x="640" y="122"/>
                  </a:cubicBezTo>
                  <a:cubicBezTo>
                    <a:pt x="638" y="121"/>
                    <a:pt x="636" y="122"/>
                    <a:pt x="634" y="123"/>
                  </a:cubicBezTo>
                  <a:cubicBezTo>
                    <a:pt x="633" y="124"/>
                    <a:pt x="632" y="124"/>
                    <a:pt x="630" y="124"/>
                  </a:cubicBezTo>
                  <a:cubicBezTo>
                    <a:pt x="629" y="123"/>
                    <a:pt x="628" y="121"/>
                    <a:pt x="627" y="123"/>
                  </a:cubicBezTo>
                  <a:cubicBezTo>
                    <a:pt x="626" y="125"/>
                    <a:pt x="626" y="127"/>
                    <a:pt x="626" y="127"/>
                  </a:cubicBezTo>
                  <a:cubicBezTo>
                    <a:pt x="626" y="127"/>
                    <a:pt x="622" y="127"/>
                    <a:pt x="622" y="127"/>
                  </a:cubicBezTo>
                  <a:cubicBezTo>
                    <a:pt x="621" y="127"/>
                    <a:pt x="621" y="127"/>
                    <a:pt x="620" y="127"/>
                  </a:cubicBezTo>
                  <a:cubicBezTo>
                    <a:pt x="620" y="127"/>
                    <a:pt x="619" y="127"/>
                    <a:pt x="618" y="127"/>
                  </a:cubicBezTo>
                  <a:cubicBezTo>
                    <a:pt x="617" y="128"/>
                    <a:pt x="616" y="127"/>
                    <a:pt x="615" y="128"/>
                  </a:cubicBezTo>
                  <a:cubicBezTo>
                    <a:pt x="614" y="128"/>
                    <a:pt x="614" y="128"/>
                    <a:pt x="613" y="128"/>
                  </a:cubicBezTo>
                  <a:cubicBezTo>
                    <a:pt x="613" y="127"/>
                    <a:pt x="613" y="127"/>
                    <a:pt x="612" y="128"/>
                  </a:cubicBezTo>
                  <a:cubicBezTo>
                    <a:pt x="611" y="128"/>
                    <a:pt x="611" y="128"/>
                    <a:pt x="611" y="127"/>
                  </a:cubicBezTo>
                  <a:cubicBezTo>
                    <a:pt x="610" y="127"/>
                    <a:pt x="610" y="127"/>
                    <a:pt x="609" y="128"/>
                  </a:cubicBezTo>
                  <a:cubicBezTo>
                    <a:pt x="607" y="129"/>
                    <a:pt x="605" y="129"/>
                    <a:pt x="605" y="129"/>
                  </a:cubicBezTo>
                  <a:cubicBezTo>
                    <a:pt x="605" y="129"/>
                    <a:pt x="605" y="128"/>
                    <a:pt x="603" y="129"/>
                  </a:cubicBezTo>
                  <a:cubicBezTo>
                    <a:pt x="602" y="129"/>
                    <a:pt x="602" y="128"/>
                    <a:pt x="601" y="128"/>
                  </a:cubicBezTo>
                  <a:cubicBezTo>
                    <a:pt x="601" y="128"/>
                    <a:pt x="600" y="127"/>
                    <a:pt x="599" y="128"/>
                  </a:cubicBezTo>
                  <a:cubicBezTo>
                    <a:pt x="599" y="128"/>
                    <a:pt x="598" y="128"/>
                    <a:pt x="598" y="128"/>
                  </a:cubicBezTo>
                  <a:cubicBezTo>
                    <a:pt x="598" y="127"/>
                    <a:pt x="597" y="127"/>
                    <a:pt x="597" y="128"/>
                  </a:cubicBezTo>
                  <a:cubicBezTo>
                    <a:pt x="595" y="128"/>
                    <a:pt x="595" y="129"/>
                    <a:pt x="594" y="128"/>
                  </a:cubicBezTo>
                  <a:cubicBezTo>
                    <a:pt x="592" y="126"/>
                    <a:pt x="593" y="126"/>
                    <a:pt x="592" y="126"/>
                  </a:cubicBezTo>
                  <a:cubicBezTo>
                    <a:pt x="590" y="125"/>
                    <a:pt x="591" y="124"/>
                    <a:pt x="589" y="124"/>
                  </a:cubicBezTo>
                  <a:cubicBezTo>
                    <a:pt x="588" y="125"/>
                    <a:pt x="587" y="125"/>
                    <a:pt x="587" y="125"/>
                  </a:cubicBezTo>
                  <a:cubicBezTo>
                    <a:pt x="587" y="125"/>
                    <a:pt x="586" y="125"/>
                    <a:pt x="586" y="125"/>
                  </a:cubicBezTo>
                  <a:cubicBezTo>
                    <a:pt x="585" y="125"/>
                    <a:pt x="585" y="125"/>
                    <a:pt x="585" y="124"/>
                  </a:cubicBezTo>
                  <a:cubicBezTo>
                    <a:pt x="584" y="124"/>
                    <a:pt x="584" y="124"/>
                    <a:pt x="584" y="124"/>
                  </a:cubicBezTo>
                  <a:cubicBezTo>
                    <a:pt x="582" y="124"/>
                    <a:pt x="582" y="123"/>
                    <a:pt x="582" y="123"/>
                  </a:cubicBezTo>
                  <a:cubicBezTo>
                    <a:pt x="582" y="123"/>
                    <a:pt x="582" y="122"/>
                    <a:pt x="584" y="121"/>
                  </a:cubicBezTo>
                  <a:cubicBezTo>
                    <a:pt x="587" y="120"/>
                    <a:pt x="584" y="120"/>
                    <a:pt x="587" y="119"/>
                  </a:cubicBezTo>
                  <a:cubicBezTo>
                    <a:pt x="590" y="118"/>
                    <a:pt x="591" y="117"/>
                    <a:pt x="592" y="117"/>
                  </a:cubicBezTo>
                  <a:cubicBezTo>
                    <a:pt x="594" y="118"/>
                    <a:pt x="595" y="116"/>
                    <a:pt x="595" y="116"/>
                  </a:cubicBezTo>
                  <a:cubicBezTo>
                    <a:pt x="595" y="116"/>
                    <a:pt x="596" y="115"/>
                    <a:pt x="595" y="114"/>
                  </a:cubicBezTo>
                  <a:cubicBezTo>
                    <a:pt x="594" y="114"/>
                    <a:pt x="589" y="110"/>
                    <a:pt x="589" y="109"/>
                  </a:cubicBezTo>
                  <a:cubicBezTo>
                    <a:pt x="588" y="108"/>
                    <a:pt x="583" y="107"/>
                    <a:pt x="583" y="106"/>
                  </a:cubicBezTo>
                  <a:cubicBezTo>
                    <a:pt x="582" y="105"/>
                    <a:pt x="580" y="105"/>
                    <a:pt x="579" y="104"/>
                  </a:cubicBezTo>
                  <a:cubicBezTo>
                    <a:pt x="577" y="104"/>
                    <a:pt x="575" y="103"/>
                    <a:pt x="573" y="104"/>
                  </a:cubicBezTo>
                  <a:cubicBezTo>
                    <a:pt x="571" y="104"/>
                    <a:pt x="570" y="104"/>
                    <a:pt x="568" y="106"/>
                  </a:cubicBezTo>
                  <a:cubicBezTo>
                    <a:pt x="566" y="107"/>
                    <a:pt x="567" y="106"/>
                    <a:pt x="563" y="106"/>
                  </a:cubicBezTo>
                  <a:cubicBezTo>
                    <a:pt x="560" y="106"/>
                    <a:pt x="558" y="106"/>
                    <a:pt x="557" y="105"/>
                  </a:cubicBezTo>
                  <a:cubicBezTo>
                    <a:pt x="552" y="103"/>
                    <a:pt x="555" y="104"/>
                    <a:pt x="552" y="103"/>
                  </a:cubicBezTo>
                  <a:cubicBezTo>
                    <a:pt x="550" y="102"/>
                    <a:pt x="548" y="103"/>
                    <a:pt x="547" y="102"/>
                  </a:cubicBezTo>
                  <a:cubicBezTo>
                    <a:pt x="546" y="101"/>
                    <a:pt x="547" y="100"/>
                    <a:pt x="544" y="99"/>
                  </a:cubicBezTo>
                  <a:cubicBezTo>
                    <a:pt x="542" y="98"/>
                    <a:pt x="543" y="98"/>
                    <a:pt x="540" y="98"/>
                  </a:cubicBezTo>
                  <a:cubicBezTo>
                    <a:pt x="537" y="98"/>
                    <a:pt x="536" y="97"/>
                    <a:pt x="534" y="97"/>
                  </a:cubicBezTo>
                  <a:cubicBezTo>
                    <a:pt x="532" y="97"/>
                    <a:pt x="533" y="98"/>
                    <a:pt x="530" y="97"/>
                  </a:cubicBezTo>
                  <a:cubicBezTo>
                    <a:pt x="528" y="97"/>
                    <a:pt x="529" y="96"/>
                    <a:pt x="527" y="95"/>
                  </a:cubicBezTo>
                  <a:cubicBezTo>
                    <a:pt x="525" y="94"/>
                    <a:pt x="526" y="92"/>
                    <a:pt x="523" y="92"/>
                  </a:cubicBezTo>
                  <a:cubicBezTo>
                    <a:pt x="521" y="92"/>
                    <a:pt x="514" y="90"/>
                    <a:pt x="514" y="90"/>
                  </a:cubicBezTo>
                  <a:cubicBezTo>
                    <a:pt x="514" y="90"/>
                    <a:pt x="512" y="89"/>
                    <a:pt x="511" y="89"/>
                  </a:cubicBezTo>
                  <a:cubicBezTo>
                    <a:pt x="509" y="89"/>
                    <a:pt x="506" y="88"/>
                    <a:pt x="505" y="88"/>
                  </a:cubicBezTo>
                  <a:cubicBezTo>
                    <a:pt x="503" y="88"/>
                    <a:pt x="500" y="88"/>
                    <a:pt x="498" y="88"/>
                  </a:cubicBezTo>
                  <a:cubicBezTo>
                    <a:pt x="496" y="88"/>
                    <a:pt x="495" y="88"/>
                    <a:pt x="493" y="89"/>
                  </a:cubicBezTo>
                  <a:cubicBezTo>
                    <a:pt x="492" y="89"/>
                    <a:pt x="492" y="89"/>
                    <a:pt x="492" y="89"/>
                  </a:cubicBezTo>
                  <a:cubicBezTo>
                    <a:pt x="492" y="89"/>
                    <a:pt x="492" y="89"/>
                    <a:pt x="492" y="91"/>
                  </a:cubicBezTo>
                  <a:cubicBezTo>
                    <a:pt x="490" y="94"/>
                    <a:pt x="490" y="94"/>
                    <a:pt x="489" y="95"/>
                  </a:cubicBezTo>
                  <a:cubicBezTo>
                    <a:pt x="488" y="95"/>
                    <a:pt x="486" y="96"/>
                    <a:pt x="485" y="96"/>
                  </a:cubicBezTo>
                  <a:cubicBezTo>
                    <a:pt x="485" y="96"/>
                    <a:pt x="484" y="96"/>
                    <a:pt x="484" y="96"/>
                  </a:cubicBezTo>
                  <a:cubicBezTo>
                    <a:pt x="483" y="96"/>
                    <a:pt x="481" y="96"/>
                    <a:pt x="481" y="95"/>
                  </a:cubicBezTo>
                  <a:cubicBezTo>
                    <a:pt x="481" y="94"/>
                    <a:pt x="481" y="94"/>
                    <a:pt x="481" y="94"/>
                  </a:cubicBezTo>
                  <a:cubicBezTo>
                    <a:pt x="481" y="94"/>
                    <a:pt x="481" y="94"/>
                    <a:pt x="481" y="93"/>
                  </a:cubicBezTo>
                  <a:cubicBezTo>
                    <a:pt x="482" y="91"/>
                    <a:pt x="482" y="91"/>
                    <a:pt x="482" y="91"/>
                  </a:cubicBezTo>
                  <a:cubicBezTo>
                    <a:pt x="482" y="91"/>
                    <a:pt x="481" y="91"/>
                    <a:pt x="480" y="90"/>
                  </a:cubicBezTo>
                  <a:cubicBezTo>
                    <a:pt x="479" y="90"/>
                    <a:pt x="479" y="88"/>
                    <a:pt x="480" y="87"/>
                  </a:cubicBezTo>
                  <a:cubicBezTo>
                    <a:pt x="480" y="86"/>
                    <a:pt x="480" y="85"/>
                    <a:pt x="480" y="84"/>
                  </a:cubicBezTo>
                  <a:cubicBezTo>
                    <a:pt x="480" y="82"/>
                    <a:pt x="481" y="81"/>
                    <a:pt x="479" y="81"/>
                  </a:cubicBezTo>
                  <a:cubicBezTo>
                    <a:pt x="477" y="81"/>
                    <a:pt x="476" y="81"/>
                    <a:pt x="474" y="82"/>
                  </a:cubicBezTo>
                  <a:cubicBezTo>
                    <a:pt x="471" y="84"/>
                    <a:pt x="470" y="84"/>
                    <a:pt x="471" y="84"/>
                  </a:cubicBezTo>
                  <a:cubicBezTo>
                    <a:pt x="471" y="85"/>
                    <a:pt x="471" y="85"/>
                    <a:pt x="471" y="85"/>
                  </a:cubicBezTo>
                  <a:cubicBezTo>
                    <a:pt x="472" y="84"/>
                    <a:pt x="472" y="84"/>
                    <a:pt x="472" y="85"/>
                  </a:cubicBezTo>
                  <a:cubicBezTo>
                    <a:pt x="473" y="87"/>
                    <a:pt x="473" y="89"/>
                    <a:pt x="472" y="90"/>
                  </a:cubicBezTo>
                  <a:cubicBezTo>
                    <a:pt x="471" y="90"/>
                    <a:pt x="471" y="90"/>
                    <a:pt x="471" y="89"/>
                  </a:cubicBezTo>
                  <a:cubicBezTo>
                    <a:pt x="471" y="89"/>
                    <a:pt x="470" y="88"/>
                    <a:pt x="470" y="90"/>
                  </a:cubicBezTo>
                  <a:cubicBezTo>
                    <a:pt x="468" y="92"/>
                    <a:pt x="468" y="92"/>
                    <a:pt x="468" y="94"/>
                  </a:cubicBezTo>
                  <a:cubicBezTo>
                    <a:pt x="468" y="96"/>
                    <a:pt x="466" y="96"/>
                    <a:pt x="466" y="96"/>
                  </a:cubicBezTo>
                  <a:cubicBezTo>
                    <a:pt x="466" y="96"/>
                    <a:pt x="464" y="93"/>
                    <a:pt x="463" y="93"/>
                  </a:cubicBezTo>
                  <a:cubicBezTo>
                    <a:pt x="462" y="93"/>
                    <a:pt x="460" y="92"/>
                    <a:pt x="459" y="92"/>
                  </a:cubicBezTo>
                  <a:cubicBezTo>
                    <a:pt x="458" y="91"/>
                    <a:pt x="457" y="91"/>
                    <a:pt x="456" y="89"/>
                  </a:cubicBezTo>
                  <a:cubicBezTo>
                    <a:pt x="455" y="88"/>
                    <a:pt x="455" y="85"/>
                    <a:pt x="453" y="84"/>
                  </a:cubicBezTo>
                  <a:cubicBezTo>
                    <a:pt x="451" y="84"/>
                    <a:pt x="452" y="81"/>
                    <a:pt x="451" y="80"/>
                  </a:cubicBezTo>
                  <a:cubicBezTo>
                    <a:pt x="450" y="79"/>
                    <a:pt x="449" y="79"/>
                    <a:pt x="447" y="77"/>
                  </a:cubicBezTo>
                  <a:cubicBezTo>
                    <a:pt x="446" y="75"/>
                    <a:pt x="446" y="74"/>
                    <a:pt x="444" y="73"/>
                  </a:cubicBezTo>
                  <a:cubicBezTo>
                    <a:pt x="442" y="73"/>
                    <a:pt x="441" y="72"/>
                    <a:pt x="440" y="72"/>
                  </a:cubicBezTo>
                  <a:cubicBezTo>
                    <a:pt x="438" y="72"/>
                    <a:pt x="441" y="71"/>
                    <a:pt x="438" y="72"/>
                  </a:cubicBezTo>
                  <a:cubicBezTo>
                    <a:pt x="438" y="72"/>
                    <a:pt x="438" y="72"/>
                    <a:pt x="438" y="71"/>
                  </a:cubicBezTo>
                  <a:cubicBezTo>
                    <a:pt x="438" y="75"/>
                    <a:pt x="439" y="75"/>
                    <a:pt x="439" y="77"/>
                  </a:cubicBezTo>
                  <a:cubicBezTo>
                    <a:pt x="439" y="79"/>
                    <a:pt x="441" y="80"/>
                    <a:pt x="440" y="81"/>
                  </a:cubicBezTo>
                  <a:cubicBezTo>
                    <a:pt x="440" y="82"/>
                    <a:pt x="438" y="81"/>
                    <a:pt x="437" y="82"/>
                  </a:cubicBezTo>
                  <a:cubicBezTo>
                    <a:pt x="435" y="85"/>
                    <a:pt x="436" y="83"/>
                    <a:pt x="435" y="85"/>
                  </a:cubicBezTo>
                  <a:cubicBezTo>
                    <a:pt x="433" y="88"/>
                    <a:pt x="432" y="87"/>
                    <a:pt x="431" y="88"/>
                  </a:cubicBezTo>
                  <a:cubicBezTo>
                    <a:pt x="429" y="89"/>
                    <a:pt x="428" y="87"/>
                    <a:pt x="428" y="87"/>
                  </a:cubicBezTo>
                  <a:cubicBezTo>
                    <a:pt x="425" y="87"/>
                    <a:pt x="422" y="87"/>
                    <a:pt x="421" y="88"/>
                  </a:cubicBezTo>
                  <a:cubicBezTo>
                    <a:pt x="420" y="88"/>
                    <a:pt x="422" y="87"/>
                    <a:pt x="419" y="89"/>
                  </a:cubicBezTo>
                  <a:cubicBezTo>
                    <a:pt x="416" y="90"/>
                    <a:pt x="416" y="90"/>
                    <a:pt x="414" y="92"/>
                  </a:cubicBezTo>
                  <a:cubicBezTo>
                    <a:pt x="413" y="92"/>
                    <a:pt x="414" y="92"/>
                    <a:pt x="414" y="92"/>
                  </a:cubicBezTo>
                  <a:cubicBezTo>
                    <a:pt x="414" y="91"/>
                    <a:pt x="415" y="91"/>
                    <a:pt x="412" y="93"/>
                  </a:cubicBezTo>
                  <a:cubicBezTo>
                    <a:pt x="408" y="97"/>
                    <a:pt x="406" y="97"/>
                    <a:pt x="406" y="97"/>
                  </a:cubicBezTo>
                  <a:cubicBezTo>
                    <a:pt x="406" y="97"/>
                    <a:pt x="406" y="95"/>
                    <a:pt x="404" y="95"/>
                  </a:cubicBezTo>
                  <a:cubicBezTo>
                    <a:pt x="401" y="95"/>
                    <a:pt x="401" y="94"/>
                    <a:pt x="400" y="95"/>
                  </a:cubicBezTo>
                  <a:cubicBezTo>
                    <a:pt x="399" y="96"/>
                    <a:pt x="398" y="95"/>
                    <a:pt x="397" y="97"/>
                  </a:cubicBezTo>
                  <a:cubicBezTo>
                    <a:pt x="396" y="98"/>
                    <a:pt x="395" y="98"/>
                    <a:pt x="394" y="99"/>
                  </a:cubicBezTo>
                  <a:cubicBezTo>
                    <a:pt x="394" y="99"/>
                    <a:pt x="394" y="99"/>
                    <a:pt x="393" y="99"/>
                  </a:cubicBezTo>
                  <a:cubicBezTo>
                    <a:pt x="393" y="99"/>
                    <a:pt x="392" y="98"/>
                    <a:pt x="392" y="99"/>
                  </a:cubicBezTo>
                  <a:cubicBezTo>
                    <a:pt x="390" y="100"/>
                    <a:pt x="389" y="101"/>
                    <a:pt x="388" y="101"/>
                  </a:cubicBezTo>
                  <a:cubicBezTo>
                    <a:pt x="388" y="101"/>
                    <a:pt x="387" y="103"/>
                    <a:pt x="388" y="104"/>
                  </a:cubicBezTo>
                  <a:cubicBezTo>
                    <a:pt x="389" y="105"/>
                    <a:pt x="388" y="106"/>
                    <a:pt x="388" y="106"/>
                  </a:cubicBezTo>
                  <a:cubicBezTo>
                    <a:pt x="386" y="107"/>
                    <a:pt x="386" y="107"/>
                    <a:pt x="386" y="107"/>
                  </a:cubicBezTo>
                  <a:cubicBezTo>
                    <a:pt x="384" y="109"/>
                    <a:pt x="389" y="111"/>
                    <a:pt x="384" y="109"/>
                  </a:cubicBezTo>
                  <a:cubicBezTo>
                    <a:pt x="380" y="107"/>
                    <a:pt x="378" y="106"/>
                    <a:pt x="379" y="105"/>
                  </a:cubicBezTo>
                  <a:cubicBezTo>
                    <a:pt x="381" y="104"/>
                    <a:pt x="379" y="105"/>
                    <a:pt x="381" y="104"/>
                  </a:cubicBezTo>
                  <a:cubicBezTo>
                    <a:pt x="381" y="104"/>
                    <a:pt x="382" y="104"/>
                    <a:pt x="382" y="104"/>
                  </a:cubicBezTo>
                  <a:cubicBezTo>
                    <a:pt x="382" y="104"/>
                    <a:pt x="382" y="104"/>
                    <a:pt x="382" y="104"/>
                  </a:cubicBezTo>
                  <a:cubicBezTo>
                    <a:pt x="385" y="103"/>
                    <a:pt x="385" y="102"/>
                    <a:pt x="386" y="102"/>
                  </a:cubicBezTo>
                  <a:cubicBezTo>
                    <a:pt x="387" y="101"/>
                    <a:pt x="388" y="100"/>
                    <a:pt x="388" y="100"/>
                  </a:cubicBezTo>
                  <a:cubicBezTo>
                    <a:pt x="388" y="100"/>
                    <a:pt x="389" y="99"/>
                    <a:pt x="391" y="98"/>
                  </a:cubicBezTo>
                  <a:cubicBezTo>
                    <a:pt x="393" y="97"/>
                    <a:pt x="393" y="96"/>
                    <a:pt x="394" y="96"/>
                  </a:cubicBezTo>
                  <a:cubicBezTo>
                    <a:pt x="395" y="96"/>
                    <a:pt x="395" y="96"/>
                    <a:pt x="395" y="96"/>
                  </a:cubicBezTo>
                  <a:cubicBezTo>
                    <a:pt x="395" y="97"/>
                    <a:pt x="395" y="97"/>
                    <a:pt x="396" y="96"/>
                  </a:cubicBezTo>
                  <a:cubicBezTo>
                    <a:pt x="399" y="94"/>
                    <a:pt x="395" y="94"/>
                    <a:pt x="400" y="93"/>
                  </a:cubicBezTo>
                  <a:cubicBezTo>
                    <a:pt x="404" y="92"/>
                    <a:pt x="401" y="92"/>
                    <a:pt x="405" y="92"/>
                  </a:cubicBezTo>
                  <a:cubicBezTo>
                    <a:pt x="409" y="92"/>
                    <a:pt x="410" y="91"/>
                    <a:pt x="411" y="91"/>
                  </a:cubicBezTo>
                  <a:cubicBezTo>
                    <a:pt x="412" y="90"/>
                    <a:pt x="414" y="89"/>
                    <a:pt x="414" y="89"/>
                  </a:cubicBezTo>
                  <a:cubicBezTo>
                    <a:pt x="414" y="89"/>
                    <a:pt x="416" y="88"/>
                    <a:pt x="417" y="88"/>
                  </a:cubicBezTo>
                  <a:cubicBezTo>
                    <a:pt x="423" y="83"/>
                    <a:pt x="423" y="83"/>
                    <a:pt x="423" y="83"/>
                  </a:cubicBezTo>
                  <a:cubicBezTo>
                    <a:pt x="423" y="83"/>
                    <a:pt x="425" y="80"/>
                    <a:pt x="424" y="80"/>
                  </a:cubicBezTo>
                  <a:cubicBezTo>
                    <a:pt x="423" y="80"/>
                    <a:pt x="423" y="80"/>
                    <a:pt x="423" y="80"/>
                  </a:cubicBezTo>
                  <a:cubicBezTo>
                    <a:pt x="422" y="80"/>
                    <a:pt x="422" y="80"/>
                    <a:pt x="421" y="80"/>
                  </a:cubicBezTo>
                  <a:cubicBezTo>
                    <a:pt x="419" y="81"/>
                    <a:pt x="418" y="81"/>
                    <a:pt x="416" y="82"/>
                  </a:cubicBezTo>
                  <a:cubicBezTo>
                    <a:pt x="415" y="83"/>
                    <a:pt x="415" y="82"/>
                    <a:pt x="414" y="82"/>
                  </a:cubicBezTo>
                  <a:cubicBezTo>
                    <a:pt x="414" y="82"/>
                    <a:pt x="413" y="82"/>
                    <a:pt x="413" y="82"/>
                  </a:cubicBezTo>
                  <a:cubicBezTo>
                    <a:pt x="413" y="82"/>
                    <a:pt x="413" y="82"/>
                    <a:pt x="412" y="82"/>
                  </a:cubicBezTo>
                  <a:cubicBezTo>
                    <a:pt x="412" y="82"/>
                    <a:pt x="412" y="81"/>
                    <a:pt x="410" y="82"/>
                  </a:cubicBezTo>
                  <a:cubicBezTo>
                    <a:pt x="408" y="84"/>
                    <a:pt x="408" y="83"/>
                    <a:pt x="406" y="84"/>
                  </a:cubicBezTo>
                  <a:cubicBezTo>
                    <a:pt x="404" y="86"/>
                    <a:pt x="406" y="85"/>
                    <a:pt x="404" y="86"/>
                  </a:cubicBezTo>
                  <a:cubicBezTo>
                    <a:pt x="402" y="87"/>
                    <a:pt x="401" y="87"/>
                    <a:pt x="400" y="86"/>
                  </a:cubicBezTo>
                  <a:cubicBezTo>
                    <a:pt x="400" y="86"/>
                    <a:pt x="399" y="86"/>
                    <a:pt x="399" y="86"/>
                  </a:cubicBezTo>
                  <a:cubicBezTo>
                    <a:pt x="398" y="87"/>
                    <a:pt x="397" y="87"/>
                    <a:pt x="396" y="89"/>
                  </a:cubicBezTo>
                  <a:cubicBezTo>
                    <a:pt x="395" y="89"/>
                    <a:pt x="395" y="89"/>
                    <a:pt x="395" y="89"/>
                  </a:cubicBezTo>
                  <a:cubicBezTo>
                    <a:pt x="394" y="89"/>
                    <a:pt x="394" y="89"/>
                    <a:pt x="393" y="89"/>
                  </a:cubicBezTo>
                  <a:cubicBezTo>
                    <a:pt x="392" y="89"/>
                    <a:pt x="392" y="89"/>
                    <a:pt x="391" y="89"/>
                  </a:cubicBezTo>
                  <a:cubicBezTo>
                    <a:pt x="390" y="89"/>
                    <a:pt x="389" y="89"/>
                    <a:pt x="388" y="90"/>
                  </a:cubicBezTo>
                  <a:cubicBezTo>
                    <a:pt x="386" y="91"/>
                    <a:pt x="385" y="91"/>
                    <a:pt x="385" y="92"/>
                  </a:cubicBezTo>
                  <a:cubicBezTo>
                    <a:pt x="384" y="94"/>
                    <a:pt x="384" y="93"/>
                    <a:pt x="383" y="95"/>
                  </a:cubicBezTo>
                  <a:cubicBezTo>
                    <a:pt x="382" y="96"/>
                    <a:pt x="382" y="96"/>
                    <a:pt x="381" y="96"/>
                  </a:cubicBezTo>
                  <a:cubicBezTo>
                    <a:pt x="381" y="96"/>
                    <a:pt x="380" y="96"/>
                    <a:pt x="380" y="96"/>
                  </a:cubicBezTo>
                  <a:cubicBezTo>
                    <a:pt x="379" y="96"/>
                    <a:pt x="379" y="96"/>
                    <a:pt x="379" y="95"/>
                  </a:cubicBezTo>
                  <a:cubicBezTo>
                    <a:pt x="379" y="95"/>
                    <a:pt x="378" y="95"/>
                    <a:pt x="377" y="95"/>
                  </a:cubicBezTo>
                  <a:cubicBezTo>
                    <a:pt x="376" y="97"/>
                    <a:pt x="374" y="98"/>
                    <a:pt x="374" y="97"/>
                  </a:cubicBezTo>
                  <a:cubicBezTo>
                    <a:pt x="376" y="94"/>
                    <a:pt x="377" y="94"/>
                    <a:pt x="376" y="94"/>
                  </a:cubicBezTo>
                  <a:cubicBezTo>
                    <a:pt x="375" y="94"/>
                    <a:pt x="375" y="92"/>
                    <a:pt x="373" y="92"/>
                  </a:cubicBezTo>
                  <a:cubicBezTo>
                    <a:pt x="372" y="92"/>
                    <a:pt x="372" y="91"/>
                    <a:pt x="371" y="91"/>
                  </a:cubicBezTo>
                  <a:cubicBezTo>
                    <a:pt x="369" y="91"/>
                    <a:pt x="369" y="90"/>
                    <a:pt x="368" y="92"/>
                  </a:cubicBezTo>
                  <a:cubicBezTo>
                    <a:pt x="367" y="94"/>
                    <a:pt x="370" y="93"/>
                    <a:pt x="367" y="94"/>
                  </a:cubicBezTo>
                  <a:cubicBezTo>
                    <a:pt x="365" y="95"/>
                    <a:pt x="367" y="95"/>
                    <a:pt x="365" y="95"/>
                  </a:cubicBezTo>
                  <a:cubicBezTo>
                    <a:pt x="362" y="95"/>
                    <a:pt x="358" y="95"/>
                    <a:pt x="357" y="96"/>
                  </a:cubicBezTo>
                  <a:cubicBezTo>
                    <a:pt x="356" y="97"/>
                    <a:pt x="356" y="96"/>
                    <a:pt x="354" y="98"/>
                  </a:cubicBezTo>
                  <a:cubicBezTo>
                    <a:pt x="353" y="99"/>
                    <a:pt x="352" y="99"/>
                    <a:pt x="352" y="99"/>
                  </a:cubicBezTo>
                  <a:cubicBezTo>
                    <a:pt x="352" y="99"/>
                    <a:pt x="352" y="99"/>
                    <a:pt x="352" y="100"/>
                  </a:cubicBezTo>
                  <a:cubicBezTo>
                    <a:pt x="352" y="103"/>
                    <a:pt x="351" y="102"/>
                    <a:pt x="353" y="103"/>
                  </a:cubicBezTo>
                  <a:cubicBezTo>
                    <a:pt x="354" y="104"/>
                    <a:pt x="356" y="104"/>
                    <a:pt x="357" y="105"/>
                  </a:cubicBezTo>
                  <a:cubicBezTo>
                    <a:pt x="358" y="106"/>
                    <a:pt x="357" y="106"/>
                    <a:pt x="358" y="108"/>
                  </a:cubicBezTo>
                  <a:cubicBezTo>
                    <a:pt x="354" y="106"/>
                    <a:pt x="354" y="106"/>
                    <a:pt x="354" y="106"/>
                  </a:cubicBezTo>
                  <a:cubicBezTo>
                    <a:pt x="354" y="106"/>
                    <a:pt x="350" y="104"/>
                    <a:pt x="348" y="104"/>
                  </a:cubicBezTo>
                  <a:cubicBezTo>
                    <a:pt x="348" y="104"/>
                    <a:pt x="348" y="104"/>
                    <a:pt x="348" y="104"/>
                  </a:cubicBezTo>
                  <a:cubicBezTo>
                    <a:pt x="348" y="104"/>
                    <a:pt x="348" y="104"/>
                    <a:pt x="348" y="104"/>
                  </a:cubicBezTo>
                  <a:cubicBezTo>
                    <a:pt x="347" y="104"/>
                    <a:pt x="344" y="104"/>
                    <a:pt x="343" y="104"/>
                  </a:cubicBezTo>
                  <a:cubicBezTo>
                    <a:pt x="342" y="104"/>
                    <a:pt x="338" y="105"/>
                    <a:pt x="337" y="104"/>
                  </a:cubicBezTo>
                  <a:cubicBezTo>
                    <a:pt x="336" y="104"/>
                    <a:pt x="332" y="104"/>
                    <a:pt x="331" y="103"/>
                  </a:cubicBezTo>
                  <a:cubicBezTo>
                    <a:pt x="330" y="102"/>
                    <a:pt x="330" y="101"/>
                    <a:pt x="328" y="100"/>
                  </a:cubicBezTo>
                  <a:cubicBezTo>
                    <a:pt x="325" y="99"/>
                    <a:pt x="325" y="99"/>
                    <a:pt x="323" y="97"/>
                  </a:cubicBezTo>
                  <a:cubicBezTo>
                    <a:pt x="320" y="96"/>
                    <a:pt x="321" y="95"/>
                    <a:pt x="320" y="95"/>
                  </a:cubicBezTo>
                  <a:cubicBezTo>
                    <a:pt x="319" y="94"/>
                    <a:pt x="319" y="94"/>
                    <a:pt x="319" y="94"/>
                  </a:cubicBezTo>
                  <a:cubicBezTo>
                    <a:pt x="319" y="91"/>
                    <a:pt x="319" y="91"/>
                    <a:pt x="319" y="91"/>
                  </a:cubicBezTo>
                  <a:cubicBezTo>
                    <a:pt x="319" y="91"/>
                    <a:pt x="317" y="91"/>
                    <a:pt x="316" y="91"/>
                  </a:cubicBezTo>
                  <a:cubicBezTo>
                    <a:pt x="316" y="91"/>
                    <a:pt x="316" y="91"/>
                    <a:pt x="316" y="91"/>
                  </a:cubicBezTo>
                  <a:cubicBezTo>
                    <a:pt x="316" y="91"/>
                    <a:pt x="316" y="91"/>
                    <a:pt x="316" y="91"/>
                  </a:cubicBezTo>
                  <a:cubicBezTo>
                    <a:pt x="315" y="92"/>
                    <a:pt x="315" y="92"/>
                    <a:pt x="314" y="92"/>
                  </a:cubicBezTo>
                  <a:cubicBezTo>
                    <a:pt x="314" y="92"/>
                    <a:pt x="313" y="92"/>
                    <a:pt x="312" y="92"/>
                  </a:cubicBezTo>
                  <a:cubicBezTo>
                    <a:pt x="311" y="93"/>
                    <a:pt x="310" y="92"/>
                    <a:pt x="309" y="92"/>
                  </a:cubicBezTo>
                  <a:cubicBezTo>
                    <a:pt x="308" y="92"/>
                    <a:pt x="307" y="91"/>
                    <a:pt x="306" y="92"/>
                  </a:cubicBezTo>
                  <a:cubicBezTo>
                    <a:pt x="305" y="92"/>
                    <a:pt x="305" y="92"/>
                    <a:pt x="304" y="92"/>
                  </a:cubicBezTo>
                  <a:cubicBezTo>
                    <a:pt x="303" y="92"/>
                    <a:pt x="302" y="92"/>
                    <a:pt x="301" y="92"/>
                  </a:cubicBezTo>
                  <a:cubicBezTo>
                    <a:pt x="299" y="93"/>
                    <a:pt x="298" y="93"/>
                    <a:pt x="297" y="92"/>
                  </a:cubicBezTo>
                  <a:cubicBezTo>
                    <a:pt x="297" y="93"/>
                    <a:pt x="297" y="93"/>
                    <a:pt x="297" y="93"/>
                  </a:cubicBezTo>
                  <a:cubicBezTo>
                    <a:pt x="297" y="93"/>
                    <a:pt x="297" y="93"/>
                    <a:pt x="297" y="93"/>
                  </a:cubicBezTo>
                  <a:cubicBezTo>
                    <a:pt x="296" y="93"/>
                    <a:pt x="296" y="93"/>
                    <a:pt x="296" y="93"/>
                  </a:cubicBezTo>
                  <a:cubicBezTo>
                    <a:pt x="295" y="93"/>
                    <a:pt x="296" y="92"/>
                    <a:pt x="294" y="92"/>
                  </a:cubicBezTo>
                  <a:cubicBezTo>
                    <a:pt x="293" y="91"/>
                    <a:pt x="293" y="91"/>
                    <a:pt x="291" y="89"/>
                  </a:cubicBezTo>
                  <a:cubicBezTo>
                    <a:pt x="290" y="88"/>
                    <a:pt x="290" y="88"/>
                    <a:pt x="288" y="88"/>
                  </a:cubicBezTo>
                  <a:cubicBezTo>
                    <a:pt x="286" y="87"/>
                    <a:pt x="287" y="86"/>
                    <a:pt x="285" y="86"/>
                  </a:cubicBezTo>
                  <a:cubicBezTo>
                    <a:pt x="286" y="86"/>
                    <a:pt x="285" y="85"/>
                    <a:pt x="281" y="84"/>
                  </a:cubicBezTo>
                  <a:cubicBezTo>
                    <a:pt x="273" y="82"/>
                    <a:pt x="274" y="83"/>
                    <a:pt x="274" y="83"/>
                  </a:cubicBezTo>
                  <a:cubicBezTo>
                    <a:pt x="274" y="83"/>
                    <a:pt x="271" y="81"/>
                    <a:pt x="269" y="81"/>
                  </a:cubicBezTo>
                  <a:cubicBezTo>
                    <a:pt x="267" y="82"/>
                    <a:pt x="262" y="83"/>
                    <a:pt x="262" y="83"/>
                  </a:cubicBezTo>
                  <a:cubicBezTo>
                    <a:pt x="262" y="83"/>
                    <a:pt x="261" y="84"/>
                    <a:pt x="260" y="84"/>
                  </a:cubicBezTo>
                  <a:cubicBezTo>
                    <a:pt x="259" y="84"/>
                    <a:pt x="258" y="84"/>
                    <a:pt x="257" y="84"/>
                  </a:cubicBezTo>
                  <a:cubicBezTo>
                    <a:pt x="256" y="84"/>
                    <a:pt x="255" y="84"/>
                    <a:pt x="254" y="84"/>
                  </a:cubicBezTo>
                  <a:cubicBezTo>
                    <a:pt x="253" y="84"/>
                    <a:pt x="249" y="84"/>
                    <a:pt x="249" y="84"/>
                  </a:cubicBezTo>
                  <a:cubicBezTo>
                    <a:pt x="248" y="83"/>
                    <a:pt x="248" y="83"/>
                    <a:pt x="247" y="82"/>
                  </a:cubicBezTo>
                  <a:cubicBezTo>
                    <a:pt x="245" y="81"/>
                    <a:pt x="245" y="81"/>
                    <a:pt x="244" y="80"/>
                  </a:cubicBezTo>
                  <a:cubicBezTo>
                    <a:pt x="242" y="79"/>
                    <a:pt x="244" y="78"/>
                    <a:pt x="240" y="78"/>
                  </a:cubicBezTo>
                  <a:cubicBezTo>
                    <a:pt x="236" y="79"/>
                    <a:pt x="234" y="80"/>
                    <a:pt x="233" y="80"/>
                  </a:cubicBezTo>
                  <a:cubicBezTo>
                    <a:pt x="231" y="80"/>
                    <a:pt x="231" y="80"/>
                    <a:pt x="229" y="80"/>
                  </a:cubicBezTo>
                  <a:cubicBezTo>
                    <a:pt x="227" y="81"/>
                    <a:pt x="226" y="82"/>
                    <a:pt x="225" y="81"/>
                  </a:cubicBezTo>
                  <a:cubicBezTo>
                    <a:pt x="221" y="79"/>
                    <a:pt x="219" y="78"/>
                    <a:pt x="219" y="78"/>
                  </a:cubicBezTo>
                  <a:cubicBezTo>
                    <a:pt x="219" y="78"/>
                    <a:pt x="216" y="77"/>
                    <a:pt x="215" y="77"/>
                  </a:cubicBezTo>
                  <a:cubicBezTo>
                    <a:pt x="215" y="76"/>
                    <a:pt x="212" y="75"/>
                    <a:pt x="211" y="76"/>
                  </a:cubicBezTo>
                  <a:cubicBezTo>
                    <a:pt x="211" y="76"/>
                    <a:pt x="210" y="75"/>
                    <a:pt x="209" y="75"/>
                  </a:cubicBezTo>
                  <a:cubicBezTo>
                    <a:pt x="206" y="75"/>
                    <a:pt x="205" y="75"/>
                    <a:pt x="204" y="75"/>
                  </a:cubicBezTo>
                  <a:cubicBezTo>
                    <a:pt x="204" y="75"/>
                    <a:pt x="203" y="75"/>
                    <a:pt x="202" y="75"/>
                  </a:cubicBezTo>
                  <a:cubicBezTo>
                    <a:pt x="201" y="74"/>
                    <a:pt x="198" y="75"/>
                    <a:pt x="198" y="75"/>
                  </a:cubicBezTo>
                  <a:cubicBezTo>
                    <a:pt x="195" y="75"/>
                    <a:pt x="194" y="75"/>
                    <a:pt x="193" y="76"/>
                  </a:cubicBezTo>
                  <a:cubicBezTo>
                    <a:pt x="192" y="76"/>
                    <a:pt x="190" y="76"/>
                    <a:pt x="190" y="76"/>
                  </a:cubicBezTo>
                  <a:cubicBezTo>
                    <a:pt x="190" y="76"/>
                    <a:pt x="190" y="73"/>
                    <a:pt x="187" y="74"/>
                  </a:cubicBezTo>
                  <a:cubicBezTo>
                    <a:pt x="184" y="76"/>
                    <a:pt x="183" y="76"/>
                    <a:pt x="182" y="76"/>
                  </a:cubicBezTo>
                  <a:cubicBezTo>
                    <a:pt x="180" y="77"/>
                    <a:pt x="182" y="78"/>
                    <a:pt x="180" y="77"/>
                  </a:cubicBezTo>
                  <a:cubicBezTo>
                    <a:pt x="179" y="75"/>
                    <a:pt x="181" y="77"/>
                    <a:pt x="179" y="75"/>
                  </a:cubicBezTo>
                  <a:cubicBezTo>
                    <a:pt x="178" y="74"/>
                    <a:pt x="177" y="73"/>
                    <a:pt x="177" y="73"/>
                  </a:cubicBezTo>
                  <a:cubicBezTo>
                    <a:pt x="175" y="73"/>
                    <a:pt x="173" y="74"/>
                    <a:pt x="171" y="73"/>
                  </a:cubicBezTo>
                  <a:cubicBezTo>
                    <a:pt x="169" y="71"/>
                    <a:pt x="172" y="69"/>
                    <a:pt x="171" y="69"/>
                  </a:cubicBezTo>
                  <a:cubicBezTo>
                    <a:pt x="169" y="67"/>
                    <a:pt x="169" y="67"/>
                    <a:pt x="167" y="67"/>
                  </a:cubicBezTo>
                  <a:cubicBezTo>
                    <a:pt x="165" y="66"/>
                    <a:pt x="165" y="64"/>
                    <a:pt x="162" y="65"/>
                  </a:cubicBezTo>
                  <a:cubicBezTo>
                    <a:pt x="159" y="66"/>
                    <a:pt x="159" y="67"/>
                    <a:pt x="156" y="67"/>
                  </a:cubicBezTo>
                  <a:cubicBezTo>
                    <a:pt x="153" y="67"/>
                    <a:pt x="153" y="66"/>
                    <a:pt x="151" y="67"/>
                  </a:cubicBezTo>
                  <a:cubicBezTo>
                    <a:pt x="148" y="68"/>
                    <a:pt x="151" y="69"/>
                    <a:pt x="148" y="68"/>
                  </a:cubicBezTo>
                  <a:cubicBezTo>
                    <a:pt x="146" y="67"/>
                    <a:pt x="147" y="66"/>
                    <a:pt x="146" y="65"/>
                  </a:cubicBezTo>
                  <a:cubicBezTo>
                    <a:pt x="143" y="63"/>
                    <a:pt x="145" y="63"/>
                    <a:pt x="142" y="63"/>
                  </a:cubicBezTo>
                  <a:cubicBezTo>
                    <a:pt x="142" y="63"/>
                    <a:pt x="141" y="63"/>
                    <a:pt x="141" y="63"/>
                  </a:cubicBezTo>
                  <a:cubicBezTo>
                    <a:pt x="140" y="63"/>
                    <a:pt x="140" y="62"/>
                    <a:pt x="139" y="63"/>
                  </a:cubicBezTo>
                  <a:cubicBezTo>
                    <a:pt x="136" y="67"/>
                    <a:pt x="139" y="66"/>
                    <a:pt x="136" y="67"/>
                  </a:cubicBezTo>
                  <a:cubicBezTo>
                    <a:pt x="134" y="68"/>
                    <a:pt x="132" y="68"/>
                    <a:pt x="133" y="66"/>
                  </a:cubicBezTo>
                  <a:cubicBezTo>
                    <a:pt x="133" y="64"/>
                    <a:pt x="133" y="63"/>
                    <a:pt x="135" y="63"/>
                  </a:cubicBezTo>
                  <a:cubicBezTo>
                    <a:pt x="135" y="63"/>
                    <a:pt x="137" y="62"/>
                    <a:pt x="136" y="61"/>
                  </a:cubicBezTo>
                  <a:cubicBezTo>
                    <a:pt x="135" y="61"/>
                    <a:pt x="132" y="60"/>
                    <a:pt x="131" y="60"/>
                  </a:cubicBezTo>
                  <a:cubicBezTo>
                    <a:pt x="130" y="60"/>
                    <a:pt x="126" y="60"/>
                    <a:pt x="126" y="59"/>
                  </a:cubicBezTo>
                  <a:cubicBezTo>
                    <a:pt x="125" y="57"/>
                    <a:pt x="124" y="56"/>
                    <a:pt x="122" y="58"/>
                  </a:cubicBezTo>
                  <a:cubicBezTo>
                    <a:pt x="120" y="59"/>
                    <a:pt x="118" y="60"/>
                    <a:pt x="116" y="62"/>
                  </a:cubicBezTo>
                  <a:cubicBezTo>
                    <a:pt x="115" y="64"/>
                    <a:pt x="117" y="64"/>
                    <a:pt x="114" y="65"/>
                  </a:cubicBezTo>
                  <a:cubicBezTo>
                    <a:pt x="110" y="67"/>
                    <a:pt x="109" y="67"/>
                    <a:pt x="107" y="68"/>
                  </a:cubicBezTo>
                  <a:cubicBezTo>
                    <a:pt x="106" y="68"/>
                    <a:pt x="105" y="68"/>
                    <a:pt x="104" y="68"/>
                  </a:cubicBezTo>
                  <a:cubicBezTo>
                    <a:pt x="103" y="68"/>
                    <a:pt x="102" y="68"/>
                    <a:pt x="100" y="68"/>
                  </a:cubicBezTo>
                  <a:cubicBezTo>
                    <a:pt x="99" y="68"/>
                    <a:pt x="98" y="68"/>
                    <a:pt x="97" y="67"/>
                  </a:cubicBezTo>
                  <a:cubicBezTo>
                    <a:pt x="97" y="67"/>
                    <a:pt x="97" y="67"/>
                    <a:pt x="96" y="67"/>
                  </a:cubicBezTo>
                  <a:cubicBezTo>
                    <a:pt x="91" y="68"/>
                    <a:pt x="91" y="68"/>
                    <a:pt x="89" y="70"/>
                  </a:cubicBezTo>
                  <a:cubicBezTo>
                    <a:pt x="86" y="72"/>
                    <a:pt x="87" y="72"/>
                    <a:pt x="85" y="73"/>
                  </a:cubicBezTo>
                  <a:cubicBezTo>
                    <a:pt x="83" y="73"/>
                    <a:pt x="83" y="74"/>
                    <a:pt x="82" y="75"/>
                  </a:cubicBezTo>
                  <a:cubicBezTo>
                    <a:pt x="81" y="77"/>
                    <a:pt x="82" y="76"/>
                    <a:pt x="80" y="77"/>
                  </a:cubicBezTo>
                  <a:cubicBezTo>
                    <a:pt x="78" y="78"/>
                    <a:pt x="78" y="77"/>
                    <a:pt x="77" y="78"/>
                  </a:cubicBezTo>
                  <a:cubicBezTo>
                    <a:pt x="75" y="78"/>
                    <a:pt x="74" y="79"/>
                    <a:pt x="74" y="79"/>
                  </a:cubicBezTo>
                  <a:cubicBezTo>
                    <a:pt x="74" y="79"/>
                    <a:pt x="68" y="75"/>
                    <a:pt x="66" y="77"/>
                  </a:cubicBezTo>
                  <a:cubicBezTo>
                    <a:pt x="64" y="80"/>
                    <a:pt x="60" y="80"/>
                    <a:pt x="58" y="84"/>
                  </a:cubicBezTo>
                  <a:cubicBezTo>
                    <a:pt x="57" y="88"/>
                    <a:pt x="51" y="90"/>
                    <a:pt x="51" y="92"/>
                  </a:cubicBezTo>
                  <a:cubicBezTo>
                    <a:pt x="51" y="95"/>
                    <a:pt x="54" y="94"/>
                    <a:pt x="51" y="97"/>
                  </a:cubicBezTo>
                  <a:cubicBezTo>
                    <a:pt x="47" y="101"/>
                    <a:pt x="44" y="102"/>
                    <a:pt x="42" y="103"/>
                  </a:cubicBezTo>
                  <a:cubicBezTo>
                    <a:pt x="40" y="105"/>
                    <a:pt x="33" y="106"/>
                    <a:pt x="33" y="106"/>
                  </a:cubicBezTo>
                  <a:cubicBezTo>
                    <a:pt x="30" y="105"/>
                    <a:pt x="30" y="105"/>
                    <a:pt x="30" y="105"/>
                  </a:cubicBezTo>
                  <a:cubicBezTo>
                    <a:pt x="27" y="106"/>
                    <a:pt x="27" y="106"/>
                    <a:pt x="27" y="106"/>
                  </a:cubicBezTo>
                  <a:cubicBezTo>
                    <a:pt x="21" y="106"/>
                    <a:pt x="21" y="106"/>
                    <a:pt x="21" y="106"/>
                  </a:cubicBezTo>
                  <a:cubicBezTo>
                    <a:pt x="18" y="109"/>
                    <a:pt x="17" y="107"/>
                    <a:pt x="18" y="109"/>
                  </a:cubicBezTo>
                  <a:cubicBezTo>
                    <a:pt x="18" y="112"/>
                    <a:pt x="14" y="114"/>
                    <a:pt x="14" y="115"/>
                  </a:cubicBezTo>
                  <a:cubicBezTo>
                    <a:pt x="14" y="116"/>
                    <a:pt x="18" y="116"/>
                    <a:pt x="19" y="117"/>
                  </a:cubicBezTo>
                  <a:cubicBezTo>
                    <a:pt x="20" y="118"/>
                    <a:pt x="18" y="119"/>
                    <a:pt x="20" y="120"/>
                  </a:cubicBezTo>
                  <a:cubicBezTo>
                    <a:pt x="23" y="121"/>
                    <a:pt x="28" y="124"/>
                    <a:pt x="29" y="124"/>
                  </a:cubicBezTo>
                  <a:cubicBezTo>
                    <a:pt x="31" y="124"/>
                    <a:pt x="31" y="124"/>
                    <a:pt x="33" y="124"/>
                  </a:cubicBezTo>
                  <a:cubicBezTo>
                    <a:pt x="35" y="125"/>
                    <a:pt x="38" y="125"/>
                    <a:pt x="38" y="127"/>
                  </a:cubicBezTo>
                  <a:cubicBezTo>
                    <a:pt x="39" y="129"/>
                    <a:pt x="41" y="130"/>
                    <a:pt x="42" y="131"/>
                  </a:cubicBezTo>
                  <a:cubicBezTo>
                    <a:pt x="42" y="132"/>
                    <a:pt x="41" y="135"/>
                    <a:pt x="43" y="135"/>
                  </a:cubicBezTo>
                  <a:cubicBezTo>
                    <a:pt x="43" y="135"/>
                    <a:pt x="46" y="139"/>
                    <a:pt x="47" y="139"/>
                  </a:cubicBezTo>
                  <a:cubicBezTo>
                    <a:pt x="47" y="139"/>
                    <a:pt x="50" y="140"/>
                    <a:pt x="50" y="141"/>
                  </a:cubicBezTo>
                  <a:cubicBezTo>
                    <a:pt x="51" y="142"/>
                    <a:pt x="52" y="142"/>
                    <a:pt x="53" y="142"/>
                  </a:cubicBezTo>
                  <a:cubicBezTo>
                    <a:pt x="53" y="142"/>
                    <a:pt x="54" y="142"/>
                    <a:pt x="55" y="141"/>
                  </a:cubicBezTo>
                  <a:cubicBezTo>
                    <a:pt x="56" y="141"/>
                    <a:pt x="56" y="140"/>
                    <a:pt x="57" y="141"/>
                  </a:cubicBezTo>
                  <a:cubicBezTo>
                    <a:pt x="58" y="141"/>
                    <a:pt x="59" y="141"/>
                    <a:pt x="59" y="141"/>
                  </a:cubicBezTo>
                  <a:cubicBezTo>
                    <a:pt x="60" y="140"/>
                    <a:pt x="60" y="140"/>
                    <a:pt x="61" y="139"/>
                  </a:cubicBezTo>
                  <a:cubicBezTo>
                    <a:pt x="61" y="139"/>
                    <a:pt x="62" y="140"/>
                    <a:pt x="63" y="140"/>
                  </a:cubicBezTo>
                  <a:cubicBezTo>
                    <a:pt x="63" y="140"/>
                    <a:pt x="64" y="140"/>
                    <a:pt x="64" y="140"/>
                  </a:cubicBezTo>
                  <a:cubicBezTo>
                    <a:pt x="66" y="141"/>
                    <a:pt x="68" y="141"/>
                    <a:pt x="68" y="141"/>
                  </a:cubicBezTo>
                  <a:cubicBezTo>
                    <a:pt x="68" y="141"/>
                    <a:pt x="68" y="142"/>
                    <a:pt x="68" y="142"/>
                  </a:cubicBezTo>
                  <a:cubicBezTo>
                    <a:pt x="68" y="143"/>
                    <a:pt x="68" y="143"/>
                    <a:pt x="68" y="143"/>
                  </a:cubicBezTo>
                  <a:cubicBezTo>
                    <a:pt x="66" y="144"/>
                    <a:pt x="66" y="145"/>
                    <a:pt x="67" y="145"/>
                  </a:cubicBezTo>
                  <a:cubicBezTo>
                    <a:pt x="67" y="145"/>
                    <a:pt x="68" y="146"/>
                    <a:pt x="68" y="146"/>
                  </a:cubicBezTo>
                  <a:cubicBezTo>
                    <a:pt x="68" y="146"/>
                    <a:pt x="67" y="147"/>
                    <a:pt x="68" y="148"/>
                  </a:cubicBezTo>
                  <a:cubicBezTo>
                    <a:pt x="70" y="148"/>
                    <a:pt x="71" y="149"/>
                    <a:pt x="71" y="149"/>
                  </a:cubicBezTo>
                  <a:cubicBezTo>
                    <a:pt x="73" y="149"/>
                    <a:pt x="73" y="149"/>
                    <a:pt x="73" y="149"/>
                  </a:cubicBezTo>
                  <a:cubicBezTo>
                    <a:pt x="73" y="149"/>
                    <a:pt x="75" y="148"/>
                    <a:pt x="76" y="148"/>
                  </a:cubicBezTo>
                  <a:cubicBezTo>
                    <a:pt x="77" y="148"/>
                    <a:pt x="76" y="148"/>
                    <a:pt x="78" y="148"/>
                  </a:cubicBezTo>
                  <a:cubicBezTo>
                    <a:pt x="79" y="148"/>
                    <a:pt x="82" y="148"/>
                    <a:pt x="82" y="148"/>
                  </a:cubicBezTo>
                  <a:cubicBezTo>
                    <a:pt x="84" y="149"/>
                    <a:pt x="84" y="149"/>
                    <a:pt x="84" y="149"/>
                  </a:cubicBezTo>
                  <a:cubicBezTo>
                    <a:pt x="84" y="151"/>
                    <a:pt x="84" y="151"/>
                    <a:pt x="84" y="151"/>
                  </a:cubicBezTo>
                  <a:cubicBezTo>
                    <a:pt x="84" y="151"/>
                    <a:pt x="83" y="151"/>
                    <a:pt x="82" y="151"/>
                  </a:cubicBezTo>
                  <a:cubicBezTo>
                    <a:pt x="82" y="151"/>
                    <a:pt x="82" y="151"/>
                    <a:pt x="81" y="151"/>
                  </a:cubicBezTo>
                  <a:cubicBezTo>
                    <a:pt x="81" y="150"/>
                    <a:pt x="80" y="150"/>
                    <a:pt x="80" y="150"/>
                  </a:cubicBezTo>
                  <a:cubicBezTo>
                    <a:pt x="79" y="151"/>
                    <a:pt x="78" y="152"/>
                    <a:pt x="78" y="152"/>
                  </a:cubicBezTo>
                  <a:cubicBezTo>
                    <a:pt x="77" y="152"/>
                    <a:pt x="76" y="152"/>
                    <a:pt x="76" y="152"/>
                  </a:cubicBezTo>
                  <a:cubicBezTo>
                    <a:pt x="75" y="153"/>
                    <a:pt x="75" y="153"/>
                    <a:pt x="75" y="154"/>
                  </a:cubicBezTo>
                  <a:cubicBezTo>
                    <a:pt x="75" y="155"/>
                    <a:pt x="75" y="155"/>
                    <a:pt x="75" y="155"/>
                  </a:cubicBezTo>
                  <a:cubicBezTo>
                    <a:pt x="74" y="155"/>
                    <a:pt x="74" y="155"/>
                    <a:pt x="74" y="155"/>
                  </a:cubicBezTo>
                  <a:cubicBezTo>
                    <a:pt x="73" y="154"/>
                    <a:pt x="73" y="154"/>
                    <a:pt x="72" y="154"/>
                  </a:cubicBezTo>
                  <a:cubicBezTo>
                    <a:pt x="72" y="155"/>
                    <a:pt x="70" y="155"/>
                    <a:pt x="70" y="155"/>
                  </a:cubicBezTo>
                  <a:cubicBezTo>
                    <a:pt x="69" y="156"/>
                    <a:pt x="70" y="156"/>
                    <a:pt x="69" y="156"/>
                  </a:cubicBezTo>
                  <a:cubicBezTo>
                    <a:pt x="67" y="158"/>
                    <a:pt x="68" y="157"/>
                    <a:pt x="66" y="158"/>
                  </a:cubicBezTo>
                  <a:cubicBezTo>
                    <a:pt x="65" y="158"/>
                    <a:pt x="56" y="158"/>
                    <a:pt x="56" y="157"/>
                  </a:cubicBezTo>
                  <a:cubicBezTo>
                    <a:pt x="55" y="157"/>
                    <a:pt x="55" y="157"/>
                    <a:pt x="53" y="157"/>
                  </a:cubicBezTo>
                  <a:cubicBezTo>
                    <a:pt x="52" y="157"/>
                    <a:pt x="52" y="156"/>
                    <a:pt x="51" y="157"/>
                  </a:cubicBezTo>
                  <a:cubicBezTo>
                    <a:pt x="50" y="157"/>
                    <a:pt x="50" y="157"/>
                    <a:pt x="50" y="157"/>
                  </a:cubicBezTo>
                  <a:cubicBezTo>
                    <a:pt x="49" y="157"/>
                    <a:pt x="49" y="157"/>
                    <a:pt x="49" y="157"/>
                  </a:cubicBezTo>
                  <a:cubicBezTo>
                    <a:pt x="47" y="158"/>
                    <a:pt x="46" y="158"/>
                    <a:pt x="46" y="158"/>
                  </a:cubicBezTo>
                  <a:cubicBezTo>
                    <a:pt x="46" y="158"/>
                    <a:pt x="45" y="157"/>
                    <a:pt x="45" y="157"/>
                  </a:cubicBezTo>
                  <a:cubicBezTo>
                    <a:pt x="45" y="156"/>
                    <a:pt x="45" y="156"/>
                    <a:pt x="45" y="156"/>
                  </a:cubicBezTo>
                  <a:cubicBezTo>
                    <a:pt x="45" y="156"/>
                    <a:pt x="45" y="156"/>
                    <a:pt x="44" y="156"/>
                  </a:cubicBezTo>
                  <a:cubicBezTo>
                    <a:pt x="43" y="154"/>
                    <a:pt x="43" y="155"/>
                    <a:pt x="44" y="153"/>
                  </a:cubicBezTo>
                  <a:cubicBezTo>
                    <a:pt x="45" y="152"/>
                    <a:pt x="46" y="151"/>
                    <a:pt x="46" y="151"/>
                  </a:cubicBezTo>
                  <a:cubicBezTo>
                    <a:pt x="46" y="151"/>
                    <a:pt x="46" y="150"/>
                    <a:pt x="46" y="150"/>
                  </a:cubicBezTo>
                  <a:cubicBezTo>
                    <a:pt x="45" y="150"/>
                    <a:pt x="45" y="148"/>
                    <a:pt x="44" y="148"/>
                  </a:cubicBezTo>
                  <a:cubicBezTo>
                    <a:pt x="43" y="148"/>
                    <a:pt x="42" y="148"/>
                    <a:pt x="42" y="148"/>
                  </a:cubicBezTo>
                  <a:cubicBezTo>
                    <a:pt x="41" y="148"/>
                    <a:pt x="42" y="148"/>
                    <a:pt x="42" y="148"/>
                  </a:cubicBezTo>
                  <a:cubicBezTo>
                    <a:pt x="42" y="148"/>
                    <a:pt x="43" y="147"/>
                    <a:pt x="41" y="148"/>
                  </a:cubicBezTo>
                  <a:cubicBezTo>
                    <a:pt x="38" y="149"/>
                    <a:pt x="35" y="150"/>
                    <a:pt x="34" y="150"/>
                  </a:cubicBezTo>
                  <a:cubicBezTo>
                    <a:pt x="34" y="150"/>
                    <a:pt x="32" y="149"/>
                    <a:pt x="31" y="150"/>
                  </a:cubicBezTo>
                  <a:cubicBezTo>
                    <a:pt x="30" y="151"/>
                    <a:pt x="30" y="151"/>
                    <a:pt x="29" y="152"/>
                  </a:cubicBezTo>
                  <a:cubicBezTo>
                    <a:pt x="28" y="152"/>
                    <a:pt x="28" y="152"/>
                    <a:pt x="28" y="152"/>
                  </a:cubicBezTo>
                  <a:cubicBezTo>
                    <a:pt x="27" y="151"/>
                    <a:pt x="27" y="151"/>
                    <a:pt x="26" y="152"/>
                  </a:cubicBezTo>
                  <a:cubicBezTo>
                    <a:pt x="25" y="152"/>
                    <a:pt x="25" y="151"/>
                    <a:pt x="25" y="153"/>
                  </a:cubicBezTo>
                  <a:cubicBezTo>
                    <a:pt x="24" y="154"/>
                    <a:pt x="24" y="154"/>
                    <a:pt x="24" y="155"/>
                  </a:cubicBezTo>
                  <a:cubicBezTo>
                    <a:pt x="24" y="156"/>
                    <a:pt x="26" y="157"/>
                    <a:pt x="25" y="157"/>
                  </a:cubicBezTo>
                  <a:cubicBezTo>
                    <a:pt x="25" y="157"/>
                    <a:pt x="24" y="157"/>
                    <a:pt x="24" y="157"/>
                  </a:cubicBezTo>
                  <a:cubicBezTo>
                    <a:pt x="23" y="157"/>
                    <a:pt x="22" y="157"/>
                    <a:pt x="22" y="157"/>
                  </a:cubicBezTo>
                  <a:cubicBezTo>
                    <a:pt x="21" y="157"/>
                    <a:pt x="21" y="157"/>
                    <a:pt x="20" y="157"/>
                  </a:cubicBezTo>
                  <a:cubicBezTo>
                    <a:pt x="20" y="157"/>
                    <a:pt x="19" y="157"/>
                    <a:pt x="18" y="157"/>
                  </a:cubicBezTo>
                  <a:cubicBezTo>
                    <a:pt x="18" y="157"/>
                    <a:pt x="18" y="157"/>
                    <a:pt x="17" y="157"/>
                  </a:cubicBezTo>
                  <a:cubicBezTo>
                    <a:pt x="17" y="157"/>
                    <a:pt x="17" y="157"/>
                    <a:pt x="16" y="157"/>
                  </a:cubicBezTo>
                  <a:cubicBezTo>
                    <a:pt x="15" y="158"/>
                    <a:pt x="15" y="157"/>
                    <a:pt x="14" y="159"/>
                  </a:cubicBezTo>
                  <a:cubicBezTo>
                    <a:pt x="12" y="160"/>
                    <a:pt x="12" y="160"/>
                    <a:pt x="11" y="161"/>
                  </a:cubicBezTo>
                  <a:cubicBezTo>
                    <a:pt x="11" y="161"/>
                    <a:pt x="11" y="161"/>
                    <a:pt x="10" y="161"/>
                  </a:cubicBezTo>
                  <a:cubicBezTo>
                    <a:pt x="9" y="161"/>
                    <a:pt x="9" y="161"/>
                    <a:pt x="8" y="161"/>
                  </a:cubicBezTo>
                  <a:cubicBezTo>
                    <a:pt x="7" y="161"/>
                    <a:pt x="4" y="162"/>
                    <a:pt x="4" y="162"/>
                  </a:cubicBezTo>
                  <a:cubicBezTo>
                    <a:pt x="2" y="163"/>
                    <a:pt x="0" y="164"/>
                    <a:pt x="0" y="164"/>
                  </a:cubicBezTo>
                  <a:cubicBezTo>
                    <a:pt x="0" y="167"/>
                    <a:pt x="1" y="169"/>
                    <a:pt x="1" y="169"/>
                  </a:cubicBezTo>
                  <a:cubicBezTo>
                    <a:pt x="2" y="169"/>
                    <a:pt x="2" y="169"/>
                    <a:pt x="2" y="169"/>
                  </a:cubicBezTo>
                  <a:cubicBezTo>
                    <a:pt x="3" y="169"/>
                    <a:pt x="3" y="169"/>
                    <a:pt x="3" y="169"/>
                  </a:cubicBezTo>
                  <a:cubicBezTo>
                    <a:pt x="4" y="170"/>
                    <a:pt x="6" y="169"/>
                    <a:pt x="6" y="170"/>
                  </a:cubicBezTo>
                  <a:cubicBezTo>
                    <a:pt x="6" y="171"/>
                    <a:pt x="8" y="171"/>
                    <a:pt x="9" y="171"/>
                  </a:cubicBezTo>
                  <a:cubicBezTo>
                    <a:pt x="9" y="171"/>
                    <a:pt x="10" y="171"/>
                    <a:pt x="11" y="171"/>
                  </a:cubicBezTo>
                  <a:cubicBezTo>
                    <a:pt x="12" y="170"/>
                    <a:pt x="13" y="170"/>
                    <a:pt x="13" y="170"/>
                  </a:cubicBezTo>
                  <a:cubicBezTo>
                    <a:pt x="13" y="170"/>
                    <a:pt x="13" y="170"/>
                    <a:pt x="13" y="170"/>
                  </a:cubicBezTo>
                  <a:cubicBezTo>
                    <a:pt x="14" y="170"/>
                    <a:pt x="15" y="170"/>
                    <a:pt x="15" y="171"/>
                  </a:cubicBezTo>
                  <a:cubicBezTo>
                    <a:pt x="16" y="171"/>
                    <a:pt x="17" y="171"/>
                    <a:pt x="18" y="171"/>
                  </a:cubicBezTo>
                  <a:cubicBezTo>
                    <a:pt x="19" y="172"/>
                    <a:pt x="20" y="172"/>
                    <a:pt x="19" y="173"/>
                  </a:cubicBezTo>
                  <a:cubicBezTo>
                    <a:pt x="18" y="174"/>
                    <a:pt x="14" y="174"/>
                    <a:pt x="14" y="174"/>
                  </a:cubicBezTo>
                  <a:cubicBezTo>
                    <a:pt x="14" y="174"/>
                    <a:pt x="13" y="174"/>
                    <a:pt x="13" y="174"/>
                  </a:cubicBezTo>
                  <a:cubicBezTo>
                    <a:pt x="12" y="173"/>
                    <a:pt x="12" y="173"/>
                    <a:pt x="11" y="174"/>
                  </a:cubicBezTo>
                  <a:cubicBezTo>
                    <a:pt x="11" y="175"/>
                    <a:pt x="12" y="176"/>
                    <a:pt x="12" y="176"/>
                  </a:cubicBezTo>
                  <a:cubicBezTo>
                    <a:pt x="13" y="176"/>
                    <a:pt x="14" y="177"/>
                    <a:pt x="14" y="179"/>
                  </a:cubicBezTo>
                  <a:cubicBezTo>
                    <a:pt x="15" y="180"/>
                    <a:pt x="16" y="180"/>
                    <a:pt x="16" y="181"/>
                  </a:cubicBezTo>
                  <a:cubicBezTo>
                    <a:pt x="16" y="182"/>
                    <a:pt x="16" y="183"/>
                    <a:pt x="16" y="183"/>
                  </a:cubicBezTo>
                  <a:cubicBezTo>
                    <a:pt x="17" y="184"/>
                    <a:pt x="19" y="184"/>
                    <a:pt x="19" y="184"/>
                  </a:cubicBezTo>
                  <a:cubicBezTo>
                    <a:pt x="19" y="184"/>
                    <a:pt x="21" y="184"/>
                    <a:pt x="21" y="185"/>
                  </a:cubicBezTo>
                  <a:cubicBezTo>
                    <a:pt x="22" y="185"/>
                    <a:pt x="23" y="186"/>
                    <a:pt x="24" y="186"/>
                  </a:cubicBezTo>
                  <a:cubicBezTo>
                    <a:pt x="24" y="186"/>
                    <a:pt x="27" y="186"/>
                    <a:pt x="27" y="186"/>
                  </a:cubicBezTo>
                  <a:cubicBezTo>
                    <a:pt x="27" y="186"/>
                    <a:pt x="29" y="186"/>
                    <a:pt x="29" y="186"/>
                  </a:cubicBezTo>
                  <a:cubicBezTo>
                    <a:pt x="29" y="186"/>
                    <a:pt x="29" y="186"/>
                    <a:pt x="29" y="186"/>
                  </a:cubicBezTo>
                  <a:cubicBezTo>
                    <a:pt x="29" y="186"/>
                    <a:pt x="29" y="186"/>
                    <a:pt x="30" y="186"/>
                  </a:cubicBezTo>
                  <a:cubicBezTo>
                    <a:pt x="32" y="186"/>
                    <a:pt x="35" y="186"/>
                    <a:pt x="35" y="186"/>
                  </a:cubicBezTo>
                  <a:cubicBezTo>
                    <a:pt x="40" y="185"/>
                    <a:pt x="40" y="185"/>
                    <a:pt x="40" y="185"/>
                  </a:cubicBezTo>
                  <a:cubicBezTo>
                    <a:pt x="40" y="185"/>
                    <a:pt x="40" y="185"/>
                    <a:pt x="41" y="184"/>
                  </a:cubicBezTo>
                  <a:cubicBezTo>
                    <a:pt x="42" y="184"/>
                    <a:pt x="43" y="183"/>
                    <a:pt x="43" y="184"/>
                  </a:cubicBezTo>
                  <a:cubicBezTo>
                    <a:pt x="44" y="184"/>
                    <a:pt x="45" y="185"/>
                    <a:pt x="46" y="185"/>
                  </a:cubicBezTo>
                  <a:cubicBezTo>
                    <a:pt x="48" y="185"/>
                    <a:pt x="49" y="185"/>
                    <a:pt x="49" y="185"/>
                  </a:cubicBezTo>
                  <a:cubicBezTo>
                    <a:pt x="50" y="184"/>
                    <a:pt x="51" y="184"/>
                    <a:pt x="51" y="185"/>
                  </a:cubicBezTo>
                  <a:cubicBezTo>
                    <a:pt x="52" y="186"/>
                    <a:pt x="53" y="186"/>
                    <a:pt x="53" y="187"/>
                  </a:cubicBezTo>
                  <a:cubicBezTo>
                    <a:pt x="53" y="188"/>
                    <a:pt x="54" y="187"/>
                    <a:pt x="55" y="187"/>
                  </a:cubicBezTo>
                  <a:cubicBezTo>
                    <a:pt x="56" y="186"/>
                    <a:pt x="56" y="186"/>
                    <a:pt x="57" y="187"/>
                  </a:cubicBezTo>
                  <a:cubicBezTo>
                    <a:pt x="58" y="187"/>
                    <a:pt x="58" y="188"/>
                    <a:pt x="59" y="187"/>
                  </a:cubicBezTo>
                  <a:cubicBezTo>
                    <a:pt x="60" y="186"/>
                    <a:pt x="61" y="185"/>
                    <a:pt x="62" y="185"/>
                  </a:cubicBezTo>
                  <a:cubicBezTo>
                    <a:pt x="62" y="184"/>
                    <a:pt x="62" y="184"/>
                    <a:pt x="63" y="183"/>
                  </a:cubicBezTo>
                  <a:cubicBezTo>
                    <a:pt x="64" y="183"/>
                    <a:pt x="66" y="182"/>
                    <a:pt x="66" y="182"/>
                  </a:cubicBezTo>
                  <a:cubicBezTo>
                    <a:pt x="66" y="182"/>
                    <a:pt x="67" y="182"/>
                    <a:pt x="68" y="181"/>
                  </a:cubicBezTo>
                  <a:cubicBezTo>
                    <a:pt x="68" y="181"/>
                    <a:pt x="68" y="181"/>
                    <a:pt x="69" y="181"/>
                  </a:cubicBezTo>
                  <a:cubicBezTo>
                    <a:pt x="71" y="181"/>
                    <a:pt x="72" y="180"/>
                    <a:pt x="72" y="180"/>
                  </a:cubicBezTo>
                  <a:cubicBezTo>
                    <a:pt x="73" y="180"/>
                    <a:pt x="74" y="179"/>
                    <a:pt x="75" y="179"/>
                  </a:cubicBezTo>
                  <a:cubicBezTo>
                    <a:pt x="76" y="179"/>
                    <a:pt x="77" y="180"/>
                    <a:pt x="77" y="180"/>
                  </a:cubicBezTo>
                  <a:cubicBezTo>
                    <a:pt x="78" y="181"/>
                    <a:pt x="78" y="181"/>
                    <a:pt x="78" y="182"/>
                  </a:cubicBezTo>
                  <a:cubicBezTo>
                    <a:pt x="78" y="183"/>
                    <a:pt x="78" y="183"/>
                    <a:pt x="77" y="183"/>
                  </a:cubicBezTo>
                  <a:cubicBezTo>
                    <a:pt x="76" y="184"/>
                    <a:pt x="76" y="184"/>
                    <a:pt x="76" y="184"/>
                  </a:cubicBezTo>
                  <a:cubicBezTo>
                    <a:pt x="75" y="185"/>
                    <a:pt x="75" y="185"/>
                    <a:pt x="75" y="185"/>
                  </a:cubicBezTo>
                  <a:cubicBezTo>
                    <a:pt x="74" y="186"/>
                    <a:pt x="74" y="187"/>
                    <a:pt x="74" y="188"/>
                  </a:cubicBezTo>
                  <a:cubicBezTo>
                    <a:pt x="74" y="188"/>
                    <a:pt x="77" y="191"/>
                    <a:pt x="77" y="191"/>
                  </a:cubicBezTo>
                  <a:cubicBezTo>
                    <a:pt x="77" y="191"/>
                    <a:pt x="79" y="194"/>
                    <a:pt x="78" y="194"/>
                  </a:cubicBezTo>
                  <a:cubicBezTo>
                    <a:pt x="78" y="195"/>
                    <a:pt x="79" y="196"/>
                    <a:pt x="79" y="197"/>
                  </a:cubicBezTo>
                  <a:cubicBezTo>
                    <a:pt x="78" y="197"/>
                    <a:pt x="79" y="198"/>
                    <a:pt x="78" y="198"/>
                  </a:cubicBezTo>
                  <a:cubicBezTo>
                    <a:pt x="77" y="199"/>
                    <a:pt x="78" y="199"/>
                    <a:pt x="77" y="200"/>
                  </a:cubicBezTo>
                  <a:cubicBezTo>
                    <a:pt x="76" y="200"/>
                    <a:pt x="78" y="200"/>
                    <a:pt x="76" y="201"/>
                  </a:cubicBezTo>
                  <a:cubicBezTo>
                    <a:pt x="74" y="203"/>
                    <a:pt x="73" y="203"/>
                    <a:pt x="73" y="204"/>
                  </a:cubicBezTo>
                  <a:cubicBezTo>
                    <a:pt x="72" y="204"/>
                    <a:pt x="68" y="205"/>
                    <a:pt x="68" y="204"/>
                  </a:cubicBezTo>
                  <a:cubicBezTo>
                    <a:pt x="67" y="204"/>
                    <a:pt x="65" y="203"/>
                    <a:pt x="65" y="203"/>
                  </a:cubicBezTo>
                  <a:cubicBezTo>
                    <a:pt x="65" y="203"/>
                    <a:pt x="65" y="203"/>
                    <a:pt x="64" y="203"/>
                  </a:cubicBezTo>
                  <a:cubicBezTo>
                    <a:pt x="63" y="204"/>
                    <a:pt x="63" y="203"/>
                    <a:pt x="62" y="204"/>
                  </a:cubicBezTo>
                  <a:cubicBezTo>
                    <a:pt x="61" y="205"/>
                    <a:pt x="60" y="205"/>
                    <a:pt x="59" y="206"/>
                  </a:cubicBezTo>
                  <a:cubicBezTo>
                    <a:pt x="58" y="207"/>
                    <a:pt x="58" y="207"/>
                    <a:pt x="58" y="207"/>
                  </a:cubicBezTo>
                  <a:cubicBezTo>
                    <a:pt x="57" y="208"/>
                    <a:pt x="57" y="209"/>
                    <a:pt x="57" y="209"/>
                  </a:cubicBezTo>
                  <a:cubicBezTo>
                    <a:pt x="55" y="210"/>
                    <a:pt x="55" y="210"/>
                    <a:pt x="55" y="210"/>
                  </a:cubicBezTo>
                  <a:cubicBezTo>
                    <a:pt x="54" y="210"/>
                    <a:pt x="53" y="210"/>
                    <a:pt x="52" y="210"/>
                  </a:cubicBezTo>
                  <a:cubicBezTo>
                    <a:pt x="52" y="210"/>
                    <a:pt x="52" y="210"/>
                    <a:pt x="52" y="210"/>
                  </a:cubicBezTo>
                  <a:cubicBezTo>
                    <a:pt x="52" y="210"/>
                    <a:pt x="52" y="210"/>
                    <a:pt x="51" y="210"/>
                  </a:cubicBezTo>
                  <a:cubicBezTo>
                    <a:pt x="50" y="210"/>
                    <a:pt x="49" y="211"/>
                    <a:pt x="49" y="210"/>
                  </a:cubicBezTo>
                  <a:cubicBezTo>
                    <a:pt x="47" y="210"/>
                    <a:pt x="47" y="210"/>
                    <a:pt x="47" y="209"/>
                  </a:cubicBezTo>
                  <a:cubicBezTo>
                    <a:pt x="47" y="208"/>
                    <a:pt x="48" y="208"/>
                    <a:pt x="47" y="208"/>
                  </a:cubicBezTo>
                  <a:cubicBezTo>
                    <a:pt x="45" y="208"/>
                    <a:pt x="44" y="208"/>
                    <a:pt x="43" y="208"/>
                  </a:cubicBezTo>
                  <a:cubicBezTo>
                    <a:pt x="42" y="208"/>
                    <a:pt x="42" y="208"/>
                    <a:pt x="42" y="208"/>
                  </a:cubicBezTo>
                  <a:cubicBezTo>
                    <a:pt x="41" y="208"/>
                    <a:pt x="39" y="209"/>
                    <a:pt x="39" y="209"/>
                  </a:cubicBezTo>
                  <a:cubicBezTo>
                    <a:pt x="38" y="209"/>
                    <a:pt x="39" y="209"/>
                    <a:pt x="38" y="210"/>
                  </a:cubicBezTo>
                  <a:cubicBezTo>
                    <a:pt x="37" y="211"/>
                    <a:pt x="36" y="212"/>
                    <a:pt x="36" y="212"/>
                  </a:cubicBezTo>
                  <a:cubicBezTo>
                    <a:pt x="34" y="213"/>
                    <a:pt x="35" y="213"/>
                    <a:pt x="34" y="214"/>
                  </a:cubicBezTo>
                  <a:cubicBezTo>
                    <a:pt x="34" y="216"/>
                    <a:pt x="34" y="216"/>
                    <a:pt x="35" y="217"/>
                  </a:cubicBezTo>
                  <a:cubicBezTo>
                    <a:pt x="35" y="217"/>
                    <a:pt x="36" y="218"/>
                    <a:pt x="36" y="218"/>
                  </a:cubicBezTo>
                  <a:cubicBezTo>
                    <a:pt x="36" y="218"/>
                    <a:pt x="36" y="219"/>
                    <a:pt x="36" y="219"/>
                  </a:cubicBezTo>
                  <a:cubicBezTo>
                    <a:pt x="35" y="220"/>
                    <a:pt x="35" y="220"/>
                    <a:pt x="34" y="220"/>
                  </a:cubicBezTo>
                  <a:cubicBezTo>
                    <a:pt x="34" y="220"/>
                    <a:pt x="33" y="219"/>
                    <a:pt x="33" y="219"/>
                  </a:cubicBezTo>
                  <a:cubicBezTo>
                    <a:pt x="32" y="220"/>
                    <a:pt x="31" y="220"/>
                    <a:pt x="31" y="221"/>
                  </a:cubicBezTo>
                  <a:cubicBezTo>
                    <a:pt x="30" y="221"/>
                    <a:pt x="30" y="222"/>
                    <a:pt x="29" y="222"/>
                  </a:cubicBezTo>
                  <a:cubicBezTo>
                    <a:pt x="28" y="222"/>
                    <a:pt x="28" y="222"/>
                    <a:pt x="28" y="222"/>
                  </a:cubicBezTo>
                  <a:cubicBezTo>
                    <a:pt x="28" y="222"/>
                    <a:pt x="27" y="222"/>
                    <a:pt x="27" y="223"/>
                  </a:cubicBezTo>
                  <a:cubicBezTo>
                    <a:pt x="26" y="225"/>
                    <a:pt x="26" y="225"/>
                    <a:pt x="25" y="226"/>
                  </a:cubicBezTo>
                  <a:cubicBezTo>
                    <a:pt x="25" y="226"/>
                    <a:pt x="25" y="226"/>
                    <a:pt x="25" y="226"/>
                  </a:cubicBezTo>
                  <a:cubicBezTo>
                    <a:pt x="26" y="226"/>
                    <a:pt x="26" y="226"/>
                    <a:pt x="25" y="227"/>
                  </a:cubicBezTo>
                  <a:cubicBezTo>
                    <a:pt x="23" y="229"/>
                    <a:pt x="24" y="229"/>
                    <a:pt x="24" y="231"/>
                  </a:cubicBezTo>
                  <a:cubicBezTo>
                    <a:pt x="24" y="232"/>
                    <a:pt x="23" y="232"/>
                    <a:pt x="22" y="233"/>
                  </a:cubicBezTo>
                  <a:cubicBezTo>
                    <a:pt x="21" y="234"/>
                    <a:pt x="20" y="233"/>
                    <a:pt x="20" y="234"/>
                  </a:cubicBezTo>
                  <a:cubicBezTo>
                    <a:pt x="20" y="236"/>
                    <a:pt x="20" y="236"/>
                    <a:pt x="21" y="237"/>
                  </a:cubicBezTo>
                  <a:cubicBezTo>
                    <a:pt x="21" y="238"/>
                    <a:pt x="23" y="239"/>
                    <a:pt x="23" y="240"/>
                  </a:cubicBezTo>
                  <a:cubicBezTo>
                    <a:pt x="23" y="240"/>
                    <a:pt x="23" y="240"/>
                    <a:pt x="23" y="241"/>
                  </a:cubicBezTo>
                  <a:cubicBezTo>
                    <a:pt x="24" y="242"/>
                    <a:pt x="25" y="242"/>
                    <a:pt x="25" y="242"/>
                  </a:cubicBezTo>
                  <a:cubicBezTo>
                    <a:pt x="25" y="243"/>
                    <a:pt x="26" y="243"/>
                    <a:pt x="26" y="243"/>
                  </a:cubicBezTo>
                  <a:cubicBezTo>
                    <a:pt x="27" y="243"/>
                    <a:pt x="28" y="243"/>
                    <a:pt x="28" y="242"/>
                  </a:cubicBezTo>
                  <a:cubicBezTo>
                    <a:pt x="29" y="242"/>
                    <a:pt x="30" y="241"/>
                    <a:pt x="30" y="240"/>
                  </a:cubicBezTo>
                  <a:cubicBezTo>
                    <a:pt x="30" y="240"/>
                    <a:pt x="31" y="238"/>
                    <a:pt x="31" y="238"/>
                  </a:cubicBezTo>
                  <a:cubicBezTo>
                    <a:pt x="31" y="238"/>
                    <a:pt x="32" y="237"/>
                    <a:pt x="33" y="237"/>
                  </a:cubicBezTo>
                  <a:cubicBezTo>
                    <a:pt x="33" y="236"/>
                    <a:pt x="35" y="236"/>
                    <a:pt x="35" y="236"/>
                  </a:cubicBezTo>
                  <a:cubicBezTo>
                    <a:pt x="33" y="238"/>
                    <a:pt x="33" y="238"/>
                    <a:pt x="33" y="238"/>
                  </a:cubicBezTo>
                  <a:cubicBezTo>
                    <a:pt x="32" y="239"/>
                    <a:pt x="31" y="239"/>
                    <a:pt x="31" y="240"/>
                  </a:cubicBezTo>
                  <a:cubicBezTo>
                    <a:pt x="30" y="241"/>
                    <a:pt x="31" y="241"/>
                    <a:pt x="30" y="242"/>
                  </a:cubicBezTo>
                  <a:cubicBezTo>
                    <a:pt x="30" y="243"/>
                    <a:pt x="30" y="243"/>
                    <a:pt x="30" y="244"/>
                  </a:cubicBezTo>
                  <a:cubicBezTo>
                    <a:pt x="30" y="244"/>
                    <a:pt x="31" y="243"/>
                    <a:pt x="32" y="244"/>
                  </a:cubicBezTo>
                  <a:cubicBezTo>
                    <a:pt x="33" y="245"/>
                    <a:pt x="34" y="245"/>
                    <a:pt x="34" y="245"/>
                  </a:cubicBezTo>
                  <a:cubicBezTo>
                    <a:pt x="34" y="246"/>
                    <a:pt x="34" y="247"/>
                    <a:pt x="34" y="247"/>
                  </a:cubicBezTo>
                  <a:cubicBezTo>
                    <a:pt x="35" y="247"/>
                    <a:pt x="35" y="247"/>
                    <a:pt x="36" y="247"/>
                  </a:cubicBezTo>
                  <a:cubicBezTo>
                    <a:pt x="36" y="247"/>
                    <a:pt x="37" y="247"/>
                    <a:pt x="37" y="247"/>
                  </a:cubicBezTo>
                  <a:cubicBezTo>
                    <a:pt x="37" y="247"/>
                    <a:pt x="37" y="247"/>
                    <a:pt x="37" y="247"/>
                  </a:cubicBezTo>
                  <a:cubicBezTo>
                    <a:pt x="38" y="247"/>
                    <a:pt x="39" y="247"/>
                    <a:pt x="39" y="247"/>
                  </a:cubicBezTo>
                  <a:cubicBezTo>
                    <a:pt x="38" y="248"/>
                    <a:pt x="38" y="249"/>
                    <a:pt x="39" y="248"/>
                  </a:cubicBezTo>
                  <a:cubicBezTo>
                    <a:pt x="40" y="248"/>
                    <a:pt x="42" y="247"/>
                    <a:pt x="42" y="247"/>
                  </a:cubicBezTo>
                  <a:cubicBezTo>
                    <a:pt x="42" y="247"/>
                    <a:pt x="43" y="247"/>
                    <a:pt x="43" y="247"/>
                  </a:cubicBezTo>
                  <a:cubicBezTo>
                    <a:pt x="44" y="247"/>
                    <a:pt x="42" y="247"/>
                    <a:pt x="44" y="247"/>
                  </a:cubicBezTo>
                  <a:cubicBezTo>
                    <a:pt x="46" y="247"/>
                    <a:pt x="45" y="247"/>
                    <a:pt x="46" y="247"/>
                  </a:cubicBezTo>
                  <a:cubicBezTo>
                    <a:pt x="46" y="247"/>
                    <a:pt x="47" y="247"/>
                    <a:pt x="47" y="246"/>
                  </a:cubicBezTo>
                  <a:cubicBezTo>
                    <a:pt x="47" y="246"/>
                    <a:pt x="47" y="246"/>
                    <a:pt x="48" y="247"/>
                  </a:cubicBezTo>
                  <a:cubicBezTo>
                    <a:pt x="48" y="250"/>
                    <a:pt x="49" y="250"/>
                    <a:pt x="48" y="250"/>
                  </a:cubicBezTo>
                  <a:cubicBezTo>
                    <a:pt x="48" y="251"/>
                    <a:pt x="47" y="252"/>
                    <a:pt x="46" y="252"/>
                  </a:cubicBezTo>
                  <a:cubicBezTo>
                    <a:pt x="45" y="251"/>
                    <a:pt x="45" y="251"/>
                    <a:pt x="45" y="251"/>
                  </a:cubicBezTo>
                  <a:cubicBezTo>
                    <a:pt x="45" y="251"/>
                    <a:pt x="43" y="249"/>
                    <a:pt x="42" y="249"/>
                  </a:cubicBezTo>
                  <a:cubicBezTo>
                    <a:pt x="42" y="250"/>
                    <a:pt x="42" y="251"/>
                    <a:pt x="41" y="251"/>
                  </a:cubicBezTo>
                  <a:cubicBezTo>
                    <a:pt x="39" y="252"/>
                    <a:pt x="39" y="251"/>
                    <a:pt x="39" y="251"/>
                  </a:cubicBezTo>
                  <a:cubicBezTo>
                    <a:pt x="38" y="250"/>
                    <a:pt x="38" y="250"/>
                    <a:pt x="38" y="249"/>
                  </a:cubicBezTo>
                  <a:cubicBezTo>
                    <a:pt x="37" y="249"/>
                    <a:pt x="37" y="248"/>
                    <a:pt x="37" y="248"/>
                  </a:cubicBezTo>
                  <a:cubicBezTo>
                    <a:pt x="36" y="248"/>
                    <a:pt x="35" y="248"/>
                    <a:pt x="35" y="248"/>
                  </a:cubicBezTo>
                  <a:cubicBezTo>
                    <a:pt x="34" y="248"/>
                    <a:pt x="34" y="248"/>
                    <a:pt x="34" y="248"/>
                  </a:cubicBezTo>
                  <a:cubicBezTo>
                    <a:pt x="34" y="248"/>
                    <a:pt x="34" y="248"/>
                    <a:pt x="33" y="248"/>
                  </a:cubicBezTo>
                  <a:cubicBezTo>
                    <a:pt x="32" y="249"/>
                    <a:pt x="32" y="248"/>
                    <a:pt x="31" y="250"/>
                  </a:cubicBezTo>
                  <a:cubicBezTo>
                    <a:pt x="30" y="251"/>
                    <a:pt x="30" y="251"/>
                    <a:pt x="29" y="252"/>
                  </a:cubicBezTo>
                  <a:cubicBezTo>
                    <a:pt x="29" y="252"/>
                    <a:pt x="27" y="253"/>
                    <a:pt x="28" y="253"/>
                  </a:cubicBezTo>
                  <a:cubicBezTo>
                    <a:pt x="29" y="253"/>
                    <a:pt x="31" y="253"/>
                    <a:pt x="32" y="254"/>
                  </a:cubicBezTo>
                  <a:cubicBezTo>
                    <a:pt x="33" y="255"/>
                    <a:pt x="33" y="255"/>
                    <a:pt x="33" y="256"/>
                  </a:cubicBezTo>
                  <a:cubicBezTo>
                    <a:pt x="34" y="256"/>
                    <a:pt x="34" y="256"/>
                    <a:pt x="34" y="256"/>
                  </a:cubicBezTo>
                  <a:cubicBezTo>
                    <a:pt x="34" y="255"/>
                    <a:pt x="34" y="255"/>
                    <a:pt x="36" y="257"/>
                  </a:cubicBezTo>
                  <a:cubicBezTo>
                    <a:pt x="38" y="260"/>
                    <a:pt x="40" y="260"/>
                    <a:pt x="40" y="261"/>
                  </a:cubicBezTo>
                  <a:cubicBezTo>
                    <a:pt x="40" y="262"/>
                    <a:pt x="40" y="263"/>
                    <a:pt x="41" y="263"/>
                  </a:cubicBezTo>
                  <a:cubicBezTo>
                    <a:pt x="41" y="264"/>
                    <a:pt x="41" y="264"/>
                    <a:pt x="42" y="264"/>
                  </a:cubicBezTo>
                  <a:cubicBezTo>
                    <a:pt x="42" y="265"/>
                    <a:pt x="43" y="264"/>
                    <a:pt x="44" y="265"/>
                  </a:cubicBezTo>
                  <a:cubicBezTo>
                    <a:pt x="44" y="265"/>
                    <a:pt x="44" y="265"/>
                    <a:pt x="46" y="265"/>
                  </a:cubicBezTo>
                  <a:cubicBezTo>
                    <a:pt x="48" y="265"/>
                    <a:pt x="51" y="264"/>
                    <a:pt x="51" y="264"/>
                  </a:cubicBezTo>
                  <a:cubicBezTo>
                    <a:pt x="51" y="264"/>
                    <a:pt x="52" y="266"/>
                    <a:pt x="52" y="265"/>
                  </a:cubicBezTo>
                  <a:cubicBezTo>
                    <a:pt x="53" y="264"/>
                    <a:pt x="55" y="264"/>
                    <a:pt x="55" y="263"/>
                  </a:cubicBezTo>
                  <a:cubicBezTo>
                    <a:pt x="55" y="263"/>
                    <a:pt x="58" y="262"/>
                    <a:pt x="58" y="262"/>
                  </a:cubicBezTo>
                  <a:cubicBezTo>
                    <a:pt x="58" y="262"/>
                    <a:pt x="58" y="261"/>
                    <a:pt x="59" y="261"/>
                  </a:cubicBezTo>
                  <a:cubicBezTo>
                    <a:pt x="59" y="261"/>
                    <a:pt x="60" y="259"/>
                    <a:pt x="60" y="259"/>
                  </a:cubicBezTo>
                  <a:cubicBezTo>
                    <a:pt x="60" y="259"/>
                    <a:pt x="60" y="258"/>
                    <a:pt x="60" y="256"/>
                  </a:cubicBezTo>
                  <a:cubicBezTo>
                    <a:pt x="60" y="255"/>
                    <a:pt x="58" y="257"/>
                    <a:pt x="61" y="254"/>
                  </a:cubicBezTo>
                  <a:cubicBezTo>
                    <a:pt x="64" y="251"/>
                    <a:pt x="65" y="250"/>
                    <a:pt x="65" y="251"/>
                  </a:cubicBezTo>
                  <a:cubicBezTo>
                    <a:pt x="65" y="252"/>
                    <a:pt x="65" y="253"/>
                    <a:pt x="64" y="253"/>
                  </a:cubicBezTo>
                  <a:cubicBezTo>
                    <a:pt x="64" y="254"/>
                    <a:pt x="63" y="255"/>
                    <a:pt x="62" y="255"/>
                  </a:cubicBezTo>
                  <a:cubicBezTo>
                    <a:pt x="62" y="256"/>
                    <a:pt x="62" y="256"/>
                    <a:pt x="62" y="257"/>
                  </a:cubicBezTo>
                  <a:cubicBezTo>
                    <a:pt x="63" y="258"/>
                    <a:pt x="63" y="259"/>
                    <a:pt x="64" y="260"/>
                  </a:cubicBezTo>
                  <a:cubicBezTo>
                    <a:pt x="64" y="262"/>
                    <a:pt x="64" y="262"/>
                    <a:pt x="64" y="263"/>
                  </a:cubicBezTo>
                  <a:cubicBezTo>
                    <a:pt x="64" y="263"/>
                    <a:pt x="66" y="264"/>
                    <a:pt x="65" y="265"/>
                  </a:cubicBezTo>
                  <a:cubicBezTo>
                    <a:pt x="65" y="266"/>
                    <a:pt x="65" y="266"/>
                    <a:pt x="65" y="266"/>
                  </a:cubicBezTo>
                  <a:cubicBezTo>
                    <a:pt x="66" y="267"/>
                    <a:pt x="68" y="267"/>
                    <a:pt x="68" y="268"/>
                  </a:cubicBezTo>
                  <a:cubicBezTo>
                    <a:pt x="68" y="269"/>
                    <a:pt x="68" y="270"/>
                    <a:pt x="68" y="270"/>
                  </a:cubicBezTo>
                  <a:cubicBezTo>
                    <a:pt x="67" y="271"/>
                    <a:pt x="67" y="271"/>
                    <a:pt x="67" y="271"/>
                  </a:cubicBezTo>
                  <a:cubicBezTo>
                    <a:pt x="67" y="270"/>
                    <a:pt x="67" y="270"/>
                    <a:pt x="66" y="271"/>
                  </a:cubicBezTo>
                  <a:cubicBezTo>
                    <a:pt x="65" y="272"/>
                    <a:pt x="64" y="273"/>
                    <a:pt x="65" y="274"/>
                  </a:cubicBezTo>
                  <a:cubicBezTo>
                    <a:pt x="65" y="274"/>
                    <a:pt x="65" y="275"/>
                    <a:pt x="66" y="275"/>
                  </a:cubicBezTo>
                  <a:cubicBezTo>
                    <a:pt x="66" y="276"/>
                    <a:pt x="67" y="276"/>
                    <a:pt x="68" y="277"/>
                  </a:cubicBezTo>
                  <a:cubicBezTo>
                    <a:pt x="68" y="277"/>
                    <a:pt x="68" y="278"/>
                    <a:pt x="68" y="278"/>
                  </a:cubicBezTo>
                  <a:cubicBezTo>
                    <a:pt x="67" y="279"/>
                    <a:pt x="67" y="279"/>
                    <a:pt x="68" y="280"/>
                  </a:cubicBezTo>
                  <a:cubicBezTo>
                    <a:pt x="68" y="281"/>
                    <a:pt x="67" y="283"/>
                    <a:pt x="67" y="283"/>
                  </a:cubicBezTo>
                  <a:cubicBezTo>
                    <a:pt x="67" y="283"/>
                    <a:pt x="64" y="283"/>
                    <a:pt x="67" y="283"/>
                  </a:cubicBezTo>
                  <a:cubicBezTo>
                    <a:pt x="69" y="283"/>
                    <a:pt x="70" y="283"/>
                    <a:pt x="71" y="283"/>
                  </a:cubicBezTo>
                  <a:cubicBezTo>
                    <a:pt x="71" y="282"/>
                    <a:pt x="70" y="283"/>
                    <a:pt x="73" y="282"/>
                  </a:cubicBezTo>
                  <a:cubicBezTo>
                    <a:pt x="77" y="280"/>
                    <a:pt x="80" y="279"/>
                    <a:pt x="80" y="279"/>
                  </a:cubicBezTo>
                  <a:cubicBezTo>
                    <a:pt x="80" y="279"/>
                    <a:pt x="84" y="276"/>
                    <a:pt x="84" y="277"/>
                  </a:cubicBezTo>
                  <a:cubicBezTo>
                    <a:pt x="84" y="278"/>
                    <a:pt x="84" y="278"/>
                    <a:pt x="84" y="278"/>
                  </a:cubicBezTo>
                  <a:cubicBezTo>
                    <a:pt x="84" y="278"/>
                    <a:pt x="84" y="278"/>
                    <a:pt x="85" y="278"/>
                  </a:cubicBezTo>
                  <a:cubicBezTo>
                    <a:pt x="85" y="280"/>
                    <a:pt x="86" y="279"/>
                    <a:pt x="87" y="279"/>
                  </a:cubicBezTo>
                  <a:cubicBezTo>
                    <a:pt x="88" y="279"/>
                    <a:pt x="88" y="279"/>
                    <a:pt x="88" y="280"/>
                  </a:cubicBezTo>
                  <a:cubicBezTo>
                    <a:pt x="88" y="281"/>
                    <a:pt x="90" y="280"/>
                    <a:pt x="90" y="280"/>
                  </a:cubicBezTo>
                  <a:cubicBezTo>
                    <a:pt x="91" y="279"/>
                    <a:pt x="91" y="279"/>
                    <a:pt x="91" y="279"/>
                  </a:cubicBezTo>
                  <a:cubicBezTo>
                    <a:pt x="91" y="279"/>
                    <a:pt x="92" y="280"/>
                    <a:pt x="92" y="281"/>
                  </a:cubicBezTo>
                  <a:cubicBezTo>
                    <a:pt x="94" y="283"/>
                    <a:pt x="95" y="283"/>
                    <a:pt x="95" y="283"/>
                  </a:cubicBezTo>
                  <a:cubicBezTo>
                    <a:pt x="97" y="286"/>
                    <a:pt x="97" y="286"/>
                    <a:pt x="97" y="286"/>
                  </a:cubicBezTo>
                  <a:cubicBezTo>
                    <a:pt x="98" y="287"/>
                    <a:pt x="99" y="287"/>
                    <a:pt x="99" y="287"/>
                  </a:cubicBezTo>
                  <a:cubicBezTo>
                    <a:pt x="100" y="285"/>
                    <a:pt x="100" y="285"/>
                    <a:pt x="100" y="285"/>
                  </a:cubicBezTo>
                  <a:cubicBezTo>
                    <a:pt x="101" y="281"/>
                    <a:pt x="101" y="281"/>
                    <a:pt x="101" y="281"/>
                  </a:cubicBezTo>
                  <a:cubicBezTo>
                    <a:pt x="103" y="279"/>
                    <a:pt x="103" y="279"/>
                    <a:pt x="103" y="279"/>
                  </a:cubicBezTo>
                  <a:cubicBezTo>
                    <a:pt x="103" y="279"/>
                    <a:pt x="103" y="279"/>
                    <a:pt x="104" y="278"/>
                  </a:cubicBezTo>
                  <a:cubicBezTo>
                    <a:pt x="104" y="278"/>
                    <a:pt x="103" y="276"/>
                    <a:pt x="103" y="276"/>
                  </a:cubicBezTo>
                  <a:cubicBezTo>
                    <a:pt x="104" y="275"/>
                    <a:pt x="105" y="274"/>
                    <a:pt x="105" y="274"/>
                  </a:cubicBezTo>
                  <a:cubicBezTo>
                    <a:pt x="105" y="274"/>
                    <a:pt x="106" y="276"/>
                    <a:pt x="106" y="276"/>
                  </a:cubicBezTo>
                  <a:cubicBezTo>
                    <a:pt x="107" y="276"/>
                    <a:pt x="108" y="278"/>
                    <a:pt x="108" y="278"/>
                  </a:cubicBezTo>
                  <a:cubicBezTo>
                    <a:pt x="108" y="279"/>
                    <a:pt x="106" y="278"/>
                    <a:pt x="105" y="279"/>
                  </a:cubicBezTo>
                  <a:cubicBezTo>
                    <a:pt x="105" y="280"/>
                    <a:pt x="105" y="280"/>
                    <a:pt x="104" y="281"/>
                  </a:cubicBezTo>
                  <a:cubicBezTo>
                    <a:pt x="104" y="282"/>
                    <a:pt x="103" y="282"/>
                    <a:pt x="104" y="283"/>
                  </a:cubicBezTo>
                  <a:cubicBezTo>
                    <a:pt x="106" y="283"/>
                    <a:pt x="107" y="283"/>
                    <a:pt x="107" y="283"/>
                  </a:cubicBezTo>
                  <a:cubicBezTo>
                    <a:pt x="107" y="284"/>
                    <a:pt x="108" y="284"/>
                    <a:pt x="108" y="284"/>
                  </a:cubicBezTo>
                  <a:cubicBezTo>
                    <a:pt x="113" y="282"/>
                    <a:pt x="113" y="282"/>
                    <a:pt x="113" y="282"/>
                  </a:cubicBezTo>
                  <a:cubicBezTo>
                    <a:pt x="114" y="281"/>
                    <a:pt x="114" y="281"/>
                    <a:pt x="114" y="281"/>
                  </a:cubicBezTo>
                  <a:cubicBezTo>
                    <a:pt x="117" y="280"/>
                    <a:pt x="117" y="280"/>
                    <a:pt x="117" y="280"/>
                  </a:cubicBezTo>
                  <a:cubicBezTo>
                    <a:pt x="117" y="280"/>
                    <a:pt x="120" y="279"/>
                    <a:pt x="121" y="278"/>
                  </a:cubicBezTo>
                  <a:cubicBezTo>
                    <a:pt x="121" y="277"/>
                    <a:pt x="121" y="277"/>
                    <a:pt x="122" y="276"/>
                  </a:cubicBezTo>
                  <a:cubicBezTo>
                    <a:pt x="123" y="275"/>
                    <a:pt x="124" y="274"/>
                    <a:pt x="124" y="275"/>
                  </a:cubicBezTo>
                  <a:cubicBezTo>
                    <a:pt x="124" y="275"/>
                    <a:pt x="124" y="278"/>
                    <a:pt x="123" y="279"/>
                  </a:cubicBezTo>
                  <a:cubicBezTo>
                    <a:pt x="123" y="279"/>
                    <a:pt x="122" y="280"/>
                    <a:pt x="121" y="281"/>
                  </a:cubicBezTo>
                  <a:cubicBezTo>
                    <a:pt x="121" y="281"/>
                    <a:pt x="122" y="282"/>
                    <a:pt x="121" y="282"/>
                  </a:cubicBezTo>
                  <a:cubicBezTo>
                    <a:pt x="120" y="283"/>
                    <a:pt x="117" y="284"/>
                    <a:pt x="116" y="285"/>
                  </a:cubicBezTo>
                  <a:cubicBezTo>
                    <a:pt x="115" y="286"/>
                    <a:pt x="114" y="285"/>
                    <a:pt x="115" y="287"/>
                  </a:cubicBezTo>
                  <a:cubicBezTo>
                    <a:pt x="115" y="288"/>
                    <a:pt x="116" y="289"/>
                    <a:pt x="116" y="289"/>
                  </a:cubicBezTo>
                  <a:cubicBezTo>
                    <a:pt x="117" y="290"/>
                    <a:pt x="116" y="291"/>
                    <a:pt x="116" y="292"/>
                  </a:cubicBezTo>
                  <a:cubicBezTo>
                    <a:pt x="115" y="292"/>
                    <a:pt x="114" y="292"/>
                    <a:pt x="114" y="293"/>
                  </a:cubicBezTo>
                  <a:cubicBezTo>
                    <a:pt x="114" y="293"/>
                    <a:pt x="114" y="295"/>
                    <a:pt x="114" y="296"/>
                  </a:cubicBezTo>
                  <a:cubicBezTo>
                    <a:pt x="114" y="299"/>
                    <a:pt x="113" y="299"/>
                    <a:pt x="113" y="300"/>
                  </a:cubicBezTo>
                  <a:cubicBezTo>
                    <a:pt x="114" y="301"/>
                    <a:pt x="115" y="301"/>
                    <a:pt x="113" y="302"/>
                  </a:cubicBezTo>
                  <a:cubicBezTo>
                    <a:pt x="112" y="302"/>
                    <a:pt x="111" y="302"/>
                    <a:pt x="111" y="302"/>
                  </a:cubicBezTo>
                  <a:cubicBezTo>
                    <a:pt x="110" y="302"/>
                    <a:pt x="110" y="302"/>
                    <a:pt x="109" y="302"/>
                  </a:cubicBezTo>
                  <a:cubicBezTo>
                    <a:pt x="109" y="302"/>
                    <a:pt x="108" y="303"/>
                    <a:pt x="108" y="304"/>
                  </a:cubicBezTo>
                  <a:cubicBezTo>
                    <a:pt x="107" y="304"/>
                    <a:pt x="107" y="304"/>
                    <a:pt x="106" y="304"/>
                  </a:cubicBezTo>
                  <a:cubicBezTo>
                    <a:pt x="105" y="305"/>
                    <a:pt x="104" y="305"/>
                    <a:pt x="104" y="306"/>
                  </a:cubicBezTo>
                  <a:cubicBezTo>
                    <a:pt x="103" y="307"/>
                    <a:pt x="103" y="307"/>
                    <a:pt x="103" y="308"/>
                  </a:cubicBezTo>
                  <a:cubicBezTo>
                    <a:pt x="103" y="309"/>
                    <a:pt x="103" y="309"/>
                    <a:pt x="102" y="310"/>
                  </a:cubicBezTo>
                  <a:cubicBezTo>
                    <a:pt x="101" y="311"/>
                    <a:pt x="102" y="310"/>
                    <a:pt x="101" y="311"/>
                  </a:cubicBezTo>
                  <a:cubicBezTo>
                    <a:pt x="100" y="312"/>
                    <a:pt x="100" y="312"/>
                    <a:pt x="99" y="312"/>
                  </a:cubicBezTo>
                  <a:cubicBezTo>
                    <a:pt x="98" y="312"/>
                    <a:pt x="98" y="312"/>
                    <a:pt x="98" y="312"/>
                  </a:cubicBezTo>
                  <a:cubicBezTo>
                    <a:pt x="98" y="311"/>
                    <a:pt x="98" y="311"/>
                    <a:pt x="96" y="312"/>
                  </a:cubicBezTo>
                  <a:cubicBezTo>
                    <a:pt x="94" y="313"/>
                    <a:pt x="95" y="314"/>
                    <a:pt x="93" y="314"/>
                  </a:cubicBezTo>
                  <a:cubicBezTo>
                    <a:pt x="92" y="315"/>
                    <a:pt x="92" y="315"/>
                    <a:pt x="91" y="316"/>
                  </a:cubicBezTo>
                  <a:cubicBezTo>
                    <a:pt x="90" y="316"/>
                    <a:pt x="89" y="316"/>
                    <a:pt x="88" y="317"/>
                  </a:cubicBezTo>
                  <a:cubicBezTo>
                    <a:pt x="87" y="317"/>
                    <a:pt x="87" y="318"/>
                    <a:pt x="86" y="319"/>
                  </a:cubicBezTo>
                  <a:cubicBezTo>
                    <a:pt x="84" y="320"/>
                    <a:pt x="84" y="320"/>
                    <a:pt x="83" y="320"/>
                  </a:cubicBezTo>
                  <a:cubicBezTo>
                    <a:pt x="82" y="321"/>
                    <a:pt x="82" y="320"/>
                    <a:pt x="82" y="321"/>
                  </a:cubicBezTo>
                  <a:cubicBezTo>
                    <a:pt x="82" y="323"/>
                    <a:pt x="82" y="323"/>
                    <a:pt x="82" y="324"/>
                  </a:cubicBezTo>
                  <a:cubicBezTo>
                    <a:pt x="81" y="325"/>
                    <a:pt x="80" y="325"/>
                    <a:pt x="80" y="325"/>
                  </a:cubicBezTo>
                  <a:cubicBezTo>
                    <a:pt x="79" y="326"/>
                    <a:pt x="80" y="326"/>
                    <a:pt x="77" y="325"/>
                  </a:cubicBezTo>
                  <a:cubicBezTo>
                    <a:pt x="77" y="325"/>
                    <a:pt x="76" y="326"/>
                    <a:pt x="75" y="325"/>
                  </a:cubicBezTo>
                  <a:cubicBezTo>
                    <a:pt x="75" y="325"/>
                    <a:pt x="72" y="325"/>
                    <a:pt x="72" y="325"/>
                  </a:cubicBezTo>
                  <a:cubicBezTo>
                    <a:pt x="72" y="325"/>
                    <a:pt x="70" y="326"/>
                    <a:pt x="70" y="326"/>
                  </a:cubicBezTo>
                  <a:cubicBezTo>
                    <a:pt x="69" y="326"/>
                    <a:pt x="69" y="325"/>
                    <a:pt x="68" y="326"/>
                  </a:cubicBezTo>
                  <a:cubicBezTo>
                    <a:pt x="67" y="326"/>
                    <a:pt x="68" y="326"/>
                    <a:pt x="67" y="327"/>
                  </a:cubicBezTo>
                  <a:cubicBezTo>
                    <a:pt x="66" y="327"/>
                    <a:pt x="65" y="328"/>
                    <a:pt x="64" y="328"/>
                  </a:cubicBezTo>
                  <a:cubicBezTo>
                    <a:pt x="64" y="329"/>
                    <a:pt x="62" y="330"/>
                    <a:pt x="62" y="330"/>
                  </a:cubicBezTo>
                  <a:cubicBezTo>
                    <a:pt x="62" y="331"/>
                    <a:pt x="61" y="331"/>
                    <a:pt x="61" y="332"/>
                  </a:cubicBezTo>
                  <a:cubicBezTo>
                    <a:pt x="60" y="332"/>
                    <a:pt x="60" y="332"/>
                    <a:pt x="60" y="334"/>
                  </a:cubicBezTo>
                  <a:cubicBezTo>
                    <a:pt x="60" y="335"/>
                    <a:pt x="58" y="336"/>
                    <a:pt x="58" y="336"/>
                  </a:cubicBezTo>
                  <a:cubicBezTo>
                    <a:pt x="57" y="336"/>
                    <a:pt x="56" y="336"/>
                    <a:pt x="56" y="336"/>
                  </a:cubicBezTo>
                  <a:cubicBezTo>
                    <a:pt x="56" y="337"/>
                    <a:pt x="55" y="336"/>
                    <a:pt x="54" y="337"/>
                  </a:cubicBezTo>
                  <a:cubicBezTo>
                    <a:pt x="54" y="337"/>
                    <a:pt x="53" y="337"/>
                    <a:pt x="53" y="337"/>
                  </a:cubicBezTo>
                  <a:cubicBezTo>
                    <a:pt x="53" y="337"/>
                    <a:pt x="52" y="337"/>
                    <a:pt x="52" y="337"/>
                  </a:cubicBezTo>
                  <a:cubicBezTo>
                    <a:pt x="52" y="338"/>
                    <a:pt x="51" y="338"/>
                    <a:pt x="51" y="338"/>
                  </a:cubicBezTo>
                  <a:cubicBezTo>
                    <a:pt x="52" y="339"/>
                    <a:pt x="53" y="339"/>
                    <a:pt x="53" y="339"/>
                  </a:cubicBezTo>
                  <a:cubicBezTo>
                    <a:pt x="54" y="339"/>
                    <a:pt x="54" y="339"/>
                    <a:pt x="54" y="340"/>
                  </a:cubicBezTo>
                  <a:cubicBezTo>
                    <a:pt x="54" y="340"/>
                    <a:pt x="54" y="341"/>
                    <a:pt x="55" y="341"/>
                  </a:cubicBezTo>
                  <a:cubicBezTo>
                    <a:pt x="55" y="342"/>
                    <a:pt x="57" y="342"/>
                    <a:pt x="57" y="342"/>
                  </a:cubicBezTo>
                  <a:cubicBezTo>
                    <a:pt x="58" y="341"/>
                    <a:pt x="58" y="341"/>
                    <a:pt x="58" y="341"/>
                  </a:cubicBezTo>
                  <a:cubicBezTo>
                    <a:pt x="58" y="341"/>
                    <a:pt x="59" y="339"/>
                    <a:pt x="59" y="339"/>
                  </a:cubicBezTo>
                  <a:cubicBezTo>
                    <a:pt x="60" y="339"/>
                    <a:pt x="60" y="339"/>
                    <a:pt x="60" y="339"/>
                  </a:cubicBezTo>
                  <a:cubicBezTo>
                    <a:pt x="61" y="341"/>
                    <a:pt x="61" y="341"/>
                    <a:pt x="61" y="341"/>
                  </a:cubicBezTo>
                  <a:cubicBezTo>
                    <a:pt x="63" y="339"/>
                    <a:pt x="63" y="339"/>
                    <a:pt x="63" y="339"/>
                  </a:cubicBezTo>
                  <a:cubicBezTo>
                    <a:pt x="63" y="339"/>
                    <a:pt x="64" y="339"/>
                    <a:pt x="64" y="339"/>
                  </a:cubicBezTo>
                  <a:cubicBezTo>
                    <a:pt x="65" y="338"/>
                    <a:pt x="66" y="337"/>
                    <a:pt x="66" y="337"/>
                  </a:cubicBezTo>
                  <a:cubicBezTo>
                    <a:pt x="66" y="337"/>
                    <a:pt x="67" y="337"/>
                    <a:pt x="67" y="336"/>
                  </a:cubicBezTo>
                  <a:cubicBezTo>
                    <a:pt x="67" y="335"/>
                    <a:pt x="67" y="335"/>
                    <a:pt x="68" y="334"/>
                  </a:cubicBezTo>
                  <a:cubicBezTo>
                    <a:pt x="69" y="334"/>
                    <a:pt x="69" y="333"/>
                    <a:pt x="69" y="333"/>
                  </a:cubicBezTo>
                  <a:cubicBezTo>
                    <a:pt x="72" y="332"/>
                    <a:pt x="72" y="332"/>
                    <a:pt x="72" y="333"/>
                  </a:cubicBezTo>
                  <a:cubicBezTo>
                    <a:pt x="72" y="333"/>
                    <a:pt x="73" y="334"/>
                    <a:pt x="73" y="334"/>
                  </a:cubicBezTo>
                  <a:cubicBezTo>
                    <a:pt x="73" y="334"/>
                    <a:pt x="72" y="335"/>
                    <a:pt x="74" y="335"/>
                  </a:cubicBezTo>
                  <a:cubicBezTo>
                    <a:pt x="76" y="334"/>
                    <a:pt x="76" y="334"/>
                    <a:pt x="76" y="333"/>
                  </a:cubicBezTo>
                  <a:cubicBezTo>
                    <a:pt x="79" y="334"/>
                    <a:pt x="79" y="334"/>
                    <a:pt x="79" y="334"/>
                  </a:cubicBezTo>
                  <a:cubicBezTo>
                    <a:pt x="80" y="335"/>
                    <a:pt x="81" y="336"/>
                    <a:pt x="81" y="335"/>
                  </a:cubicBezTo>
                  <a:cubicBezTo>
                    <a:pt x="82" y="335"/>
                    <a:pt x="83" y="335"/>
                    <a:pt x="83" y="334"/>
                  </a:cubicBezTo>
                  <a:cubicBezTo>
                    <a:pt x="83" y="334"/>
                    <a:pt x="84" y="332"/>
                    <a:pt x="84" y="332"/>
                  </a:cubicBezTo>
                  <a:cubicBezTo>
                    <a:pt x="84" y="331"/>
                    <a:pt x="84" y="331"/>
                    <a:pt x="84" y="331"/>
                  </a:cubicBezTo>
                  <a:cubicBezTo>
                    <a:pt x="88" y="330"/>
                    <a:pt x="88" y="330"/>
                    <a:pt x="88" y="330"/>
                  </a:cubicBezTo>
                  <a:cubicBezTo>
                    <a:pt x="88" y="330"/>
                    <a:pt x="88" y="329"/>
                    <a:pt x="88" y="329"/>
                  </a:cubicBezTo>
                  <a:cubicBezTo>
                    <a:pt x="88" y="328"/>
                    <a:pt x="90" y="329"/>
                    <a:pt x="90" y="329"/>
                  </a:cubicBezTo>
                  <a:cubicBezTo>
                    <a:pt x="91" y="330"/>
                    <a:pt x="90" y="332"/>
                    <a:pt x="90" y="332"/>
                  </a:cubicBezTo>
                  <a:cubicBezTo>
                    <a:pt x="90" y="332"/>
                    <a:pt x="93" y="331"/>
                    <a:pt x="93" y="331"/>
                  </a:cubicBezTo>
                  <a:cubicBezTo>
                    <a:pt x="94" y="330"/>
                    <a:pt x="94" y="330"/>
                    <a:pt x="94" y="330"/>
                  </a:cubicBezTo>
                  <a:cubicBezTo>
                    <a:pt x="95" y="328"/>
                    <a:pt x="95" y="328"/>
                    <a:pt x="95" y="328"/>
                  </a:cubicBezTo>
                  <a:cubicBezTo>
                    <a:pt x="100" y="326"/>
                    <a:pt x="100" y="326"/>
                    <a:pt x="100" y="326"/>
                  </a:cubicBezTo>
                  <a:cubicBezTo>
                    <a:pt x="100" y="326"/>
                    <a:pt x="100" y="325"/>
                    <a:pt x="101" y="326"/>
                  </a:cubicBezTo>
                  <a:cubicBezTo>
                    <a:pt x="101" y="326"/>
                    <a:pt x="102" y="326"/>
                    <a:pt x="102" y="325"/>
                  </a:cubicBezTo>
                  <a:cubicBezTo>
                    <a:pt x="102" y="325"/>
                    <a:pt x="103" y="325"/>
                    <a:pt x="103" y="325"/>
                  </a:cubicBezTo>
                  <a:cubicBezTo>
                    <a:pt x="104" y="326"/>
                    <a:pt x="104" y="325"/>
                    <a:pt x="104" y="325"/>
                  </a:cubicBezTo>
                  <a:cubicBezTo>
                    <a:pt x="104" y="325"/>
                    <a:pt x="105" y="325"/>
                    <a:pt x="105" y="325"/>
                  </a:cubicBezTo>
                  <a:cubicBezTo>
                    <a:pt x="105" y="325"/>
                    <a:pt x="106" y="325"/>
                    <a:pt x="106" y="324"/>
                  </a:cubicBezTo>
                  <a:cubicBezTo>
                    <a:pt x="106" y="323"/>
                    <a:pt x="107" y="322"/>
                    <a:pt x="107" y="322"/>
                  </a:cubicBezTo>
                  <a:cubicBezTo>
                    <a:pt x="108" y="322"/>
                    <a:pt x="108" y="322"/>
                    <a:pt x="108" y="322"/>
                  </a:cubicBezTo>
                  <a:cubicBezTo>
                    <a:pt x="108" y="321"/>
                    <a:pt x="107" y="320"/>
                    <a:pt x="107" y="320"/>
                  </a:cubicBezTo>
                  <a:cubicBezTo>
                    <a:pt x="107" y="319"/>
                    <a:pt x="107" y="319"/>
                    <a:pt x="107" y="318"/>
                  </a:cubicBezTo>
                  <a:cubicBezTo>
                    <a:pt x="108" y="318"/>
                    <a:pt x="109" y="318"/>
                    <a:pt x="109" y="317"/>
                  </a:cubicBezTo>
                  <a:cubicBezTo>
                    <a:pt x="110" y="317"/>
                    <a:pt x="114" y="314"/>
                    <a:pt x="114" y="314"/>
                  </a:cubicBezTo>
                  <a:cubicBezTo>
                    <a:pt x="115" y="314"/>
                    <a:pt x="115" y="314"/>
                    <a:pt x="115" y="314"/>
                  </a:cubicBezTo>
                  <a:cubicBezTo>
                    <a:pt x="115" y="314"/>
                    <a:pt x="116" y="313"/>
                    <a:pt x="117" y="314"/>
                  </a:cubicBezTo>
                  <a:cubicBezTo>
                    <a:pt x="117" y="314"/>
                    <a:pt x="118" y="314"/>
                    <a:pt x="118" y="313"/>
                  </a:cubicBezTo>
                  <a:cubicBezTo>
                    <a:pt x="118" y="313"/>
                    <a:pt x="119" y="312"/>
                    <a:pt x="119" y="312"/>
                  </a:cubicBezTo>
                  <a:cubicBezTo>
                    <a:pt x="122" y="311"/>
                    <a:pt x="122" y="311"/>
                    <a:pt x="122" y="311"/>
                  </a:cubicBezTo>
                  <a:cubicBezTo>
                    <a:pt x="123" y="311"/>
                    <a:pt x="124" y="310"/>
                    <a:pt x="124" y="310"/>
                  </a:cubicBezTo>
                  <a:cubicBezTo>
                    <a:pt x="126" y="308"/>
                    <a:pt x="128" y="305"/>
                    <a:pt x="128" y="305"/>
                  </a:cubicBezTo>
                  <a:cubicBezTo>
                    <a:pt x="128" y="305"/>
                    <a:pt x="128" y="304"/>
                    <a:pt x="128" y="304"/>
                  </a:cubicBezTo>
                  <a:cubicBezTo>
                    <a:pt x="127" y="304"/>
                    <a:pt x="127" y="303"/>
                    <a:pt x="128" y="303"/>
                  </a:cubicBezTo>
                  <a:cubicBezTo>
                    <a:pt x="129" y="303"/>
                    <a:pt x="130" y="302"/>
                    <a:pt x="131" y="302"/>
                  </a:cubicBezTo>
                  <a:cubicBezTo>
                    <a:pt x="131" y="302"/>
                    <a:pt x="133" y="301"/>
                    <a:pt x="133" y="301"/>
                  </a:cubicBezTo>
                  <a:cubicBezTo>
                    <a:pt x="133" y="301"/>
                    <a:pt x="134" y="300"/>
                    <a:pt x="134" y="300"/>
                  </a:cubicBezTo>
                  <a:cubicBezTo>
                    <a:pt x="135" y="299"/>
                    <a:pt x="137" y="298"/>
                    <a:pt x="137" y="298"/>
                  </a:cubicBezTo>
                  <a:cubicBezTo>
                    <a:pt x="140" y="297"/>
                    <a:pt x="140" y="297"/>
                    <a:pt x="140" y="297"/>
                  </a:cubicBezTo>
                  <a:cubicBezTo>
                    <a:pt x="142" y="296"/>
                    <a:pt x="142" y="296"/>
                    <a:pt x="142" y="296"/>
                  </a:cubicBezTo>
                  <a:cubicBezTo>
                    <a:pt x="145" y="294"/>
                    <a:pt x="145" y="294"/>
                    <a:pt x="145" y="294"/>
                  </a:cubicBezTo>
                  <a:cubicBezTo>
                    <a:pt x="146" y="293"/>
                    <a:pt x="146" y="293"/>
                    <a:pt x="146" y="293"/>
                  </a:cubicBezTo>
                  <a:cubicBezTo>
                    <a:pt x="146" y="293"/>
                    <a:pt x="147" y="293"/>
                    <a:pt x="148" y="293"/>
                  </a:cubicBezTo>
                  <a:cubicBezTo>
                    <a:pt x="149" y="293"/>
                    <a:pt x="151" y="293"/>
                    <a:pt x="151" y="293"/>
                  </a:cubicBezTo>
                  <a:cubicBezTo>
                    <a:pt x="152" y="292"/>
                    <a:pt x="152" y="290"/>
                    <a:pt x="152" y="290"/>
                  </a:cubicBezTo>
                  <a:cubicBezTo>
                    <a:pt x="152" y="290"/>
                    <a:pt x="153" y="289"/>
                    <a:pt x="153" y="289"/>
                  </a:cubicBezTo>
                  <a:cubicBezTo>
                    <a:pt x="153" y="288"/>
                    <a:pt x="153" y="288"/>
                    <a:pt x="153" y="287"/>
                  </a:cubicBezTo>
                  <a:cubicBezTo>
                    <a:pt x="155" y="286"/>
                    <a:pt x="156" y="285"/>
                    <a:pt x="156" y="285"/>
                  </a:cubicBezTo>
                  <a:cubicBezTo>
                    <a:pt x="157" y="285"/>
                    <a:pt x="157" y="285"/>
                    <a:pt x="157" y="285"/>
                  </a:cubicBezTo>
                  <a:cubicBezTo>
                    <a:pt x="157" y="285"/>
                    <a:pt x="159" y="285"/>
                    <a:pt x="159" y="285"/>
                  </a:cubicBezTo>
                  <a:cubicBezTo>
                    <a:pt x="159" y="284"/>
                    <a:pt x="159" y="284"/>
                    <a:pt x="160" y="283"/>
                  </a:cubicBezTo>
                  <a:cubicBezTo>
                    <a:pt x="160" y="282"/>
                    <a:pt x="161" y="281"/>
                    <a:pt x="161" y="281"/>
                  </a:cubicBezTo>
                  <a:cubicBezTo>
                    <a:pt x="160" y="280"/>
                    <a:pt x="160" y="281"/>
                    <a:pt x="160" y="279"/>
                  </a:cubicBezTo>
                  <a:cubicBezTo>
                    <a:pt x="160" y="278"/>
                    <a:pt x="160" y="277"/>
                    <a:pt x="159" y="277"/>
                  </a:cubicBezTo>
                  <a:cubicBezTo>
                    <a:pt x="159" y="277"/>
                    <a:pt x="158" y="277"/>
                    <a:pt x="158" y="277"/>
                  </a:cubicBezTo>
                  <a:cubicBezTo>
                    <a:pt x="157" y="277"/>
                    <a:pt x="157" y="276"/>
                    <a:pt x="156" y="276"/>
                  </a:cubicBezTo>
                  <a:cubicBezTo>
                    <a:pt x="155" y="277"/>
                    <a:pt x="155" y="277"/>
                    <a:pt x="154" y="277"/>
                  </a:cubicBezTo>
                  <a:cubicBezTo>
                    <a:pt x="153" y="277"/>
                    <a:pt x="152" y="276"/>
                    <a:pt x="152" y="276"/>
                  </a:cubicBezTo>
                  <a:cubicBezTo>
                    <a:pt x="152" y="275"/>
                    <a:pt x="153" y="272"/>
                    <a:pt x="154" y="272"/>
                  </a:cubicBezTo>
                  <a:cubicBezTo>
                    <a:pt x="154" y="272"/>
                    <a:pt x="154" y="272"/>
                    <a:pt x="155" y="271"/>
                  </a:cubicBezTo>
                  <a:cubicBezTo>
                    <a:pt x="156" y="271"/>
                    <a:pt x="155" y="270"/>
                    <a:pt x="156" y="270"/>
                  </a:cubicBezTo>
                  <a:cubicBezTo>
                    <a:pt x="157" y="269"/>
                    <a:pt x="158" y="269"/>
                    <a:pt x="158" y="268"/>
                  </a:cubicBezTo>
                  <a:cubicBezTo>
                    <a:pt x="159" y="268"/>
                    <a:pt x="159" y="268"/>
                    <a:pt x="160" y="268"/>
                  </a:cubicBezTo>
                  <a:cubicBezTo>
                    <a:pt x="160" y="267"/>
                    <a:pt x="162" y="266"/>
                    <a:pt x="163" y="266"/>
                  </a:cubicBezTo>
                  <a:cubicBezTo>
                    <a:pt x="163" y="266"/>
                    <a:pt x="165" y="266"/>
                    <a:pt x="165" y="266"/>
                  </a:cubicBezTo>
                  <a:cubicBezTo>
                    <a:pt x="166" y="264"/>
                    <a:pt x="168" y="263"/>
                    <a:pt x="168" y="263"/>
                  </a:cubicBezTo>
                  <a:cubicBezTo>
                    <a:pt x="168" y="262"/>
                    <a:pt x="168" y="262"/>
                    <a:pt x="168" y="261"/>
                  </a:cubicBezTo>
                  <a:cubicBezTo>
                    <a:pt x="169" y="260"/>
                    <a:pt x="170" y="260"/>
                    <a:pt x="170" y="260"/>
                  </a:cubicBezTo>
                  <a:cubicBezTo>
                    <a:pt x="170" y="258"/>
                    <a:pt x="170" y="258"/>
                    <a:pt x="170" y="258"/>
                  </a:cubicBezTo>
                  <a:cubicBezTo>
                    <a:pt x="170" y="258"/>
                    <a:pt x="170" y="257"/>
                    <a:pt x="170" y="256"/>
                  </a:cubicBezTo>
                  <a:cubicBezTo>
                    <a:pt x="171" y="256"/>
                    <a:pt x="172" y="255"/>
                    <a:pt x="172" y="255"/>
                  </a:cubicBezTo>
                  <a:cubicBezTo>
                    <a:pt x="172" y="255"/>
                    <a:pt x="174" y="254"/>
                    <a:pt x="174" y="254"/>
                  </a:cubicBezTo>
                  <a:cubicBezTo>
                    <a:pt x="174" y="254"/>
                    <a:pt x="174" y="253"/>
                    <a:pt x="175" y="253"/>
                  </a:cubicBezTo>
                  <a:cubicBezTo>
                    <a:pt x="175" y="252"/>
                    <a:pt x="175" y="252"/>
                    <a:pt x="176" y="251"/>
                  </a:cubicBezTo>
                  <a:cubicBezTo>
                    <a:pt x="177" y="250"/>
                    <a:pt x="178" y="250"/>
                    <a:pt x="179" y="249"/>
                  </a:cubicBezTo>
                  <a:cubicBezTo>
                    <a:pt x="179" y="249"/>
                    <a:pt x="181" y="246"/>
                    <a:pt x="181" y="246"/>
                  </a:cubicBezTo>
                  <a:cubicBezTo>
                    <a:pt x="182" y="246"/>
                    <a:pt x="182" y="246"/>
                    <a:pt x="183" y="245"/>
                  </a:cubicBezTo>
                  <a:cubicBezTo>
                    <a:pt x="184" y="244"/>
                    <a:pt x="184" y="244"/>
                    <a:pt x="185" y="244"/>
                  </a:cubicBezTo>
                  <a:cubicBezTo>
                    <a:pt x="186" y="243"/>
                    <a:pt x="187" y="243"/>
                    <a:pt x="187" y="243"/>
                  </a:cubicBezTo>
                  <a:cubicBezTo>
                    <a:pt x="188" y="242"/>
                    <a:pt x="189" y="241"/>
                    <a:pt x="189" y="241"/>
                  </a:cubicBezTo>
                  <a:cubicBezTo>
                    <a:pt x="190" y="241"/>
                    <a:pt x="191" y="240"/>
                    <a:pt x="192" y="240"/>
                  </a:cubicBezTo>
                  <a:cubicBezTo>
                    <a:pt x="192" y="240"/>
                    <a:pt x="192" y="240"/>
                    <a:pt x="193" y="240"/>
                  </a:cubicBezTo>
                  <a:cubicBezTo>
                    <a:pt x="193" y="240"/>
                    <a:pt x="193" y="240"/>
                    <a:pt x="194" y="241"/>
                  </a:cubicBezTo>
                  <a:cubicBezTo>
                    <a:pt x="194" y="242"/>
                    <a:pt x="195" y="242"/>
                    <a:pt x="196" y="241"/>
                  </a:cubicBezTo>
                  <a:cubicBezTo>
                    <a:pt x="196" y="241"/>
                    <a:pt x="197" y="241"/>
                    <a:pt x="197" y="240"/>
                  </a:cubicBezTo>
                  <a:cubicBezTo>
                    <a:pt x="198" y="240"/>
                    <a:pt x="200" y="240"/>
                    <a:pt x="201" y="239"/>
                  </a:cubicBezTo>
                  <a:cubicBezTo>
                    <a:pt x="201" y="238"/>
                    <a:pt x="202" y="237"/>
                    <a:pt x="203" y="237"/>
                  </a:cubicBezTo>
                  <a:cubicBezTo>
                    <a:pt x="204" y="237"/>
                    <a:pt x="206" y="237"/>
                    <a:pt x="205" y="238"/>
                  </a:cubicBezTo>
                  <a:cubicBezTo>
                    <a:pt x="204" y="238"/>
                    <a:pt x="204" y="238"/>
                    <a:pt x="203" y="239"/>
                  </a:cubicBezTo>
                  <a:cubicBezTo>
                    <a:pt x="202" y="240"/>
                    <a:pt x="202" y="240"/>
                    <a:pt x="201" y="241"/>
                  </a:cubicBezTo>
                  <a:cubicBezTo>
                    <a:pt x="201" y="242"/>
                    <a:pt x="200" y="243"/>
                    <a:pt x="201" y="243"/>
                  </a:cubicBezTo>
                  <a:cubicBezTo>
                    <a:pt x="203" y="243"/>
                    <a:pt x="202" y="243"/>
                    <a:pt x="203" y="244"/>
                  </a:cubicBezTo>
                  <a:cubicBezTo>
                    <a:pt x="205" y="245"/>
                    <a:pt x="207" y="245"/>
                    <a:pt x="206" y="246"/>
                  </a:cubicBezTo>
                  <a:cubicBezTo>
                    <a:pt x="204" y="247"/>
                    <a:pt x="203" y="246"/>
                    <a:pt x="202" y="245"/>
                  </a:cubicBezTo>
                  <a:cubicBezTo>
                    <a:pt x="201" y="245"/>
                    <a:pt x="200" y="245"/>
                    <a:pt x="199" y="245"/>
                  </a:cubicBezTo>
                  <a:cubicBezTo>
                    <a:pt x="198" y="246"/>
                    <a:pt x="198" y="245"/>
                    <a:pt x="197" y="246"/>
                  </a:cubicBezTo>
                  <a:cubicBezTo>
                    <a:pt x="196" y="246"/>
                    <a:pt x="194" y="246"/>
                    <a:pt x="194" y="246"/>
                  </a:cubicBezTo>
                  <a:cubicBezTo>
                    <a:pt x="193" y="245"/>
                    <a:pt x="193" y="245"/>
                    <a:pt x="193" y="245"/>
                  </a:cubicBezTo>
                  <a:cubicBezTo>
                    <a:pt x="193" y="245"/>
                    <a:pt x="193" y="243"/>
                    <a:pt x="191" y="244"/>
                  </a:cubicBezTo>
                  <a:cubicBezTo>
                    <a:pt x="190" y="245"/>
                    <a:pt x="189" y="245"/>
                    <a:pt x="188" y="246"/>
                  </a:cubicBezTo>
                  <a:cubicBezTo>
                    <a:pt x="187" y="248"/>
                    <a:pt x="188" y="248"/>
                    <a:pt x="187" y="248"/>
                  </a:cubicBezTo>
                  <a:cubicBezTo>
                    <a:pt x="187" y="248"/>
                    <a:pt x="186" y="248"/>
                    <a:pt x="186" y="248"/>
                  </a:cubicBezTo>
                  <a:cubicBezTo>
                    <a:pt x="186" y="248"/>
                    <a:pt x="185" y="248"/>
                    <a:pt x="185" y="249"/>
                  </a:cubicBezTo>
                  <a:cubicBezTo>
                    <a:pt x="184" y="249"/>
                    <a:pt x="184" y="249"/>
                    <a:pt x="184" y="250"/>
                  </a:cubicBezTo>
                  <a:cubicBezTo>
                    <a:pt x="184" y="250"/>
                    <a:pt x="184" y="250"/>
                    <a:pt x="184" y="251"/>
                  </a:cubicBezTo>
                  <a:cubicBezTo>
                    <a:pt x="183" y="252"/>
                    <a:pt x="184" y="251"/>
                    <a:pt x="184" y="253"/>
                  </a:cubicBezTo>
                  <a:cubicBezTo>
                    <a:pt x="184" y="254"/>
                    <a:pt x="184" y="254"/>
                    <a:pt x="184" y="255"/>
                  </a:cubicBezTo>
                  <a:cubicBezTo>
                    <a:pt x="183" y="256"/>
                    <a:pt x="181" y="257"/>
                    <a:pt x="181" y="258"/>
                  </a:cubicBezTo>
                  <a:cubicBezTo>
                    <a:pt x="181" y="259"/>
                    <a:pt x="180" y="259"/>
                    <a:pt x="180" y="260"/>
                  </a:cubicBezTo>
                  <a:cubicBezTo>
                    <a:pt x="179" y="261"/>
                    <a:pt x="178" y="260"/>
                    <a:pt x="178" y="261"/>
                  </a:cubicBezTo>
                  <a:cubicBezTo>
                    <a:pt x="178" y="263"/>
                    <a:pt x="179" y="262"/>
                    <a:pt x="178" y="264"/>
                  </a:cubicBezTo>
                  <a:cubicBezTo>
                    <a:pt x="177" y="265"/>
                    <a:pt x="176" y="265"/>
                    <a:pt x="177" y="265"/>
                  </a:cubicBezTo>
                  <a:cubicBezTo>
                    <a:pt x="179" y="266"/>
                    <a:pt x="181" y="266"/>
                    <a:pt x="181" y="266"/>
                  </a:cubicBezTo>
                  <a:cubicBezTo>
                    <a:pt x="182" y="266"/>
                    <a:pt x="184" y="266"/>
                    <a:pt x="184" y="266"/>
                  </a:cubicBezTo>
                  <a:cubicBezTo>
                    <a:pt x="184" y="266"/>
                    <a:pt x="185" y="267"/>
                    <a:pt x="184" y="267"/>
                  </a:cubicBezTo>
                  <a:cubicBezTo>
                    <a:pt x="184" y="268"/>
                    <a:pt x="184" y="269"/>
                    <a:pt x="183" y="270"/>
                  </a:cubicBezTo>
                  <a:cubicBezTo>
                    <a:pt x="181" y="271"/>
                    <a:pt x="180" y="271"/>
                    <a:pt x="180" y="271"/>
                  </a:cubicBezTo>
                  <a:cubicBezTo>
                    <a:pt x="180" y="271"/>
                    <a:pt x="179" y="271"/>
                    <a:pt x="179" y="271"/>
                  </a:cubicBezTo>
                  <a:cubicBezTo>
                    <a:pt x="178" y="271"/>
                    <a:pt x="178" y="271"/>
                    <a:pt x="177" y="271"/>
                  </a:cubicBezTo>
                  <a:cubicBezTo>
                    <a:pt x="177" y="271"/>
                    <a:pt x="176" y="271"/>
                    <a:pt x="176" y="272"/>
                  </a:cubicBezTo>
                  <a:cubicBezTo>
                    <a:pt x="177" y="273"/>
                    <a:pt x="177" y="274"/>
                    <a:pt x="177" y="274"/>
                  </a:cubicBezTo>
                  <a:cubicBezTo>
                    <a:pt x="177" y="274"/>
                    <a:pt x="177" y="274"/>
                    <a:pt x="177" y="274"/>
                  </a:cubicBezTo>
                  <a:cubicBezTo>
                    <a:pt x="178" y="274"/>
                    <a:pt x="178" y="274"/>
                    <a:pt x="179" y="274"/>
                  </a:cubicBezTo>
                  <a:cubicBezTo>
                    <a:pt x="181" y="274"/>
                    <a:pt x="186" y="273"/>
                    <a:pt x="186" y="273"/>
                  </a:cubicBezTo>
                  <a:cubicBezTo>
                    <a:pt x="187" y="273"/>
                    <a:pt x="185" y="275"/>
                    <a:pt x="188" y="273"/>
                  </a:cubicBezTo>
                  <a:cubicBezTo>
                    <a:pt x="192" y="270"/>
                    <a:pt x="193" y="270"/>
                    <a:pt x="194" y="269"/>
                  </a:cubicBezTo>
                  <a:cubicBezTo>
                    <a:pt x="195" y="268"/>
                    <a:pt x="196" y="268"/>
                    <a:pt x="196" y="267"/>
                  </a:cubicBezTo>
                  <a:cubicBezTo>
                    <a:pt x="197" y="267"/>
                    <a:pt x="200" y="265"/>
                    <a:pt x="201" y="265"/>
                  </a:cubicBezTo>
                  <a:cubicBezTo>
                    <a:pt x="201" y="265"/>
                    <a:pt x="202" y="265"/>
                    <a:pt x="203" y="265"/>
                  </a:cubicBezTo>
                  <a:cubicBezTo>
                    <a:pt x="204" y="264"/>
                    <a:pt x="204" y="264"/>
                    <a:pt x="205" y="263"/>
                  </a:cubicBezTo>
                  <a:cubicBezTo>
                    <a:pt x="207" y="262"/>
                    <a:pt x="206" y="262"/>
                    <a:pt x="208" y="262"/>
                  </a:cubicBezTo>
                  <a:cubicBezTo>
                    <a:pt x="209" y="263"/>
                    <a:pt x="209" y="262"/>
                    <a:pt x="210" y="262"/>
                  </a:cubicBezTo>
                  <a:cubicBezTo>
                    <a:pt x="211" y="262"/>
                    <a:pt x="211" y="262"/>
                    <a:pt x="211" y="262"/>
                  </a:cubicBezTo>
                  <a:cubicBezTo>
                    <a:pt x="212" y="261"/>
                    <a:pt x="214" y="260"/>
                    <a:pt x="214" y="260"/>
                  </a:cubicBezTo>
                  <a:cubicBezTo>
                    <a:pt x="214" y="260"/>
                    <a:pt x="217" y="257"/>
                    <a:pt x="218" y="256"/>
                  </a:cubicBezTo>
                  <a:cubicBezTo>
                    <a:pt x="218" y="256"/>
                    <a:pt x="219" y="255"/>
                    <a:pt x="219" y="254"/>
                  </a:cubicBezTo>
                  <a:cubicBezTo>
                    <a:pt x="219" y="254"/>
                    <a:pt x="220" y="253"/>
                    <a:pt x="218" y="253"/>
                  </a:cubicBezTo>
                  <a:cubicBezTo>
                    <a:pt x="216" y="253"/>
                    <a:pt x="216" y="254"/>
                    <a:pt x="216" y="252"/>
                  </a:cubicBezTo>
                  <a:cubicBezTo>
                    <a:pt x="215" y="251"/>
                    <a:pt x="214" y="251"/>
                    <a:pt x="214" y="250"/>
                  </a:cubicBezTo>
                  <a:cubicBezTo>
                    <a:pt x="215" y="249"/>
                    <a:pt x="215" y="248"/>
                    <a:pt x="216" y="248"/>
                  </a:cubicBezTo>
                  <a:cubicBezTo>
                    <a:pt x="217" y="247"/>
                    <a:pt x="218" y="247"/>
                    <a:pt x="218" y="247"/>
                  </a:cubicBezTo>
                  <a:cubicBezTo>
                    <a:pt x="218" y="246"/>
                    <a:pt x="218" y="245"/>
                    <a:pt x="219" y="245"/>
                  </a:cubicBezTo>
                  <a:cubicBezTo>
                    <a:pt x="219" y="244"/>
                    <a:pt x="220" y="243"/>
                    <a:pt x="220" y="243"/>
                  </a:cubicBezTo>
                  <a:cubicBezTo>
                    <a:pt x="221" y="243"/>
                    <a:pt x="222" y="242"/>
                    <a:pt x="222" y="242"/>
                  </a:cubicBezTo>
                  <a:cubicBezTo>
                    <a:pt x="221" y="246"/>
                    <a:pt x="221" y="246"/>
                    <a:pt x="221" y="246"/>
                  </a:cubicBezTo>
                  <a:cubicBezTo>
                    <a:pt x="221" y="246"/>
                    <a:pt x="221" y="247"/>
                    <a:pt x="222" y="248"/>
                  </a:cubicBezTo>
                  <a:cubicBezTo>
                    <a:pt x="222" y="248"/>
                    <a:pt x="223" y="249"/>
                    <a:pt x="224" y="248"/>
                  </a:cubicBezTo>
                  <a:cubicBezTo>
                    <a:pt x="224" y="247"/>
                    <a:pt x="225" y="246"/>
                    <a:pt x="225" y="246"/>
                  </a:cubicBezTo>
                  <a:cubicBezTo>
                    <a:pt x="225" y="246"/>
                    <a:pt x="226" y="246"/>
                    <a:pt x="227" y="246"/>
                  </a:cubicBezTo>
                  <a:cubicBezTo>
                    <a:pt x="227" y="246"/>
                    <a:pt x="230" y="246"/>
                    <a:pt x="230" y="246"/>
                  </a:cubicBezTo>
                  <a:cubicBezTo>
                    <a:pt x="230" y="246"/>
                    <a:pt x="231" y="245"/>
                    <a:pt x="231" y="246"/>
                  </a:cubicBezTo>
                  <a:cubicBezTo>
                    <a:pt x="231" y="247"/>
                    <a:pt x="234" y="246"/>
                    <a:pt x="234" y="246"/>
                  </a:cubicBezTo>
                  <a:cubicBezTo>
                    <a:pt x="234" y="246"/>
                    <a:pt x="234" y="244"/>
                    <a:pt x="235" y="245"/>
                  </a:cubicBezTo>
                  <a:cubicBezTo>
                    <a:pt x="236" y="245"/>
                    <a:pt x="237" y="246"/>
                    <a:pt x="237" y="247"/>
                  </a:cubicBezTo>
                  <a:cubicBezTo>
                    <a:pt x="237" y="248"/>
                    <a:pt x="239" y="248"/>
                    <a:pt x="239" y="248"/>
                  </a:cubicBezTo>
                  <a:cubicBezTo>
                    <a:pt x="239" y="249"/>
                    <a:pt x="240" y="249"/>
                    <a:pt x="240" y="249"/>
                  </a:cubicBezTo>
                  <a:cubicBezTo>
                    <a:pt x="241" y="250"/>
                    <a:pt x="241" y="251"/>
                    <a:pt x="241" y="251"/>
                  </a:cubicBezTo>
                  <a:cubicBezTo>
                    <a:pt x="241" y="251"/>
                    <a:pt x="241" y="251"/>
                    <a:pt x="240" y="251"/>
                  </a:cubicBezTo>
                  <a:cubicBezTo>
                    <a:pt x="240" y="251"/>
                    <a:pt x="239" y="250"/>
                    <a:pt x="238" y="251"/>
                  </a:cubicBezTo>
                  <a:cubicBezTo>
                    <a:pt x="238" y="253"/>
                    <a:pt x="239" y="252"/>
                    <a:pt x="238" y="254"/>
                  </a:cubicBezTo>
                  <a:cubicBezTo>
                    <a:pt x="237" y="255"/>
                    <a:pt x="242" y="253"/>
                    <a:pt x="242" y="253"/>
                  </a:cubicBezTo>
                  <a:cubicBezTo>
                    <a:pt x="242" y="253"/>
                    <a:pt x="244" y="254"/>
                    <a:pt x="244" y="254"/>
                  </a:cubicBezTo>
                  <a:cubicBezTo>
                    <a:pt x="244" y="255"/>
                    <a:pt x="246" y="256"/>
                    <a:pt x="246" y="256"/>
                  </a:cubicBezTo>
                  <a:cubicBezTo>
                    <a:pt x="247" y="256"/>
                    <a:pt x="247" y="256"/>
                    <a:pt x="247" y="256"/>
                  </a:cubicBezTo>
                  <a:cubicBezTo>
                    <a:pt x="248" y="256"/>
                    <a:pt x="249" y="256"/>
                    <a:pt x="250" y="256"/>
                  </a:cubicBezTo>
                  <a:cubicBezTo>
                    <a:pt x="250" y="255"/>
                    <a:pt x="251" y="255"/>
                    <a:pt x="251" y="254"/>
                  </a:cubicBezTo>
                  <a:cubicBezTo>
                    <a:pt x="252" y="254"/>
                    <a:pt x="253" y="254"/>
                    <a:pt x="253" y="253"/>
                  </a:cubicBezTo>
                  <a:cubicBezTo>
                    <a:pt x="254" y="252"/>
                    <a:pt x="256" y="252"/>
                    <a:pt x="256" y="252"/>
                  </a:cubicBezTo>
                  <a:cubicBezTo>
                    <a:pt x="257" y="251"/>
                    <a:pt x="259" y="251"/>
                    <a:pt x="258" y="251"/>
                  </a:cubicBezTo>
                  <a:cubicBezTo>
                    <a:pt x="257" y="252"/>
                    <a:pt x="255" y="253"/>
                    <a:pt x="254" y="254"/>
                  </a:cubicBezTo>
                  <a:cubicBezTo>
                    <a:pt x="253" y="255"/>
                    <a:pt x="253" y="255"/>
                    <a:pt x="254" y="256"/>
                  </a:cubicBezTo>
                  <a:cubicBezTo>
                    <a:pt x="254" y="257"/>
                    <a:pt x="256" y="257"/>
                    <a:pt x="256" y="257"/>
                  </a:cubicBezTo>
                  <a:cubicBezTo>
                    <a:pt x="257" y="259"/>
                    <a:pt x="259" y="259"/>
                    <a:pt x="259" y="259"/>
                  </a:cubicBezTo>
                  <a:cubicBezTo>
                    <a:pt x="260" y="259"/>
                    <a:pt x="261" y="260"/>
                    <a:pt x="260" y="260"/>
                  </a:cubicBezTo>
                  <a:cubicBezTo>
                    <a:pt x="260" y="261"/>
                    <a:pt x="262" y="260"/>
                    <a:pt x="262" y="261"/>
                  </a:cubicBezTo>
                  <a:cubicBezTo>
                    <a:pt x="262" y="261"/>
                    <a:pt x="264" y="261"/>
                    <a:pt x="266" y="260"/>
                  </a:cubicBezTo>
                  <a:cubicBezTo>
                    <a:pt x="268" y="260"/>
                    <a:pt x="270" y="260"/>
                    <a:pt x="271" y="260"/>
                  </a:cubicBezTo>
                  <a:cubicBezTo>
                    <a:pt x="271" y="260"/>
                    <a:pt x="271" y="261"/>
                    <a:pt x="272" y="261"/>
                  </a:cubicBezTo>
                  <a:cubicBezTo>
                    <a:pt x="273" y="261"/>
                    <a:pt x="275" y="261"/>
                    <a:pt x="275" y="261"/>
                  </a:cubicBezTo>
                  <a:cubicBezTo>
                    <a:pt x="277" y="261"/>
                    <a:pt x="277" y="261"/>
                    <a:pt x="277" y="261"/>
                  </a:cubicBezTo>
                  <a:cubicBezTo>
                    <a:pt x="279" y="260"/>
                    <a:pt x="279" y="260"/>
                    <a:pt x="279" y="260"/>
                  </a:cubicBezTo>
                  <a:cubicBezTo>
                    <a:pt x="280" y="260"/>
                    <a:pt x="280" y="260"/>
                    <a:pt x="280" y="260"/>
                  </a:cubicBezTo>
                  <a:cubicBezTo>
                    <a:pt x="283" y="260"/>
                    <a:pt x="283" y="260"/>
                    <a:pt x="283" y="260"/>
                  </a:cubicBezTo>
                  <a:cubicBezTo>
                    <a:pt x="283" y="260"/>
                    <a:pt x="284" y="260"/>
                    <a:pt x="284" y="260"/>
                  </a:cubicBezTo>
                  <a:cubicBezTo>
                    <a:pt x="284" y="260"/>
                    <a:pt x="285" y="260"/>
                    <a:pt x="285" y="260"/>
                  </a:cubicBezTo>
                  <a:cubicBezTo>
                    <a:pt x="285" y="260"/>
                    <a:pt x="286" y="260"/>
                    <a:pt x="286" y="260"/>
                  </a:cubicBezTo>
                  <a:cubicBezTo>
                    <a:pt x="286" y="261"/>
                    <a:pt x="288" y="261"/>
                    <a:pt x="288" y="261"/>
                  </a:cubicBezTo>
                  <a:cubicBezTo>
                    <a:pt x="290" y="261"/>
                    <a:pt x="293" y="260"/>
                    <a:pt x="293" y="260"/>
                  </a:cubicBezTo>
                  <a:cubicBezTo>
                    <a:pt x="293" y="260"/>
                    <a:pt x="294" y="261"/>
                    <a:pt x="294" y="262"/>
                  </a:cubicBezTo>
                  <a:cubicBezTo>
                    <a:pt x="294" y="262"/>
                    <a:pt x="294" y="262"/>
                    <a:pt x="294" y="263"/>
                  </a:cubicBezTo>
                  <a:cubicBezTo>
                    <a:pt x="294" y="263"/>
                    <a:pt x="295" y="265"/>
                    <a:pt x="295" y="265"/>
                  </a:cubicBezTo>
                  <a:cubicBezTo>
                    <a:pt x="296" y="265"/>
                    <a:pt x="296" y="265"/>
                    <a:pt x="298" y="266"/>
                  </a:cubicBezTo>
                  <a:cubicBezTo>
                    <a:pt x="299" y="266"/>
                    <a:pt x="300" y="266"/>
                    <a:pt x="301" y="266"/>
                  </a:cubicBezTo>
                  <a:cubicBezTo>
                    <a:pt x="301" y="267"/>
                    <a:pt x="303" y="267"/>
                    <a:pt x="303" y="267"/>
                  </a:cubicBezTo>
                  <a:cubicBezTo>
                    <a:pt x="304" y="267"/>
                    <a:pt x="305" y="267"/>
                    <a:pt x="306" y="266"/>
                  </a:cubicBezTo>
                  <a:cubicBezTo>
                    <a:pt x="307" y="266"/>
                    <a:pt x="308" y="265"/>
                    <a:pt x="309" y="265"/>
                  </a:cubicBezTo>
                  <a:cubicBezTo>
                    <a:pt x="310" y="264"/>
                    <a:pt x="311" y="264"/>
                    <a:pt x="312" y="264"/>
                  </a:cubicBezTo>
                  <a:cubicBezTo>
                    <a:pt x="312" y="264"/>
                    <a:pt x="312" y="263"/>
                    <a:pt x="313" y="263"/>
                  </a:cubicBezTo>
                  <a:cubicBezTo>
                    <a:pt x="314" y="263"/>
                    <a:pt x="316" y="265"/>
                    <a:pt x="316" y="266"/>
                  </a:cubicBezTo>
                  <a:cubicBezTo>
                    <a:pt x="315" y="266"/>
                    <a:pt x="314" y="266"/>
                    <a:pt x="313" y="266"/>
                  </a:cubicBezTo>
                  <a:cubicBezTo>
                    <a:pt x="312" y="267"/>
                    <a:pt x="312" y="266"/>
                    <a:pt x="311" y="267"/>
                  </a:cubicBezTo>
                  <a:cubicBezTo>
                    <a:pt x="310" y="268"/>
                    <a:pt x="310" y="268"/>
                    <a:pt x="310" y="269"/>
                  </a:cubicBezTo>
                  <a:cubicBezTo>
                    <a:pt x="311" y="270"/>
                    <a:pt x="319" y="273"/>
                    <a:pt x="320" y="274"/>
                  </a:cubicBezTo>
                  <a:cubicBezTo>
                    <a:pt x="320" y="275"/>
                    <a:pt x="321" y="275"/>
                    <a:pt x="322" y="275"/>
                  </a:cubicBezTo>
                  <a:cubicBezTo>
                    <a:pt x="322" y="275"/>
                    <a:pt x="322" y="274"/>
                    <a:pt x="323" y="275"/>
                  </a:cubicBezTo>
                  <a:cubicBezTo>
                    <a:pt x="324" y="276"/>
                    <a:pt x="325" y="276"/>
                    <a:pt x="326" y="277"/>
                  </a:cubicBezTo>
                  <a:cubicBezTo>
                    <a:pt x="326" y="278"/>
                    <a:pt x="328" y="277"/>
                    <a:pt x="328" y="278"/>
                  </a:cubicBezTo>
                  <a:cubicBezTo>
                    <a:pt x="328" y="279"/>
                    <a:pt x="330" y="279"/>
                    <a:pt x="330" y="280"/>
                  </a:cubicBezTo>
                  <a:cubicBezTo>
                    <a:pt x="330" y="281"/>
                    <a:pt x="331" y="282"/>
                    <a:pt x="331" y="282"/>
                  </a:cubicBezTo>
                  <a:cubicBezTo>
                    <a:pt x="332" y="282"/>
                    <a:pt x="333" y="282"/>
                    <a:pt x="334" y="283"/>
                  </a:cubicBezTo>
                  <a:cubicBezTo>
                    <a:pt x="334" y="283"/>
                    <a:pt x="335" y="283"/>
                    <a:pt x="336" y="284"/>
                  </a:cubicBezTo>
                  <a:cubicBezTo>
                    <a:pt x="336" y="285"/>
                    <a:pt x="336" y="285"/>
                    <a:pt x="336" y="285"/>
                  </a:cubicBezTo>
                  <a:cubicBezTo>
                    <a:pt x="337" y="286"/>
                    <a:pt x="338" y="286"/>
                    <a:pt x="338" y="286"/>
                  </a:cubicBezTo>
                  <a:cubicBezTo>
                    <a:pt x="339" y="286"/>
                    <a:pt x="339" y="286"/>
                    <a:pt x="339" y="286"/>
                  </a:cubicBezTo>
                  <a:cubicBezTo>
                    <a:pt x="339" y="286"/>
                    <a:pt x="339" y="286"/>
                    <a:pt x="340" y="287"/>
                  </a:cubicBezTo>
                  <a:cubicBezTo>
                    <a:pt x="341" y="288"/>
                    <a:pt x="339" y="289"/>
                    <a:pt x="342" y="288"/>
                  </a:cubicBezTo>
                  <a:cubicBezTo>
                    <a:pt x="345" y="288"/>
                    <a:pt x="345" y="288"/>
                    <a:pt x="346" y="288"/>
                  </a:cubicBezTo>
                  <a:cubicBezTo>
                    <a:pt x="347" y="288"/>
                    <a:pt x="346" y="287"/>
                    <a:pt x="348" y="287"/>
                  </a:cubicBezTo>
                  <a:cubicBezTo>
                    <a:pt x="349" y="287"/>
                    <a:pt x="349" y="286"/>
                    <a:pt x="349" y="286"/>
                  </a:cubicBezTo>
                  <a:cubicBezTo>
                    <a:pt x="349" y="285"/>
                    <a:pt x="349" y="284"/>
                    <a:pt x="349" y="284"/>
                  </a:cubicBezTo>
                  <a:cubicBezTo>
                    <a:pt x="349" y="284"/>
                    <a:pt x="352" y="286"/>
                    <a:pt x="351" y="284"/>
                  </a:cubicBezTo>
                  <a:cubicBezTo>
                    <a:pt x="350" y="282"/>
                    <a:pt x="350" y="282"/>
                    <a:pt x="350" y="282"/>
                  </a:cubicBezTo>
                  <a:cubicBezTo>
                    <a:pt x="350" y="281"/>
                    <a:pt x="351" y="280"/>
                    <a:pt x="351" y="280"/>
                  </a:cubicBezTo>
                  <a:cubicBezTo>
                    <a:pt x="351" y="280"/>
                    <a:pt x="353" y="283"/>
                    <a:pt x="353" y="283"/>
                  </a:cubicBezTo>
                  <a:cubicBezTo>
                    <a:pt x="353" y="284"/>
                    <a:pt x="353" y="286"/>
                    <a:pt x="353" y="286"/>
                  </a:cubicBezTo>
                  <a:cubicBezTo>
                    <a:pt x="353" y="286"/>
                    <a:pt x="353" y="286"/>
                    <a:pt x="354" y="286"/>
                  </a:cubicBezTo>
                  <a:cubicBezTo>
                    <a:pt x="354" y="286"/>
                    <a:pt x="354" y="286"/>
                    <a:pt x="354" y="286"/>
                  </a:cubicBezTo>
                  <a:cubicBezTo>
                    <a:pt x="355" y="287"/>
                    <a:pt x="358" y="288"/>
                    <a:pt x="358" y="288"/>
                  </a:cubicBezTo>
                  <a:cubicBezTo>
                    <a:pt x="361" y="288"/>
                    <a:pt x="361" y="288"/>
                    <a:pt x="361" y="288"/>
                  </a:cubicBezTo>
                  <a:cubicBezTo>
                    <a:pt x="362" y="287"/>
                    <a:pt x="362" y="284"/>
                    <a:pt x="361" y="284"/>
                  </a:cubicBezTo>
                  <a:cubicBezTo>
                    <a:pt x="361" y="283"/>
                    <a:pt x="361" y="282"/>
                    <a:pt x="361" y="281"/>
                  </a:cubicBezTo>
                  <a:cubicBezTo>
                    <a:pt x="361" y="280"/>
                    <a:pt x="362" y="278"/>
                    <a:pt x="362" y="279"/>
                  </a:cubicBezTo>
                  <a:cubicBezTo>
                    <a:pt x="362" y="281"/>
                    <a:pt x="363" y="283"/>
                    <a:pt x="363" y="284"/>
                  </a:cubicBezTo>
                  <a:cubicBezTo>
                    <a:pt x="363" y="285"/>
                    <a:pt x="365" y="286"/>
                    <a:pt x="365" y="287"/>
                  </a:cubicBezTo>
                  <a:cubicBezTo>
                    <a:pt x="365" y="288"/>
                    <a:pt x="367" y="288"/>
                    <a:pt x="367" y="289"/>
                  </a:cubicBezTo>
                  <a:cubicBezTo>
                    <a:pt x="368" y="289"/>
                    <a:pt x="368" y="289"/>
                    <a:pt x="369" y="290"/>
                  </a:cubicBezTo>
                  <a:cubicBezTo>
                    <a:pt x="370" y="291"/>
                    <a:pt x="372" y="291"/>
                    <a:pt x="373" y="291"/>
                  </a:cubicBezTo>
                  <a:cubicBezTo>
                    <a:pt x="373" y="292"/>
                    <a:pt x="376" y="293"/>
                    <a:pt x="376" y="293"/>
                  </a:cubicBezTo>
                  <a:cubicBezTo>
                    <a:pt x="376" y="293"/>
                    <a:pt x="379" y="294"/>
                    <a:pt x="378" y="295"/>
                  </a:cubicBezTo>
                  <a:cubicBezTo>
                    <a:pt x="378" y="295"/>
                    <a:pt x="378" y="297"/>
                    <a:pt x="378" y="297"/>
                  </a:cubicBezTo>
                  <a:cubicBezTo>
                    <a:pt x="378" y="298"/>
                    <a:pt x="381" y="297"/>
                    <a:pt x="381" y="298"/>
                  </a:cubicBezTo>
                  <a:cubicBezTo>
                    <a:pt x="381" y="299"/>
                    <a:pt x="381" y="299"/>
                    <a:pt x="380" y="300"/>
                  </a:cubicBezTo>
                  <a:cubicBezTo>
                    <a:pt x="380" y="302"/>
                    <a:pt x="381" y="302"/>
                    <a:pt x="382" y="302"/>
                  </a:cubicBezTo>
                  <a:cubicBezTo>
                    <a:pt x="382" y="303"/>
                    <a:pt x="384" y="304"/>
                    <a:pt x="384" y="305"/>
                  </a:cubicBezTo>
                  <a:cubicBezTo>
                    <a:pt x="383" y="305"/>
                    <a:pt x="382" y="306"/>
                    <a:pt x="382" y="306"/>
                  </a:cubicBezTo>
                  <a:cubicBezTo>
                    <a:pt x="382" y="307"/>
                    <a:pt x="383" y="307"/>
                    <a:pt x="384" y="308"/>
                  </a:cubicBezTo>
                  <a:cubicBezTo>
                    <a:pt x="384" y="309"/>
                    <a:pt x="387" y="310"/>
                    <a:pt x="387" y="310"/>
                  </a:cubicBezTo>
                  <a:cubicBezTo>
                    <a:pt x="387" y="310"/>
                    <a:pt x="389" y="311"/>
                    <a:pt x="389" y="311"/>
                  </a:cubicBezTo>
                  <a:cubicBezTo>
                    <a:pt x="389" y="311"/>
                    <a:pt x="390" y="313"/>
                    <a:pt x="390" y="314"/>
                  </a:cubicBezTo>
                  <a:cubicBezTo>
                    <a:pt x="390" y="314"/>
                    <a:pt x="392" y="315"/>
                    <a:pt x="392" y="316"/>
                  </a:cubicBezTo>
                  <a:cubicBezTo>
                    <a:pt x="392" y="316"/>
                    <a:pt x="394" y="318"/>
                    <a:pt x="394" y="318"/>
                  </a:cubicBezTo>
                  <a:cubicBezTo>
                    <a:pt x="395" y="319"/>
                    <a:pt x="396" y="319"/>
                    <a:pt x="396" y="320"/>
                  </a:cubicBezTo>
                  <a:cubicBezTo>
                    <a:pt x="397" y="322"/>
                    <a:pt x="398" y="322"/>
                    <a:pt x="399" y="322"/>
                  </a:cubicBezTo>
                  <a:cubicBezTo>
                    <a:pt x="399" y="322"/>
                    <a:pt x="401" y="322"/>
                    <a:pt x="401" y="323"/>
                  </a:cubicBezTo>
                  <a:cubicBezTo>
                    <a:pt x="400" y="323"/>
                    <a:pt x="399" y="323"/>
                    <a:pt x="398" y="324"/>
                  </a:cubicBezTo>
                  <a:cubicBezTo>
                    <a:pt x="398" y="324"/>
                    <a:pt x="398" y="324"/>
                    <a:pt x="397" y="325"/>
                  </a:cubicBezTo>
                  <a:cubicBezTo>
                    <a:pt x="397" y="326"/>
                    <a:pt x="398" y="326"/>
                    <a:pt x="397" y="327"/>
                  </a:cubicBezTo>
                  <a:cubicBezTo>
                    <a:pt x="396" y="328"/>
                    <a:pt x="401" y="327"/>
                    <a:pt x="402" y="327"/>
                  </a:cubicBezTo>
                  <a:cubicBezTo>
                    <a:pt x="402" y="327"/>
                    <a:pt x="403" y="326"/>
                    <a:pt x="404" y="326"/>
                  </a:cubicBezTo>
                  <a:cubicBezTo>
                    <a:pt x="405" y="326"/>
                    <a:pt x="406" y="326"/>
                    <a:pt x="407" y="327"/>
                  </a:cubicBezTo>
                  <a:cubicBezTo>
                    <a:pt x="407" y="327"/>
                    <a:pt x="408" y="328"/>
                    <a:pt x="408" y="329"/>
                  </a:cubicBezTo>
                  <a:cubicBezTo>
                    <a:pt x="408" y="330"/>
                    <a:pt x="410" y="331"/>
                    <a:pt x="409" y="332"/>
                  </a:cubicBezTo>
                  <a:cubicBezTo>
                    <a:pt x="408" y="332"/>
                    <a:pt x="408" y="332"/>
                    <a:pt x="407" y="333"/>
                  </a:cubicBezTo>
                  <a:cubicBezTo>
                    <a:pt x="407" y="334"/>
                    <a:pt x="407" y="334"/>
                    <a:pt x="407" y="334"/>
                  </a:cubicBezTo>
                  <a:cubicBezTo>
                    <a:pt x="408" y="335"/>
                    <a:pt x="409" y="335"/>
                    <a:pt x="410" y="336"/>
                  </a:cubicBezTo>
                  <a:cubicBezTo>
                    <a:pt x="410" y="336"/>
                    <a:pt x="411" y="337"/>
                    <a:pt x="411" y="338"/>
                  </a:cubicBezTo>
                  <a:cubicBezTo>
                    <a:pt x="411" y="339"/>
                    <a:pt x="411" y="339"/>
                    <a:pt x="410" y="339"/>
                  </a:cubicBezTo>
                  <a:cubicBezTo>
                    <a:pt x="409" y="340"/>
                    <a:pt x="409" y="339"/>
                    <a:pt x="409" y="340"/>
                  </a:cubicBezTo>
                  <a:cubicBezTo>
                    <a:pt x="409" y="341"/>
                    <a:pt x="409" y="341"/>
                    <a:pt x="409" y="341"/>
                  </a:cubicBezTo>
                  <a:cubicBezTo>
                    <a:pt x="409" y="341"/>
                    <a:pt x="409" y="341"/>
                    <a:pt x="409" y="341"/>
                  </a:cubicBezTo>
                  <a:cubicBezTo>
                    <a:pt x="409" y="343"/>
                    <a:pt x="410" y="344"/>
                    <a:pt x="410" y="344"/>
                  </a:cubicBezTo>
                  <a:cubicBezTo>
                    <a:pt x="410" y="344"/>
                    <a:pt x="411" y="344"/>
                    <a:pt x="411" y="344"/>
                  </a:cubicBezTo>
                  <a:cubicBezTo>
                    <a:pt x="412" y="344"/>
                    <a:pt x="412" y="344"/>
                    <a:pt x="412" y="344"/>
                  </a:cubicBezTo>
                  <a:cubicBezTo>
                    <a:pt x="412" y="345"/>
                    <a:pt x="413" y="346"/>
                    <a:pt x="412" y="347"/>
                  </a:cubicBezTo>
                  <a:cubicBezTo>
                    <a:pt x="411" y="348"/>
                    <a:pt x="411" y="348"/>
                    <a:pt x="411" y="349"/>
                  </a:cubicBezTo>
                  <a:cubicBezTo>
                    <a:pt x="411" y="349"/>
                    <a:pt x="413" y="350"/>
                    <a:pt x="413" y="351"/>
                  </a:cubicBezTo>
                  <a:cubicBezTo>
                    <a:pt x="412" y="352"/>
                    <a:pt x="414" y="352"/>
                    <a:pt x="414" y="352"/>
                  </a:cubicBezTo>
                  <a:cubicBezTo>
                    <a:pt x="414" y="352"/>
                    <a:pt x="414" y="352"/>
                    <a:pt x="414" y="352"/>
                  </a:cubicBezTo>
                  <a:cubicBezTo>
                    <a:pt x="414" y="352"/>
                    <a:pt x="414" y="352"/>
                    <a:pt x="414" y="352"/>
                  </a:cubicBezTo>
                  <a:cubicBezTo>
                    <a:pt x="416" y="351"/>
                    <a:pt x="416" y="351"/>
                    <a:pt x="416" y="351"/>
                  </a:cubicBezTo>
                  <a:cubicBezTo>
                    <a:pt x="417" y="351"/>
                    <a:pt x="418" y="351"/>
                    <a:pt x="418" y="351"/>
                  </a:cubicBezTo>
                  <a:cubicBezTo>
                    <a:pt x="419" y="351"/>
                    <a:pt x="420" y="350"/>
                    <a:pt x="420" y="351"/>
                  </a:cubicBezTo>
                  <a:cubicBezTo>
                    <a:pt x="420" y="351"/>
                    <a:pt x="421" y="352"/>
                    <a:pt x="421" y="352"/>
                  </a:cubicBezTo>
                  <a:cubicBezTo>
                    <a:pt x="421" y="353"/>
                    <a:pt x="420" y="354"/>
                    <a:pt x="419" y="355"/>
                  </a:cubicBezTo>
                  <a:cubicBezTo>
                    <a:pt x="418" y="355"/>
                    <a:pt x="418" y="355"/>
                    <a:pt x="417" y="355"/>
                  </a:cubicBezTo>
                  <a:cubicBezTo>
                    <a:pt x="417" y="355"/>
                    <a:pt x="416" y="355"/>
                    <a:pt x="416" y="355"/>
                  </a:cubicBezTo>
                  <a:cubicBezTo>
                    <a:pt x="416" y="356"/>
                    <a:pt x="416" y="356"/>
                    <a:pt x="416" y="357"/>
                  </a:cubicBezTo>
                  <a:cubicBezTo>
                    <a:pt x="416" y="359"/>
                    <a:pt x="415" y="359"/>
                    <a:pt x="416" y="359"/>
                  </a:cubicBezTo>
                  <a:cubicBezTo>
                    <a:pt x="417" y="359"/>
                    <a:pt x="418" y="359"/>
                    <a:pt x="419" y="359"/>
                  </a:cubicBezTo>
                  <a:cubicBezTo>
                    <a:pt x="419" y="359"/>
                    <a:pt x="420" y="359"/>
                    <a:pt x="420" y="359"/>
                  </a:cubicBezTo>
                  <a:cubicBezTo>
                    <a:pt x="420" y="359"/>
                    <a:pt x="421" y="359"/>
                    <a:pt x="421" y="360"/>
                  </a:cubicBezTo>
                  <a:cubicBezTo>
                    <a:pt x="421" y="361"/>
                    <a:pt x="423" y="362"/>
                    <a:pt x="423" y="362"/>
                  </a:cubicBezTo>
                  <a:cubicBezTo>
                    <a:pt x="423" y="363"/>
                    <a:pt x="424" y="364"/>
                    <a:pt x="424" y="364"/>
                  </a:cubicBezTo>
                  <a:cubicBezTo>
                    <a:pt x="425" y="364"/>
                    <a:pt x="425" y="364"/>
                    <a:pt x="425" y="364"/>
                  </a:cubicBezTo>
                  <a:cubicBezTo>
                    <a:pt x="425" y="364"/>
                    <a:pt x="425" y="364"/>
                    <a:pt x="425" y="364"/>
                  </a:cubicBezTo>
                  <a:cubicBezTo>
                    <a:pt x="427" y="363"/>
                    <a:pt x="429" y="360"/>
                    <a:pt x="429" y="360"/>
                  </a:cubicBezTo>
                  <a:cubicBezTo>
                    <a:pt x="430" y="359"/>
                    <a:pt x="430" y="359"/>
                    <a:pt x="430" y="359"/>
                  </a:cubicBezTo>
                  <a:cubicBezTo>
                    <a:pt x="430" y="359"/>
                    <a:pt x="430" y="359"/>
                    <a:pt x="430" y="359"/>
                  </a:cubicBezTo>
                  <a:cubicBezTo>
                    <a:pt x="431" y="360"/>
                    <a:pt x="432" y="361"/>
                    <a:pt x="432" y="362"/>
                  </a:cubicBezTo>
                  <a:cubicBezTo>
                    <a:pt x="432" y="363"/>
                    <a:pt x="431" y="362"/>
                    <a:pt x="431" y="364"/>
                  </a:cubicBezTo>
                  <a:cubicBezTo>
                    <a:pt x="430" y="365"/>
                    <a:pt x="433" y="365"/>
                    <a:pt x="433" y="366"/>
                  </a:cubicBezTo>
                  <a:cubicBezTo>
                    <a:pt x="433" y="367"/>
                    <a:pt x="432" y="368"/>
                    <a:pt x="432" y="369"/>
                  </a:cubicBezTo>
                  <a:cubicBezTo>
                    <a:pt x="433" y="369"/>
                    <a:pt x="434" y="370"/>
                    <a:pt x="435" y="370"/>
                  </a:cubicBezTo>
                  <a:cubicBezTo>
                    <a:pt x="435" y="371"/>
                    <a:pt x="437" y="374"/>
                    <a:pt x="437" y="374"/>
                  </a:cubicBezTo>
                  <a:cubicBezTo>
                    <a:pt x="438" y="374"/>
                    <a:pt x="439" y="374"/>
                    <a:pt x="439" y="375"/>
                  </a:cubicBezTo>
                  <a:cubicBezTo>
                    <a:pt x="439" y="376"/>
                    <a:pt x="439" y="377"/>
                    <a:pt x="439" y="378"/>
                  </a:cubicBezTo>
                  <a:cubicBezTo>
                    <a:pt x="439" y="378"/>
                    <a:pt x="441" y="379"/>
                    <a:pt x="441" y="379"/>
                  </a:cubicBezTo>
                  <a:cubicBezTo>
                    <a:pt x="441" y="379"/>
                    <a:pt x="442" y="379"/>
                    <a:pt x="442" y="380"/>
                  </a:cubicBezTo>
                  <a:cubicBezTo>
                    <a:pt x="442" y="380"/>
                    <a:pt x="444" y="381"/>
                    <a:pt x="444" y="381"/>
                  </a:cubicBezTo>
                  <a:cubicBezTo>
                    <a:pt x="444" y="381"/>
                    <a:pt x="444" y="381"/>
                    <a:pt x="444" y="381"/>
                  </a:cubicBezTo>
                  <a:cubicBezTo>
                    <a:pt x="447" y="381"/>
                    <a:pt x="447" y="381"/>
                    <a:pt x="447" y="381"/>
                  </a:cubicBezTo>
                  <a:cubicBezTo>
                    <a:pt x="447" y="381"/>
                    <a:pt x="447" y="381"/>
                    <a:pt x="447" y="381"/>
                  </a:cubicBezTo>
                  <a:cubicBezTo>
                    <a:pt x="447" y="381"/>
                    <a:pt x="447" y="381"/>
                    <a:pt x="447" y="381"/>
                  </a:cubicBezTo>
                  <a:cubicBezTo>
                    <a:pt x="447" y="381"/>
                    <a:pt x="448" y="380"/>
                    <a:pt x="448" y="380"/>
                  </a:cubicBezTo>
                  <a:cubicBezTo>
                    <a:pt x="449" y="380"/>
                    <a:pt x="450" y="380"/>
                    <a:pt x="450" y="380"/>
                  </a:cubicBezTo>
                  <a:cubicBezTo>
                    <a:pt x="450" y="381"/>
                    <a:pt x="452" y="382"/>
                    <a:pt x="451" y="382"/>
                  </a:cubicBezTo>
                  <a:cubicBezTo>
                    <a:pt x="450" y="383"/>
                    <a:pt x="448" y="383"/>
                    <a:pt x="448" y="383"/>
                  </a:cubicBezTo>
                  <a:cubicBezTo>
                    <a:pt x="447" y="383"/>
                    <a:pt x="447" y="383"/>
                    <a:pt x="447" y="383"/>
                  </a:cubicBezTo>
                  <a:cubicBezTo>
                    <a:pt x="447" y="383"/>
                    <a:pt x="447" y="383"/>
                    <a:pt x="447" y="383"/>
                  </a:cubicBezTo>
                  <a:cubicBezTo>
                    <a:pt x="447" y="383"/>
                    <a:pt x="446" y="384"/>
                    <a:pt x="446" y="384"/>
                  </a:cubicBezTo>
                  <a:cubicBezTo>
                    <a:pt x="445" y="385"/>
                    <a:pt x="444" y="385"/>
                    <a:pt x="444" y="385"/>
                  </a:cubicBezTo>
                  <a:cubicBezTo>
                    <a:pt x="443" y="387"/>
                    <a:pt x="443" y="388"/>
                    <a:pt x="443" y="389"/>
                  </a:cubicBezTo>
                  <a:cubicBezTo>
                    <a:pt x="443" y="390"/>
                    <a:pt x="443" y="391"/>
                    <a:pt x="443" y="391"/>
                  </a:cubicBezTo>
                  <a:cubicBezTo>
                    <a:pt x="443" y="391"/>
                    <a:pt x="443" y="391"/>
                    <a:pt x="443" y="391"/>
                  </a:cubicBezTo>
                  <a:cubicBezTo>
                    <a:pt x="443" y="391"/>
                    <a:pt x="443" y="391"/>
                    <a:pt x="443" y="391"/>
                  </a:cubicBezTo>
                  <a:cubicBezTo>
                    <a:pt x="444" y="391"/>
                    <a:pt x="446" y="390"/>
                    <a:pt x="446" y="390"/>
                  </a:cubicBezTo>
                  <a:cubicBezTo>
                    <a:pt x="446" y="390"/>
                    <a:pt x="447" y="390"/>
                    <a:pt x="447" y="391"/>
                  </a:cubicBezTo>
                  <a:cubicBezTo>
                    <a:pt x="446" y="392"/>
                    <a:pt x="446" y="392"/>
                    <a:pt x="445" y="393"/>
                  </a:cubicBezTo>
                  <a:cubicBezTo>
                    <a:pt x="444" y="393"/>
                    <a:pt x="444" y="393"/>
                    <a:pt x="444" y="394"/>
                  </a:cubicBezTo>
                  <a:cubicBezTo>
                    <a:pt x="444" y="395"/>
                    <a:pt x="444" y="396"/>
                    <a:pt x="444" y="397"/>
                  </a:cubicBezTo>
                  <a:cubicBezTo>
                    <a:pt x="444" y="397"/>
                    <a:pt x="445" y="398"/>
                    <a:pt x="446" y="399"/>
                  </a:cubicBezTo>
                  <a:cubicBezTo>
                    <a:pt x="447" y="400"/>
                    <a:pt x="449" y="401"/>
                    <a:pt x="449" y="401"/>
                  </a:cubicBezTo>
                  <a:cubicBezTo>
                    <a:pt x="449" y="400"/>
                    <a:pt x="449" y="400"/>
                    <a:pt x="449" y="400"/>
                  </a:cubicBezTo>
                  <a:cubicBezTo>
                    <a:pt x="449" y="400"/>
                    <a:pt x="449" y="400"/>
                    <a:pt x="449" y="400"/>
                  </a:cubicBezTo>
                  <a:cubicBezTo>
                    <a:pt x="450" y="400"/>
                    <a:pt x="450" y="400"/>
                    <a:pt x="450" y="400"/>
                  </a:cubicBezTo>
                  <a:cubicBezTo>
                    <a:pt x="450" y="400"/>
                    <a:pt x="450" y="400"/>
                    <a:pt x="450" y="400"/>
                  </a:cubicBezTo>
                  <a:cubicBezTo>
                    <a:pt x="451" y="401"/>
                    <a:pt x="453" y="402"/>
                    <a:pt x="453" y="402"/>
                  </a:cubicBezTo>
                  <a:cubicBezTo>
                    <a:pt x="453" y="402"/>
                    <a:pt x="453" y="402"/>
                    <a:pt x="453" y="402"/>
                  </a:cubicBezTo>
                  <a:cubicBezTo>
                    <a:pt x="453" y="402"/>
                    <a:pt x="453" y="402"/>
                    <a:pt x="453" y="402"/>
                  </a:cubicBezTo>
                  <a:cubicBezTo>
                    <a:pt x="453" y="402"/>
                    <a:pt x="455" y="400"/>
                    <a:pt x="455" y="400"/>
                  </a:cubicBezTo>
                  <a:cubicBezTo>
                    <a:pt x="456" y="400"/>
                    <a:pt x="457" y="400"/>
                    <a:pt x="457" y="400"/>
                  </a:cubicBezTo>
                  <a:cubicBezTo>
                    <a:pt x="457" y="401"/>
                    <a:pt x="459" y="400"/>
                    <a:pt x="459" y="401"/>
                  </a:cubicBezTo>
                  <a:cubicBezTo>
                    <a:pt x="459" y="403"/>
                    <a:pt x="460" y="403"/>
                    <a:pt x="459" y="404"/>
                  </a:cubicBezTo>
                  <a:cubicBezTo>
                    <a:pt x="458" y="404"/>
                    <a:pt x="458" y="405"/>
                    <a:pt x="459" y="405"/>
                  </a:cubicBezTo>
                  <a:cubicBezTo>
                    <a:pt x="459" y="405"/>
                    <a:pt x="462" y="405"/>
                    <a:pt x="462" y="406"/>
                  </a:cubicBezTo>
                  <a:cubicBezTo>
                    <a:pt x="462" y="406"/>
                    <a:pt x="463" y="406"/>
                    <a:pt x="463" y="406"/>
                  </a:cubicBezTo>
                  <a:cubicBezTo>
                    <a:pt x="465" y="407"/>
                    <a:pt x="472" y="406"/>
                    <a:pt x="473" y="406"/>
                  </a:cubicBezTo>
                  <a:cubicBezTo>
                    <a:pt x="473" y="406"/>
                    <a:pt x="473" y="406"/>
                    <a:pt x="473" y="406"/>
                  </a:cubicBezTo>
                  <a:cubicBezTo>
                    <a:pt x="473" y="406"/>
                    <a:pt x="473" y="406"/>
                    <a:pt x="473" y="406"/>
                  </a:cubicBezTo>
                  <a:cubicBezTo>
                    <a:pt x="473" y="406"/>
                    <a:pt x="474" y="405"/>
                    <a:pt x="474" y="405"/>
                  </a:cubicBezTo>
                  <a:cubicBezTo>
                    <a:pt x="474" y="405"/>
                    <a:pt x="474" y="405"/>
                    <a:pt x="474" y="405"/>
                  </a:cubicBezTo>
                  <a:cubicBezTo>
                    <a:pt x="475" y="406"/>
                    <a:pt x="474" y="407"/>
                    <a:pt x="474" y="408"/>
                  </a:cubicBezTo>
                  <a:cubicBezTo>
                    <a:pt x="473" y="409"/>
                    <a:pt x="473" y="409"/>
                    <a:pt x="473" y="410"/>
                  </a:cubicBezTo>
                  <a:cubicBezTo>
                    <a:pt x="474" y="411"/>
                    <a:pt x="475" y="411"/>
                    <a:pt x="476" y="411"/>
                  </a:cubicBezTo>
                  <a:cubicBezTo>
                    <a:pt x="476" y="411"/>
                    <a:pt x="477" y="410"/>
                    <a:pt x="477" y="411"/>
                  </a:cubicBezTo>
                  <a:cubicBezTo>
                    <a:pt x="477" y="411"/>
                    <a:pt x="477" y="413"/>
                    <a:pt x="477" y="414"/>
                  </a:cubicBezTo>
                  <a:cubicBezTo>
                    <a:pt x="477" y="415"/>
                    <a:pt x="477" y="415"/>
                    <a:pt x="477" y="415"/>
                  </a:cubicBezTo>
                  <a:cubicBezTo>
                    <a:pt x="478" y="416"/>
                    <a:pt x="480" y="416"/>
                    <a:pt x="480" y="416"/>
                  </a:cubicBezTo>
                  <a:cubicBezTo>
                    <a:pt x="482" y="416"/>
                    <a:pt x="482" y="416"/>
                    <a:pt x="482" y="416"/>
                  </a:cubicBezTo>
                  <a:cubicBezTo>
                    <a:pt x="484" y="416"/>
                    <a:pt x="484" y="416"/>
                    <a:pt x="484" y="416"/>
                  </a:cubicBezTo>
                  <a:cubicBezTo>
                    <a:pt x="484" y="416"/>
                    <a:pt x="486" y="417"/>
                    <a:pt x="485" y="418"/>
                  </a:cubicBezTo>
                  <a:cubicBezTo>
                    <a:pt x="485" y="419"/>
                    <a:pt x="487" y="420"/>
                    <a:pt x="487" y="421"/>
                  </a:cubicBezTo>
                  <a:cubicBezTo>
                    <a:pt x="487" y="421"/>
                    <a:pt x="488" y="421"/>
                    <a:pt x="488" y="421"/>
                  </a:cubicBezTo>
                  <a:cubicBezTo>
                    <a:pt x="488" y="422"/>
                    <a:pt x="489" y="421"/>
                    <a:pt x="490" y="422"/>
                  </a:cubicBezTo>
                  <a:cubicBezTo>
                    <a:pt x="491" y="422"/>
                    <a:pt x="491" y="422"/>
                    <a:pt x="492" y="422"/>
                  </a:cubicBezTo>
                  <a:cubicBezTo>
                    <a:pt x="493" y="423"/>
                    <a:pt x="494" y="424"/>
                    <a:pt x="494" y="424"/>
                  </a:cubicBezTo>
                  <a:cubicBezTo>
                    <a:pt x="494" y="425"/>
                    <a:pt x="495" y="425"/>
                    <a:pt x="494" y="426"/>
                  </a:cubicBezTo>
                  <a:cubicBezTo>
                    <a:pt x="494" y="426"/>
                    <a:pt x="494" y="426"/>
                    <a:pt x="494" y="426"/>
                  </a:cubicBezTo>
                  <a:cubicBezTo>
                    <a:pt x="493" y="426"/>
                    <a:pt x="493" y="426"/>
                    <a:pt x="493" y="426"/>
                  </a:cubicBezTo>
                  <a:cubicBezTo>
                    <a:pt x="493" y="427"/>
                    <a:pt x="493" y="428"/>
                    <a:pt x="493" y="428"/>
                  </a:cubicBezTo>
                  <a:cubicBezTo>
                    <a:pt x="494" y="428"/>
                    <a:pt x="494" y="428"/>
                    <a:pt x="494" y="428"/>
                  </a:cubicBezTo>
                  <a:cubicBezTo>
                    <a:pt x="494" y="429"/>
                    <a:pt x="494" y="429"/>
                    <a:pt x="494" y="429"/>
                  </a:cubicBezTo>
                  <a:cubicBezTo>
                    <a:pt x="494" y="429"/>
                    <a:pt x="496" y="431"/>
                    <a:pt x="496" y="431"/>
                  </a:cubicBezTo>
                  <a:cubicBezTo>
                    <a:pt x="497" y="431"/>
                    <a:pt x="498" y="432"/>
                    <a:pt x="498" y="432"/>
                  </a:cubicBezTo>
                  <a:cubicBezTo>
                    <a:pt x="499" y="432"/>
                    <a:pt x="500" y="432"/>
                    <a:pt x="500" y="433"/>
                  </a:cubicBezTo>
                  <a:cubicBezTo>
                    <a:pt x="500" y="433"/>
                    <a:pt x="501" y="433"/>
                    <a:pt x="501" y="434"/>
                  </a:cubicBezTo>
                  <a:cubicBezTo>
                    <a:pt x="500" y="435"/>
                    <a:pt x="499" y="435"/>
                    <a:pt x="499" y="435"/>
                  </a:cubicBezTo>
                  <a:cubicBezTo>
                    <a:pt x="498" y="436"/>
                    <a:pt x="498" y="436"/>
                    <a:pt x="498" y="436"/>
                  </a:cubicBezTo>
                  <a:cubicBezTo>
                    <a:pt x="498" y="437"/>
                    <a:pt x="499" y="438"/>
                    <a:pt x="499" y="438"/>
                  </a:cubicBezTo>
                  <a:cubicBezTo>
                    <a:pt x="497" y="439"/>
                    <a:pt x="495" y="439"/>
                    <a:pt x="495" y="439"/>
                  </a:cubicBezTo>
                  <a:cubicBezTo>
                    <a:pt x="494" y="439"/>
                    <a:pt x="492" y="439"/>
                    <a:pt x="492" y="439"/>
                  </a:cubicBezTo>
                  <a:cubicBezTo>
                    <a:pt x="491" y="439"/>
                    <a:pt x="490" y="439"/>
                    <a:pt x="489" y="440"/>
                  </a:cubicBezTo>
                  <a:cubicBezTo>
                    <a:pt x="488" y="440"/>
                    <a:pt x="487" y="440"/>
                    <a:pt x="486" y="439"/>
                  </a:cubicBezTo>
                  <a:cubicBezTo>
                    <a:pt x="485" y="438"/>
                    <a:pt x="486" y="438"/>
                    <a:pt x="484" y="437"/>
                  </a:cubicBezTo>
                  <a:cubicBezTo>
                    <a:pt x="482" y="436"/>
                    <a:pt x="482" y="436"/>
                    <a:pt x="481" y="436"/>
                  </a:cubicBezTo>
                  <a:cubicBezTo>
                    <a:pt x="480" y="436"/>
                    <a:pt x="480" y="436"/>
                    <a:pt x="479" y="436"/>
                  </a:cubicBezTo>
                  <a:cubicBezTo>
                    <a:pt x="479" y="436"/>
                    <a:pt x="479" y="436"/>
                    <a:pt x="479" y="436"/>
                  </a:cubicBezTo>
                  <a:cubicBezTo>
                    <a:pt x="479" y="436"/>
                    <a:pt x="479" y="436"/>
                    <a:pt x="478" y="436"/>
                  </a:cubicBezTo>
                  <a:cubicBezTo>
                    <a:pt x="478" y="437"/>
                    <a:pt x="477" y="437"/>
                    <a:pt x="477" y="438"/>
                  </a:cubicBezTo>
                  <a:cubicBezTo>
                    <a:pt x="477" y="439"/>
                    <a:pt x="479" y="441"/>
                    <a:pt x="479" y="441"/>
                  </a:cubicBezTo>
                  <a:cubicBezTo>
                    <a:pt x="479" y="441"/>
                    <a:pt x="478" y="441"/>
                    <a:pt x="478" y="442"/>
                  </a:cubicBezTo>
                  <a:cubicBezTo>
                    <a:pt x="478" y="444"/>
                    <a:pt x="478" y="444"/>
                    <a:pt x="478" y="445"/>
                  </a:cubicBezTo>
                  <a:cubicBezTo>
                    <a:pt x="478" y="445"/>
                    <a:pt x="479" y="445"/>
                    <a:pt x="480" y="446"/>
                  </a:cubicBezTo>
                  <a:cubicBezTo>
                    <a:pt x="480" y="447"/>
                    <a:pt x="480" y="447"/>
                    <a:pt x="481" y="448"/>
                  </a:cubicBezTo>
                  <a:cubicBezTo>
                    <a:pt x="482" y="449"/>
                    <a:pt x="484" y="449"/>
                    <a:pt x="483" y="450"/>
                  </a:cubicBezTo>
                  <a:cubicBezTo>
                    <a:pt x="483" y="450"/>
                    <a:pt x="484" y="453"/>
                    <a:pt x="484" y="454"/>
                  </a:cubicBezTo>
                  <a:cubicBezTo>
                    <a:pt x="484" y="455"/>
                    <a:pt x="484" y="456"/>
                    <a:pt x="484" y="457"/>
                  </a:cubicBezTo>
                  <a:cubicBezTo>
                    <a:pt x="484" y="457"/>
                    <a:pt x="484" y="458"/>
                    <a:pt x="484" y="459"/>
                  </a:cubicBezTo>
                  <a:cubicBezTo>
                    <a:pt x="485" y="460"/>
                    <a:pt x="486" y="461"/>
                    <a:pt x="486" y="461"/>
                  </a:cubicBezTo>
                  <a:cubicBezTo>
                    <a:pt x="486" y="462"/>
                    <a:pt x="484" y="463"/>
                    <a:pt x="484" y="464"/>
                  </a:cubicBezTo>
                  <a:cubicBezTo>
                    <a:pt x="484" y="464"/>
                    <a:pt x="485" y="465"/>
                    <a:pt x="485" y="466"/>
                  </a:cubicBezTo>
                  <a:cubicBezTo>
                    <a:pt x="486" y="468"/>
                    <a:pt x="487" y="467"/>
                    <a:pt x="486" y="468"/>
                  </a:cubicBezTo>
                  <a:cubicBezTo>
                    <a:pt x="485" y="470"/>
                    <a:pt x="485" y="471"/>
                    <a:pt x="485" y="471"/>
                  </a:cubicBezTo>
                  <a:cubicBezTo>
                    <a:pt x="484" y="477"/>
                    <a:pt x="484" y="477"/>
                    <a:pt x="484" y="477"/>
                  </a:cubicBezTo>
                  <a:cubicBezTo>
                    <a:pt x="484" y="477"/>
                    <a:pt x="483" y="480"/>
                    <a:pt x="483" y="481"/>
                  </a:cubicBezTo>
                  <a:cubicBezTo>
                    <a:pt x="483" y="482"/>
                    <a:pt x="483" y="482"/>
                    <a:pt x="483" y="483"/>
                  </a:cubicBezTo>
                  <a:cubicBezTo>
                    <a:pt x="483" y="484"/>
                    <a:pt x="483" y="484"/>
                    <a:pt x="483" y="485"/>
                  </a:cubicBezTo>
                  <a:cubicBezTo>
                    <a:pt x="483" y="486"/>
                    <a:pt x="483" y="485"/>
                    <a:pt x="484" y="486"/>
                  </a:cubicBezTo>
                  <a:cubicBezTo>
                    <a:pt x="484" y="487"/>
                    <a:pt x="484" y="487"/>
                    <a:pt x="483" y="488"/>
                  </a:cubicBezTo>
                  <a:cubicBezTo>
                    <a:pt x="483" y="489"/>
                    <a:pt x="483" y="491"/>
                    <a:pt x="483" y="491"/>
                  </a:cubicBezTo>
                  <a:cubicBezTo>
                    <a:pt x="483" y="492"/>
                    <a:pt x="483" y="493"/>
                    <a:pt x="483" y="494"/>
                  </a:cubicBezTo>
                  <a:cubicBezTo>
                    <a:pt x="483" y="495"/>
                    <a:pt x="484" y="496"/>
                    <a:pt x="483" y="497"/>
                  </a:cubicBezTo>
                  <a:cubicBezTo>
                    <a:pt x="483" y="497"/>
                    <a:pt x="484" y="497"/>
                    <a:pt x="484" y="498"/>
                  </a:cubicBezTo>
                  <a:cubicBezTo>
                    <a:pt x="483" y="499"/>
                    <a:pt x="482" y="499"/>
                    <a:pt x="482" y="500"/>
                  </a:cubicBezTo>
                  <a:cubicBezTo>
                    <a:pt x="482" y="500"/>
                    <a:pt x="481" y="500"/>
                    <a:pt x="481" y="501"/>
                  </a:cubicBezTo>
                  <a:cubicBezTo>
                    <a:pt x="481" y="502"/>
                    <a:pt x="481" y="503"/>
                    <a:pt x="481" y="504"/>
                  </a:cubicBezTo>
                  <a:cubicBezTo>
                    <a:pt x="480" y="505"/>
                    <a:pt x="480" y="506"/>
                    <a:pt x="480" y="506"/>
                  </a:cubicBezTo>
                  <a:cubicBezTo>
                    <a:pt x="480" y="507"/>
                    <a:pt x="480" y="506"/>
                    <a:pt x="480" y="508"/>
                  </a:cubicBezTo>
                  <a:cubicBezTo>
                    <a:pt x="480" y="509"/>
                    <a:pt x="480" y="508"/>
                    <a:pt x="479" y="510"/>
                  </a:cubicBezTo>
                  <a:cubicBezTo>
                    <a:pt x="478" y="512"/>
                    <a:pt x="477" y="511"/>
                    <a:pt x="478" y="513"/>
                  </a:cubicBezTo>
                  <a:cubicBezTo>
                    <a:pt x="480" y="515"/>
                    <a:pt x="482" y="520"/>
                    <a:pt x="482" y="521"/>
                  </a:cubicBezTo>
                  <a:cubicBezTo>
                    <a:pt x="482" y="521"/>
                    <a:pt x="483" y="521"/>
                    <a:pt x="483" y="523"/>
                  </a:cubicBezTo>
                  <a:cubicBezTo>
                    <a:pt x="482" y="524"/>
                    <a:pt x="481" y="523"/>
                    <a:pt x="482" y="524"/>
                  </a:cubicBezTo>
                  <a:cubicBezTo>
                    <a:pt x="482" y="526"/>
                    <a:pt x="482" y="526"/>
                    <a:pt x="482" y="528"/>
                  </a:cubicBezTo>
                  <a:cubicBezTo>
                    <a:pt x="483" y="529"/>
                    <a:pt x="483" y="530"/>
                    <a:pt x="483" y="531"/>
                  </a:cubicBezTo>
                  <a:cubicBezTo>
                    <a:pt x="483" y="532"/>
                    <a:pt x="484" y="531"/>
                    <a:pt x="483" y="532"/>
                  </a:cubicBezTo>
                  <a:cubicBezTo>
                    <a:pt x="483" y="534"/>
                    <a:pt x="483" y="534"/>
                    <a:pt x="483" y="535"/>
                  </a:cubicBezTo>
                  <a:cubicBezTo>
                    <a:pt x="483" y="536"/>
                    <a:pt x="483" y="536"/>
                    <a:pt x="483" y="535"/>
                  </a:cubicBezTo>
                  <a:cubicBezTo>
                    <a:pt x="483" y="535"/>
                    <a:pt x="483" y="535"/>
                    <a:pt x="483" y="536"/>
                  </a:cubicBezTo>
                  <a:cubicBezTo>
                    <a:pt x="482" y="538"/>
                    <a:pt x="482" y="537"/>
                    <a:pt x="482" y="538"/>
                  </a:cubicBezTo>
                  <a:cubicBezTo>
                    <a:pt x="481" y="540"/>
                    <a:pt x="480" y="538"/>
                    <a:pt x="481" y="541"/>
                  </a:cubicBezTo>
                  <a:cubicBezTo>
                    <a:pt x="481" y="543"/>
                    <a:pt x="481" y="543"/>
                    <a:pt x="481" y="545"/>
                  </a:cubicBezTo>
                  <a:cubicBezTo>
                    <a:pt x="482" y="546"/>
                    <a:pt x="482" y="546"/>
                    <a:pt x="483" y="547"/>
                  </a:cubicBezTo>
                  <a:cubicBezTo>
                    <a:pt x="483" y="548"/>
                    <a:pt x="485" y="547"/>
                    <a:pt x="485" y="548"/>
                  </a:cubicBezTo>
                  <a:cubicBezTo>
                    <a:pt x="485" y="550"/>
                    <a:pt x="486" y="550"/>
                    <a:pt x="486" y="551"/>
                  </a:cubicBezTo>
                  <a:cubicBezTo>
                    <a:pt x="486" y="553"/>
                    <a:pt x="488" y="553"/>
                    <a:pt x="487" y="555"/>
                  </a:cubicBezTo>
                  <a:cubicBezTo>
                    <a:pt x="486" y="558"/>
                    <a:pt x="488" y="561"/>
                    <a:pt x="488" y="562"/>
                  </a:cubicBezTo>
                  <a:cubicBezTo>
                    <a:pt x="488" y="563"/>
                    <a:pt x="488" y="562"/>
                    <a:pt x="489" y="564"/>
                  </a:cubicBezTo>
                  <a:cubicBezTo>
                    <a:pt x="489" y="565"/>
                    <a:pt x="490" y="564"/>
                    <a:pt x="491" y="565"/>
                  </a:cubicBezTo>
                  <a:cubicBezTo>
                    <a:pt x="491" y="567"/>
                    <a:pt x="491" y="566"/>
                    <a:pt x="492" y="567"/>
                  </a:cubicBezTo>
                  <a:cubicBezTo>
                    <a:pt x="493" y="567"/>
                    <a:pt x="494" y="569"/>
                    <a:pt x="494" y="569"/>
                  </a:cubicBezTo>
                  <a:cubicBezTo>
                    <a:pt x="495" y="570"/>
                    <a:pt x="495" y="569"/>
                    <a:pt x="495" y="571"/>
                  </a:cubicBezTo>
                  <a:cubicBezTo>
                    <a:pt x="496" y="572"/>
                    <a:pt x="497" y="572"/>
                    <a:pt x="497" y="572"/>
                  </a:cubicBezTo>
                  <a:cubicBezTo>
                    <a:pt x="497" y="572"/>
                    <a:pt x="497" y="572"/>
                    <a:pt x="498" y="572"/>
                  </a:cubicBezTo>
                  <a:cubicBezTo>
                    <a:pt x="498" y="572"/>
                    <a:pt x="498" y="572"/>
                    <a:pt x="498" y="573"/>
                  </a:cubicBezTo>
                  <a:cubicBezTo>
                    <a:pt x="498" y="574"/>
                    <a:pt x="498" y="575"/>
                    <a:pt x="499" y="575"/>
                  </a:cubicBezTo>
                  <a:cubicBezTo>
                    <a:pt x="500" y="575"/>
                    <a:pt x="501" y="574"/>
                    <a:pt x="501" y="574"/>
                  </a:cubicBezTo>
                  <a:cubicBezTo>
                    <a:pt x="501" y="574"/>
                    <a:pt x="502" y="574"/>
                    <a:pt x="502" y="573"/>
                  </a:cubicBezTo>
                  <a:cubicBezTo>
                    <a:pt x="503" y="573"/>
                    <a:pt x="504" y="573"/>
                    <a:pt x="505" y="573"/>
                  </a:cubicBezTo>
                  <a:cubicBezTo>
                    <a:pt x="505" y="573"/>
                    <a:pt x="506" y="573"/>
                    <a:pt x="507" y="573"/>
                  </a:cubicBezTo>
                  <a:cubicBezTo>
                    <a:pt x="509" y="573"/>
                    <a:pt x="509" y="572"/>
                    <a:pt x="509" y="573"/>
                  </a:cubicBezTo>
                  <a:cubicBezTo>
                    <a:pt x="510" y="573"/>
                    <a:pt x="510" y="573"/>
                    <a:pt x="511" y="573"/>
                  </a:cubicBezTo>
                  <a:cubicBezTo>
                    <a:pt x="511" y="573"/>
                    <a:pt x="512" y="573"/>
                    <a:pt x="511" y="573"/>
                  </a:cubicBezTo>
                  <a:cubicBezTo>
                    <a:pt x="509" y="574"/>
                    <a:pt x="509" y="573"/>
                    <a:pt x="508" y="574"/>
                  </a:cubicBezTo>
                  <a:cubicBezTo>
                    <a:pt x="508" y="574"/>
                    <a:pt x="507" y="574"/>
                    <a:pt x="507" y="574"/>
                  </a:cubicBezTo>
                  <a:cubicBezTo>
                    <a:pt x="507" y="574"/>
                    <a:pt x="507" y="574"/>
                    <a:pt x="506" y="574"/>
                  </a:cubicBezTo>
                  <a:cubicBezTo>
                    <a:pt x="506" y="574"/>
                    <a:pt x="505" y="574"/>
                    <a:pt x="505" y="574"/>
                  </a:cubicBezTo>
                  <a:cubicBezTo>
                    <a:pt x="503" y="576"/>
                    <a:pt x="502" y="577"/>
                    <a:pt x="503" y="577"/>
                  </a:cubicBezTo>
                  <a:cubicBezTo>
                    <a:pt x="503" y="578"/>
                    <a:pt x="503" y="578"/>
                    <a:pt x="503" y="579"/>
                  </a:cubicBezTo>
                  <a:cubicBezTo>
                    <a:pt x="502" y="581"/>
                    <a:pt x="501" y="579"/>
                    <a:pt x="502" y="581"/>
                  </a:cubicBezTo>
                  <a:cubicBezTo>
                    <a:pt x="503" y="583"/>
                    <a:pt x="503" y="584"/>
                    <a:pt x="504" y="585"/>
                  </a:cubicBezTo>
                  <a:cubicBezTo>
                    <a:pt x="505" y="586"/>
                    <a:pt x="505" y="586"/>
                    <a:pt x="506" y="586"/>
                  </a:cubicBezTo>
                  <a:cubicBezTo>
                    <a:pt x="506" y="587"/>
                    <a:pt x="506" y="586"/>
                    <a:pt x="507" y="586"/>
                  </a:cubicBezTo>
                  <a:cubicBezTo>
                    <a:pt x="507" y="586"/>
                    <a:pt x="507" y="586"/>
                    <a:pt x="507" y="587"/>
                  </a:cubicBezTo>
                  <a:cubicBezTo>
                    <a:pt x="508" y="588"/>
                    <a:pt x="508" y="589"/>
                    <a:pt x="508" y="590"/>
                  </a:cubicBezTo>
                  <a:cubicBezTo>
                    <a:pt x="508" y="591"/>
                    <a:pt x="507" y="593"/>
                    <a:pt x="508" y="593"/>
                  </a:cubicBezTo>
                  <a:cubicBezTo>
                    <a:pt x="508" y="594"/>
                    <a:pt x="508" y="595"/>
                    <a:pt x="509" y="596"/>
                  </a:cubicBezTo>
                  <a:cubicBezTo>
                    <a:pt x="509" y="596"/>
                    <a:pt x="512" y="599"/>
                    <a:pt x="513" y="599"/>
                  </a:cubicBezTo>
                  <a:cubicBezTo>
                    <a:pt x="513" y="600"/>
                    <a:pt x="514" y="600"/>
                    <a:pt x="514" y="601"/>
                  </a:cubicBezTo>
                  <a:cubicBezTo>
                    <a:pt x="515" y="601"/>
                    <a:pt x="516" y="601"/>
                    <a:pt x="516" y="602"/>
                  </a:cubicBezTo>
                  <a:cubicBezTo>
                    <a:pt x="516" y="603"/>
                    <a:pt x="516" y="604"/>
                    <a:pt x="516" y="604"/>
                  </a:cubicBezTo>
                  <a:cubicBezTo>
                    <a:pt x="518" y="606"/>
                    <a:pt x="519" y="605"/>
                    <a:pt x="519" y="606"/>
                  </a:cubicBezTo>
                  <a:cubicBezTo>
                    <a:pt x="519" y="607"/>
                    <a:pt x="519" y="607"/>
                    <a:pt x="519" y="608"/>
                  </a:cubicBezTo>
                  <a:cubicBezTo>
                    <a:pt x="520" y="609"/>
                    <a:pt x="520" y="608"/>
                    <a:pt x="520" y="610"/>
                  </a:cubicBezTo>
                  <a:cubicBezTo>
                    <a:pt x="520" y="612"/>
                    <a:pt x="520" y="611"/>
                    <a:pt x="520" y="612"/>
                  </a:cubicBezTo>
                  <a:cubicBezTo>
                    <a:pt x="521" y="613"/>
                    <a:pt x="521" y="613"/>
                    <a:pt x="521" y="613"/>
                  </a:cubicBezTo>
                  <a:cubicBezTo>
                    <a:pt x="521" y="613"/>
                    <a:pt x="521" y="613"/>
                    <a:pt x="521" y="614"/>
                  </a:cubicBezTo>
                  <a:cubicBezTo>
                    <a:pt x="521" y="616"/>
                    <a:pt x="521" y="615"/>
                    <a:pt x="522" y="616"/>
                  </a:cubicBezTo>
                  <a:cubicBezTo>
                    <a:pt x="522" y="617"/>
                    <a:pt x="523" y="617"/>
                    <a:pt x="524" y="617"/>
                  </a:cubicBezTo>
                  <a:cubicBezTo>
                    <a:pt x="524" y="618"/>
                    <a:pt x="524" y="618"/>
                    <a:pt x="524" y="618"/>
                  </a:cubicBezTo>
                  <a:cubicBezTo>
                    <a:pt x="525" y="618"/>
                    <a:pt x="525" y="617"/>
                    <a:pt x="525" y="618"/>
                  </a:cubicBezTo>
                  <a:cubicBezTo>
                    <a:pt x="526" y="618"/>
                    <a:pt x="528" y="618"/>
                    <a:pt x="528" y="618"/>
                  </a:cubicBezTo>
                  <a:cubicBezTo>
                    <a:pt x="528" y="618"/>
                    <a:pt x="527" y="617"/>
                    <a:pt x="529" y="618"/>
                  </a:cubicBezTo>
                  <a:cubicBezTo>
                    <a:pt x="532" y="619"/>
                    <a:pt x="536" y="619"/>
                    <a:pt x="537" y="619"/>
                  </a:cubicBezTo>
                  <a:cubicBezTo>
                    <a:pt x="537" y="619"/>
                    <a:pt x="539" y="620"/>
                    <a:pt x="539" y="620"/>
                  </a:cubicBezTo>
                  <a:cubicBezTo>
                    <a:pt x="539" y="621"/>
                    <a:pt x="540" y="621"/>
                    <a:pt x="540" y="622"/>
                  </a:cubicBezTo>
                  <a:cubicBezTo>
                    <a:pt x="541" y="623"/>
                    <a:pt x="541" y="622"/>
                    <a:pt x="542" y="623"/>
                  </a:cubicBezTo>
                  <a:cubicBezTo>
                    <a:pt x="542" y="624"/>
                    <a:pt x="542" y="624"/>
                    <a:pt x="543" y="623"/>
                  </a:cubicBezTo>
                  <a:cubicBezTo>
                    <a:pt x="544" y="623"/>
                    <a:pt x="544" y="623"/>
                    <a:pt x="545" y="623"/>
                  </a:cubicBezTo>
                  <a:cubicBezTo>
                    <a:pt x="545" y="623"/>
                    <a:pt x="545" y="623"/>
                    <a:pt x="546" y="623"/>
                  </a:cubicBezTo>
                  <a:cubicBezTo>
                    <a:pt x="546" y="623"/>
                    <a:pt x="546" y="623"/>
                    <a:pt x="546" y="623"/>
                  </a:cubicBezTo>
                  <a:cubicBezTo>
                    <a:pt x="547" y="624"/>
                    <a:pt x="547" y="624"/>
                    <a:pt x="547" y="624"/>
                  </a:cubicBezTo>
                  <a:cubicBezTo>
                    <a:pt x="548" y="624"/>
                    <a:pt x="548" y="624"/>
                    <a:pt x="549" y="625"/>
                  </a:cubicBezTo>
                  <a:cubicBezTo>
                    <a:pt x="549" y="626"/>
                    <a:pt x="550" y="626"/>
                    <a:pt x="550" y="627"/>
                  </a:cubicBezTo>
                  <a:cubicBezTo>
                    <a:pt x="551" y="627"/>
                    <a:pt x="551" y="627"/>
                    <a:pt x="552" y="628"/>
                  </a:cubicBezTo>
                  <a:cubicBezTo>
                    <a:pt x="552" y="629"/>
                    <a:pt x="553" y="628"/>
                    <a:pt x="553" y="629"/>
                  </a:cubicBezTo>
                  <a:cubicBezTo>
                    <a:pt x="554" y="630"/>
                    <a:pt x="555" y="630"/>
                    <a:pt x="555" y="631"/>
                  </a:cubicBezTo>
                  <a:cubicBezTo>
                    <a:pt x="556" y="631"/>
                    <a:pt x="558" y="635"/>
                    <a:pt x="559" y="636"/>
                  </a:cubicBezTo>
                  <a:cubicBezTo>
                    <a:pt x="559" y="637"/>
                    <a:pt x="560" y="639"/>
                    <a:pt x="560" y="640"/>
                  </a:cubicBezTo>
                  <a:cubicBezTo>
                    <a:pt x="559" y="640"/>
                    <a:pt x="559" y="640"/>
                    <a:pt x="559" y="640"/>
                  </a:cubicBezTo>
                  <a:cubicBezTo>
                    <a:pt x="559" y="640"/>
                    <a:pt x="559" y="640"/>
                    <a:pt x="559" y="640"/>
                  </a:cubicBezTo>
                  <a:cubicBezTo>
                    <a:pt x="559" y="641"/>
                    <a:pt x="559" y="641"/>
                    <a:pt x="560" y="642"/>
                  </a:cubicBezTo>
                  <a:cubicBezTo>
                    <a:pt x="561" y="643"/>
                    <a:pt x="561" y="644"/>
                    <a:pt x="561" y="645"/>
                  </a:cubicBezTo>
                  <a:cubicBezTo>
                    <a:pt x="562" y="646"/>
                    <a:pt x="562" y="646"/>
                    <a:pt x="563" y="647"/>
                  </a:cubicBezTo>
                  <a:cubicBezTo>
                    <a:pt x="563" y="648"/>
                    <a:pt x="564" y="650"/>
                    <a:pt x="564" y="650"/>
                  </a:cubicBezTo>
                  <a:cubicBezTo>
                    <a:pt x="564" y="650"/>
                    <a:pt x="565" y="650"/>
                    <a:pt x="565" y="651"/>
                  </a:cubicBezTo>
                  <a:cubicBezTo>
                    <a:pt x="566" y="652"/>
                    <a:pt x="567" y="653"/>
                    <a:pt x="567" y="654"/>
                  </a:cubicBezTo>
                  <a:cubicBezTo>
                    <a:pt x="568" y="655"/>
                    <a:pt x="570" y="658"/>
                    <a:pt x="570" y="659"/>
                  </a:cubicBezTo>
                  <a:cubicBezTo>
                    <a:pt x="571" y="661"/>
                    <a:pt x="573" y="661"/>
                    <a:pt x="573" y="662"/>
                  </a:cubicBezTo>
                  <a:cubicBezTo>
                    <a:pt x="573" y="664"/>
                    <a:pt x="573" y="664"/>
                    <a:pt x="573" y="665"/>
                  </a:cubicBezTo>
                  <a:cubicBezTo>
                    <a:pt x="573" y="666"/>
                    <a:pt x="573" y="665"/>
                    <a:pt x="574" y="666"/>
                  </a:cubicBezTo>
                  <a:cubicBezTo>
                    <a:pt x="574" y="668"/>
                    <a:pt x="575" y="668"/>
                    <a:pt x="575" y="670"/>
                  </a:cubicBezTo>
                  <a:cubicBezTo>
                    <a:pt x="575" y="671"/>
                    <a:pt x="576" y="671"/>
                    <a:pt x="576" y="672"/>
                  </a:cubicBezTo>
                  <a:cubicBezTo>
                    <a:pt x="575" y="673"/>
                    <a:pt x="576" y="673"/>
                    <a:pt x="576" y="674"/>
                  </a:cubicBezTo>
                  <a:cubicBezTo>
                    <a:pt x="576" y="674"/>
                    <a:pt x="576" y="674"/>
                    <a:pt x="577" y="675"/>
                  </a:cubicBezTo>
                  <a:cubicBezTo>
                    <a:pt x="577" y="676"/>
                    <a:pt x="577" y="675"/>
                    <a:pt x="578" y="676"/>
                  </a:cubicBezTo>
                  <a:cubicBezTo>
                    <a:pt x="578" y="676"/>
                    <a:pt x="581" y="678"/>
                    <a:pt x="581" y="678"/>
                  </a:cubicBezTo>
                  <a:cubicBezTo>
                    <a:pt x="583" y="680"/>
                    <a:pt x="583" y="680"/>
                    <a:pt x="583" y="680"/>
                  </a:cubicBezTo>
                  <a:cubicBezTo>
                    <a:pt x="585" y="681"/>
                    <a:pt x="585" y="681"/>
                    <a:pt x="585" y="681"/>
                  </a:cubicBezTo>
                  <a:cubicBezTo>
                    <a:pt x="588" y="684"/>
                    <a:pt x="588" y="684"/>
                    <a:pt x="588" y="684"/>
                  </a:cubicBezTo>
                  <a:cubicBezTo>
                    <a:pt x="588" y="684"/>
                    <a:pt x="589" y="685"/>
                    <a:pt x="590" y="685"/>
                  </a:cubicBezTo>
                  <a:cubicBezTo>
                    <a:pt x="590" y="685"/>
                    <a:pt x="591" y="686"/>
                    <a:pt x="591" y="687"/>
                  </a:cubicBezTo>
                  <a:cubicBezTo>
                    <a:pt x="593" y="689"/>
                    <a:pt x="593" y="689"/>
                    <a:pt x="593" y="689"/>
                  </a:cubicBezTo>
                  <a:cubicBezTo>
                    <a:pt x="593" y="689"/>
                    <a:pt x="594" y="689"/>
                    <a:pt x="594" y="690"/>
                  </a:cubicBezTo>
                  <a:cubicBezTo>
                    <a:pt x="594" y="690"/>
                    <a:pt x="595" y="692"/>
                    <a:pt x="595" y="693"/>
                  </a:cubicBezTo>
                  <a:cubicBezTo>
                    <a:pt x="595" y="694"/>
                    <a:pt x="595" y="694"/>
                    <a:pt x="595" y="694"/>
                  </a:cubicBezTo>
                  <a:cubicBezTo>
                    <a:pt x="595" y="696"/>
                    <a:pt x="595" y="696"/>
                    <a:pt x="595" y="697"/>
                  </a:cubicBezTo>
                  <a:cubicBezTo>
                    <a:pt x="594" y="697"/>
                    <a:pt x="594" y="697"/>
                    <a:pt x="594" y="697"/>
                  </a:cubicBezTo>
                  <a:cubicBezTo>
                    <a:pt x="594" y="697"/>
                    <a:pt x="593" y="696"/>
                    <a:pt x="593" y="697"/>
                  </a:cubicBezTo>
                  <a:cubicBezTo>
                    <a:pt x="593" y="697"/>
                    <a:pt x="591" y="698"/>
                    <a:pt x="591" y="697"/>
                  </a:cubicBezTo>
                  <a:cubicBezTo>
                    <a:pt x="590" y="696"/>
                    <a:pt x="591" y="696"/>
                    <a:pt x="589" y="696"/>
                  </a:cubicBezTo>
                  <a:cubicBezTo>
                    <a:pt x="588" y="696"/>
                    <a:pt x="588" y="696"/>
                    <a:pt x="587" y="696"/>
                  </a:cubicBezTo>
                  <a:cubicBezTo>
                    <a:pt x="587" y="696"/>
                    <a:pt x="586" y="696"/>
                    <a:pt x="585" y="697"/>
                  </a:cubicBezTo>
                  <a:cubicBezTo>
                    <a:pt x="585" y="697"/>
                    <a:pt x="584" y="697"/>
                    <a:pt x="584" y="697"/>
                  </a:cubicBezTo>
                  <a:cubicBezTo>
                    <a:pt x="583" y="698"/>
                    <a:pt x="583" y="699"/>
                    <a:pt x="584" y="699"/>
                  </a:cubicBezTo>
                  <a:cubicBezTo>
                    <a:pt x="584" y="699"/>
                    <a:pt x="585" y="699"/>
                    <a:pt x="585" y="699"/>
                  </a:cubicBezTo>
                  <a:cubicBezTo>
                    <a:pt x="586" y="699"/>
                    <a:pt x="586" y="699"/>
                    <a:pt x="586" y="700"/>
                  </a:cubicBezTo>
                  <a:cubicBezTo>
                    <a:pt x="586" y="701"/>
                    <a:pt x="588" y="702"/>
                    <a:pt x="589" y="702"/>
                  </a:cubicBezTo>
                  <a:cubicBezTo>
                    <a:pt x="589" y="703"/>
                    <a:pt x="590" y="704"/>
                    <a:pt x="591" y="705"/>
                  </a:cubicBezTo>
                  <a:cubicBezTo>
                    <a:pt x="591" y="706"/>
                    <a:pt x="591" y="706"/>
                    <a:pt x="592" y="707"/>
                  </a:cubicBezTo>
                  <a:cubicBezTo>
                    <a:pt x="592" y="707"/>
                    <a:pt x="593" y="707"/>
                    <a:pt x="593" y="706"/>
                  </a:cubicBezTo>
                  <a:cubicBezTo>
                    <a:pt x="594" y="706"/>
                    <a:pt x="594" y="706"/>
                    <a:pt x="595" y="707"/>
                  </a:cubicBezTo>
                  <a:cubicBezTo>
                    <a:pt x="595" y="707"/>
                    <a:pt x="596" y="708"/>
                    <a:pt x="597" y="709"/>
                  </a:cubicBezTo>
                  <a:cubicBezTo>
                    <a:pt x="598" y="710"/>
                    <a:pt x="600" y="709"/>
                    <a:pt x="600" y="710"/>
                  </a:cubicBezTo>
                  <a:cubicBezTo>
                    <a:pt x="600" y="710"/>
                    <a:pt x="601" y="710"/>
                    <a:pt x="601" y="710"/>
                  </a:cubicBezTo>
                  <a:cubicBezTo>
                    <a:pt x="601" y="710"/>
                    <a:pt x="601" y="710"/>
                    <a:pt x="602" y="710"/>
                  </a:cubicBezTo>
                  <a:cubicBezTo>
                    <a:pt x="602" y="711"/>
                    <a:pt x="603" y="711"/>
                    <a:pt x="603" y="711"/>
                  </a:cubicBezTo>
                  <a:cubicBezTo>
                    <a:pt x="604" y="711"/>
                    <a:pt x="604" y="711"/>
                    <a:pt x="604" y="711"/>
                  </a:cubicBezTo>
                  <a:cubicBezTo>
                    <a:pt x="604" y="711"/>
                    <a:pt x="604" y="711"/>
                    <a:pt x="605" y="711"/>
                  </a:cubicBezTo>
                  <a:cubicBezTo>
                    <a:pt x="606" y="712"/>
                    <a:pt x="606" y="711"/>
                    <a:pt x="607" y="713"/>
                  </a:cubicBezTo>
                  <a:cubicBezTo>
                    <a:pt x="609" y="714"/>
                    <a:pt x="611" y="715"/>
                    <a:pt x="612" y="716"/>
                  </a:cubicBezTo>
                  <a:cubicBezTo>
                    <a:pt x="612" y="716"/>
                    <a:pt x="613" y="717"/>
                    <a:pt x="613" y="717"/>
                  </a:cubicBezTo>
                  <a:cubicBezTo>
                    <a:pt x="614" y="718"/>
                    <a:pt x="615" y="719"/>
                    <a:pt x="615" y="719"/>
                  </a:cubicBezTo>
                  <a:cubicBezTo>
                    <a:pt x="615" y="720"/>
                    <a:pt x="616" y="721"/>
                    <a:pt x="616" y="722"/>
                  </a:cubicBezTo>
                  <a:cubicBezTo>
                    <a:pt x="615" y="723"/>
                    <a:pt x="616" y="723"/>
                    <a:pt x="615" y="724"/>
                  </a:cubicBezTo>
                  <a:cubicBezTo>
                    <a:pt x="614" y="726"/>
                    <a:pt x="615" y="725"/>
                    <a:pt x="614" y="727"/>
                  </a:cubicBezTo>
                  <a:cubicBezTo>
                    <a:pt x="614" y="729"/>
                    <a:pt x="615" y="728"/>
                    <a:pt x="615" y="729"/>
                  </a:cubicBezTo>
                  <a:cubicBezTo>
                    <a:pt x="615" y="731"/>
                    <a:pt x="614" y="730"/>
                    <a:pt x="615" y="732"/>
                  </a:cubicBezTo>
                  <a:cubicBezTo>
                    <a:pt x="616" y="734"/>
                    <a:pt x="616" y="734"/>
                    <a:pt x="618" y="735"/>
                  </a:cubicBezTo>
                  <a:cubicBezTo>
                    <a:pt x="619" y="735"/>
                    <a:pt x="619" y="735"/>
                    <a:pt x="621" y="736"/>
                  </a:cubicBezTo>
                  <a:cubicBezTo>
                    <a:pt x="623" y="737"/>
                    <a:pt x="624" y="737"/>
                    <a:pt x="625" y="739"/>
                  </a:cubicBezTo>
                  <a:cubicBezTo>
                    <a:pt x="626" y="740"/>
                    <a:pt x="629" y="742"/>
                    <a:pt x="629" y="742"/>
                  </a:cubicBezTo>
                  <a:cubicBezTo>
                    <a:pt x="630" y="743"/>
                    <a:pt x="630" y="744"/>
                    <a:pt x="630" y="744"/>
                  </a:cubicBezTo>
                  <a:cubicBezTo>
                    <a:pt x="631" y="745"/>
                    <a:pt x="633" y="745"/>
                    <a:pt x="633" y="745"/>
                  </a:cubicBezTo>
                  <a:cubicBezTo>
                    <a:pt x="634" y="746"/>
                    <a:pt x="635" y="747"/>
                    <a:pt x="635" y="747"/>
                  </a:cubicBezTo>
                  <a:cubicBezTo>
                    <a:pt x="636" y="748"/>
                    <a:pt x="636" y="747"/>
                    <a:pt x="637" y="749"/>
                  </a:cubicBezTo>
                  <a:cubicBezTo>
                    <a:pt x="638" y="750"/>
                    <a:pt x="638" y="748"/>
                    <a:pt x="638" y="750"/>
                  </a:cubicBezTo>
                  <a:cubicBezTo>
                    <a:pt x="638" y="753"/>
                    <a:pt x="638" y="753"/>
                    <a:pt x="639" y="754"/>
                  </a:cubicBezTo>
                  <a:cubicBezTo>
                    <a:pt x="641" y="754"/>
                    <a:pt x="642" y="754"/>
                    <a:pt x="642" y="754"/>
                  </a:cubicBezTo>
                  <a:cubicBezTo>
                    <a:pt x="643" y="754"/>
                    <a:pt x="646" y="751"/>
                    <a:pt x="646" y="751"/>
                  </a:cubicBezTo>
                  <a:cubicBezTo>
                    <a:pt x="645" y="750"/>
                    <a:pt x="645" y="750"/>
                    <a:pt x="645" y="750"/>
                  </a:cubicBezTo>
                  <a:cubicBezTo>
                    <a:pt x="645" y="750"/>
                    <a:pt x="645" y="749"/>
                    <a:pt x="645" y="748"/>
                  </a:cubicBezTo>
                  <a:cubicBezTo>
                    <a:pt x="644" y="748"/>
                    <a:pt x="644" y="747"/>
                    <a:pt x="643" y="746"/>
                  </a:cubicBezTo>
                  <a:cubicBezTo>
                    <a:pt x="643" y="745"/>
                    <a:pt x="642" y="745"/>
                    <a:pt x="642" y="744"/>
                  </a:cubicBezTo>
                  <a:cubicBezTo>
                    <a:pt x="642" y="743"/>
                    <a:pt x="643" y="744"/>
                    <a:pt x="642" y="742"/>
                  </a:cubicBezTo>
                  <a:cubicBezTo>
                    <a:pt x="641" y="741"/>
                    <a:pt x="641" y="742"/>
                    <a:pt x="641" y="740"/>
                  </a:cubicBezTo>
                  <a:cubicBezTo>
                    <a:pt x="641" y="739"/>
                    <a:pt x="639" y="739"/>
                    <a:pt x="639" y="739"/>
                  </a:cubicBezTo>
                  <a:cubicBezTo>
                    <a:pt x="638" y="739"/>
                    <a:pt x="636" y="739"/>
                    <a:pt x="635" y="739"/>
                  </a:cubicBezTo>
                  <a:cubicBezTo>
                    <a:pt x="635" y="738"/>
                    <a:pt x="633" y="737"/>
                    <a:pt x="633" y="737"/>
                  </a:cubicBezTo>
                  <a:cubicBezTo>
                    <a:pt x="633" y="737"/>
                    <a:pt x="632" y="737"/>
                    <a:pt x="631" y="736"/>
                  </a:cubicBezTo>
                  <a:cubicBezTo>
                    <a:pt x="631" y="735"/>
                    <a:pt x="630" y="734"/>
                    <a:pt x="630" y="733"/>
                  </a:cubicBezTo>
                  <a:cubicBezTo>
                    <a:pt x="631" y="733"/>
                    <a:pt x="630" y="732"/>
                    <a:pt x="631" y="732"/>
                  </a:cubicBezTo>
                  <a:cubicBezTo>
                    <a:pt x="632" y="730"/>
                    <a:pt x="632" y="729"/>
                    <a:pt x="632" y="729"/>
                  </a:cubicBezTo>
                  <a:cubicBezTo>
                    <a:pt x="632" y="728"/>
                    <a:pt x="631" y="727"/>
                    <a:pt x="630" y="727"/>
                  </a:cubicBezTo>
                  <a:cubicBezTo>
                    <a:pt x="630" y="727"/>
                    <a:pt x="629" y="725"/>
                    <a:pt x="629" y="725"/>
                  </a:cubicBezTo>
                  <a:cubicBezTo>
                    <a:pt x="629" y="725"/>
                    <a:pt x="629" y="723"/>
                    <a:pt x="628" y="723"/>
                  </a:cubicBezTo>
                  <a:cubicBezTo>
                    <a:pt x="627" y="723"/>
                    <a:pt x="628" y="722"/>
                    <a:pt x="626" y="721"/>
                  </a:cubicBezTo>
                  <a:cubicBezTo>
                    <a:pt x="625" y="721"/>
                    <a:pt x="623" y="721"/>
                    <a:pt x="625" y="720"/>
                  </a:cubicBezTo>
                  <a:cubicBezTo>
                    <a:pt x="627" y="719"/>
                    <a:pt x="628" y="719"/>
                    <a:pt x="628" y="718"/>
                  </a:cubicBezTo>
                  <a:cubicBezTo>
                    <a:pt x="628" y="718"/>
                    <a:pt x="624" y="714"/>
                    <a:pt x="624" y="714"/>
                  </a:cubicBezTo>
                  <a:cubicBezTo>
                    <a:pt x="624" y="714"/>
                    <a:pt x="626" y="716"/>
                    <a:pt x="626" y="714"/>
                  </a:cubicBezTo>
                  <a:cubicBezTo>
                    <a:pt x="625" y="713"/>
                    <a:pt x="625" y="713"/>
                    <a:pt x="624" y="712"/>
                  </a:cubicBezTo>
                  <a:cubicBezTo>
                    <a:pt x="623" y="710"/>
                    <a:pt x="623" y="709"/>
                    <a:pt x="622" y="709"/>
                  </a:cubicBezTo>
                  <a:cubicBezTo>
                    <a:pt x="620" y="708"/>
                    <a:pt x="620" y="707"/>
                    <a:pt x="619" y="706"/>
                  </a:cubicBezTo>
                  <a:cubicBezTo>
                    <a:pt x="618" y="704"/>
                    <a:pt x="618" y="704"/>
                    <a:pt x="617" y="704"/>
                  </a:cubicBezTo>
                  <a:cubicBezTo>
                    <a:pt x="617" y="703"/>
                    <a:pt x="616" y="703"/>
                    <a:pt x="615" y="702"/>
                  </a:cubicBezTo>
                  <a:cubicBezTo>
                    <a:pt x="615" y="702"/>
                    <a:pt x="613" y="699"/>
                    <a:pt x="613" y="699"/>
                  </a:cubicBezTo>
                  <a:cubicBezTo>
                    <a:pt x="612" y="698"/>
                    <a:pt x="611" y="698"/>
                    <a:pt x="610" y="697"/>
                  </a:cubicBezTo>
                  <a:cubicBezTo>
                    <a:pt x="610" y="696"/>
                    <a:pt x="610" y="693"/>
                    <a:pt x="608" y="692"/>
                  </a:cubicBezTo>
                  <a:cubicBezTo>
                    <a:pt x="607" y="692"/>
                    <a:pt x="606" y="690"/>
                    <a:pt x="606" y="688"/>
                  </a:cubicBezTo>
                  <a:cubicBezTo>
                    <a:pt x="606" y="687"/>
                    <a:pt x="604" y="685"/>
                    <a:pt x="604" y="685"/>
                  </a:cubicBezTo>
                  <a:cubicBezTo>
                    <a:pt x="603" y="685"/>
                    <a:pt x="601" y="684"/>
                    <a:pt x="602" y="682"/>
                  </a:cubicBezTo>
                  <a:cubicBezTo>
                    <a:pt x="604" y="680"/>
                    <a:pt x="605" y="679"/>
                    <a:pt x="603" y="678"/>
                  </a:cubicBezTo>
                  <a:cubicBezTo>
                    <a:pt x="602" y="678"/>
                    <a:pt x="601" y="675"/>
                    <a:pt x="600" y="675"/>
                  </a:cubicBezTo>
                  <a:cubicBezTo>
                    <a:pt x="600" y="675"/>
                    <a:pt x="600" y="675"/>
                    <a:pt x="599" y="675"/>
                  </a:cubicBezTo>
                  <a:cubicBezTo>
                    <a:pt x="599" y="675"/>
                    <a:pt x="599" y="675"/>
                    <a:pt x="598" y="675"/>
                  </a:cubicBezTo>
                  <a:cubicBezTo>
                    <a:pt x="597" y="676"/>
                    <a:pt x="596" y="675"/>
                    <a:pt x="595" y="675"/>
                  </a:cubicBezTo>
                  <a:cubicBezTo>
                    <a:pt x="594" y="675"/>
                    <a:pt x="593" y="674"/>
                    <a:pt x="592" y="673"/>
                  </a:cubicBezTo>
                  <a:cubicBezTo>
                    <a:pt x="591" y="673"/>
                    <a:pt x="590" y="672"/>
                    <a:pt x="590" y="671"/>
                  </a:cubicBezTo>
                  <a:cubicBezTo>
                    <a:pt x="589" y="669"/>
                    <a:pt x="589" y="668"/>
                    <a:pt x="588" y="667"/>
                  </a:cubicBezTo>
                  <a:cubicBezTo>
                    <a:pt x="588" y="666"/>
                    <a:pt x="587" y="663"/>
                    <a:pt x="587" y="663"/>
                  </a:cubicBezTo>
                  <a:cubicBezTo>
                    <a:pt x="587" y="663"/>
                    <a:pt x="588" y="662"/>
                    <a:pt x="587" y="660"/>
                  </a:cubicBezTo>
                  <a:cubicBezTo>
                    <a:pt x="587" y="659"/>
                    <a:pt x="587" y="659"/>
                    <a:pt x="587" y="659"/>
                  </a:cubicBezTo>
                  <a:cubicBezTo>
                    <a:pt x="587" y="659"/>
                    <a:pt x="587" y="659"/>
                    <a:pt x="586" y="657"/>
                  </a:cubicBezTo>
                  <a:cubicBezTo>
                    <a:pt x="586" y="652"/>
                    <a:pt x="581" y="650"/>
                    <a:pt x="586" y="652"/>
                  </a:cubicBezTo>
                  <a:cubicBezTo>
                    <a:pt x="591" y="653"/>
                    <a:pt x="593" y="653"/>
                    <a:pt x="594" y="653"/>
                  </a:cubicBezTo>
                  <a:cubicBezTo>
                    <a:pt x="594" y="654"/>
                    <a:pt x="594" y="653"/>
                    <a:pt x="595" y="653"/>
                  </a:cubicBezTo>
                  <a:cubicBezTo>
                    <a:pt x="596" y="653"/>
                    <a:pt x="597" y="652"/>
                    <a:pt x="598" y="653"/>
                  </a:cubicBezTo>
                  <a:cubicBezTo>
                    <a:pt x="599" y="654"/>
                    <a:pt x="598" y="653"/>
                    <a:pt x="599" y="654"/>
                  </a:cubicBezTo>
                  <a:cubicBezTo>
                    <a:pt x="600" y="656"/>
                    <a:pt x="601" y="656"/>
                    <a:pt x="601" y="657"/>
                  </a:cubicBezTo>
                  <a:cubicBezTo>
                    <a:pt x="601" y="657"/>
                    <a:pt x="602" y="657"/>
                    <a:pt x="602" y="657"/>
                  </a:cubicBezTo>
                  <a:cubicBezTo>
                    <a:pt x="603" y="657"/>
                    <a:pt x="604" y="656"/>
                    <a:pt x="604" y="658"/>
                  </a:cubicBezTo>
                  <a:cubicBezTo>
                    <a:pt x="604" y="659"/>
                    <a:pt x="605" y="662"/>
                    <a:pt x="605" y="662"/>
                  </a:cubicBezTo>
                  <a:cubicBezTo>
                    <a:pt x="604" y="665"/>
                    <a:pt x="604" y="665"/>
                    <a:pt x="604" y="665"/>
                  </a:cubicBezTo>
                  <a:cubicBezTo>
                    <a:pt x="604" y="665"/>
                    <a:pt x="607" y="667"/>
                    <a:pt x="607" y="668"/>
                  </a:cubicBezTo>
                  <a:cubicBezTo>
                    <a:pt x="607" y="668"/>
                    <a:pt x="607" y="669"/>
                    <a:pt x="608" y="670"/>
                  </a:cubicBezTo>
                  <a:cubicBezTo>
                    <a:pt x="608" y="672"/>
                    <a:pt x="610" y="673"/>
                    <a:pt x="610" y="673"/>
                  </a:cubicBezTo>
                  <a:cubicBezTo>
                    <a:pt x="610" y="674"/>
                    <a:pt x="610" y="674"/>
                    <a:pt x="611" y="675"/>
                  </a:cubicBezTo>
                  <a:cubicBezTo>
                    <a:pt x="611" y="677"/>
                    <a:pt x="612" y="678"/>
                    <a:pt x="613" y="679"/>
                  </a:cubicBezTo>
                  <a:cubicBezTo>
                    <a:pt x="613" y="679"/>
                    <a:pt x="614" y="680"/>
                    <a:pt x="614" y="681"/>
                  </a:cubicBezTo>
                  <a:cubicBezTo>
                    <a:pt x="614" y="682"/>
                    <a:pt x="615" y="683"/>
                    <a:pt x="615" y="684"/>
                  </a:cubicBezTo>
                  <a:cubicBezTo>
                    <a:pt x="615" y="684"/>
                    <a:pt x="616" y="684"/>
                    <a:pt x="616" y="685"/>
                  </a:cubicBezTo>
                  <a:cubicBezTo>
                    <a:pt x="617" y="686"/>
                    <a:pt x="618" y="686"/>
                    <a:pt x="618" y="687"/>
                  </a:cubicBezTo>
                  <a:cubicBezTo>
                    <a:pt x="619" y="688"/>
                    <a:pt x="619" y="688"/>
                    <a:pt x="619" y="689"/>
                  </a:cubicBezTo>
                  <a:cubicBezTo>
                    <a:pt x="620" y="690"/>
                    <a:pt x="622" y="692"/>
                    <a:pt x="622" y="692"/>
                  </a:cubicBezTo>
                  <a:cubicBezTo>
                    <a:pt x="622" y="692"/>
                    <a:pt x="623" y="693"/>
                    <a:pt x="624" y="694"/>
                  </a:cubicBezTo>
                  <a:cubicBezTo>
                    <a:pt x="624" y="694"/>
                    <a:pt x="624" y="693"/>
                    <a:pt x="626" y="695"/>
                  </a:cubicBezTo>
                  <a:cubicBezTo>
                    <a:pt x="628" y="696"/>
                    <a:pt x="626" y="696"/>
                    <a:pt x="627" y="696"/>
                  </a:cubicBezTo>
                  <a:cubicBezTo>
                    <a:pt x="628" y="696"/>
                    <a:pt x="630" y="697"/>
                    <a:pt x="630" y="697"/>
                  </a:cubicBezTo>
                  <a:cubicBezTo>
                    <a:pt x="631" y="697"/>
                    <a:pt x="631" y="697"/>
                    <a:pt x="631" y="697"/>
                  </a:cubicBezTo>
                  <a:cubicBezTo>
                    <a:pt x="631" y="697"/>
                    <a:pt x="632" y="699"/>
                    <a:pt x="632" y="699"/>
                  </a:cubicBezTo>
                  <a:cubicBezTo>
                    <a:pt x="632" y="699"/>
                    <a:pt x="633" y="703"/>
                    <a:pt x="633" y="704"/>
                  </a:cubicBezTo>
                  <a:cubicBezTo>
                    <a:pt x="633" y="704"/>
                    <a:pt x="634" y="704"/>
                    <a:pt x="634" y="704"/>
                  </a:cubicBezTo>
                  <a:cubicBezTo>
                    <a:pt x="634" y="705"/>
                    <a:pt x="635" y="704"/>
                    <a:pt x="635" y="704"/>
                  </a:cubicBezTo>
                  <a:cubicBezTo>
                    <a:pt x="635" y="704"/>
                    <a:pt x="635" y="704"/>
                    <a:pt x="636" y="705"/>
                  </a:cubicBezTo>
                  <a:cubicBezTo>
                    <a:pt x="636" y="705"/>
                    <a:pt x="637" y="705"/>
                    <a:pt x="638" y="705"/>
                  </a:cubicBezTo>
                  <a:cubicBezTo>
                    <a:pt x="638" y="706"/>
                    <a:pt x="638" y="706"/>
                    <a:pt x="639" y="707"/>
                  </a:cubicBezTo>
                  <a:cubicBezTo>
                    <a:pt x="640" y="709"/>
                    <a:pt x="641" y="709"/>
                    <a:pt x="641" y="709"/>
                  </a:cubicBezTo>
                  <a:cubicBezTo>
                    <a:pt x="642" y="711"/>
                    <a:pt x="644" y="712"/>
                    <a:pt x="644" y="712"/>
                  </a:cubicBezTo>
                  <a:cubicBezTo>
                    <a:pt x="644" y="712"/>
                    <a:pt x="645" y="712"/>
                    <a:pt x="645" y="712"/>
                  </a:cubicBezTo>
                  <a:cubicBezTo>
                    <a:pt x="646" y="713"/>
                    <a:pt x="647" y="713"/>
                    <a:pt x="646" y="714"/>
                  </a:cubicBezTo>
                  <a:cubicBezTo>
                    <a:pt x="645" y="716"/>
                    <a:pt x="645" y="716"/>
                    <a:pt x="645" y="717"/>
                  </a:cubicBezTo>
                  <a:cubicBezTo>
                    <a:pt x="644" y="718"/>
                    <a:pt x="644" y="718"/>
                    <a:pt x="644" y="718"/>
                  </a:cubicBezTo>
                  <a:cubicBezTo>
                    <a:pt x="644" y="719"/>
                    <a:pt x="645" y="721"/>
                    <a:pt x="645" y="721"/>
                  </a:cubicBezTo>
                  <a:cubicBezTo>
                    <a:pt x="645" y="721"/>
                    <a:pt x="647" y="722"/>
                    <a:pt x="647" y="722"/>
                  </a:cubicBezTo>
                  <a:cubicBezTo>
                    <a:pt x="648" y="723"/>
                    <a:pt x="649" y="723"/>
                    <a:pt x="649" y="723"/>
                  </a:cubicBezTo>
                  <a:cubicBezTo>
                    <a:pt x="652" y="724"/>
                    <a:pt x="652" y="724"/>
                    <a:pt x="652" y="724"/>
                  </a:cubicBezTo>
                  <a:cubicBezTo>
                    <a:pt x="652" y="724"/>
                    <a:pt x="653" y="724"/>
                    <a:pt x="653" y="725"/>
                  </a:cubicBezTo>
                  <a:cubicBezTo>
                    <a:pt x="654" y="726"/>
                    <a:pt x="655" y="728"/>
                    <a:pt x="655" y="728"/>
                  </a:cubicBezTo>
                  <a:cubicBezTo>
                    <a:pt x="657" y="728"/>
                    <a:pt x="657" y="728"/>
                    <a:pt x="657" y="728"/>
                  </a:cubicBezTo>
                  <a:cubicBezTo>
                    <a:pt x="657" y="728"/>
                    <a:pt x="658" y="728"/>
                    <a:pt x="659" y="728"/>
                  </a:cubicBezTo>
                  <a:cubicBezTo>
                    <a:pt x="659" y="729"/>
                    <a:pt x="660" y="729"/>
                    <a:pt x="660" y="730"/>
                  </a:cubicBezTo>
                  <a:cubicBezTo>
                    <a:pt x="660" y="730"/>
                    <a:pt x="660" y="731"/>
                    <a:pt x="660" y="732"/>
                  </a:cubicBezTo>
                  <a:cubicBezTo>
                    <a:pt x="660" y="733"/>
                    <a:pt x="660" y="733"/>
                    <a:pt x="660" y="733"/>
                  </a:cubicBezTo>
                  <a:cubicBezTo>
                    <a:pt x="660" y="734"/>
                    <a:pt x="661" y="735"/>
                    <a:pt x="661" y="735"/>
                  </a:cubicBezTo>
                  <a:cubicBezTo>
                    <a:pt x="662" y="736"/>
                    <a:pt x="664" y="737"/>
                    <a:pt x="664" y="738"/>
                  </a:cubicBezTo>
                  <a:cubicBezTo>
                    <a:pt x="665" y="738"/>
                    <a:pt x="666" y="738"/>
                    <a:pt x="666" y="739"/>
                  </a:cubicBezTo>
                  <a:cubicBezTo>
                    <a:pt x="666" y="739"/>
                    <a:pt x="667" y="739"/>
                    <a:pt x="668" y="740"/>
                  </a:cubicBezTo>
                  <a:cubicBezTo>
                    <a:pt x="668" y="740"/>
                    <a:pt x="670" y="740"/>
                    <a:pt x="670" y="741"/>
                  </a:cubicBezTo>
                  <a:cubicBezTo>
                    <a:pt x="670" y="742"/>
                    <a:pt x="671" y="742"/>
                    <a:pt x="672" y="743"/>
                  </a:cubicBezTo>
                  <a:cubicBezTo>
                    <a:pt x="672" y="744"/>
                    <a:pt x="670" y="744"/>
                    <a:pt x="673" y="745"/>
                  </a:cubicBezTo>
                  <a:cubicBezTo>
                    <a:pt x="676" y="746"/>
                    <a:pt x="678" y="748"/>
                    <a:pt x="677" y="749"/>
                  </a:cubicBezTo>
                  <a:cubicBezTo>
                    <a:pt x="677" y="749"/>
                    <a:pt x="679" y="752"/>
                    <a:pt x="679" y="752"/>
                  </a:cubicBezTo>
                  <a:cubicBezTo>
                    <a:pt x="679" y="752"/>
                    <a:pt x="684" y="755"/>
                    <a:pt x="684" y="756"/>
                  </a:cubicBezTo>
                  <a:cubicBezTo>
                    <a:pt x="685" y="756"/>
                    <a:pt x="685" y="758"/>
                    <a:pt x="686" y="759"/>
                  </a:cubicBezTo>
                  <a:cubicBezTo>
                    <a:pt x="686" y="759"/>
                    <a:pt x="687" y="759"/>
                    <a:pt x="687" y="761"/>
                  </a:cubicBezTo>
                  <a:cubicBezTo>
                    <a:pt x="687" y="763"/>
                    <a:pt x="688" y="764"/>
                    <a:pt x="688" y="765"/>
                  </a:cubicBezTo>
                  <a:cubicBezTo>
                    <a:pt x="688" y="765"/>
                    <a:pt x="689" y="765"/>
                    <a:pt x="688" y="766"/>
                  </a:cubicBezTo>
                  <a:cubicBezTo>
                    <a:pt x="687" y="767"/>
                    <a:pt x="687" y="767"/>
                    <a:pt x="688" y="767"/>
                  </a:cubicBezTo>
                  <a:cubicBezTo>
                    <a:pt x="688" y="768"/>
                    <a:pt x="689" y="769"/>
                    <a:pt x="690" y="770"/>
                  </a:cubicBezTo>
                  <a:cubicBezTo>
                    <a:pt x="690" y="771"/>
                    <a:pt x="690" y="771"/>
                    <a:pt x="690" y="772"/>
                  </a:cubicBezTo>
                  <a:cubicBezTo>
                    <a:pt x="690" y="772"/>
                    <a:pt x="691" y="773"/>
                    <a:pt x="691" y="773"/>
                  </a:cubicBezTo>
                  <a:cubicBezTo>
                    <a:pt x="690" y="774"/>
                    <a:pt x="690" y="773"/>
                    <a:pt x="690" y="775"/>
                  </a:cubicBezTo>
                  <a:cubicBezTo>
                    <a:pt x="690" y="776"/>
                    <a:pt x="690" y="777"/>
                    <a:pt x="690" y="778"/>
                  </a:cubicBezTo>
                  <a:cubicBezTo>
                    <a:pt x="690" y="778"/>
                    <a:pt x="691" y="778"/>
                    <a:pt x="690" y="779"/>
                  </a:cubicBezTo>
                  <a:cubicBezTo>
                    <a:pt x="689" y="781"/>
                    <a:pt x="689" y="781"/>
                    <a:pt x="688" y="782"/>
                  </a:cubicBezTo>
                  <a:cubicBezTo>
                    <a:pt x="687" y="783"/>
                    <a:pt x="687" y="782"/>
                    <a:pt x="687" y="783"/>
                  </a:cubicBezTo>
                  <a:cubicBezTo>
                    <a:pt x="688" y="784"/>
                    <a:pt x="689" y="786"/>
                    <a:pt x="689" y="786"/>
                  </a:cubicBezTo>
                  <a:cubicBezTo>
                    <a:pt x="689" y="787"/>
                    <a:pt x="691" y="789"/>
                    <a:pt x="691" y="790"/>
                  </a:cubicBezTo>
                  <a:cubicBezTo>
                    <a:pt x="692" y="791"/>
                    <a:pt x="692" y="794"/>
                    <a:pt x="692" y="794"/>
                  </a:cubicBezTo>
                  <a:cubicBezTo>
                    <a:pt x="693" y="794"/>
                    <a:pt x="694" y="796"/>
                    <a:pt x="695" y="796"/>
                  </a:cubicBezTo>
                  <a:cubicBezTo>
                    <a:pt x="695" y="796"/>
                    <a:pt x="697" y="798"/>
                    <a:pt x="697" y="798"/>
                  </a:cubicBezTo>
                  <a:cubicBezTo>
                    <a:pt x="697" y="798"/>
                    <a:pt x="698" y="798"/>
                    <a:pt x="698" y="798"/>
                  </a:cubicBezTo>
                  <a:cubicBezTo>
                    <a:pt x="698" y="798"/>
                    <a:pt x="699" y="798"/>
                    <a:pt x="699" y="798"/>
                  </a:cubicBezTo>
                  <a:cubicBezTo>
                    <a:pt x="700" y="798"/>
                    <a:pt x="702" y="798"/>
                    <a:pt x="702" y="799"/>
                  </a:cubicBezTo>
                  <a:cubicBezTo>
                    <a:pt x="703" y="799"/>
                    <a:pt x="704" y="800"/>
                    <a:pt x="705" y="801"/>
                  </a:cubicBezTo>
                  <a:cubicBezTo>
                    <a:pt x="705" y="801"/>
                    <a:pt x="707" y="803"/>
                    <a:pt x="707" y="803"/>
                  </a:cubicBezTo>
                  <a:cubicBezTo>
                    <a:pt x="707" y="804"/>
                    <a:pt x="708" y="804"/>
                    <a:pt x="709" y="804"/>
                  </a:cubicBezTo>
                  <a:cubicBezTo>
                    <a:pt x="709" y="805"/>
                    <a:pt x="709" y="805"/>
                    <a:pt x="710" y="806"/>
                  </a:cubicBezTo>
                  <a:cubicBezTo>
                    <a:pt x="711" y="807"/>
                    <a:pt x="712" y="807"/>
                    <a:pt x="713" y="808"/>
                  </a:cubicBezTo>
                  <a:cubicBezTo>
                    <a:pt x="713" y="808"/>
                    <a:pt x="713" y="808"/>
                    <a:pt x="714" y="808"/>
                  </a:cubicBezTo>
                  <a:cubicBezTo>
                    <a:pt x="714" y="808"/>
                    <a:pt x="714" y="808"/>
                    <a:pt x="715" y="808"/>
                  </a:cubicBezTo>
                  <a:cubicBezTo>
                    <a:pt x="716" y="809"/>
                    <a:pt x="716" y="809"/>
                    <a:pt x="718" y="810"/>
                  </a:cubicBezTo>
                  <a:cubicBezTo>
                    <a:pt x="719" y="810"/>
                    <a:pt x="720" y="810"/>
                    <a:pt x="722" y="810"/>
                  </a:cubicBezTo>
                  <a:cubicBezTo>
                    <a:pt x="723" y="810"/>
                    <a:pt x="724" y="810"/>
                    <a:pt x="724" y="810"/>
                  </a:cubicBezTo>
                  <a:cubicBezTo>
                    <a:pt x="724" y="810"/>
                    <a:pt x="727" y="811"/>
                    <a:pt x="727" y="811"/>
                  </a:cubicBezTo>
                  <a:cubicBezTo>
                    <a:pt x="727" y="811"/>
                    <a:pt x="729" y="811"/>
                    <a:pt x="729" y="812"/>
                  </a:cubicBezTo>
                  <a:cubicBezTo>
                    <a:pt x="730" y="812"/>
                    <a:pt x="732" y="814"/>
                    <a:pt x="732" y="814"/>
                  </a:cubicBezTo>
                  <a:cubicBezTo>
                    <a:pt x="732" y="815"/>
                    <a:pt x="734" y="816"/>
                    <a:pt x="734" y="816"/>
                  </a:cubicBezTo>
                  <a:cubicBezTo>
                    <a:pt x="734" y="817"/>
                    <a:pt x="737" y="818"/>
                    <a:pt x="737" y="818"/>
                  </a:cubicBezTo>
                  <a:cubicBezTo>
                    <a:pt x="737" y="818"/>
                    <a:pt x="738" y="818"/>
                    <a:pt x="739" y="819"/>
                  </a:cubicBezTo>
                  <a:cubicBezTo>
                    <a:pt x="739" y="819"/>
                    <a:pt x="738" y="820"/>
                    <a:pt x="741" y="820"/>
                  </a:cubicBezTo>
                  <a:cubicBezTo>
                    <a:pt x="744" y="821"/>
                    <a:pt x="745" y="822"/>
                    <a:pt x="745" y="822"/>
                  </a:cubicBezTo>
                  <a:cubicBezTo>
                    <a:pt x="746" y="822"/>
                    <a:pt x="748" y="823"/>
                    <a:pt x="748" y="823"/>
                  </a:cubicBezTo>
                  <a:cubicBezTo>
                    <a:pt x="750" y="823"/>
                    <a:pt x="750" y="823"/>
                    <a:pt x="750" y="823"/>
                  </a:cubicBezTo>
                  <a:cubicBezTo>
                    <a:pt x="753" y="824"/>
                    <a:pt x="753" y="824"/>
                    <a:pt x="753" y="824"/>
                  </a:cubicBezTo>
                  <a:cubicBezTo>
                    <a:pt x="753" y="824"/>
                    <a:pt x="753" y="824"/>
                    <a:pt x="754" y="825"/>
                  </a:cubicBezTo>
                  <a:cubicBezTo>
                    <a:pt x="755" y="825"/>
                    <a:pt x="755" y="825"/>
                    <a:pt x="756" y="825"/>
                  </a:cubicBezTo>
                  <a:cubicBezTo>
                    <a:pt x="757" y="825"/>
                    <a:pt x="757" y="825"/>
                    <a:pt x="757" y="825"/>
                  </a:cubicBezTo>
                  <a:cubicBezTo>
                    <a:pt x="758" y="825"/>
                    <a:pt x="760" y="826"/>
                    <a:pt x="760" y="826"/>
                  </a:cubicBezTo>
                  <a:cubicBezTo>
                    <a:pt x="760" y="826"/>
                    <a:pt x="762" y="826"/>
                    <a:pt x="762" y="827"/>
                  </a:cubicBezTo>
                  <a:cubicBezTo>
                    <a:pt x="762" y="828"/>
                    <a:pt x="763" y="828"/>
                    <a:pt x="764" y="828"/>
                  </a:cubicBezTo>
                  <a:cubicBezTo>
                    <a:pt x="764" y="829"/>
                    <a:pt x="765" y="829"/>
                    <a:pt x="766" y="829"/>
                  </a:cubicBezTo>
                  <a:cubicBezTo>
                    <a:pt x="767" y="830"/>
                    <a:pt x="767" y="829"/>
                    <a:pt x="769" y="830"/>
                  </a:cubicBezTo>
                  <a:cubicBezTo>
                    <a:pt x="770" y="831"/>
                    <a:pt x="779" y="834"/>
                    <a:pt x="779" y="834"/>
                  </a:cubicBezTo>
                  <a:cubicBezTo>
                    <a:pt x="779" y="834"/>
                    <a:pt x="782" y="835"/>
                    <a:pt x="783" y="835"/>
                  </a:cubicBezTo>
                  <a:cubicBezTo>
                    <a:pt x="784" y="834"/>
                    <a:pt x="786" y="835"/>
                    <a:pt x="787" y="835"/>
                  </a:cubicBezTo>
                  <a:cubicBezTo>
                    <a:pt x="787" y="835"/>
                    <a:pt x="789" y="836"/>
                    <a:pt x="790" y="836"/>
                  </a:cubicBezTo>
                  <a:cubicBezTo>
                    <a:pt x="790" y="836"/>
                    <a:pt x="793" y="836"/>
                    <a:pt x="793" y="835"/>
                  </a:cubicBezTo>
                  <a:cubicBezTo>
                    <a:pt x="794" y="835"/>
                    <a:pt x="793" y="835"/>
                    <a:pt x="794" y="835"/>
                  </a:cubicBezTo>
                  <a:cubicBezTo>
                    <a:pt x="795" y="834"/>
                    <a:pt x="796" y="835"/>
                    <a:pt x="799" y="833"/>
                  </a:cubicBezTo>
                  <a:cubicBezTo>
                    <a:pt x="802" y="832"/>
                    <a:pt x="803" y="831"/>
                    <a:pt x="803" y="831"/>
                  </a:cubicBezTo>
                  <a:cubicBezTo>
                    <a:pt x="803" y="831"/>
                    <a:pt x="804" y="831"/>
                    <a:pt x="805" y="830"/>
                  </a:cubicBezTo>
                  <a:cubicBezTo>
                    <a:pt x="805" y="830"/>
                    <a:pt x="805" y="830"/>
                    <a:pt x="806" y="829"/>
                  </a:cubicBezTo>
                  <a:cubicBezTo>
                    <a:pt x="807" y="829"/>
                    <a:pt x="807" y="829"/>
                    <a:pt x="808" y="830"/>
                  </a:cubicBezTo>
                  <a:cubicBezTo>
                    <a:pt x="810" y="830"/>
                    <a:pt x="813" y="831"/>
                    <a:pt x="813" y="831"/>
                  </a:cubicBezTo>
                  <a:cubicBezTo>
                    <a:pt x="815" y="832"/>
                    <a:pt x="816" y="833"/>
                    <a:pt x="817" y="833"/>
                  </a:cubicBezTo>
                  <a:cubicBezTo>
                    <a:pt x="818" y="833"/>
                    <a:pt x="822" y="837"/>
                    <a:pt x="822" y="837"/>
                  </a:cubicBezTo>
                  <a:cubicBezTo>
                    <a:pt x="823" y="837"/>
                    <a:pt x="824" y="838"/>
                    <a:pt x="825" y="838"/>
                  </a:cubicBezTo>
                  <a:cubicBezTo>
                    <a:pt x="825" y="839"/>
                    <a:pt x="826" y="839"/>
                    <a:pt x="827" y="840"/>
                  </a:cubicBezTo>
                  <a:cubicBezTo>
                    <a:pt x="827" y="840"/>
                    <a:pt x="827" y="840"/>
                    <a:pt x="828" y="841"/>
                  </a:cubicBezTo>
                  <a:cubicBezTo>
                    <a:pt x="829" y="841"/>
                    <a:pt x="829" y="841"/>
                    <a:pt x="829" y="841"/>
                  </a:cubicBezTo>
                  <a:cubicBezTo>
                    <a:pt x="830" y="841"/>
                    <a:pt x="830" y="841"/>
                    <a:pt x="831" y="842"/>
                  </a:cubicBezTo>
                  <a:cubicBezTo>
                    <a:pt x="832" y="844"/>
                    <a:pt x="833" y="846"/>
                    <a:pt x="833" y="846"/>
                  </a:cubicBezTo>
                  <a:cubicBezTo>
                    <a:pt x="833" y="847"/>
                    <a:pt x="835" y="848"/>
                    <a:pt x="835" y="849"/>
                  </a:cubicBezTo>
                  <a:cubicBezTo>
                    <a:pt x="835" y="849"/>
                    <a:pt x="835" y="850"/>
                    <a:pt x="835" y="850"/>
                  </a:cubicBezTo>
                  <a:cubicBezTo>
                    <a:pt x="836" y="851"/>
                    <a:pt x="836" y="851"/>
                    <a:pt x="837" y="851"/>
                  </a:cubicBezTo>
                  <a:cubicBezTo>
                    <a:pt x="838" y="851"/>
                    <a:pt x="848" y="855"/>
                    <a:pt x="848" y="855"/>
                  </a:cubicBezTo>
                  <a:cubicBezTo>
                    <a:pt x="848" y="855"/>
                    <a:pt x="849" y="856"/>
                    <a:pt x="850" y="856"/>
                  </a:cubicBezTo>
                  <a:cubicBezTo>
                    <a:pt x="850" y="855"/>
                    <a:pt x="852" y="855"/>
                    <a:pt x="853" y="855"/>
                  </a:cubicBezTo>
                  <a:cubicBezTo>
                    <a:pt x="854" y="856"/>
                    <a:pt x="856" y="856"/>
                    <a:pt x="857" y="857"/>
                  </a:cubicBezTo>
                  <a:cubicBezTo>
                    <a:pt x="857" y="857"/>
                    <a:pt x="857" y="857"/>
                    <a:pt x="857" y="857"/>
                  </a:cubicBezTo>
                  <a:cubicBezTo>
                    <a:pt x="858" y="857"/>
                    <a:pt x="858" y="857"/>
                    <a:pt x="859" y="858"/>
                  </a:cubicBezTo>
                  <a:cubicBezTo>
                    <a:pt x="861" y="859"/>
                    <a:pt x="863" y="860"/>
                    <a:pt x="864" y="860"/>
                  </a:cubicBezTo>
                  <a:cubicBezTo>
                    <a:pt x="864" y="860"/>
                    <a:pt x="864" y="860"/>
                    <a:pt x="865" y="860"/>
                  </a:cubicBezTo>
                  <a:cubicBezTo>
                    <a:pt x="865" y="860"/>
                    <a:pt x="866" y="860"/>
                    <a:pt x="866" y="861"/>
                  </a:cubicBezTo>
                  <a:cubicBezTo>
                    <a:pt x="867" y="861"/>
                    <a:pt x="870" y="862"/>
                    <a:pt x="870" y="862"/>
                  </a:cubicBezTo>
                  <a:cubicBezTo>
                    <a:pt x="874" y="862"/>
                    <a:pt x="874" y="862"/>
                    <a:pt x="874" y="862"/>
                  </a:cubicBezTo>
                  <a:cubicBezTo>
                    <a:pt x="875" y="862"/>
                    <a:pt x="877" y="863"/>
                    <a:pt x="879" y="863"/>
                  </a:cubicBezTo>
                  <a:cubicBezTo>
                    <a:pt x="880" y="863"/>
                    <a:pt x="885" y="863"/>
                    <a:pt x="885" y="863"/>
                  </a:cubicBezTo>
                  <a:cubicBezTo>
                    <a:pt x="885" y="863"/>
                    <a:pt x="885" y="863"/>
                    <a:pt x="885" y="863"/>
                  </a:cubicBezTo>
                  <a:cubicBezTo>
                    <a:pt x="886" y="863"/>
                    <a:pt x="887" y="863"/>
                    <a:pt x="887" y="864"/>
                  </a:cubicBezTo>
                  <a:cubicBezTo>
                    <a:pt x="887" y="865"/>
                    <a:pt x="887" y="866"/>
                    <a:pt x="887" y="867"/>
                  </a:cubicBezTo>
                  <a:cubicBezTo>
                    <a:pt x="887" y="867"/>
                    <a:pt x="887" y="868"/>
                    <a:pt x="887" y="868"/>
                  </a:cubicBezTo>
                  <a:cubicBezTo>
                    <a:pt x="888" y="868"/>
                    <a:pt x="888" y="869"/>
                    <a:pt x="889" y="869"/>
                  </a:cubicBezTo>
                  <a:cubicBezTo>
                    <a:pt x="889" y="870"/>
                    <a:pt x="893" y="871"/>
                    <a:pt x="893" y="872"/>
                  </a:cubicBezTo>
                  <a:cubicBezTo>
                    <a:pt x="893" y="873"/>
                    <a:pt x="895" y="874"/>
                    <a:pt x="895" y="875"/>
                  </a:cubicBezTo>
                  <a:cubicBezTo>
                    <a:pt x="894" y="875"/>
                    <a:pt x="895" y="875"/>
                    <a:pt x="896" y="876"/>
                  </a:cubicBezTo>
                  <a:cubicBezTo>
                    <a:pt x="896" y="878"/>
                    <a:pt x="898" y="879"/>
                    <a:pt x="898" y="879"/>
                  </a:cubicBezTo>
                  <a:cubicBezTo>
                    <a:pt x="898" y="879"/>
                    <a:pt x="898" y="879"/>
                    <a:pt x="899" y="880"/>
                  </a:cubicBezTo>
                  <a:cubicBezTo>
                    <a:pt x="900" y="881"/>
                    <a:pt x="903" y="882"/>
                    <a:pt x="903" y="882"/>
                  </a:cubicBezTo>
                  <a:cubicBezTo>
                    <a:pt x="903" y="883"/>
                    <a:pt x="904" y="883"/>
                    <a:pt x="904" y="884"/>
                  </a:cubicBezTo>
                  <a:cubicBezTo>
                    <a:pt x="904" y="884"/>
                    <a:pt x="905" y="885"/>
                    <a:pt x="905" y="886"/>
                  </a:cubicBezTo>
                  <a:cubicBezTo>
                    <a:pt x="905" y="886"/>
                    <a:pt x="906" y="887"/>
                    <a:pt x="906" y="887"/>
                  </a:cubicBezTo>
                  <a:cubicBezTo>
                    <a:pt x="906" y="887"/>
                    <a:pt x="906" y="887"/>
                    <a:pt x="906" y="887"/>
                  </a:cubicBezTo>
                  <a:cubicBezTo>
                    <a:pt x="906" y="888"/>
                    <a:pt x="906" y="888"/>
                    <a:pt x="906" y="888"/>
                  </a:cubicBezTo>
                  <a:cubicBezTo>
                    <a:pt x="905" y="888"/>
                    <a:pt x="905" y="892"/>
                    <a:pt x="905" y="892"/>
                  </a:cubicBezTo>
                  <a:cubicBezTo>
                    <a:pt x="905" y="892"/>
                    <a:pt x="905" y="894"/>
                    <a:pt x="905" y="895"/>
                  </a:cubicBezTo>
                  <a:cubicBezTo>
                    <a:pt x="905" y="896"/>
                    <a:pt x="905" y="897"/>
                    <a:pt x="906" y="897"/>
                  </a:cubicBezTo>
                  <a:cubicBezTo>
                    <a:pt x="906" y="898"/>
                    <a:pt x="907" y="900"/>
                    <a:pt x="908" y="900"/>
                  </a:cubicBezTo>
                  <a:cubicBezTo>
                    <a:pt x="908" y="899"/>
                    <a:pt x="909" y="900"/>
                    <a:pt x="909" y="900"/>
                  </a:cubicBezTo>
                  <a:cubicBezTo>
                    <a:pt x="911" y="900"/>
                    <a:pt x="911" y="900"/>
                    <a:pt x="911" y="900"/>
                  </a:cubicBezTo>
                  <a:cubicBezTo>
                    <a:pt x="911" y="900"/>
                    <a:pt x="913" y="902"/>
                    <a:pt x="914" y="902"/>
                  </a:cubicBezTo>
                  <a:cubicBezTo>
                    <a:pt x="914" y="902"/>
                    <a:pt x="916" y="904"/>
                    <a:pt x="916" y="903"/>
                  </a:cubicBezTo>
                  <a:cubicBezTo>
                    <a:pt x="916" y="902"/>
                    <a:pt x="916" y="902"/>
                    <a:pt x="916" y="902"/>
                  </a:cubicBezTo>
                  <a:cubicBezTo>
                    <a:pt x="916" y="902"/>
                    <a:pt x="916" y="900"/>
                    <a:pt x="916" y="900"/>
                  </a:cubicBezTo>
                  <a:cubicBezTo>
                    <a:pt x="916" y="900"/>
                    <a:pt x="915" y="899"/>
                    <a:pt x="915" y="898"/>
                  </a:cubicBezTo>
                  <a:cubicBezTo>
                    <a:pt x="914" y="897"/>
                    <a:pt x="917" y="899"/>
                    <a:pt x="917" y="899"/>
                  </a:cubicBezTo>
                  <a:cubicBezTo>
                    <a:pt x="918" y="901"/>
                    <a:pt x="918" y="901"/>
                    <a:pt x="918" y="902"/>
                  </a:cubicBezTo>
                  <a:cubicBezTo>
                    <a:pt x="918" y="902"/>
                    <a:pt x="918" y="903"/>
                    <a:pt x="919" y="903"/>
                  </a:cubicBezTo>
                  <a:cubicBezTo>
                    <a:pt x="919" y="903"/>
                    <a:pt x="919" y="903"/>
                    <a:pt x="919" y="903"/>
                  </a:cubicBezTo>
                  <a:cubicBezTo>
                    <a:pt x="920" y="903"/>
                    <a:pt x="920" y="903"/>
                    <a:pt x="920" y="903"/>
                  </a:cubicBezTo>
                  <a:cubicBezTo>
                    <a:pt x="920" y="904"/>
                    <a:pt x="921" y="905"/>
                    <a:pt x="922" y="905"/>
                  </a:cubicBezTo>
                  <a:cubicBezTo>
                    <a:pt x="922" y="904"/>
                    <a:pt x="923" y="904"/>
                    <a:pt x="923" y="904"/>
                  </a:cubicBezTo>
                  <a:cubicBezTo>
                    <a:pt x="924" y="905"/>
                    <a:pt x="925" y="905"/>
                    <a:pt x="925" y="905"/>
                  </a:cubicBezTo>
                  <a:cubicBezTo>
                    <a:pt x="926" y="906"/>
                    <a:pt x="927" y="905"/>
                    <a:pt x="927" y="906"/>
                  </a:cubicBezTo>
                  <a:cubicBezTo>
                    <a:pt x="927" y="907"/>
                    <a:pt x="929" y="908"/>
                    <a:pt x="929" y="908"/>
                  </a:cubicBezTo>
                  <a:cubicBezTo>
                    <a:pt x="929" y="909"/>
                    <a:pt x="929" y="908"/>
                    <a:pt x="929" y="909"/>
                  </a:cubicBezTo>
                  <a:cubicBezTo>
                    <a:pt x="929" y="910"/>
                    <a:pt x="929" y="910"/>
                    <a:pt x="929" y="911"/>
                  </a:cubicBezTo>
                  <a:cubicBezTo>
                    <a:pt x="928" y="912"/>
                    <a:pt x="929" y="912"/>
                    <a:pt x="929" y="912"/>
                  </a:cubicBezTo>
                  <a:cubicBezTo>
                    <a:pt x="929" y="913"/>
                    <a:pt x="930" y="913"/>
                    <a:pt x="930" y="914"/>
                  </a:cubicBezTo>
                  <a:cubicBezTo>
                    <a:pt x="930" y="914"/>
                    <a:pt x="931" y="914"/>
                    <a:pt x="932" y="914"/>
                  </a:cubicBezTo>
                  <a:cubicBezTo>
                    <a:pt x="933" y="915"/>
                    <a:pt x="932" y="917"/>
                    <a:pt x="933" y="916"/>
                  </a:cubicBezTo>
                  <a:cubicBezTo>
                    <a:pt x="933" y="916"/>
                    <a:pt x="934" y="916"/>
                    <a:pt x="934" y="916"/>
                  </a:cubicBezTo>
                  <a:cubicBezTo>
                    <a:pt x="935" y="916"/>
                    <a:pt x="935" y="916"/>
                    <a:pt x="935" y="916"/>
                  </a:cubicBezTo>
                  <a:cubicBezTo>
                    <a:pt x="935" y="915"/>
                    <a:pt x="935" y="914"/>
                    <a:pt x="936" y="915"/>
                  </a:cubicBezTo>
                  <a:cubicBezTo>
                    <a:pt x="937" y="915"/>
                    <a:pt x="936" y="915"/>
                    <a:pt x="937" y="915"/>
                  </a:cubicBezTo>
                  <a:cubicBezTo>
                    <a:pt x="939" y="916"/>
                    <a:pt x="940" y="917"/>
                    <a:pt x="940" y="917"/>
                  </a:cubicBezTo>
                  <a:cubicBezTo>
                    <a:pt x="944" y="917"/>
                    <a:pt x="946" y="917"/>
                    <a:pt x="947" y="918"/>
                  </a:cubicBezTo>
                  <a:cubicBezTo>
                    <a:pt x="948" y="918"/>
                    <a:pt x="949" y="918"/>
                    <a:pt x="950" y="919"/>
                  </a:cubicBezTo>
                  <a:cubicBezTo>
                    <a:pt x="950" y="919"/>
                    <a:pt x="952" y="920"/>
                    <a:pt x="952" y="921"/>
                  </a:cubicBezTo>
                  <a:cubicBezTo>
                    <a:pt x="952" y="921"/>
                    <a:pt x="953" y="921"/>
                    <a:pt x="953" y="921"/>
                  </a:cubicBezTo>
                  <a:cubicBezTo>
                    <a:pt x="953" y="921"/>
                    <a:pt x="954" y="922"/>
                    <a:pt x="954" y="923"/>
                  </a:cubicBezTo>
                  <a:cubicBezTo>
                    <a:pt x="953" y="924"/>
                    <a:pt x="955" y="924"/>
                    <a:pt x="955" y="924"/>
                  </a:cubicBezTo>
                  <a:cubicBezTo>
                    <a:pt x="955" y="924"/>
                    <a:pt x="956" y="924"/>
                    <a:pt x="957" y="924"/>
                  </a:cubicBezTo>
                  <a:cubicBezTo>
                    <a:pt x="957" y="923"/>
                    <a:pt x="958" y="923"/>
                    <a:pt x="958" y="924"/>
                  </a:cubicBezTo>
                  <a:cubicBezTo>
                    <a:pt x="958" y="925"/>
                    <a:pt x="960" y="926"/>
                    <a:pt x="960" y="927"/>
                  </a:cubicBezTo>
                  <a:cubicBezTo>
                    <a:pt x="960" y="927"/>
                    <a:pt x="960" y="928"/>
                    <a:pt x="960" y="928"/>
                  </a:cubicBezTo>
                  <a:cubicBezTo>
                    <a:pt x="960" y="929"/>
                    <a:pt x="964" y="929"/>
                    <a:pt x="964" y="929"/>
                  </a:cubicBezTo>
                  <a:cubicBezTo>
                    <a:pt x="966" y="928"/>
                    <a:pt x="966" y="928"/>
                    <a:pt x="966" y="928"/>
                  </a:cubicBezTo>
                  <a:cubicBezTo>
                    <a:pt x="967" y="928"/>
                    <a:pt x="967" y="928"/>
                    <a:pt x="967" y="928"/>
                  </a:cubicBezTo>
                  <a:cubicBezTo>
                    <a:pt x="969" y="925"/>
                    <a:pt x="969" y="925"/>
                    <a:pt x="969" y="924"/>
                  </a:cubicBezTo>
                  <a:cubicBezTo>
                    <a:pt x="968" y="924"/>
                    <a:pt x="967" y="922"/>
                    <a:pt x="967" y="922"/>
                  </a:cubicBezTo>
                  <a:cubicBezTo>
                    <a:pt x="967" y="921"/>
                    <a:pt x="966" y="919"/>
                    <a:pt x="966" y="919"/>
                  </a:cubicBezTo>
                  <a:cubicBezTo>
                    <a:pt x="970" y="917"/>
                    <a:pt x="970" y="917"/>
                    <a:pt x="970" y="917"/>
                  </a:cubicBezTo>
                  <a:cubicBezTo>
                    <a:pt x="970" y="917"/>
                    <a:pt x="971" y="917"/>
                    <a:pt x="971" y="916"/>
                  </a:cubicBezTo>
                  <a:cubicBezTo>
                    <a:pt x="972" y="914"/>
                    <a:pt x="972" y="914"/>
                    <a:pt x="972" y="913"/>
                  </a:cubicBezTo>
                  <a:cubicBezTo>
                    <a:pt x="972" y="913"/>
                    <a:pt x="972" y="912"/>
                    <a:pt x="973" y="912"/>
                  </a:cubicBezTo>
                  <a:cubicBezTo>
                    <a:pt x="973" y="911"/>
                    <a:pt x="974" y="911"/>
                    <a:pt x="974" y="911"/>
                  </a:cubicBezTo>
                  <a:cubicBezTo>
                    <a:pt x="974" y="911"/>
                    <a:pt x="976" y="909"/>
                    <a:pt x="976" y="910"/>
                  </a:cubicBezTo>
                  <a:cubicBezTo>
                    <a:pt x="976" y="911"/>
                    <a:pt x="976" y="912"/>
                    <a:pt x="977" y="913"/>
                  </a:cubicBezTo>
                  <a:cubicBezTo>
                    <a:pt x="978" y="914"/>
                    <a:pt x="978" y="913"/>
                    <a:pt x="979" y="912"/>
                  </a:cubicBezTo>
                  <a:cubicBezTo>
                    <a:pt x="980" y="911"/>
                    <a:pt x="981" y="911"/>
                    <a:pt x="981" y="911"/>
                  </a:cubicBezTo>
                  <a:cubicBezTo>
                    <a:pt x="982" y="911"/>
                    <a:pt x="983" y="910"/>
                    <a:pt x="983" y="910"/>
                  </a:cubicBezTo>
                  <a:cubicBezTo>
                    <a:pt x="984" y="910"/>
                    <a:pt x="984" y="911"/>
                    <a:pt x="984" y="912"/>
                  </a:cubicBezTo>
                  <a:cubicBezTo>
                    <a:pt x="985" y="913"/>
                    <a:pt x="987" y="912"/>
                    <a:pt x="987" y="913"/>
                  </a:cubicBezTo>
                  <a:cubicBezTo>
                    <a:pt x="987" y="913"/>
                    <a:pt x="987" y="913"/>
                    <a:pt x="987" y="913"/>
                  </a:cubicBezTo>
                  <a:cubicBezTo>
                    <a:pt x="987" y="914"/>
                    <a:pt x="987" y="914"/>
                    <a:pt x="988" y="915"/>
                  </a:cubicBezTo>
                  <a:cubicBezTo>
                    <a:pt x="991" y="918"/>
                    <a:pt x="992" y="917"/>
                    <a:pt x="991" y="918"/>
                  </a:cubicBezTo>
                  <a:cubicBezTo>
                    <a:pt x="989" y="918"/>
                    <a:pt x="988" y="917"/>
                    <a:pt x="987" y="918"/>
                  </a:cubicBezTo>
                  <a:cubicBezTo>
                    <a:pt x="987" y="919"/>
                    <a:pt x="987" y="920"/>
                    <a:pt x="987" y="921"/>
                  </a:cubicBezTo>
                  <a:cubicBezTo>
                    <a:pt x="986" y="922"/>
                    <a:pt x="987" y="921"/>
                    <a:pt x="987" y="923"/>
                  </a:cubicBezTo>
                  <a:cubicBezTo>
                    <a:pt x="988" y="924"/>
                    <a:pt x="991" y="927"/>
                    <a:pt x="993" y="929"/>
                  </a:cubicBezTo>
                  <a:cubicBezTo>
                    <a:pt x="995" y="927"/>
                    <a:pt x="997" y="926"/>
                    <a:pt x="996" y="923"/>
                  </a:cubicBezTo>
                  <a:cubicBezTo>
                    <a:pt x="1000" y="923"/>
                    <a:pt x="1002" y="921"/>
                    <a:pt x="1002" y="918"/>
                  </a:cubicBezTo>
                  <a:cubicBezTo>
                    <a:pt x="1002" y="918"/>
                    <a:pt x="1001" y="917"/>
                    <a:pt x="1000" y="916"/>
                  </a:cubicBezTo>
                  <a:cubicBezTo>
                    <a:pt x="999" y="916"/>
                    <a:pt x="999" y="915"/>
                    <a:pt x="997" y="914"/>
                  </a:cubicBezTo>
                  <a:cubicBezTo>
                    <a:pt x="996" y="913"/>
                    <a:pt x="997" y="911"/>
                    <a:pt x="995" y="910"/>
                  </a:cubicBezTo>
                  <a:cubicBezTo>
                    <a:pt x="994" y="910"/>
                    <a:pt x="993" y="907"/>
                    <a:pt x="992" y="907"/>
                  </a:cubicBezTo>
                  <a:cubicBezTo>
                    <a:pt x="990" y="907"/>
                    <a:pt x="990" y="905"/>
                    <a:pt x="988" y="905"/>
                  </a:cubicBezTo>
                  <a:cubicBezTo>
                    <a:pt x="986" y="905"/>
                    <a:pt x="985" y="905"/>
                    <a:pt x="984" y="904"/>
                  </a:cubicBezTo>
                  <a:cubicBezTo>
                    <a:pt x="981" y="903"/>
                    <a:pt x="980" y="902"/>
                    <a:pt x="979" y="902"/>
                  </a:cubicBezTo>
                  <a:cubicBezTo>
                    <a:pt x="979" y="903"/>
                    <a:pt x="979" y="902"/>
                    <a:pt x="978" y="902"/>
                  </a:cubicBezTo>
                  <a:cubicBezTo>
                    <a:pt x="978" y="901"/>
                    <a:pt x="978" y="900"/>
                    <a:pt x="976" y="902"/>
                  </a:cubicBezTo>
                  <a:cubicBezTo>
                    <a:pt x="975" y="904"/>
                    <a:pt x="974" y="903"/>
                    <a:pt x="974" y="903"/>
                  </a:cubicBezTo>
                  <a:cubicBezTo>
                    <a:pt x="974" y="903"/>
                    <a:pt x="973" y="902"/>
                    <a:pt x="973" y="904"/>
                  </a:cubicBezTo>
                  <a:cubicBezTo>
                    <a:pt x="972" y="907"/>
                    <a:pt x="973" y="906"/>
                    <a:pt x="972" y="907"/>
                  </a:cubicBezTo>
                  <a:cubicBezTo>
                    <a:pt x="970" y="908"/>
                    <a:pt x="970" y="908"/>
                    <a:pt x="967" y="909"/>
                  </a:cubicBezTo>
                  <a:cubicBezTo>
                    <a:pt x="963" y="910"/>
                    <a:pt x="961" y="909"/>
                    <a:pt x="961" y="909"/>
                  </a:cubicBezTo>
                  <a:cubicBezTo>
                    <a:pt x="958" y="910"/>
                    <a:pt x="958" y="910"/>
                    <a:pt x="958" y="910"/>
                  </a:cubicBezTo>
                  <a:cubicBezTo>
                    <a:pt x="958" y="910"/>
                    <a:pt x="957" y="910"/>
                    <a:pt x="953" y="910"/>
                  </a:cubicBezTo>
                  <a:cubicBezTo>
                    <a:pt x="949" y="910"/>
                    <a:pt x="948" y="909"/>
                    <a:pt x="947" y="908"/>
                  </a:cubicBezTo>
                  <a:cubicBezTo>
                    <a:pt x="945" y="907"/>
                    <a:pt x="943" y="907"/>
                    <a:pt x="942" y="906"/>
                  </a:cubicBezTo>
                  <a:cubicBezTo>
                    <a:pt x="941" y="905"/>
                    <a:pt x="941" y="904"/>
                    <a:pt x="940" y="903"/>
                  </a:cubicBezTo>
                  <a:cubicBezTo>
                    <a:pt x="939" y="902"/>
                    <a:pt x="938" y="902"/>
                    <a:pt x="937" y="900"/>
                  </a:cubicBezTo>
                  <a:cubicBezTo>
                    <a:pt x="936" y="898"/>
                    <a:pt x="935" y="897"/>
                    <a:pt x="935" y="895"/>
                  </a:cubicBezTo>
                  <a:cubicBezTo>
                    <a:pt x="934" y="893"/>
                    <a:pt x="934" y="893"/>
                    <a:pt x="933" y="892"/>
                  </a:cubicBezTo>
                  <a:cubicBezTo>
                    <a:pt x="933" y="892"/>
                    <a:pt x="933" y="891"/>
                    <a:pt x="932" y="891"/>
                  </a:cubicBezTo>
                  <a:cubicBezTo>
                    <a:pt x="929" y="887"/>
                    <a:pt x="929" y="886"/>
                    <a:pt x="928" y="886"/>
                  </a:cubicBezTo>
                  <a:cubicBezTo>
                    <a:pt x="927" y="885"/>
                    <a:pt x="929" y="883"/>
                    <a:pt x="929" y="881"/>
                  </a:cubicBezTo>
                  <a:cubicBezTo>
                    <a:pt x="928" y="880"/>
                    <a:pt x="929" y="878"/>
                    <a:pt x="929" y="876"/>
                  </a:cubicBezTo>
                  <a:cubicBezTo>
                    <a:pt x="929" y="874"/>
                    <a:pt x="930" y="873"/>
                    <a:pt x="929" y="871"/>
                  </a:cubicBezTo>
                  <a:cubicBezTo>
                    <a:pt x="929" y="868"/>
                    <a:pt x="929" y="866"/>
                    <a:pt x="930" y="865"/>
                  </a:cubicBezTo>
                  <a:cubicBezTo>
                    <a:pt x="931" y="864"/>
                    <a:pt x="931" y="865"/>
                    <a:pt x="931" y="862"/>
                  </a:cubicBezTo>
                  <a:cubicBezTo>
                    <a:pt x="932" y="859"/>
                    <a:pt x="933" y="856"/>
                    <a:pt x="933" y="855"/>
                  </a:cubicBezTo>
                  <a:cubicBezTo>
                    <a:pt x="933" y="854"/>
                    <a:pt x="935" y="851"/>
                    <a:pt x="935" y="850"/>
                  </a:cubicBezTo>
                  <a:cubicBezTo>
                    <a:pt x="935" y="848"/>
                    <a:pt x="934" y="848"/>
                    <a:pt x="934" y="846"/>
                  </a:cubicBezTo>
                  <a:cubicBezTo>
                    <a:pt x="933" y="845"/>
                    <a:pt x="932" y="846"/>
                    <a:pt x="931" y="844"/>
                  </a:cubicBezTo>
                  <a:cubicBezTo>
                    <a:pt x="931" y="844"/>
                    <a:pt x="931" y="844"/>
                    <a:pt x="931" y="844"/>
                  </a:cubicBezTo>
                  <a:cubicBezTo>
                    <a:pt x="930" y="842"/>
                    <a:pt x="929" y="841"/>
                    <a:pt x="928" y="840"/>
                  </a:cubicBezTo>
                  <a:cubicBezTo>
                    <a:pt x="926" y="837"/>
                    <a:pt x="920" y="835"/>
                    <a:pt x="920" y="834"/>
                  </a:cubicBezTo>
                  <a:cubicBezTo>
                    <a:pt x="919" y="834"/>
                    <a:pt x="921" y="832"/>
                    <a:pt x="918" y="832"/>
                  </a:cubicBezTo>
                  <a:cubicBezTo>
                    <a:pt x="916" y="832"/>
                    <a:pt x="914" y="830"/>
                    <a:pt x="913" y="831"/>
                  </a:cubicBezTo>
                  <a:cubicBezTo>
                    <a:pt x="911" y="831"/>
                    <a:pt x="907" y="832"/>
                    <a:pt x="905" y="832"/>
                  </a:cubicBezTo>
                  <a:cubicBezTo>
                    <a:pt x="902" y="833"/>
                    <a:pt x="903" y="833"/>
                    <a:pt x="900" y="834"/>
                  </a:cubicBezTo>
                  <a:cubicBezTo>
                    <a:pt x="898" y="834"/>
                    <a:pt x="898" y="834"/>
                    <a:pt x="897" y="833"/>
                  </a:cubicBezTo>
                  <a:cubicBezTo>
                    <a:pt x="896" y="833"/>
                    <a:pt x="895" y="832"/>
                    <a:pt x="893" y="832"/>
                  </a:cubicBezTo>
                  <a:cubicBezTo>
                    <a:pt x="892" y="833"/>
                    <a:pt x="892" y="832"/>
                    <a:pt x="891" y="832"/>
                  </a:cubicBezTo>
                  <a:cubicBezTo>
                    <a:pt x="891" y="832"/>
                    <a:pt x="890" y="831"/>
                    <a:pt x="889" y="832"/>
                  </a:cubicBezTo>
                  <a:cubicBezTo>
                    <a:pt x="887" y="832"/>
                    <a:pt x="887" y="832"/>
                    <a:pt x="886" y="832"/>
                  </a:cubicBezTo>
                  <a:cubicBezTo>
                    <a:pt x="886" y="832"/>
                    <a:pt x="886" y="832"/>
                    <a:pt x="884" y="832"/>
                  </a:cubicBezTo>
                  <a:cubicBezTo>
                    <a:pt x="884" y="833"/>
                    <a:pt x="883" y="833"/>
                    <a:pt x="883" y="833"/>
                  </a:cubicBezTo>
                  <a:cubicBezTo>
                    <a:pt x="882" y="833"/>
                    <a:pt x="882" y="833"/>
                    <a:pt x="882" y="833"/>
                  </a:cubicBezTo>
                  <a:cubicBezTo>
                    <a:pt x="881" y="833"/>
                    <a:pt x="880" y="833"/>
                    <a:pt x="879" y="834"/>
                  </a:cubicBezTo>
                  <a:cubicBezTo>
                    <a:pt x="877" y="835"/>
                    <a:pt x="873" y="839"/>
                    <a:pt x="874" y="834"/>
                  </a:cubicBezTo>
                  <a:cubicBezTo>
                    <a:pt x="874" y="834"/>
                    <a:pt x="874" y="834"/>
                    <a:pt x="874" y="834"/>
                  </a:cubicBezTo>
                  <a:cubicBezTo>
                    <a:pt x="874" y="830"/>
                    <a:pt x="877" y="828"/>
                    <a:pt x="877" y="827"/>
                  </a:cubicBezTo>
                  <a:cubicBezTo>
                    <a:pt x="878" y="827"/>
                    <a:pt x="880" y="826"/>
                    <a:pt x="880" y="824"/>
                  </a:cubicBezTo>
                  <a:cubicBezTo>
                    <a:pt x="880" y="823"/>
                    <a:pt x="880" y="822"/>
                    <a:pt x="880" y="821"/>
                  </a:cubicBezTo>
                  <a:cubicBezTo>
                    <a:pt x="880" y="820"/>
                    <a:pt x="880" y="817"/>
                    <a:pt x="880" y="814"/>
                  </a:cubicBezTo>
                  <a:cubicBezTo>
                    <a:pt x="880" y="812"/>
                    <a:pt x="875" y="811"/>
                    <a:pt x="880" y="810"/>
                  </a:cubicBezTo>
                  <a:cubicBezTo>
                    <a:pt x="882" y="810"/>
                    <a:pt x="882" y="809"/>
                    <a:pt x="882" y="808"/>
                  </a:cubicBezTo>
                  <a:cubicBezTo>
                    <a:pt x="882" y="807"/>
                    <a:pt x="881" y="806"/>
                    <a:pt x="881" y="805"/>
                  </a:cubicBezTo>
                  <a:cubicBezTo>
                    <a:pt x="880" y="804"/>
                    <a:pt x="879" y="802"/>
                    <a:pt x="880" y="801"/>
                  </a:cubicBezTo>
                  <a:cubicBezTo>
                    <a:pt x="881" y="800"/>
                    <a:pt x="882" y="798"/>
                    <a:pt x="882" y="800"/>
                  </a:cubicBezTo>
                  <a:cubicBezTo>
                    <a:pt x="882" y="802"/>
                    <a:pt x="883" y="805"/>
                    <a:pt x="883" y="806"/>
                  </a:cubicBezTo>
                  <a:cubicBezTo>
                    <a:pt x="883" y="806"/>
                    <a:pt x="885" y="803"/>
                    <a:pt x="885" y="803"/>
                  </a:cubicBezTo>
                  <a:cubicBezTo>
                    <a:pt x="885" y="802"/>
                    <a:pt x="885" y="800"/>
                    <a:pt x="885" y="799"/>
                  </a:cubicBezTo>
                  <a:cubicBezTo>
                    <a:pt x="886" y="797"/>
                    <a:pt x="886" y="797"/>
                    <a:pt x="887" y="796"/>
                  </a:cubicBezTo>
                  <a:cubicBezTo>
                    <a:pt x="887" y="794"/>
                    <a:pt x="887" y="795"/>
                    <a:pt x="887" y="792"/>
                  </a:cubicBezTo>
                  <a:cubicBezTo>
                    <a:pt x="886" y="789"/>
                    <a:pt x="886" y="788"/>
                    <a:pt x="887" y="786"/>
                  </a:cubicBezTo>
                  <a:cubicBezTo>
                    <a:pt x="888" y="784"/>
                    <a:pt x="886" y="786"/>
                    <a:pt x="890" y="782"/>
                  </a:cubicBezTo>
                  <a:cubicBezTo>
                    <a:pt x="894" y="778"/>
                    <a:pt x="893" y="779"/>
                    <a:pt x="895" y="777"/>
                  </a:cubicBezTo>
                  <a:cubicBezTo>
                    <a:pt x="896" y="774"/>
                    <a:pt x="898" y="775"/>
                    <a:pt x="896" y="773"/>
                  </a:cubicBezTo>
                  <a:cubicBezTo>
                    <a:pt x="893" y="770"/>
                    <a:pt x="894" y="769"/>
                    <a:pt x="892" y="769"/>
                  </a:cubicBezTo>
                  <a:cubicBezTo>
                    <a:pt x="890" y="768"/>
                    <a:pt x="890" y="767"/>
                    <a:pt x="887" y="769"/>
                  </a:cubicBezTo>
                  <a:cubicBezTo>
                    <a:pt x="884" y="770"/>
                    <a:pt x="884" y="770"/>
                    <a:pt x="883" y="771"/>
                  </a:cubicBezTo>
                  <a:cubicBezTo>
                    <a:pt x="882" y="771"/>
                    <a:pt x="877" y="770"/>
                    <a:pt x="875" y="769"/>
                  </a:cubicBezTo>
                  <a:cubicBezTo>
                    <a:pt x="874" y="769"/>
                    <a:pt x="872" y="768"/>
                    <a:pt x="872" y="769"/>
                  </a:cubicBezTo>
                  <a:cubicBezTo>
                    <a:pt x="868" y="773"/>
                    <a:pt x="863" y="773"/>
                    <a:pt x="863" y="773"/>
                  </a:cubicBezTo>
                  <a:cubicBezTo>
                    <a:pt x="860" y="772"/>
                    <a:pt x="859" y="771"/>
                    <a:pt x="858" y="773"/>
                  </a:cubicBezTo>
                  <a:cubicBezTo>
                    <a:pt x="857" y="774"/>
                    <a:pt x="858" y="774"/>
                    <a:pt x="858" y="774"/>
                  </a:cubicBezTo>
                  <a:cubicBezTo>
                    <a:pt x="858" y="773"/>
                    <a:pt x="858" y="773"/>
                    <a:pt x="856" y="775"/>
                  </a:cubicBezTo>
                  <a:cubicBezTo>
                    <a:pt x="855" y="777"/>
                    <a:pt x="854" y="777"/>
                    <a:pt x="854" y="777"/>
                  </a:cubicBezTo>
                  <a:cubicBezTo>
                    <a:pt x="853" y="776"/>
                    <a:pt x="854" y="776"/>
                    <a:pt x="853" y="781"/>
                  </a:cubicBezTo>
                  <a:cubicBezTo>
                    <a:pt x="853" y="790"/>
                    <a:pt x="853" y="789"/>
                    <a:pt x="852" y="791"/>
                  </a:cubicBezTo>
                  <a:cubicBezTo>
                    <a:pt x="851" y="792"/>
                    <a:pt x="851" y="791"/>
                    <a:pt x="850" y="793"/>
                  </a:cubicBezTo>
                  <a:cubicBezTo>
                    <a:pt x="850" y="795"/>
                    <a:pt x="851" y="795"/>
                    <a:pt x="849" y="797"/>
                  </a:cubicBezTo>
                  <a:cubicBezTo>
                    <a:pt x="848" y="798"/>
                    <a:pt x="847" y="799"/>
                    <a:pt x="846" y="800"/>
                  </a:cubicBezTo>
                  <a:cubicBezTo>
                    <a:pt x="844" y="800"/>
                    <a:pt x="846" y="801"/>
                    <a:pt x="844" y="802"/>
                  </a:cubicBezTo>
                  <a:cubicBezTo>
                    <a:pt x="842" y="803"/>
                    <a:pt x="841" y="802"/>
                    <a:pt x="840" y="802"/>
                  </a:cubicBezTo>
                  <a:cubicBezTo>
                    <a:pt x="840" y="802"/>
                    <a:pt x="840" y="801"/>
                    <a:pt x="839" y="801"/>
                  </a:cubicBezTo>
                  <a:cubicBezTo>
                    <a:pt x="838" y="802"/>
                    <a:pt x="838" y="801"/>
                    <a:pt x="838" y="801"/>
                  </a:cubicBezTo>
                  <a:cubicBezTo>
                    <a:pt x="838" y="801"/>
                    <a:pt x="838" y="800"/>
                    <a:pt x="836" y="801"/>
                  </a:cubicBezTo>
                  <a:cubicBezTo>
                    <a:pt x="833" y="802"/>
                    <a:pt x="830" y="804"/>
                    <a:pt x="830" y="804"/>
                  </a:cubicBezTo>
                  <a:cubicBezTo>
                    <a:pt x="830" y="804"/>
                    <a:pt x="831" y="803"/>
                    <a:pt x="828" y="804"/>
                  </a:cubicBezTo>
                  <a:cubicBezTo>
                    <a:pt x="826" y="805"/>
                    <a:pt x="825" y="805"/>
                    <a:pt x="823" y="805"/>
                  </a:cubicBezTo>
                  <a:cubicBezTo>
                    <a:pt x="823" y="805"/>
                    <a:pt x="822" y="805"/>
                    <a:pt x="822" y="805"/>
                  </a:cubicBezTo>
                  <a:cubicBezTo>
                    <a:pt x="821" y="805"/>
                    <a:pt x="821" y="805"/>
                    <a:pt x="821" y="805"/>
                  </a:cubicBezTo>
                  <a:cubicBezTo>
                    <a:pt x="821" y="804"/>
                    <a:pt x="820" y="804"/>
                    <a:pt x="818" y="805"/>
                  </a:cubicBezTo>
                  <a:cubicBezTo>
                    <a:pt x="817" y="805"/>
                    <a:pt x="816" y="805"/>
                    <a:pt x="816" y="805"/>
                  </a:cubicBezTo>
                  <a:cubicBezTo>
                    <a:pt x="816" y="805"/>
                    <a:pt x="816" y="805"/>
                    <a:pt x="815" y="806"/>
                  </a:cubicBezTo>
                  <a:cubicBezTo>
                    <a:pt x="813" y="808"/>
                    <a:pt x="812" y="808"/>
                    <a:pt x="810" y="808"/>
                  </a:cubicBezTo>
                  <a:cubicBezTo>
                    <a:pt x="809" y="808"/>
                    <a:pt x="810" y="806"/>
                    <a:pt x="808" y="805"/>
                  </a:cubicBezTo>
                  <a:cubicBezTo>
                    <a:pt x="806" y="804"/>
                    <a:pt x="807" y="802"/>
                    <a:pt x="804" y="802"/>
                  </a:cubicBezTo>
                  <a:cubicBezTo>
                    <a:pt x="802" y="802"/>
                    <a:pt x="805" y="803"/>
                    <a:pt x="802" y="802"/>
                  </a:cubicBezTo>
                  <a:cubicBezTo>
                    <a:pt x="799" y="802"/>
                    <a:pt x="798" y="801"/>
                    <a:pt x="797" y="801"/>
                  </a:cubicBezTo>
                  <a:cubicBezTo>
                    <a:pt x="794" y="800"/>
                    <a:pt x="794" y="799"/>
                    <a:pt x="794" y="799"/>
                  </a:cubicBezTo>
                  <a:cubicBezTo>
                    <a:pt x="794" y="798"/>
                    <a:pt x="793" y="793"/>
                    <a:pt x="792" y="793"/>
                  </a:cubicBezTo>
                  <a:cubicBezTo>
                    <a:pt x="791" y="792"/>
                    <a:pt x="791" y="787"/>
                    <a:pt x="790" y="788"/>
                  </a:cubicBezTo>
                  <a:cubicBezTo>
                    <a:pt x="788" y="788"/>
                    <a:pt x="788" y="786"/>
                    <a:pt x="786" y="784"/>
                  </a:cubicBezTo>
                  <a:cubicBezTo>
                    <a:pt x="785" y="782"/>
                    <a:pt x="784" y="783"/>
                    <a:pt x="782" y="779"/>
                  </a:cubicBezTo>
                  <a:cubicBezTo>
                    <a:pt x="781" y="777"/>
                    <a:pt x="782" y="778"/>
                    <a:pt x="782" y="778"/>
                  </a:cubicBezTo>
                  <a:cubicBezTo>
                    <a:pt x="782" y="779"/>
                    <a:pt x="783" y="780"/>
                    <a:pt x="781" y="775"/>
                  </a:cubicBezTo>
                  <a:cubicBezTo>
                    <a:pt x="777" y="767"/>
                    <a:pt x="776" y="770"/>
                    <a:pt x="776" y="768"/>
                  </a:cubicBezTo>
                  <a:cubicBezTo>
                    <a:pt x="775" y="767"/>
                    <a:pt x="774" y="766"/>
                    <a:pt x="773" y="763"/>
                  </a:cubicBezTo>
                  <a:cubicBezTo>
                    <a:pt x="773" y="760"/>
                    <a:pt x="773" y="756"/>
                    <a:pt x="774" y="755"/>
                  </a:cubicBezTo>
                  <a:cubicBezTo>
                    <a:pt x="774" y="753"/>
                    <a:pt x="775" y="753"/>
                    <a:pt x="775" y="751"/>
                  </a:cubicBezTo>
                  <a:cubicBezTo>
                    <a:pt x="775" y="750"/>
                    <a:pt x="775" y="748"/>
                    <a:pt x="775" y="747"/>
                  </a:cubicBezTo>
                  <a:cubicBezTo>
                    <a:pt x="774" y="746"/>
                    <a:pt x="773" y="744"/>
                    <a:pt x="774" y="743"/>
                  </a:cubicBezTo>
                  <a:cubicBezTo>
                    <a:pt x="774" y="743"/>
                    <a:pt x="778" y="741"/>
                    <a:pt x="777" y="740"/>
                  </a:cubicBezTo>
                  <a:cubicBezTo>
                    <a:pt x="777" y="739"/>
                    <a:pt x="774" y="732"/>
                    <a:pt x="775" y="732"/>
                  </a:cubicBezTo>
                  <a:cubicBezTo>
                    <a:pt x="776" y="731"/>
                    <a:pt x="780" y="727"/>
                    <a:pt x="780" y="726"/>
                  </a:cubicBezTo>
                  <a:cubicBezTo>
                    <a:pt x="780" y="726"/>
                    <a:pt x="780" y="725"/>
                    <a:pt x="780" y="724"/>
                  </a:cubicBezTo>
                  <a:cubicBezTo>
                    <a:pt x="780" y="724"/>
                    <a:pt x="780" y="724"/>
                    <a:pt x="780" y="724"/>
                  </a:cubicBezTo>
                  <a:cubicBezTo>
                    <a:pt x="780" y="724"/>
                    <a:pt x="780" y="724"/>
                    <a:pt x="780" y="724"/>
                  </a:cubicBezTo>
                  <a:cubicBezTo>
                    <a:pt x="780" y="724"/>
                    <a:pt x="780" y="724"/>
                    <a:pt x="780" y="723"/>
                  </a:cubicBezTo>
                  <a:cubicBezTo>
                    <a:pt x="780" y="723"/>
                    <a:pt x="780" y="723"/>
                    <a:pt x="780" y="723"/>
                  </a:cubicBezTo>
                  <a:cubicBezTo>
                    <a:pt x="780" y="723"/>
                    <a:pt x="780" y="723"/>
                    <a:pt x="780" y="723"/>
                  </a:cubicBezTo>
                  <a:cubicBezTo>
                    <a:pt x="780" y="723"/>
                    <a:pt x="780" y="723"/>
                    <a:pt x="780" y="723"/>
                  </a:cubicBezTo>
                  <a:cubicBezTo>
                    <a:pt x="780" y="722"/>
                    <a:pt x="780" y="722"/>
                    <a:pt x="780" y="722"/>
                  </a:cubicBezTo>
                  <a:cubicBezTo>
                    <a:pt x="781" y="722"/>
                    <a:pt x="781" y="722"/>
                    <a:pt x="781" y="722"/>
                  </a:cubicBezTo>
                  <a:cubicBezTo>
                    <a:pt x="780" y="721"/>
                    <a:pt x="780" y="721"/>
                    <a:pt x="780" y="721"/>
                  </a:cubicBezTo>
                  <a:cubicBezTo>
                    <a:pt x="781" y="721"/>
                    <a:pt x="781" y="721"/>
                    <a:pt x="781" y="720"/>
                  </a:cubicBezTo>
                  <a:cubicBezTo>
                    <a:pt x="781" y="717"/>
                    <a:pt x="781" y="718"/>
                    <a:pt x="780" y="715"/>
                  </a:cubicBezTo>
                  <a:cubicBezTo>
                    <a:pt x="780" y="712"/>
                    <a:pt x="781" y="711"/>
                    <a:pt x="779" y="708"/>
                  </a:cubicBezTo>
                  <a:cubicBezTo>
                    <a:pt x="777" y="706"/>
                    <a:pt x="775" y="706"/>
                    <a:pt x="776" y="704"/>
                  </a:cubicBezTo>
                  <a:cubicBezTo>
                    <a:pt x="776" y="702"/>
                    <a:pt x="777" y="700"/>
                    <a:pt x="778" y="699"/>
                  </a:cubicBezTo>
                  <a:cubicBezTo>
                    <a:pt x="779" y="698"/>
                    <a:pt x="781" y="697"/>
                    <a:pt x="781" y="697"/>
                  </a:cubicBezTo>
                  <a:cubicBezTo>
                    <a:pt x="783" y="694"/>
                    <a:pt x="782" y="692"/>
                    <a:pt x="783" y="691"/>
                  </a:cubicBezTo>
                  <a:cubicBezTo>
                    <a:pt x="785" y="691"/>
                    <a:pt x="786" y="691"/>
                    <a:pt x="786" y="691"/>
                  </a:cubicBezTo>
                  <a:cubicBezTo>
                    <a:pt x="787" y="690"/>
                    <a:pt x="788" y="688"/>
                    <a:pt x="789" y="688"/>
                  </a:cubicBezTo>
                  <a:cubicBezTo>
                    <a:pt x="790" y="688"/>
                    <a:pt x="790" y="688"/>
                    <a:pt x="791" y="688"/>
                  </a:cubicBezTo>
                  <a:cubicBezTo>
                    <a:pt x="791" y="688"/>
                    <a:pt x="791" y="688"/>
                    <a:pt x="793" y="688"/>
                  </a:cubicBezTo>
                  <a:cubicBezTo>
                    <a:pt x="795" y="687"/>
                    <a:pt x="800" y="686"/>
                    <a:pt x="800" y="685"/>
                  </a:cubicBezTo>
                  <a:cubicBezTo>
                    <a:pt x="800" y="685"/>
                    <a:pt x="800" y="685"/>
                    <a:pt x="802" y="683"/>
                  </a:cubicBezTo>
                  <a:cubicBezTo>
                    <a:pt x="803" y="682"/>
                    <a:pt x="805" y="683"/>
                    <a:pt x="805" y="680"/>
                  </a:cubicBezTo>
                  <a:cubicBezTo>
                    <a:pt x="806" y="678"/>
                    <a:pt x="806" y="680"/>
                    <a:pt x="806" y="678"/>
                  </a:cubicBezTo>
                  <a:cubicBezTo>
                    <a:pt x="805" y="676"/>
                    <a:pt x="806" y="676"/>
                    <a:pt x="809" y="677"/>
                  </a:cubicBezTo>
                  <a:cubicBezTo>
                    <a:pt x="811" y="677"/>
                    <a:pt x="814" y="677"/>
                    <a:pt x="814" y="677"/>
                  </a:cubicBezTo>
                  <a:cubicBezTo>
                    <a:pt x="817" y="674"/>
                    <a:pt x="821" y="672"/>
                    <a:pt x="822" y="673"/>
                  </a:cubicBezTo>
                  <a:cubicBezTo>
                    <a:pt x="824" y="673"/>
                    <a:pt x="824" y="673"/>
                    <a:pt x="825" y="674"/>
                  </a:cubicBezTo>
                  <a:cubicBezTo>
                    <a:pt x="827" y="675"/>
                    <a:pt x="825" y="675"/>
                    <a:pt x="829" y="676"/>
                  </a:cubicBezTo>
                  <a:cubicBezTo>
                    <a:pt x="834" y="677"/>
                    <a:pt x="834" y="676"/>
                    <a:pt x="835" y="676"/>
                  </a:cubicBezTo>
                  <a:cubicBezTo>
                    <a:pt x="835" y="676"/>
                    <a:pt x="837" y="676"/>
                    <a:pt x="838" y="676"/>
                  </a:cubicBezTo>
                  <a:cubicBezTo>
                    <a:pt x="842" y="675"/>
                    <a:pt x="843" y="676"/>
                    <a:pt x="844" y="677"/>
                  </a:cubicBezTo>
                  <a:cubicBezTo>
                    <a:pt x="847" y="678"/>
                    <a:pt x="847" y="677"/>
                    <a:pt x="848" y="678"/>
                  </a:cubicBezTo>
                  <a:cubicBezTo>
                    <a:pt x="849" y="679"/>
                    <a:pt x="848" y="680"/>
                    <a:pt x="850" y="681"/>
                  </a:cubicBezTo>
                  <a:cubicBezTo>
                    <a:pt x="851" y="682"/>
                    <a:pt x="851" y="682"/>
                    <a:pt x="853" y="681"/>
                  </a:cubicBezTo>
                  <a:cubicBezTo>
                    <a:pt x="855" y="680"/>
                    <a:pt x="854" y="680"/>
                    <a:pt x="855" y="680"/>
                  </a:cubicBezTo>
                  <a:cubicBezTo>
                    <a:pt x="857" y="680"/>
                    <a:pt x="857" y="680"/>
                    <a:pt x="857" y="680"/>
                  </a:cubicBezTo>
                  <a:cubicBezTo>
                    <a:pt x="857" y="680"/>
                    <a:pt x="854" y="682"/>
                    <a:pt x="857" y="682"/>
                  </a:cubicBezTo>
                  <a:cubicBezTo>
                    <a:pt x="861" y="682"/>
                    <a:pt x="863" y="679"/>
                    <a:pt x="862" y="679"/>
                  </a:cubicBezTo>
                  <a:cubicBezTo>
                    <a:pt x="862" y="679"/>
                    <a:pt x="864" y="678"/>
                    <a:pt x="865" y="680"/>
                  </a:cubicBezTo>
                  <a:cubicBezTo>
                    <a:pt x="865" y="682"/>
                    <a:pt x="866" y="683"/>
                    <a:pt x="867" y="682"/>
                  </a:cubicBezTo>
                  <a:cubicBezTo>
                    <a:pt x="869" y="681"/>
                    <a:pt x="871" y="680"/>
                    <a:pt x="869" y="679"/>
                  </a:cubicBezTo>
                  <a:cubicBezTo>
                    <a:pt x="868" y="678"/>
                    <a:pt x="867" y="677"/>
                    <a:pt x="867" y="675"/>
                  </a:cubicBezTo>
                  <a:cubicBezTo>
                    <a:pt x="867" y="674"/>
                    <a:pt x="867" y="673"/>
                    <a:pt x="867" y="673"/>
                  </a:cubicBezTo>
                  <a:cubicBezTo>
                    <a:pt x="864" y="671"/>
                    <a:pt x="864" y="671"/>
                    <a:pt x="864" y="671"/>
                  </a:cubicBezTo>
                  <a:cubicBezTo>
                    <a:pt x="864" y="671"/>
                    <a:pt x="865" y="670"/>
                    <a:pt x="863" y="670"/>
                  </a:cubicBezTo>
                  <a:cubicBezTo>
                    <a:pt x="861" y="669"/>
                    <a:pt x="856" y="670"/>
                    <a:pt x="857" y="669"/>
                  </a:cubicBezTo>
                  <a:cubicBezTo>
                    <a:pt x="861" y="666"/>
                    <a:pt x="860" y="667"/>
                    <a:pt x="862" y="668"/>
                  </a:cubicBezTo>
                  <a:cubicBezTo>
                    <a:pt x="862" y="668"/>
                    <a:pt x="863" y="668"/>
                    <a:pt x="864" y="668"/>
                  </a:cubicBezTo>
                  <a:cubicBezTo>
                    <a:pt x="865" y="668"/>
                    <a:pt x="866" y="667"/>
                    <a:pt x="866" y="668"/>
                  </a:cubicBezTo>
                  <a:cubicBezTo>
                    <a:pt x="868" y="668"/>
                    <a:pt x="867" y="668"/>
                    <a:pt x="869" y="667"/>
                  </a:cubicBezTo>
                  <a:cubicBezTo>
                    <a:pt x="872" y="667"/>
                    <a:pt x="871" y="665"/>
                    <a:pt x="873" y="667"/>
                  </a:cubicBezTo>
                  <a:cubicBezTo>
                    <a:pt x="875" y="668"/>
                    <a:pt x="880" y="669"/>
                    <a:pt x="880" y="669"/>
                  </a:cubicBezTo>
                  <a:cubicBezTo>
                    <a:pt x="880" y="669"/>
                    <a:pt x="880" y="668"/>
                    <a:pt x="881" y="667"/>
                  </a:cubicBezTo>
                  <a:cubicBezTo>
                    <a:pt x="881" y="666"/>
                    <a:pt x="882" y="664"/>
                    <a:pt x="883" y="666"/>
                  </a:cubicBezTo>
                  <a:cubicBezTo>
                    <a:pt x="885" y="669"/>
                    <a:pt x="887" y="669"/>
                    <a:pt x="888" y="668"/>
                  </a:cubicBezTo>
                  <a:cubicBezTo>
                    <a:pt x="889" y="667"/>
                    <a:pt x="890" y="666"/>
                    <a:pt x="891" y="666"/>
                  </a:cubicBezTo>
                  <a:cubicBezTo>
                    <a:pt x="893" y="666"/>
                    <a:pt x="895" y="666"/>
                    <a:pt x="896" y="666"/>
                  </a:cubicBezTo>
                  <a:cubicBezTo>
                    <a:pt x="896" y="666"/>
                    <a:pt x="902" y="667"/>
                    <a:pt x="902" y="667"/>
                  </a:cubicBezTo>
                  <a:cubicBezTo>
                    <a:pt x="907" y="668"/>
                    <a:pt x="907" y="668"/>
                    <a:pt x="907" y="668"/>
                  </a:cubicBezTo>
                  <a:cubicBezTo>
                    <a:pt x="908" y="670"/>
                    <a:pt x="908" y="670"/>
                    <a:pt x="908" y="670"/>
                  </a:cubicBezTo>
                  <a:cubicBezTo>
                    <a:pt x="908" y="670"/>
                    <a:pt x="910" y="672"/>
                    <a:pt x="910" y="673"/>
                  </a:cubicBezTo>
                  <a:cubicBezTo>
                    <a:pt x="910" y="674"/>
                    <a:pt x="913" y="675"/>
                    <a:pt x="913" y="675"/>
                  </a:cubicBezTo>
                  <a:cubicBezTo>
                    <a:pt x="916" y="675"/>
                    <a:pt x="919" y="674"/>
                    <a:pt x="920" y="674"/>
                  </a:cubicBezTo>
                  <a:cubicBezTo>
                    <a:pt x="920" y="674"/>
                    <a:pt x="923" y="672"/>
                    <a:pt x="923" y="672"/>
                  </a:cubicBezTo>
                  <a:cubicBezTo>
                    <a:pt x="927" y="671"/>
                    <a:pt x="926" y="671"/>
                    <a:pt x="927" y="672"/>
                  </a:cubicBezTo>
                  <a:cubicBezTo>
                    <a:pt x="928" y="673"/>
                    <a:pt x="928" y="673"/>
                    <a:pt x="929" y="674"/>
                  </a:cubicBezTo>
                  <a:cubicBezTo>
                    <a:pt x="931" y="675"/>
                    <a:pt x="933" y="675"/>
                    <a:pt x="933" y="677"/>
                  </a:cubicBezTo>
                  <a:cubicBezTo>
                    <a:pt x="934" y="678"/>
                    <a:pt x="936" y="678"/>
                    <a:pt x="936" y="679"/>
                  </a:cubicBezTo>
                  <a:cubicBezTo>
                    <a:pt x="937" y="680"/>
                    <a:pt x="939" y="682"/>
                    <a:pt x="939" y="683"/>
                  </a:cubicBezTo>
                  <a:cubicBezTo>
                    <a:pt x="939" y="684"/>
                    <a:pt x="941" y="686"/>
                    <a:pt x="941" y="686"/>
                  </a:cubicBezTo>
                  <a:cubicBezTo>
                    <a:pt x="941" y="689"/>
                    <a:pt x="941" y="689"/>
                    <a:pt x="941" y="689"/>
                  </a:cubicBezTo>
                  <a:cubicBezTo>
                    <a:pt x="939" y="692"/>
                    <a:pt x="939" y="694"/>
                    <a:pt x="939" y="695"/>
                  </a:cubicBezTo>
                  <a:cubicBezTo>
                    <a:pt x="939" y="697"/>
                    <a:pt x="939" y="699"/>
                    <a:pt x="939" y="699"/>
                  </a:cubicBezTo>
                  <a:cubicBezTo>
                    <a:pt x="942" y="702"/>
                    <a:pt x="941" y="703"/>
                    <a:pt x="943" y="704"/>
                  </a:cubicBezTo>
                  <a:cubicBezTo>
                    <a:pt x="945" y="705"/>
                    <a:pt x="946" y="708"/>
                    <a:pt x="946" y="708"/>
                  </a:cubicBezTo>
                  <a:cubicBezTo>
                    <a:pt x="946" y="708"/>
                    <a:pt x="947" y="709"/>
                    <a:pt x="947" y="710"/>
                  </a:cubicBezTo>
                  <a:cubicBezTo>
                    <a:pt x="948" y="711"/>
                    <a:pt x="949" y="712"/>
                    <a:pt x="949" y="714"/>
                  </a:cubicBezTo>
                  <a:cubicBezTo>
                    <a:pt x="949" y="715"/>
                    <a:pt x="947" y="718"/>
                    <a:pt x="948" y="717"/>
                  </a:cubicBezTo>
                  <a:cubicBezTo>
                    <a:pt x="952" y="721"/>
                    <a:pt x="952" y="721"/>
                    <a:pt x="952" y="721"/>
                  </a:cubicBezTo>
                  <a:cubicBezTo>
                    <a:pt x="952" y="721"/>
                    <a:pt x="953" y="721"/>
                    <a:pt x="954" y="721"/>
                  </a:cubicBezTo>
                  <a:cubicBezTo>
                    <a:pt x="955" y="721"/>
                    <a:pt x="956" y="720"/>
                    <a:pt x="957" y="722"/>
                  </a:cubicBezTo>
                  <a:cubicBezTo>
                    <a:pt x="957" y="724"/>
                    <a:pt x="958" y="726"/>
                    <a:pt x="958" y="727"/>
                  </a:cubicBezTo>
                  <a:cubicBezTo>
                    <a:pt x="958" y="728"/>
                    <a:pt x="960" y="728"/>
                    <a:pt x="960" y="729"/>
                  </a:cubicBezTo>
                  <a:cubicBezTo>
                    <a:pt x="961" y="729"/>
                    <a:pt x="963" y="729"/>
                    <a:pt x="963" y="730"/>
                  </a:cubicBezTo>
                  <a:cubicBezTo>
                    <a:pt x="966" y="727"/>
                    <a:pt x="966" y="727"/>
                    <a:pt x="966" y="727"/>
                  </a:cubicBezTo>
                  <a:cubicBezTo>
                    <a:pt x="966" y="727"/>
                    <a:pt x="966" y="725"/>
                    <a:pt x="967" y="724"/>
                  </a:cubicBezTo>
                  <a:cubicBezTo>
                    <a:pt x="968" y="722"/>
                    <a:pt x="969" y="720"/>
                    <a:pt x="969" y="720"/>
                  </a:cubicBezTo>
                  <a:cubicBezTo>
                    <a:pt x="969" y="720"/>
                    <a:pt x="971" y="717"/>
                    <a:pt x="970" y="717"/>
                  </a:cubicBezTo>
                  <a:cubicBezTo>
                    <a:pt x="969" y="717"/>
                    <a:pt x="969" y="716"/>
                    <a:pt x="969" y="713"/>
                  </a:cubicBezTo>
                  <a:cubicBezTo>
                    <a:pt x="968" y="709"/>
                    <a:pt x="968" y="709"/>
                    <a:pt x="969" y="708"/>
                  </a:cubicBezTo>
                  <a:cubicBezTo>
                    <a:pt x="969" y="707"/>
                    <a:pt x="969" y="707"/>
                    <a:pt x="969" y="706"/>
                  </a:cubicBezTo>
                  <a:cubicBezTo>
                    <a:pt x="968" y="704"/>
                    <a:pt x="969" y="705"/>
                    <a:pt x="968" y="703"/>
                  </a:cubicBezTo>
                  <a:cubicBezTo>
                    <a:pt x="966" y="702"/>
                    <a:pt x="967" y="701"/>
                    <a:pt x="966" y="700"/>
                  </a:cubicBezTo>
                  <a:cubicBezTo>
                    <a:pt x="964" y="699"/>
                    <a:pt x="965" y="698"/>
                    <a:pt x="964" y="696"/>
                  </a:cubicBezTo>
                  <a:cubicBezTo>
                    <a:pt x="963" y="695"/>
                    <a:pt x="964" y="695"/>
                    <a:pt x="964" y="696"/>
                  </a:cubicBezTo>
                  <a:cubicBezTo>
                    <a:pt x="964" y="696"/>
                    <a:pt x="964" y="697"/>
                    <a:pt x="963" y="693"/>
                  </a:cubicBezTo>
                  <a:cubicBezTo>
                    <a:pt x="962" y="688"/>
                    <a:pt x="961" y="688"/>
                    <a:pt x="962" y="686"/>
                  </a:cubicBezTo>
                  <a:cubicBezTo>
                    <a:pt x="963" y="684"/>
                    <a:pt x="964" y="684"/>
                    <a:pt x="963" y="682"/>
                  </a:cubicBezTo>
                  <a:cubicBezTo>
                    <a:pt x="963" y="681"/>
                    <a:pt x="961" y="679"/>
                    <a:pt x="960" y="678"/>
                  </a:cubicBezTo>
                  <a:cubicBezTo>
                    <a:pt x="960" y="677"/>
                    <a:pt x="957" y="677"/>
                    <a:pt x="956" y="674"/>
                  </a:cubicBezTo>
                  <a:cubicBezTo>
                    <a:pt x="956" y="671"/>
                    <a:pt x="956" y="671"/>
                    <a:pt x="955" y="669"/>
                  </a:cubicBezTo>
                  <a:cubicBezTo>
                    <a:pt x="955" y="667"/>
                    <a:pt x="953" y="667"/>
                    <a:pt x="955" y="665"/>
                  </a:cubicBezTo>
                  <a:cubicBezTo>
                    <a:pt x="957" y="662"/>
                    <a:pt x="956" y="664"/>
                    <a:pt x="955" y="660"/>
                  </a:cubicBezTo>
                  <a:cubicBezTo>
                    <a:pt x="955" y="656"/>
                    <a:pt x="954" y="657"/>
                    <a:pt x="956" y="655"/>
                  </a:cubicBezTo>
                  <a:cubicBezTo>
                    <a:pt x="957" y="653"/>
                    <a:pt x="959" y="651"/>
                    <a:pt x="960" y="649"/>
                  </a:cubicBezTo>
                  <a:cubicBezTo>
                    <a:pt x="960" y="647"/>
                    <a:pt x="959" y="648"/>
                    <a:pt x="962" y="645"/>
                  </a:cubicBezTo>
                  <a:cubicBezTo>
                    <a:pt x="966" y="642"/>
                    <a:pt x="970" y="639"/>
                    <a:pt x="971" y="638"/>
                  </a:cubicBezTo>
                  <a:cubicBezTo>
                    <a:pt x="975" y="635"/>
                    <a:pt x="975" y="635"/>
                    <a:pt x="976" y="634"/>
                  </a:cubicBezTo>
                  <a:cubicBezTo>
                    <a:pt x="977" y="633"/>
                    <a:pt x="978" y="632"/>
                    <a:pt x="979" y="631"/>
                  </a:cubicBezTo>
                  <a:cubicBezTo>
                    <a:pt x="980" y="630"/>
                    <a:pt x="980" y="628"/>
                    <a:pt x="982" y="627"/>
                  </a:cubicBezTo>
                  <a:cubicBezTo>
                    <a:pt x="984" y="625"/>
                    <a:pt x="983" y="624"/>
                    <a:pt x="986" y="625"/>
                  </a:cubicBezTo>
                  <a:cubicBezTo>
                    <a:pt x="989" y="626"/>
                    <a:pt x="991" y="625"/>
                    <a:pt x="992" y="625"/>
                  </a:cubicBezTo>
                  <a:cubicBezTo>
                    <a:pt x="992" y="625"/>
                    <a:pt x="992" y="625"/>
                    <a:pt x="992" y="625"/>
                  </a:cubicBezTo>
                  <a:cubicBezTo>
                    <a:pt x="992" y="626"/>
                    <a:pt x="992" y="626"/>
                    <a:pt x="994" y="623"/>
                  </a:cubicBezTo>
                  <a:cubicBezTo>
                    <a:pt x="998" y="618"/>
                    <a:pt x="999" y="618"/>
                    <a:pt x="1000" y="617"/>
                  </a:cubicBezTo>
                  <a:cubicBezTo>
                    <a:pt x="1000" y="616"/>
                    <a:pt x="1004" y="614"/>
                    <a:pt x="1005" y="614"/>
                  </a:cubicBezTo>
                  <a:cubicBezTo>
                    <a:pt x="1005" y="615"/>
                    <a:pt x="1005" y="616"/>
                    <a:pt x="1007" y="615"/>
                  </a:cubicBezTo>
                  <a:cubicBezTo>
                    <a:pt x="1009" y="614"/>
                    <a:pt x="1011" y="612"/>
                    <a:pt x="1010" y="612"/>
                  </a:cubicBezTo>
                  <a:cubicBezTo>
                    <a:pt x="1006" y="610"/>
                    <a:pt x="1004" y="609"/>
                    <a:pt x="1005" y="608"/>
                  </a:cubicBezTo>
                  <a:cubicBezTo>
                    <a:pt x="1006" y="607"/>
                    <a:pt x="1004" y="607"/>
                    <a:pt x="1007" y="606"/>
                  </a:cubicBezTo>
                  <a:cubicBezTo>
                    <a:pt x="1008" y="606"/>
                    <a:pt x="1009" y="606"/>
                    <a:pt x="1010" y="606"/>
                  </a:cubicBezTo>
                  <a:cubicBezTo>
                    <a:pt x="1010" y="607"/>
                    <a:pt x="1011" y="607"/>
                    <a:pt x="1011" y="606"/>
                  </a:cubicBezTo>
                  <a:cubicBezTo>
                    <a:pt x="1014" y="605"/>
                    <a:pt x="1016" y="603"/>
                    <a:pt x="1017" y="602"/>
                  </a:cubicBezTo>
                  <a:cubicBezTo>
                    <a:pt x="1017" y="601"/>
                    <a:pt x="1017" y="600"/>
                    <a:pt x="1017" y="600"/>
                  </a:cubicBezTo>
                  <a:cubicBezTo>
                    <a:pt x="1014" y="598"/>
                    <a:pt x="1013" y="599"/>
                    <a:pt x="1013" y="598"/>
                  </a:cubicBezTo>
                  <a:cubicBezTo>
                    <a:pt x="1012" y="596"/>
                    <a:pt x="1013" y="594"/>
                    <a:pt x="1013" y="594"/>
                  </a:cubicBezTo>
                  <a:cubicBezTo>
                    <a:pt x="1013" y="594"/>
                    <a:pt x="1015" y="595"/>
                    <a:pt x="1015" y="592"/>
                  </a:cubicBezTo>
                  <a:cubicBezTo>
                    <a:pt x="1014" y="590"/>
                    <a:pt x="1015" y="589"/>
                    <a:pt x="1015" y="588"/>
                  </a:cubicBezTo>
                  <a:cubicBezTo>
                    <a:pt x="1015" y="586"/>
                    <a:pt x="1015" y="585"/>
                    <a:pt x="1012" y="585"/>
                  </a:cubicBezTo>
                  <a:cubicBezTo>
                    <a:pt x="1010" y="586"/>
                    <a:pt x="1011" y="585"/>
                    <a:pt x="1009" y="584"/>
                  </a:cubicBezTo>
                  <a:cubicBezTo>
                    <a:pt x="1007" y="582"/>
                    <a:pt x="1004" y="581"/>
                    <a:pt x="1006" y="581"/>
                  </a:cubicBezTo>
                  <a:cubicBezTo>
                    <a:pt x="1007" y="581"/>
                    <a:pt x="1007" y="581"/>
                    <a:pt x="1008" y="581"/>
                  </a:cubicBezTo>
                  <a:cubicBezTo>
                    <a:pt x="1009" y="581"/>
                    <a:pt x="1010" y="582"/>
                    <a:pt x="1010" y="580"/>
                  </a:cubicBezTo>
                  <a:cubicBezTo>
                    <a:pt x="1010" y="578"/>
                    <a:pt x="1008" y="577"/>
                    <a:pt x="1008" y="577"/>
                  </a:cubicBezTo>
                  <a:cubicBezTo>
                    <a:pt x="1008" y="577"/>
                    <a:pt x="1007" y="576"/>
                    <a:pt x="1006" y="574"/>
                  </a:cubicBezTo>
                  <a:cubicBezTo>
                    <a:pt x="1006" y="569"/>
                    <a:pt x="1003" y="568"/>
                    <a:pt x="1006" y="567"/>
                  </a:cubicBezTo>
                  <a:cubicBezTo>
                    <a:pt x="1007" y="567"/>
                    <a:pt x="1007" y="568"/>
                    <a:pt x="1007" y="569"/>
                  </a:cubicBezTo>
                  <a:cubicBezTo>
                    <a:pt x="1007" y="570"/>
                    <a:pt x="1007" y="571"/>
                    <a:pt x="1009" y="567"/>
                  </a:cubicBezTo>
                  <a:cubicBezTo>
                    <a:pt x="1013" y="559"/>
                    <a:pt x="1011" y="557"/>
                    <a:pt x="1013" y="556"/>
                  </a:cubicBezTo>
                  <a:cubicBezTo>
                    <a:pt x="1015" y="556"/>
                    <a:pt x="1012" y="561"/>
                    <a:pt x="1013" y="565"/>
                  </a:cubicBezTo>
                  <a:cubicBezTo>
                    <a:pt x="1013" y="569"/>
                    <a:pt x="1012" y="566"/>
                    <a:pt x="1013" y="569"/>
                  </a:cubicBezTo>
                  <a:cubicBezTo>
                    <a:pt x="1014" y="571"/>
                    <a:pt x="1016" y="571"/>
                    <a:pt x="1016" y="573"/>
                  </a:cubicBezTo>
                  <a:cubicBezTo>
                    <a:pt x="1016" y="575"/>
                    <a:pt x="1012" y="576"/>
                    <a:pt x="1015" y="577"/>
                  </a:cubicBezTo>
                  <a:cubicBezTo>
                    <a:pt x="1017" y="579"/>
                    <a:pt x="1019" y="578"/>
                    <a:pt x="1020" y="576"/>
                  </a:cubicBezTo>
                  <a:cubicBezTo>
                    <a:pt x="1020" y="574"/>
                    <a:pt x="1019" y="573"/>
                    <a:pt x="1021" y="572"/>
                  </a:cubicBezTo>
                  <a:cubicBezTo>
                    <a:pt x="1023" y="571"/>
                    <a:pt x="1023" y="570"/>
                    <a:pt x="1023" y="570"/>
                  </a:cubicBezTo>
                  <a:cubicBezTo>
                    <a:pt x="1023" y="569"/>
                    <a:pt x="1025" y="568"/>
                    <a:pt x="1024" y="566"/>
                  </a:cubicBezTo>
                  <a:cubicBezTo>
                    <a:pt x="1024" y="564"/>
                    <a:pt x="1022" y="563"/>
                    <a:pt x="1022" y="562"/>
                  </a:cubicBezTo>
                  <a:cubicBezTo>
                    <a:pt x="1022" y="560"/>
                    <a:pt x="1021" y="562"/>
                    <a:pt x="1021" y="559"/>
                  </a:cubicBezTo>
                  <a:cubicBezTo>
                    <a:pt x="1021" y="558"/>
                    <a:pt x="1021" y="557"/>
                    <a:pt x="1021" y="556"/>
                  </a:cubicBezTo>
                  <a:cubicBezTo>
                    <a:pt x="1021" y="558"/>
                    <a:pt x="1023" y="559"/>
                    <a:pt x="1024" y="559"/>
                  </a:cubicBezTo>
                  <a:cubicBezTo>
                    <a:pt x="1025" y="559"/>
                    <a:pt x="1026" y="559"/>
                    <a:pt x="1027" y="559"/>
                  </a:cubicBezTo>
                  <a:cubicBezTo>
                    <a:pt x="1027" y="559"/>
                    <a:pt x="1027" y="559"/>
                    <a:pt x="1029" y="558"/>
                  </a:cubicBezTo>
                  <a:cubicBezTo>
                    <a:pt x="1030" y="557"/>
                    <a:pt x="1036" y="553"/>
                    <a:pt x="1035" y="551"/>
                  </a:cubicBezTo>
                  <a:cubicBezTo>
                    <a:pt x="1034" y="550"/>
                    <a:pt x="1036" y="549"/>
                    <a:pt x="1036" y="547"/>
                  </a:cubicBezTo>
                  <a:cubicBezTo>
                    <a:pt x="1036" y="545"/>
                    <a:pt x="1038" y="544"/>
                    <a:pt x="1037" y="543"/>
                  </a:cubicBezTo>
                  <a:cubicBezTo>
                    <a:pt x="1036" y="541"/>
                    <a:pt x="1033" y="542"/>
                    <a:pt x="1033" y="540"/>
                  </a:cubicBezTo>
                  <a:cubicBezTo>
                    <a:pt x="1033" y="538"/>
                    <a:pt x="1034" y="536"/>
                    <a:pt x="1035" y="536"/>
                  </a:cubicBezTo>
                  <a:cubicBezTo>
                    <a:pt x="1035" y="535"/>
                    <a:pt x="1038" y="534"/>
                    <a:pt x="1038" y="534"/>
                  </a:cubicBezTo>
                  <a:cubicBezTo>
                    <a:pt x="1037" y="539"/>
                    <a:pt x="1037" y="539"/>
                    <a:pt x="1037" y="539"/>
                  </a:cubicBezTo>
                  <a:cubicBezTo>
                    <a:pt x="1041" y="536"/>
                    <a:pt x="1041" y="536"/>
                    <a:pt x="1041" y="536"/>
                  </a:cubicBezTo>
                  <a:cubicBezTo>
                    <a:pt x="1041" y="536"/>
                    <a:pt x="1041" y="536"/>
                    <a:pt x="1043" y="535"/>
                  </a:cubicBezTo>
                  <a:cubicBezTo>
                    <a:pt x="1044" y="535"/>
                    <a:pt x="1045" y="533"/>
                    <a:pt x="1046" y="533"/>
                  </a:cubicBezTo>
                  <a:cubicBezTo>
                    <a:pt x="1047" y="533"/>
                    <a:pt x="1048" y="533"/>
                    <a:pt x="1049" y="533"/>
                  </a:cubicBezTo>
                  <a:cubicBezTo>
                    <a:pt x="1050" y="533"/>
                    <a:pt x="1051" y="533"/>
                    <a:pt x="1051" y="533"/>
                  </a:cubicBezTo>
                  <a:cubicBezTo>
                    <a:pt x="1053" y="533"/>
                    <a:pt x="1050" y="536"/>
                    <a:pt x="1054" y="533"/>
                  </a:cubicBezTo>
                  <a:cubicBezTo>
                    <a:pt x="1057" y="530"/>
                    <a:pt x="1060" y="531"/>
                    <a:pt x="1061" y="531"/>
                  </a:cubicBezTo>
                  <a:cubicBezTo>
                    <a:pt x="1061" y="531"/>
                    <a:pt x="1062" y="531"/>
                    <a:pt x="1062" y="531"/>
                  </a:cubicBezTo>
                  <a:cubicBezTo>
                    <a:pt x="1063" y="531"/>
                    <a:pt x="1064" y="531"/>
                    <a:pt x="1064" y="531"/>
                  </a:cubicBezTo>
                  <a:cubicBezTo>
                    <a:pt x="1064" y="531"/>
                    <a:pt x="1064" y="531"/>
                    <a:pt x="1065" y="531"/>
                  </a:cubicBezTo>
                  <a:cubicBezTo>
                    <a:pt x="1066" y="530"/>
                    <a:pt x="1067" y="527"/>
                    <a:pt x="1067" y="527"/>
                  </a:cubicBezTo>
                  <a:cubicBezTo>
                    <a:pt x="1067" y="527"/>
                    <a:pt x="1069" y="527"/>
                    <a:pt x="1070" y="526"/>
                  </a:cubicBezTo>
                  <a:cubicBezTo>
                    <a:pt x="1071" y="525"/>
                    <a:pt x="1075" y="524"/>
                    <a:pt x="1074" y="523"/>
                  </a:cubicBezTo>
                  <a:cubicBezTo>
                    <a:pt x="1074" y="522"/>
                    <a:pt x="1073" y="522"/>
                    <a:pt x="1072" y="520"/>
                  </a:cubicBezTo>
                  <a:cubicBezTo>
                    <a:pt x="1071" y="518"/>
                    <a:pt x="1073" y="519"/>
                    <a:pt x="1071" y="516"/>
                  </a:cubicBezTo>
                  <a:cubicBezTo>
                    <a:pt x="1071" y="515"/>
                    <a:pt x="1070" y="515"/>
                    <a:pt x="1070" y="515"/>
                  </a:cubicBezTo>
                  <a:cubicBezTo>
                    <a:pt x="1069" y="515"/>
                    <a:pt x="1069" y="515"/>
                    <a:pt x="1070" y="514"/>
                  </a:cubicBezTo>
                  <a:cubicBezTo>
                    <a:pt x="1072" y="511"/>
                    <a:pt x="1072" y="512"/>
                    <a:pt x="1072" y="509"/>
                  </a:cubicBezTo>
                  <a:cubicBezTo>
                    <a:pt x="1072" y="506"/>
                    <a:pt x="1072" y="505"/>
                    <a:pt x="1074" y="504"/>
                  </a:cubicBezTo>
                  <a:cubicBezTo>
                    <a:pt x="1077" y="502"/>
                    <a:pt x="1076" y="501"/>
                    <a:pt x="1079" y="499"/>
                  </a:cubicBezTo>
                  <a:cubicBezTo>
                    <a:pt x="1081" y="497"/>
                    <a:pt x="1077" y="498"/>
                    <a:pt x="1082" y="496"/>
                  </a:cubicBezTo>
                  <a:cubicBezTo>
                    <a:pt x="1085" y="496"/>
                    <a:pt x="1085" y="496"/>
                    <a:pt x="1085" y="496"/>
                  </a:cubicBezTo>
                  <a:cubicBezTo>
                    <a:pt x="1085" y="497"/>
                    <a:pt x="1085" y="497"/>
                    <a:pt x="1086" y="497"/>
                  </a:cubicBezTo>
                  <a:cubicBezTo>
                    <a:pt x="1088" y="496"/>
                    <a:pt x="1091" y="496"/>
                    <a:pt x="1091" y="495"/>
                  </a:cubicBezTo>
                  <a:cubicBezTo>
                    <a:pt x="1091" y="494"/>
                    <a:pt x="1092" y="492"/>
                    <a:pt x="1092" y="492"/>
                  </a:cubicBezTo>
                  <a:cubicBezTo>
                    <a:pt x="1094" y="489"/>
                    <a:pt x="1096" y="490"/>
                    <a:pt x="1097" y="490"/>
                  </a:cubicBezTo>
                  <a:cubicBezTo>
                    <a:pt x="1097" y="490"/>
                    <a:pt x="1101" y="489"/>
                    <a:pt x="1101" y="489"/>
                  </a:cubicBezTo>
                  <a:cubicBezTo>
                    <a:pt x="1108" y="488"/>
                    <a:pt x="1108" y="488"/>
                    <a:pt x="1108" y="488"/>
                  </a:cubicBezTo>
                  <a:cubicBezTo>
                    <a:pt x="1108" y="488"/>
                    <a:pt x="1109" y="487"/>
                    <a:pt x="1109" y="487"/>
                  </a:cubicBezTo>
                  <a:cubicBezTo>
                    <a:pt x="1109" y="486"/>
                    <a:pt x="1110" y="484"/>
                    <a:pt x="1111" y="484"/>
                  </a:cubicBezTo>
                  <a:cubicBezTo>
                    <a:pt x="1112" y="485"/>
                    <a:pt x="1115" y="487"/>
                    <a:pt x="1115" y="484"/>
                  </a:cubicBezTo>
                  <a:cubicBezTo>
                    <a:pt x="1115" y="484"/>
                    <a:pt x="1115" y="484"/>
                    <a:pt x="1115" y="484"/>
                  </a:cubicBezTo>
                  <a:cubicBezTo>
                    <a:pt x="1115" y="480"/>
                    <a:pt x="1115" y="480"/>
                    <a:pt x="1114" y="480"/>
                  </a:cubicBezTo>
                  <a:cubicBezTo>
                    <a:pt x="1114" y="480"/>
                    <a:pt x="1114" y="480"/>
                    <a:pt x="1114" y="480"/>
                  </a:cubicBezTo>
                  <a:cubicBezTo>
                    <a:pt x="1114" y="480"/>
                    <a:pt x="1114" y="480"/>
                    <a:pt x="1114" y="480"/>
                  </a:cubicBezTo>
                  <a:cubicBezTo>
                    <a:pt x="1117" y="480"/>
                    <a:pt x="1120" y="481"/>
                    <a:pt x="1121" y="479"/>
                  </a:cubicBezTo>
                  <a:cubicBezTo>
                    <a:pt x="1123" y="476"/>
                    <a:pt x="1123" y="476"/>
                    <a:pt x="1123" y="476"/>
                  </a:cubicBezTo>
                  <a:cubicBezTo>
                    <a:pt x="1123" y="476"/>
                    <a:pt x="1126" y="479"/>
                    <a:pt x="1126" y="479"/>
                  </a:cubicBezTo>
                  <a:cubicBezTo>
                    <a:pt x="1127" y="478"/>
                    <a:pt x="1131" y="477"/>
                    <a:pt x="1132" y="477"/>
                  </a:cubicBezTo>
                  <a:cubicBezTo>
                    <a:pt x="1133" y="477"/>
                    <a:pt x="1135" y="476"/>
                    <a:pt x="1136" y="475"/>
                  </a:cubicBezTo>
                  <a:cubicBezTo>
                    <a:pt x="1137" y="475"/>
                    <a:pt x="1137" y="473"/>
                    <a:pt x="1138" y="473"/>
                  </a:cubicBezTo>
                  <a:cubicBezTo>
                    <a:pt x="1139" y="473"/>
                    <a:pt x="1138" y="473"/>
                    <a:pt x="1139" y="473"/>
                  </a:cubicBezTo>
                  <a:cubicBezTo>
                    <a:pt x="1141" y="472"/>
                    <a:pt x="1140" y="475"/>
                    <a:pt x="1140" y="475"/>
                  </a:cubicBezTo>
                  <a:cubicBezTo>
                    <a:pt x="1139" y="477"/>
                    <a:pt x="1140" y="478"/>
                    <a:pt x="1141" y="477"/>
                  </a:cubicBezTo>
                  <a:cubicBezTo>
                    <a:pt x="1143" y="477"/>
                    <a:pt x="1146" y="476"/>
                    <a:pt x="1147" y="476"/>
                  </a:cubicBezTo>
                  <a:cubicBezTo>
                    <a:pt x="1148" y="476"/>
                    <a:pt x="1149" y="477"/>
                    <a:pt x="1149" y="478"/>
                  </a:cubicBezTo>
                  <a:cubicBezTo>
                    <a:pt x="1149" y="480"/>
                    <a:pt x="1150" y="481"/>
                    <a:pt x="1147" y="481"/>
                  </a:cubicBezTo>
                  <a:cubicBezTo>
                    <a:pt x="1144" y="481"/>
                    <a:pt x="1148" y="478"/>
                    <a:pt x="1142" y="480"/>
                  </a:cubicBezTo>
                  <a:cubicBezTo>
                    <a:pt x="1138" y="482"/>
                    <a:pt x="1137" y="482"/>
                    <a:pt x="1137" y="482"/>
                  </a:cubicBezTo>
                  <a:cubicBezTo>
                    <a:pt x="1136" y="482"/>
                    <a:pt x="1136" y="482"/>
                    <a:pt x="1136" y="482"/>
                  </a:cubicBezTo>
                  <a:cubicBezTo>
                    <a:pt x="1135" y="482"/>
                    <a:pt x="1135" y="482"/>
                    <a:pt x="1135" y="482"/>
                  </a:cubicBezTo>
                  <a:cubicBezTo>
                    <a:pt x="1135" y="481"/>
                    <a:pt x="1135" y="481"/>
                    <a:pt x="1133" y="482"/>
                  </a:cubicBezTo>
                  <a:cubicBezTo>
                    <a:pt x="1129" y="485"/>
                    <a:pt x="1128" y="486"/>
                    <a:pt x="1126" y="488"/>
                  </a:cubicBezTo>
                  <a:cubicBezTo>
                    <a:pt x="1124" y="490"/>
                    <a:pt x="1124" y="492"/>
                    <a:pt x="1122" y="493"/>
                  </a:cubicBezTo>
                  <a:cubicBezTo>
                    <a:pt x="1120" y="494"/>
                    <a:pt x="1122" y="494"/>
                    <a:pt x="1122" y="496"/>
                  </a:cubicBezTo>
                  <a:cubicBezTo>
                    <a:pt x="1121" y="498"/>
                    <a:pt x="1121" y="500"/>
                    <a:pt x="1123" y="500"/>
                  </a:cubicBezTo>
                  <a:cubicBezTo>
                    <a:pt x="1125" y="500"/>
                    <a:pt x="1126" y="501"/>
                    <a:pt x="1128" y="501"/>
                  </a:cubicBezTo>
                  <a:cubicBezTo>
                    <a:pt x="1130" y="500"/>
                    <a:pt x="1134" y="500"/>
                    <a:pt x="1135" y="499"/>
                  </a:cubicBezTo>
                  <a:cubicBezTo>
                    <a:pt x="1136" y="497"/>
                    <a:pt x="1141" y="495"/>
                    <a:pt x="1141" y="493"/>
                  </a:cubicBezTo>
                  <a:cubicBezTo>
                    <a:pt x="1142" y="491"/>
                    <a:pt x="1143" y="489"/>
                    <a:pt x="1144" y="489"/>
                  </a:cubicBezTo>
                  <a:cubicBezTo>
                    <a:pt x="1145" y="489"/>
                    <a:pt x="1147" y="487"/>
                    <a:pt x="1149" y="487"/>
                  </a:cubicBezTo>
                  <a:cubicBezTo>
                    <a:pt x="1152" y="487"/>
                    <a:pt x="1156" y="486"/>
                    <a:pt x="1158" y="485"/>
                  </a:cubicBezTo>
                  <a:cubicBezTo>
                    <a:pt x="1160" y="485"/>
                    <a:pt x="1163" y="484"/>
                    <a:pt x="1166" y="483"/>
                  </a:cubicBezTo>
                  <a:cubicBezTo>
                    <a:pt x="1168" y="483"/>
                    <a:pt x="1173" y="481"/>
                    <a:pt x="1174" y="480"/>
                  </a:cubicBezTo>
                  <a:cubicBezTo>
                    <a:pt x="1175" y="479"/>
                    <a:pt x="1177" y="477"/>
                    <a:pt x="1177" y="477"/>
                  </a:cubicBezTo>
                  <a:cubicBezTo>
                    <a:pt x="1181" y="477"/>
                    <a:pt x="1181" y="477"/>
                    <a:pt x="1181" y="477"/>
                  </a:cubicBezTo>
                  <a:cubicBezTo>
                    <a:pt x="1181" y="477"/>
                    <a:pt x="1179" y="475"/>
                    <a:pt x="1178" y="474"/>
                  </a:cubicBezTo>
                  <a:cubicBezTo>
                    <a:pt x="1177" y="473"/>
                    <a:pt x="1179" y="470"/>
                    <a:pt x="1178" y="470"/>
                  </a:cubicBezTo>
                  <a:cubicBezTo>
                    <a:pt x="1177" y="471"/>
                    <a:pt x="1177" y="470"/>
                    <a:pt x="1176" y="470"/>
                  </a:cubicBezTo>
                  <a:cubicBezTo>
                    <a:pt x="1175" y="470"/>
                    <a:pt x="1174" y="470"/>
                    <a:pt x="1172" y="470"/>
                  </a:cubicBezTo>
                  <a:cubicBezTo>
                    <a:pt x="1170" y="472"/>
                    <a:pt x="1169" y="472"/>
                    <a:pt x="1168" y="473"/>
                  </a:cubicBezTo>
                  <a:cubicBezTo>
                    <a:pt x="1167" y="474"/>
                    <a:pt x="1167" y="471"/>
                    <a:pt x="1165" y="471"/>
                  </a:cubicBezTo>
                  <a:cubicBezTo>
                    <a:pt x="1163" y="471"/>
                    <a:pt x="1159" y="473"/>
                    <a:pt x="1158" y="473"/>
                  </a:cubicBezTo>
                  <a:cubicBezTo>
                    <a:pt x="1156" y="473"/>
                    <a:pt x="1155" y="469"/>
                    <a:pt x="1155" y="469"/>
                  </a:cubicBezTo>
                  <a:cubicBezTo>
                    <a:pt x="1150" y="470"/>
                    <a:pt x="1150" y="470"/>
                    <a:pt x="1150" y="470"/>
                  </a:cubicBezTo>
                  <a:cubicBezTo>
                    <a:pt x="1148" y="469"/>
                    <a:pt x="1146" y="467"/>
                    <a:pt x="1146" y="467"/>
                  </a:cubicBezTo>
                  <a:cubicBezTo>
                    <a:pt x="1144" y="465"/>
                    <a:pt x="1143" y="465"/>
                    <a:pt x="1143" y="465"/>
                  </a:cubicBezTo>
                  <a:cubicBezTo>
                    <a:pt x="1143" y="465"/>
                    <a:pt x="1141" y="464"/>
                    <a:pt x="1140" y="463"/>
                  </a:cubicBezTo>
                  <a:cubicBezTo>
                    <a:pt x="1140" y="462"/>
                    <a:pt x="1140" y="460"/>
                    <a:pt x="1140" y="460"/>
                  </a:cubicBezTo>
                  <a:cubicBezTo>
                    <a:pt x="1140" y="460"/>
                    <a:pt x="1140" y="458"/>
                    <a:pt x="1139" y="458"/>
                  </a:cubicBezTo>
                  <a:cubicBezTo>
                    <a:pt x="1138" y="458"/>
                    <a:pt x="1137" y="456"/>
                    <a:pt x="1136" y="455"/>
                  </a:cubicBezTo>
                  <a:cubicBezTo>
                    <a:pt x="1135" y="453"/>
                    <a:pt x="1134" y="451"/>
                    <a:pt x="1134" y="451"/>
                  </a:cubicBezTo>
                  <a:cubicBezTo>
                    <a:pt x="1134" y="451"/>
                    <a:pt x="1139" y="447"/>
                    <a:pt x="1139" y="446"/>
                  </a:cubicBezTo>
                  <a:cubicBezTo>
                    <a:pt x="1138" y="444"/>
                    <a:pt x="1138" y="443"/>
                    <a:pt x="1137" y="443"/>
                  </a:cubicBezTo>
                  <a:cubicBezTo>
                    <a:pt x="1136" y="442"/>
                    <a:pt x="1134" y="443"/>
                    <a:pt x="1133" y="444"/>
                  </a:cubicBezTo>
                  <a:cubicBezTo>
                    <a:pt x="1131" y="444"/>
                    <a:pt x="1130" y="445"/>
                    <a:pt x="1130" y="444"/>
                  </a:cubicBezTo>
                  <a:cubicBezTo>
                    <a:pt x="1130" y="443"/>
                    <a:pt x="1129" y="443"/>
                    <a:pt x="1128" y="442"/>
                  </a:cubicBezTo>
                  <a:cubicBezTo>
                    <a:pt x="1128" y="442"/>
                    <a:pt x="1126" y="440"/>
                    <a:pt x="1126" y="440"/>
                  </a:cubicBezTo>
                  <a:cubicBezTo>
                    <a:pt x="1126" y="440"/>
                    <a:pt x="1135" y="440"/>
                    <a:pt x="1136" y="439"/>
                  </a:cubicBezTo>
                  <a:cubicBezTo>
                    <a:pt x="1138" y="438"/>
                    <a:pt x="1140" y="437"/>
                    <a:pt x="1141" y="436"/>
                  </a:cubicBezTo>
                  <a:cubicBezTo>
                    <a:pt x="1143" y="435"/>
                    <a:pt x="1145" y="433"/>
                    <a:pt x="1145" y="432"/>
                  </a:cubicBezTo>
                  <a:cubicBezTo>
                    <a:pt x="1146" y="430"/>
                    <a:pt x="1142" y="429"/>
                    <a:pt x="1141" y="428"/>
                  </a:cubicBezTo>
                  <a:cubicBezTo>
                    <a:pt x="1140" y="427"/>
                    <a:pt x="1139" y="425"/>
                    <a:pt x="1137" y="424"/>
                  </a:cubicBezTo>
                  <a:cubicBezTo>
                    <a:pt x="1136" y="423"/>
                    <a:pt x="1130" y="423"/>
                    <a:pt x="1130" y="423"/>
                  </a:cubicBezTo>
                  <a:cubicBezTo>
                    <a:pt x="1130" y="423"/>
                    <a:pt x="1128" y="422"/>
                    <a:pt x="1127" y="422"/>
                  </a:cubicBezTo>
                  <a:cubicBezTo>
                    <a:pt x="1126" y="423"/>
                    <a:pt x="1120" y="424"/>
                    <a:pt x="1119" y="424"/>
                  </a:cubicBezTo>
                  <a:cubicBezTo>
                    <a:pt x="1118" y="425"/>
                    <a:pt x="1119" y="425"/>
                    <a:pt x="1117" y="425"/>
                  </a:cubicBezTo>
                  <a:cubicBezTo>
                    <a:pt x="1114" y="426"/>
                    <a:pt x="1114" y="427"/>
                    <a:pt x="1113" y="427"/>
                  </a:cubicBezTo>
                  <a:cubicBezTo>
                    <a:pt x="1111" y="428"/>
                    <a:pt x="1111" y="428"/>
                    <a:pt x="1108" y="429"/>
                  </a:cubicBezTo>
                  <a:cubicBezTo>
                    <a:pt x="1104" y="430"/>
                    <a:pt x="1104" y="429"/>
                    <a:pt x="1102" y="430"/>
                  </a:cubicBezTo>
                  <a:cubicBezTo>
                    <a:pt x="1101" y="431"/>
                    <a:pt x="1098" y="433"/>
                    <a:pt x="1095" y="434"/>
                  </a:cubicBezTo>
                  <a:cubicBezTo>
                    <a:pt x="1093" y="435"/>
                    <a:pt x="1095" y="435"/>
                    <a:pt x="1091" y="437"/>
                  </a:cubicBezTo>
                  <a:cubicBezTo>
                    <a:pt x="1087" y="440"/>
                    <a:pt x="1085" y="443"/>
                    <a:pt x="1083" y="444"/>
                  </a:cubicBezTo>
                  <a:cubicBezTo>
                    <a:pt x="1082" y="445"/>
                    <a:pt x="1082" y="445"/>
                    <a:pt x="1082" y="444"/>
                  </a:cubicBezTo>
                  <a:cubicBezTo>
                    <a:pt x="1082" y="444"/>
                    <a:pt x="1082" y="444"/>
                    <a:pt x="1079" y="447"/>
                  </a:cubicBezTo>
                  <a:cubicBezTo>
                    <a:pt x="1073" y="451"/>
                    <a:pt x="1071" y="454"/>
                    <a:pt x="1071" y="454"/>
                  </a:cubicBezTo>
                  <a:cubicBezTo>
                    <a:pt x="1070" y="456"/>
                    <a:pt x="1073" y="448"/>
                    <a:pt x="1073" y="448"/>
                  </a:cubicBezTo>
                  <a:cubicBezTo>
                    <a:pt x="1073" y="448"/>
                    <a:pt x="1078" y="445"/>
                    <a:pt x="1079" y="444"/>
                  </a:cubicBezTo>
                  <a:cubicBezTo>
                    <a:pt x="1080" y="444"/>
                    <a:pt x="1082" y="441"/>
                    <a:pt x="1083" y="440"/>
                  </a:cubicBezTo>
                  <a:cubicBezTo>
                    <a:pt x="1084" y="439"/>
                    <a:pt x="1085" y="438"/>
                    <a:pt x="1085" y="437"/>
                  </a:cubicBezTo>
                  <a:cubicBezTo>
                    <a:pt x="1086" y="435"/>
                    <a:pt x="1086" y="435"/>
                    <a:pt x="1087" y="434"/>
                  </a:cubicBezTo>
                  <a:cubicBezTo>
                    <a:pt x="1089" y="434"/>
                    <a:pt x="1092" y="433"/>
                    <a:pt x="1092" y="432"/>
                  </a:cubicBezTo>
                  <a:cubicBezTo>
                    <a:pt x="1093" y="430"/>
                    <a:pt x="1095" y="428"/>
                    <a:pt x="1096" y="427"/>
                  </a:cubicBezTo>
                  <a:cubicBezTo>
                    <a:pt x="1096" y="427"/>
                    <a:pt x="1099" y="425"/>
                    <a:pt x="1099" y="425"/>
                  </a:cubicBezTo>
                  <a:cubicBezTo>
                    <a:pt x="1099" y="425"/>
                    <a:pt x="1100" y="425"/>
                    <a:pt x="1101" y="425"/>
                  </a:cubicBezTo>
                  <a:cubicBezTo>
                    <a:pt x="1102" y="425"/>
                    <a:pt x="1104" y="425"/>
                    <a:pt x="1105" y="425"/>
                  </a:cubicBezTo>
                  <a:cubicBezTo>
                    <a:pt x="1105" y="424"/>
                    <a:pt x="1110" y="422"/>
                    <a:pt x="1110" y="422"/>
                  </a:cubicBezTo>
                  <a:cubicBezTo>
                    <a:pt x="1113" y="418"/>
                    <a:pt x="1113" y="418"/>
                    <a:pt x="1113" y="418"/>
                  </a:cubicBezTo>
                  <a:cubicBezTo>
                    <a:pt x="1113" y="418"/>
                    <a:pt x="1116" y="414"/>
                    <a:pt x="1117" y="414"/>
                  </a:cubicBezTo>
                  <a:cubicBezTo>
                    <a:pt x="1118" y="413"/>
                    <a:pt x="1123" y="411"/>
                    <a:pt x="1123" y="411"/>
                  </a:cubicBezTo>
                  <a:cubicBezTo>
                    <a:pt x="1126" y="410"/>
                    <a:pt x="1126" y="410"/>
                    <a:pt x="1126" y="410"/>
                  </a:cubicBezTo>
                  <a:cubicBezTo>
                    <a:pt x="1126" y="410"/>
                    <a:pt x="1139" y="409"/>
                    <a:pt x="1140" y="409"/>
                  </a:cubicBezTo>
                  <a:cubicBezTo>
                    <a:pt x="1141" y="409"/>
                    <a:pt x="1142" y="409"/>
                    <a:pt x="1144" y="409"/>
                  </a:cubicBezTo>
                  <a:cubicBezTo>
                    <a:pt x="1146" y="408"/>
                    <a:pt x="1149" y="407"/>
                    <a:pt x="1150" y="407"/>
                  </a:cubicBezTo>
                  <a:cubicBezTo>
                    <a:pt x="1151" y="408"/>
                    <a:pt x="1151" y="408"/>
                    <a:pt x="1152" y="409"/>
                  </a:cubicBezTo>
                  <a:cubicBezTo>
                    <a:pt x="1153" y="409"/>
                    <a:pt x="1153" y="410"/>
                    <a:pt x="1154" y="410"/>
                  </a:cubicBezTo>
                  <a:cubicBezTo>
                    <a:pt x="1154" y="410"/>
                    <a:pt x="1155" y="410"/>
                    <a:pt x="1156" y="410"/>
                  </a:cubicBezTo>
                  <a:cubicBezTo>
                    <a:pt x="1157" y="410"/>
                    <a:pt x="1157" y="410"/>
                    <a:pt x="1158" y="410"/>
                  </a:cubicBezTo>
                  <a:cubicBezTo>
                    <a:pt x="1159" y="410"/>
                    <a:pt x="1165" y="409"/>
                    <a:pt x="1165" y="409"/>
                  </a:cubicBezTo>
                  <a:cubicBezTo>
                    <a:pt x="1168" y="411"/>
                    <a:pt x="1168" y="411"/>
                    <a:pt x="1168" y="411"/>
                  </a:cubicBezTo>
                  <a:cubicBezTo>
                    <a:pt x="1177" y="411"/>
                    <a:pt x="1177" y="411"/>
                    <a:pt x="1177" y="411"/>
                  </a:cubicBezTo>
                  <a:cubicBezTo>
                    <a:pt x="1177" y="411"/>
                    <a:pt x="1180" y="410"/>
                    <a:pt x="1182" y="410"/>
                  </a:cubicBezTo>
                  <a:cubicBezTo>
                    <a:pt x="1183" y="410"/>
                    <a:pt x="1190" y="407"/>
                    <a:pt x="1190" y="406"/>
                  </a:cubicBezTo>
                  <a:cubicBezTo>
                    <a:pt x="1191" y="406"/>
                    <a:pt x="1191" y="406"/>
                    <a:pt x="1191" y="406"/>
                  </a:cubicBezTo>
                  <a:cubicBezTo>
                    <a:pt x="1192" y="406"/>
                    <a:pt x="1194" y="406"/>
                    <a:pt x="1195" y="405"/>
                  </a:cubicBezTo>
                  <a:cubicBezTo>
                    <a:pt x="1196" y="403"/>
                    <a:pt x="1204" y="401"/>
                    <a:pt x="1204" y="399"/>
                  </a:cubicBezTo>
                  <a:cubicBezTo>
                    <a:pt x="1204" y="397"/>
                    <a:pt x="1207" y="395"/>
                    <a:pt x="1207" y="394"/>
                  </a:cubicBezTo>
                  <a:cubicBezTo>
                    <a:pt x="1208" y="394"/>
                    <a:pt x="1211" y="394"/>
                    <a:pt x="1212" y="393"/>
                  </a:cubicBezTo>
                  <a:cubicBezTo>
                    <a:pt x="1213" y="393"/>
                    <a:pt x="1217" y="393"/>
                    <a:pt x="1219" y="392"/>
                  </a:cubicBezTo>
                  <a:cubicBezTo>
                    <a:pt x="1221" y="392"/>
                    <a:pt x="1224" y="390"/>
                    <a:pt x="1225" y="391"/>
                  </a:cubicBezTo>
                  <a:cubicBezTo>
                    <a:pt x="1225" y="391"/>
                    <a:pt x="1231" y="389"/>
                    <a:pt x="1231" y="389"/>
                  </a:cubicBezTo>
                  <a:cubicBezTo>
                    <a:pt x="1235" y="385"/>
                    <a:pt x="1235" y="385"/>
                    <a:pt x="1235" y="385"/>
                  </a:cubicBezTo>
                  <a:cubicBezTo>
                    <a:pt x="1237" y="382"/>
                    <a:pt x="1237" y="382"/>
                    <a:pt x="1237" y="382"/>
                  </a:cubicBezTo>
                  <a:cubicBezTo>
                    <a:pt x="1234" y="378"/>
                    <a:pt x="1234" y="378"/>
                    <a:pt x="1234" y="378"/>
                  </a:cubicBezTo>
                  <a:moveTo>
                    <a:pt x="867" y="850"/>
                  </a:moveTo>
                  <a:cubicBezTo>
                    <a:pt x="868" y="850"/>
                    <a:pt x="868" y="849"/>
                    <a:pt x="868" y="848"/>
                  </a:cubicBezTo>
                  <a:cubicBezTo>
                    <a:pt x="868" y="848"/>
                    <a:pt x="868" y="848"/>
                    <a:pt x="868" y="847"/>
                  </a:cubicBezTo>
                  <a:cubicBezTo>
                    <a:pt x="868" y="848"/>
                    <a:pt x="868" y="849"/>
                    <a:pt x="867" y="850"/>
                  </a:cubicBezTo>
                  <a:moveTo>
                    <a:pt x="1106" y="464"/>
                  </a:moveTo>
                  <a:cubicBezTo>
                    <a:pt x="1106" y="463"/>
                    <a:pt x="1106" y="462"/>
                    <a:pt x="1106" y="462"/>
                  </a:cubicBezTo>
                  <a:cubicBezTo>
                    <a:pt x="1106" y="462"/>
                    <a:pt x="1106" y="463"/>
                    <a:pt x="1106" y="464"/>
                  </a:cubicBezTo>
                </a:path>
              </a:pathLst>
            </a:custGeom>
            <a:solidFill>
              <a:schemeClr val="bg1">
                <a:lumMod val="85000"/>
              </a:schemeClr>
            </a:solidFill>
            <a:ln>
              <a:noFill/>
            </a:ln>
          </p:spPr>
          <p:txBody>
            <a:bodyPr anchor="ctr"/>
            <a:lstStyle/>
            <a:p>
              <a:pPr algn="ctr"/>
              <a:endParaRPr/>
            </a:p>
          </p:txBody>
        </p:sp>
        <p:sp>
          <p:nvSpPr>
            <p:cNvPr id="72" name="i$1ídè"/>
            <p:cNvSpPr/>
            <p:nvPr/>
          </p:nvSpPr>
          <p:spPr bwMode="auto">
            <a:xfrm>
              <a:off x="4656933" y="2868612"/>
              <a:ext cx="830263" cy="1309688"/>
            </a:xfrm>
            <a:custGeom>
              <a:avLst/>
              <a:gdLst>
                <a:gd name="T0" fmla="*/ 480 w 511"/>
                <a:gd name="T1" fmla="*/ 181 h 807"/>
                <a:gd name="T2" fmla="*/ 433 w 511"/>
                <a:gd name="T3" fmla="*/ 167 h 807"/>
                <a:gd name="T4" fmla="*/ 394 w 511"/>
                <a:gd name="T5" fmla="*/ 152 h 807"/>
                <a:gd name="T6" fmla="*/ 371 w 511"/>
                <a:gd name="T7" fmla="*/ 144 h 807"/>
                <a:gd name="T8" fmla="*/ 348 w 511"/>
                <a:gd name="T9" fmla="*/ 157 h 807"/>
                <a:gd name="T10" fmla="*/ 353 w 511"/>
                <a:gd name="T11" fmla="*/ 140 h 807"/>
                <a:gd name="T12" fmla="*/ 343 w 511"/>
                <a:gd name="T13" fmla="*/ 129 h 807"/>
                <a:gd name="T14" fmla="*/ 327 w 511"/>
                <a:gd name="T15" fmla="*/ 91 h 807"/>
                <a:gd name="T16" fmla="*/ 290 w 511"/>
                <a:gd name="T17" fmla="*/ 72 h 807"/>
                <a:gd name="T18" fmla="*/ 255 w 511"/>
                <a:gd name="T19" fmla="*/ 62 h 807"/>
                <a:gd name="T20" fmla="*/ 221 w 511"/>
                <a:gd name="T21" fmla="*/ 39 h 807"/>
                <a:gd name="T22" fmla="*/ 207 w 511"/>
                <a:gd name="T23" fmla="*/ 20 h 807"/>
                <a:gd name="T24" fmla="*/ 148 w 511"/>
                <a:gd name="T25" fmla="*/ 22 h 807"/>
                <a:gd name="T26" fmla="*/ 111 w 511"/>
                <a:gd name="T27" fmla="*/ 15 h 807"/>
                <a:gd name="T28" fmla="*/ 109 w 511"/>
                <a:gd name="T29" fmla="*/ 8 h 807"/>
                <a:gd name="T30" fmla="*/ 81 w 511"/>
                <a:gd name="T31" fmla="*/ 12 h 807"/>
                <a:gd name="T32" fmla="*/ 48 w 511"/>
                <a:gd name="T33" fmla="*/ 47 h 807"/>
                <a:gd name="T34" fmla="*/ 44 w 511"/>
                <a:gd name="T35" fmla="*/ 84 h 807"/>
                <a:gd name="T36" fmla="*/ 34 w 511"/>
                <a:gd name="T37" fmla="*/ 109 h 807"/>
                <a:gd name="T38" fmla="*/ 18 w 511"/>
                <a:gd name="T39" fmla="*/ 126 h 807"/>
                <a:gd name="T40" fmla="*/ 9 w 511"/>
                <a:gd name="T41" fmla="*/ 144 h 807"/>
                <a:gd name="T42" fmla="*/ 15 w 511"/>
                <a:gd name="T43" fmla="*/ 164 h 807"/>
                <a:gd name="T44" fmla="*/ 0 w 511"/>
                <a:gd name="T45" fmla="*/ 189 h 807"/>
                <a:gd name="T46" fmla="*/ 15 w 511"/>
                <a:gd name="T47" fmla="*/ 212 h 807"/>
                <a:gd name="T48" fmla="*/ 35 w 511"/>
                <a:gd name="T49" fmla="*/ 246 h 807"/>
                <a:gd name="T50" fmla="*/ 55 w 511"/>
                <a:gd name="T51" fmla="*/ 291 h 807"/>
                <a:gd name="T52" fmla="*/ 97 w 511"/>
                <a:gd name="T53" fmla="*/ 321 h 807"/>
                <a:gd name="T54" fmla="*/ 122 w 511"/>
                <a:gd name="T55" fmla="*/ 359 h 807"/>
                <a:gd name="T56" fmla="*/ 116 w 511"/>
                <a:gd name="T57" fmla="*/ 432 h 807"/>
                <a:gd name="T58" fmla="*/ 109 w 511"/>
                <a:gd name="T59" fmla="*/ 477 h 807"/>
                <a:gd name="T60" fmla="*/ 95 w 511"/>
                <a:gd name="T61" fmla="*/ 544 h 807"/>
                <a:gd name="T62" fmla="*/ 85 w 511"/>
                <a:gd name="T63" fmla="*/ 598 h 807"/>
                <a:gd name="T64" fmla="*/ 95 w 511"/>
                <a:gd name="T65" fmla="*/ 631 h 807"/>
                <a:gd name="T66" fmla="*/ 92 w 511"/>
                <a:gd name="T67" fmla="*/ 670 h 807"/>
                <a:gd name="T68" fmla="*/ 61 w 511"/>
                <a:gd name="T69" fmla="*/ 687 h 807"/>
                <a:gd name="T70" fmla="*/ 80 w 511"/>
                <a:gd name="T71" fmla="*/ 703 h 807"/>
                <a:gd name="T72" fmla="*/ 79 w 511"/>
                <a:gd name="T73" fmla="*/ 740 h 807"/>
                <a:gd name="T74" fmla="*/ 93 w 511"/>
                <a:gd name="T75" fmla="*/ 756 h 807"/>
                <a:gd name="T76" fmla="*/ 111 w 511"/>
                <a:gd name="T77" fmla="*/ 779 h 807"/>
                <a:gd name="T78" fmla="*/ 128 w 511"/>
                <a:gd name="T79" fmla="*/ 771 h 807"/>
                <a:gd name="T80" fmla="*/ 117 w 511"/>
                <a:gd name="T81" fmla="*/ 795 h 807"/>
                <a:gd name="T82" fmla="*/ 143 w 511"/>
                <a:gd name="T83" fmla="*/ 805 h 807"/>
                <a:gd name="T84" fmla="*/ 166 w 511"/>
                <a:gd name="T85" fmla="*/ 799 h 807"/>
                <a:gd name="T86" fmla="*/ 129 w 511"/>
                <a:gd name="T87" fmla="*/ 767 h 807"/>
                <a:gd name="T88" fmla="*/ 148 w 511"/>
                <a:gd name="T89" fmla="*/ 728 h 807"/>
                <a:gd name="T90" fmla="*/ 153 w 511"/>
                <a:gd name="T91" fmla="*/ 682 h 807"/>
                <a:gd name="T92" fmla="*/ 182 w 511"/>
                <a:gd name="T93" fmla="*/ 632 h 807"/>
                <a:gd name="T94" fmla="*/ 181 w 511"/>
                <a:gd name="T95" fmla="*/ 614 h 807"/>
                <a:gd name="T96" fmla="*/ 209 w 511"/>
                <a:gd name="T97" fmla="*/ 586 h 807"/>
                <a:gd name="T98" fmla="*/ 266 w 511"/>
                <a:gd name="T99" fmla="*/ 567 h 807"/>
                <a:gd name="T100" fmla="*/ 251 w 511"/>
                <a:gd name="T101" fmla="*/ 528 h 807"/>
                <a:gd name="T102" fmla="*/ 257 w 511"/>
                <a:gd name="T103" fmla="*/ 529 h 807"/>
                <a:gd name="T104" fmla="*/ 303 w 511"/>
                <a:gd name="T105" fmla="*/ 528 h 807"/>
                <a:gd name="T106" fmla="*/ 339 w 511"/>
                <a:gd name="T107" fmla="*/ 487 h 807"/>
                <a:gd name="T108" fmla="*/ 359 w 511"/>
                <a:gd name="T109" fmla="*/ 424 h 807"/>
                <a:gd name="T110" fmla="*/ 394 w 511"/>
                <a:gd name="T111" fmla="*/ 402 h 807"/>
                <a:gd name="T112" fmla="*/ 419 w 511"/>
                <a:gd name="T113" fmla="*/ 391 h 807"/>
                <a:gd name="T114" fmla="*/ 453 w 511"/>
                <a:gd name="T115" fmla="*/ 359 h 807"/>
                <a:gd name="T116" fmla="*/ 466 w 511"/>
                <a:gd name="T117" fmla="*/ 298 h 807"/>
                <a:gd name="T118" fmla="*/ 481 w 511"/>
                <a:gd name="T119" fmla="*/ 265 h 807"/>
                <a:gd name="T120" fmla="*/ 510 w 511"/>
                <a:gd name="T121" fmla="*/ 210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1" h="807">
                  <a:moveTo>
                    <a:pt x="510" y="210"/>
                  </a:moveTo>
                  <a:cubicBezTo>
                    <a:pt x="510" y="209"/>
                    <a:pt x="510" y="208"/>
                    <a:pt x="510" y="207"/>
                  </a:cubicBezTo>
                  <a:cubicBezTo>
                    <a:pt x="510" y="207"/>
                    <a:pt x="510" y="207"/>
                    <a:pt x="510" y="206"/>
                  </a:cubicBezTo>
                  <a:cubicBezTo>
                    <a:pt x="510" y="206"/>
                    <a:pt x="510" y="206"/>
                    <a:pt x="509" y="205"/>
                  </a:cubicBezTo>
                  <a:cubicBezTo>
                    <a:pt x="509" y="205"/>
                    <a:pt x="509" y="205"/>
                    <a:pt x="509" y="205"/>
                  </a:cubicBezTo>
                  <a:cubicBezTo>
                    <a:pt x="509" y="205"/>
                    <a:pt x="509" y="204"/>
                    <a:pt x="508" y="203"/>
                  </a:cubicBezTo>
                  <a:cubicBezTo>
                    <a:pt x="504" y="194"/>
                    <a:pt x="504" y="192"/>
                    <a:pt x="502" y="193"/>
                  </a:cubicBezTo>
                  <a:cubicBezTo>
                    <a:pt x="500" y="193"/>
                    <a:pt x="499" y="193"/>
                    <a:pt x="497" y="193"/>
                  </a:cubicBezTo>
                  <a:cubicBezTo>
                    <a:pt x="495" y="193"/>
                    <a:pt x="496" y="192"/>
                    <a:pt x="494" y="192"/>
                  </a:cubicBezTo>
                  <a:cubicBezTo>
                    <a:pt x="492" y="192"/>
                    <a:pt x="489" y="192"/>
                    <a:pt x="489" y="192"/>
                  </a:cubicBezTo>
                  <a:cubicBezTo>
                    <a:pt x="489" y="192"/>
                    <a:pt x="488" y="193"/>
                    <a:pt x="486" y="191"/>
                  </a:cubicBezTo>
                  <a:cubicBezTo>
                    <a:pt x="484" y="189"/>
                    <a:pt x="483" y="189"/>
                    <a:pt x="483" y="187"/>
                  </a:cubicBezTo>
                  <a:cubicBezTo>
                    <a:pt x="482" y="185"/>
                    <a:pt x="482" y="182"/>
                    <a:pt x="480" y="181"/>
                  </a:cubicBezTo>
                  <a:cubicBezTo>
                    <a:pt x="478" y="180"/>
                    <a:pt x="476" y="180"/>
                    <a:pt x="476" y="180"/>
                  </a:cubicBezTo>
                  <a:cubicBezTo>
                    <a:pt x="475" y="179"/>
                    <a:pt x="474" y="178"/>
                    <a:pt x="472" y="177"/>
                  </a:cubicBezTo>
                  <a:cubicBezTo>
                    <a:pt x="471" y="176"/>
                    <a:pt x="469" y="174"/>
                    <a:pt x="468" y="173"/>
                  </a:cubicBezTo>
                  <a:cubicBezTo>
                    <a:pt x="467" y="173"/>
                    <a:pt x="465" y="172"/>
                    <a:pt x="464" y="171"/>
                  </a:cubicBezTo>
                  <a:cubicBezTo>
                    <a:pt x="463" y="170"/>
                    <a:pt x="460" y="169"/>
                    <a:pt x="460" y="168"/>
                  </a:cubicBezTo>
                  <a:cubicBezTo>
                    <a:pt x="459" y="168"/>
                    <a:pt x="458" y="168"/>
                    <a:pt x="457" y="168"/>
                  </a:cubicBezTo>
                  <a:cubicBezTo>
                    <a:pt x="456" y="168"/>
                    <a:pt x="455" y="168"/>
                    <a:pt x="454" y="168"/>
                  </a:cubicBezTo>
                  <a:cubicBezTo>
                    <a:pt x="454" y="167"/>
                    <a:pt x="453" y="167"/>
                    <a:pt x="452" y="166"/>
                  </a:cubicBezTo>
                  <a:cubicBezTo>
                    <a:pt x="450" y="166"/>
                    <a:pt x="449" y="165"/>
                    <a:pt x="446" y="166"/>
                  </a:cubicBezTo>
                  <a:cubicBezTo>
                    <a:pt x="444" y="166"/>
                    <a:pt x="444" y="165"/>
                    <a:pt x="442" y="167"/>
                  </a:cubicBezTo>
                  <a:cubicBezTo>
                    <a:pt x="440" y="168"/>
                    <a:pt x="440" y="168"/>
                    <a:pt x="439" y="168"/>
                  </a:cubicBezTo>
                  <a:cubicBezTo>
                    <a:pt x="439" y="167"/>
                    <a:pt x="438" y="167"/>
                    <a:pt x="437" y="168"/>
                  </a:cubicBezTo>
                  <a:cubicBezTo>
                    <a:pt x="435" y="168"/>
                    <a:pt x="436" y="167"/>
                    <a:pt x="433" y="167"/>
                  </a:cubicBezTo>
                  <a:cubicBezTo>
                    <a:pt x="431" y="167"/>
                    <a:pt x="430" y="164"/>
                    <a:pt x="428" y="165"/>
                  </a:cubicBezTo>
                  <a:cubicBezTo>
                    <a:pt x="425" y="165"/>
                    <a:pt x="425" y="164"/>
                    <a:pt x="424" y="164"/>
                  </a:cubicBezTo>
                  <a:cubicBezTo>
                    <a:pt x="423" y="164"/>
                    <a:pt x="424" y="162"/>
                    <a:pt x="421" y="161"/>
                  </a:cubicBezTo>
                  <a:cubicBezTo>
                    <a:pt x="418" y="161"/>
                    <a:pt x="419" y="159"/>
                    <a:pt x="417" y="161"/>
                  </a:cubicBezTo>
                  <a:cubicBezTo>
                    <a:pt x="415" y="162"/>
                    <a:pt x="417" y="161"/>
                    <a:pt x="415" y="162"/>
                  </a:cubicBezTo>
                  <a:cubicBezTo>
                    <a:pt x="412" y="164"/>
                    <a:pt x="409" y="164"/>
                    <a:pt x="409" y="164"/>
                  </a:cubicBezTo>
                  <a:cubicBezTo>
                    <a:pt x="407" y="164"/>
                    <a:pt x="408" y="162"/>
                    <a:pt x="407" y="164"/>
                  </a:cubicBezTo>
                  <a:cubicBezTo>
                    <a:pt x="405" y="166"/>
                    <a:pt x="407" y="167"/>
                    <a:pt x="405" y="167"/>
                  </a:cubicBezTo>
                  <a:cubicBezTo>
                    <a:pt x="402" y="167"/>
                    <a:pt x="402" y="166"/>
                    <a:pt x="403" y="164"/>
                  </a:cubicBezTo>
                  <a:cubicBezTo>
                    <a:pt x="405" y="161"/>
                    <a:pt x="405" y="161"/>
                    <a:pt x="405" y="160"/>
                  </a:cubicBezTo>
                  <a:cubicBezTo>
                    <a:pt x="404" y="156"/>
                    <a:pt x="404" y="156"/>
                    <a:pt x="402" y="155"/>
                  </a:cubicBezTo>
                  <a:cubicBezTo>
                    <a:pt x="400" y="153"/>
                    <a:pt x="400" y="154"/>
                    <a:pt x="399" y="153"/>
                  </a:cubicBezTo>
                  <a:cubicBezTo>
                    <a:pt x="397" y="153"/>
                    <a:pt x="395" y="153"/>
                    <a:pt x="394" y="152"/>
                  </a:cubicBezTo>
                  <a:cubicBezTo>
                    <a:pt x="394" y="151"/>
                    <a:pt x="393" y="151"/>
                    <a:pt x="392" y="150"/>
                  </a:cubicBezTo>
                  <a:cubicBezTo>
                    <a:pt x="391" y="149"/>
                    <a:pt x="389" y="149"/>
                    <a:pt x="388" y="149"/>
                  </a:cubicBezTo>
                  <a:cubicBezTo>
                    <a:pt x="387" y="150"/>
                    <a:pt x="386" y="149"/>
                    <a:pt x="386" y="149"/>
                  </a:cubicBezTo>
                  <a:cubicBezTo>
                    <a:pt x="385" y="148"/>
                    <a:pt x="384" y="148"/>
                    <a:pt x="384" y="148"/>
                  </a:cubicBezTo>
                  <a:cubicBezTo>
                    <a:pt x="383" y="148"/>
                    <a:pt x="383" y="148"/>
                    <a:pt x="382" y="147"/>
                  </a:cubicBezTo>
                  <a:cubicBezTo>
                    <a:pt x="382" y="147"/>
                    <a:pt x="381" y="146"/>
                    <a:pt x="380" y="146"/>
                  </a:cubicBezTo>
                  <a:cubicBezTo>
                    <a:pt x="380" y="147"/>
                    <a:pt x="380" y="146"/>
                    <a:pt x="379" y="146"/>
                  </a:cubicBezTo>
                  <a:cubicBezTo>
                    <a:pt x="379" y="145"/>
                    <a:pt x="379" y="145"/>
                    <a:pt x="378" y="145"/>
                  </a:cubicBezTo>
                  <a:cubicBezTo>
                    <a:pt x="377" y="145"/>
                    <a:pt x="377" y="144"/>
                    <a:pt x="377" y="144"/>
                  </a:cubicBezTo>
                  <a:cubicBezTo>
                    <a:pt x="376" y="143"/>
                    <a:pt x="376" y="143"/>
                    <a:pt x="375" y="143"/>
                  </a:cubicBezTo>
                  <a:cubicBezTo>
                    <a:pt x="375" y="143"/>
                    <a:pt x="374" y="143"/>
                    <a:pt x="374" y="143"/>
                  </a:cubicBezTo>
                  <a:cubicBezTo>
                    <a:pt x="374" y="143"/>
                    <a:pt x="373" y="143"/>
                    <a:pt x="372" y="144"/>
                  </a:cubicBezTo>
                  <a:cubicBezTo>
                    <a:pt x="372" y="144"/>
                    <a:pt x="371" y="144"/>
                    <a:pt x="371" y="144"/>
                  </a:cubicBezTo>
                  <a:cubicBezTo>
                    <a:pt x="371" y="143"/>
                    <a:pt x="371" y="143"/>
                    <a:pt x="370" y="143"/>
                  </a:cubicBezTo>
                  <a:cubicBezTo>
                    <a:pt x="370" y="143"/>
                    <a:pt x="369" y="143"/>
                    <a:pt x="369" y="143"/>
                  </a:cubicBezTo>
                  <a:cubicBezTo>
                    <a:pt x="368" y="143"/>
                    <a:pt x="367" y="143"/>
                    <a:pt x="366" y="144"/>
                  </a:cubicBezTo>
                  <a:cubicBezTo>
                    <a:pt x="366" y="144"/>
                    <a:pt x="366" y="144"/>
                    <a:pt x="365" y="144"/>
                  </a:cubicBezTo>
                  <a:cubicBezTo>
                    <a:pt x="365" y="144"/>
                    <a:pt x="365" y="144"/>
                    <a:pt x="364" y="145"/>
                  </a:cubicBezTo>
                  <a:cubicBezTo>
                    <a:pt x="363" y="148"/>
                    <a:pt x="363" y="148"/>
                    <a:pt x="361" y="150"/>
                  </a:cubicBezTo>
                  <a:cubicBezTo>
                    <a:pt x="359" y="153"/>
                    <a:pt x="359" y="152"/>
                    <a:pt x="356" y="154"/>
                  </a:cubicBezTo>
                  <a:cubicBezTo>
                    <a:pt x="354" y="156"/>
                    <a:pt x="355" y="155"/>
                    <a:pt x="354" y="156"/>
                  </a:cubicBezTo>
                  <a:cubicBezTo>
                    <a:pt x="353" y="158"/>
                    <a:pt x="353" y="157"/>
                    <a:pt x="352" y="159"/>
                  </a:cubicBezTo>
                  <a:cubicBezTo>
                    <a:pt x="351" y="159"/>
                    <a:pt x="351" y="159"/>
                    <a:pt x="350" y="159"/>
                  </a:cubicBezTo>
                  <a:cubicBezTo>
                    <a:pt x="350" y="159"/>
                    <a:pt x="350" y="159"/>
                    <a:pt x="350" y="160"/>
                  </a:cubicBezTo>
                  <a:cubicBezTo>
                    <a:pt x="350" y="162"/>
                    <a:pt x="350" y="162"/>
                    <a:pt x="350" y="162"/>
                  </a:cubicBezTo>
                  <a:cubicBezTo>
                    <a:pt x="350" y="162"/>
                    <a:pt x="350" y="157"/>
                    <a:pt x="348" y="157"/>
                  </a:cubicBezTo>
                  <a:cubicBezTo>
                    <a:pt x="346" y="158"/>
                    <a:pt x="343" y="159"/>
                    <a:pt x="343" y="159"/>
                  </a:cubicBezTo>
                  <a:cubicBezTo>
                    <a:pt x="343" y="159"/>
                    <a:pt x="341" y="156"/>
                    <a:pt x="340" y="156"/>
                  </a:cubicBezTo>
                  <a:cubicBezTo>
                    <a:pt x="339" y="156"/>
                    <a:pt x="339" y="156"/>
                    <a:pt x="337" y="155"/>
                  </a:cubicBezTo>
                  <a:cubicBezTo>
                    <a:pt x="336" y="153"/>
                    <a:pt x="338" y="154"/>
                    <a:pt x="340" y="154"/>
                  </a:cubicBezTo>
                  <a:cubicBezTo>
                    <a:pt x="341" y="155"/>
                    <a:pt x="342" y="155"/>
                    <a:pt x="342" y="155"/>
                  </a:cubicBezTo>
                  <a:cubicBezTo>
                    <a:pt x="344" y="155"/>
                    <a:pt x="342" y="155"/>
                    <a:pt x="346" y="155"/>
                  </a:cubicBezTo>
                  <a:cubicBezTo>
                    <a:pt x="349" y="154"/>
                    <a:pt x="350" y="155"/>
                    <a:pt x="352" y="154"/>
                  </a:cubicBezTo>
                  <a:cubicBezTo>
                    <a:pt x="353" y="154"/>
                    <a:pt x="357" y="152"/>
                    <a:pt x="357" y="152"/>
                  </a:cubicBezTo>
                  <a:cubicBezTo>
                    <a:pt x="357" y="152"/>
                    <a:pt x="358" y="151"/>
                    <a:pt x="358" y="150"/>
                  </a:cubicBezTo>
                  <a:cubicBezTo>
                    <a:pt x="359" y="148"/>
                    <a:pt x="359" y="148"/>
                    <a:pt x="359" y="146"/>
                  </a:cubicBezTo>
                  <a:cubicBezTo>
                    <a:pt x="360" y="145"/>
                    <a:pt x="360" y="144"/>
                    <a:pt x="360" y="142"/>
                  </a:cubicBezTo>
                  <a:cubicBezTo>
                    <a:pt x="360" y="141"/>
                    <a:pt x="361" y="139"/>
                    <a:pt x="359" y="139"/>
                  </a:cubicBezTo>
                  <a:cubicBezTo>
                    <a:pt x="357" y="139"/>
                    <a:pt x="354" y="140"/>
                    <a:pt x="353" y="140"/>
                  </a:cubicBezTo>
                  <a:cubicBezTo>
                    <a:pt x="351" y="139"/>
                    <a:pt x="351" y="139"/>
                    <a:pt x="349" y="139"/>
                  </a:cubicBezTo>
                  <a:cubicBezTo>
                    <a:pt x="347" y="140"/>
                    <a:pt x="347" y="139"/>
                    <a:pt x="344" y="139"/>
                  </a:cubicBezTo>
                  <a:cubicBezTo>
                    <a:pt x="340" y="138"/>
                    <a:pt x="342" y="136"/>
                    <a:pt x="340" y="138"/>
                  </a:cubicBezTo>
                  <a:cubicBezTo>
                    <a:pt x="337" y="141"/>
                    <a:pt x="335" y="141"/>
                    <a:pt x="335" y="142"/>
                  </a:cubicBezTo>
                  <a:cubicBezTo>
                    <a:pt x="335" y="143"/>
                    <a:pt x="336" y="142"/>
                    <a:pt x="336" y="145"/>
                  </a:cubicBezTo>
                  <a:cubicBezTo>
                    <a:pt x="337" y="147"/>
                    <a:pt x="337" y="150"/>
                    <a:pt x="336" y="150"/>
                  </a:cubicBezTo>
                  <a:cubicBezTo>
                    <a:pt x="335" y="149"/>
                    <a:pt x="333" y="148"/>
                    <a:pt x="334" y="147"/>
                  </a:cubicBezTo>
                  <a:cubicBezTo>
                    <a:pt x="334" y="147"/>
                    <a:pt x="332" y="146"/>
                    <a:pt x="332" y="145"/>
                  </a:cubicBezTo>
                  <a:cubicBezTo>
                    <a:pt x="330" y="141"/>
                    <a:pt x="329" y="141"/>
                    <a:pt x="330" y="140"/>
                  </a:cubicBezTo>
                  <a:cubicBezTo>
                    <a:pt x="331" y="138"/>
                    <a:pt x="331" y="139"/>
                    <a:pt x="332" y="137"/>
                  </a:cubicBezTo>
                  <a:cubicBezTo>
                    <a:pt x="333" y="135"/>
                    <a:pt x="331" y="136"/>
                    <a:pt x="334" y="134"/>
                  </a:cubicBezTo>
                  <a:cubicBezTo>
                    <a:pt x="338" y="133"/>
                    <a:pt x="338" y="133"/>
                    <a:pt x="340" y="132"/>
                  </a:cubicBezTo>
                  <a:cubicBezTo>
                    <a:pt x="341" y="131"/>
                    <a:pt x="342" y="131"/>
                    <a:pt x="343" y="129"/>
                  </a:cubicBezTo>
                  <a:cubicBezTo>
                    <a:pt x="343" y="128"/>
                    <a:pt x="342" y="127"/>
                    <a:pt x="343" y="126"/>
                  </a:cubicBezTo>
                  <a:cubicBezTo>
                    <a:pt x="344" y="125"/>
                    <a:pt x="344" y="125"/>
                    <a:pt x="345" y="126"/>
                  </a:cubicBezTo>
                  <a:cubicBezTo>
                    <a:pt x="345" y="126"/>
                    <a:pt x="345" y="127"/>
                    <a:pt x="344" y="123"/>
                  </a:cubicBezTo>
                  <a:cubicBezTo>
                    <a:pt x="344" y="123"/>
                    <a:pt x="344" y="120"/>
                    <a:pt x="344" y="119"/>
                  </a:cubicBezTo>
                  <a:cubicBezTo>
                    <a:pt x="344" y="119"/>
                    <a:pt x="344" y="117"/>
                    <a:pt x="343" y="117"/>
                  </a:cubicBezTo>
                  <a:cubicBezTo>
                    <a:pt x="342" y="117"/>
                    <a:pt x="340" y="115"/>
                    <a:pt x="339" y="115"/>
                  </a:cubicBezTo>
                  <a:cubicBezTo>
                    <a:pt x="339" y="115"/>
                    <a:pt x="337" y="113"/>
                    <a:pt x="336" y="113"/>
                  </a:cubicBezTo>
                  <a:cubicBezTo>
                    <a:pt x="335" y="113"/>
                    <a:pt x="335" y="111"/>
                    <a:pt x="335" y="110"/>
                  </a:cubicBezTo>
                  <a:cubicBezTo>
                    <a:pt x="335" y="109"/>
                    <a:pt x="335" y="108"/>
                    <a:pt x="335" y="106"/>
                  </a:cubicBezTo>
                  <a:cubicBezTo>
                    <a:pt x="335" y="105"/>
                    <a:pt x="336" y="104"/>
                    <a:pt x="334" y="102"/>
                  </a:cubicBezTo>
                  <a:cubicBezTo>
                    <a:pt x="333" y="100"/>
                    <a:pt x="334" y="99"/>
                    <a:pt x="333" y="98"/>
                  </a:cubicBezTo>
                  <a:cubicBezTo>
                    <a:pt x="332" y="96"/>
                    <a:pt x="334" y="97"/>
                    <a:pt x="332" y="93"/>
                  </a:cubicBezTo>
                  <a:cubicBezTo>
                    <a:pt x="330" y="90"/>
                    <a:pt x="327" y="91"/>
                    <a:pt x="327" y="91"/>
                  </a:cubicBezTo>
                  <a:cubicBezTo>
                    <a:pt x="327" y="91"/>
                    <a:pt x="327" y="90"/>
                    <a:pt x="326" y="89"/>
                  </a:cubicBezTo>
                  <a:cubicBezTo>
                    <a:pt x="325" y="88"/>
                    <a:pt x="324" y="86"/>
                    <a:pt x="323" y="86"/>
                  </a:cubicBezTo>
                  <a:cubicBezTo>
                    <a:pt x="322" y="85"/>
                    <a:pt x="318" y="81"/>
                    <a:pt x="317" y="81"/>
                  </a:cubicBezTo>
                  <a:cubicBezTo>
                    <a:pt x="315" y="80"/>
                    <a:pt x="314" y="80"/>
                    <a:pt x="312" y="79"/>
                  </a:cubicBezTo>
                  <a:cubicBezTo>
                    <a:pt x="310" y="78"/>
                    <a:pt x="310" y="76"/>
                    <a:pt x="308" y="77"/>
                  </a:cubicBezTo>
                  <a:cubicBezTo>
                    <a:pt x="306" y="77"/>
                    <a:pt x="307" y="75"/>
                    <a:pt x="305" y="75"/>
                  </a:cubicBezTo>
                  <a:cubicBezTo>
                    <a:pt x="303" y="75"/>
                    <a:pt x="304" y="73"/>
                    <a:pt x="303" y="74"/>
                  </a:cubicBezTo>
                  <a:cubicBezTo>
                    <a:pt x="302" y="74"/>
                    <a:pt x="302" y="73"/>
                    <a:pt x="301" y="73"/>
                  </a:cubicBezTo>
                  <a:cubicBezTo>
                    <a:pt x="301" y="72"/>
                    <a:pt x="301" y="72"/>
                    <a:pt x="300" y="72"/>
                  </a:cubicBezTo>
                  <a:cubicBezTo>
                    <a:pt x="300" y="72"/>
                    <a:pt x="300" y="72"/>
                    <a:pt x="300" y="72"/>
                  </a:cubicBezTo>
                  <a:cubicBezTo>
                    <a:pt x="298" y="72"/>
                    <a:pt x="296" y="71"/>
                    <a:pt x="295" y="72"/>
                  </a:cubicBezTo>
                  <a:cubicBezTo>
                    <a:pt x="294" y="73"/>
                    <a:pt x="294" y="72"/>
                    <a:pt x="292" y="73"/>
                  </a:cubicBezTo>
                  <a:cubicBezTo>
                    <a:pt x="291" y="73"/>
                    <a:pt x="291" y="72"/>
                    <a:pt x="290" y="72"/>
                  </a:cubicBezTo>
                  <a:cubicBezTo>
                    <a:pt x="289" y="72"/>
                    <a:pt x="289" y="71"/>
                    <a:pt x="288" y="72"/>
                  </a:cubicBezTo>
                  <a:cubicBezTo>
                    <a:pt x="286" y="73"/>
                    <a:pt x="288" y="71"/>
                    <a:pt x="285" y="71"/>
                  </a:cubicBezTo>
                  <a:cubicBezTo>
                    <a:pt x="282" y="71"/>
                    <a:pt x="281" y="70"/>
                    <a:pt x="280" y="71"/>
                  </a:cubicBezTo>
                  <a:cubicBezTo>
                    <a:pt x="278" y="72"/>
                    <a:pt x="279" y="73"/>
                    <a:pt x="278" y="73"/>
                  </a:cubicBezTo>
                  <a:cubicBezTo>
                    <a:pt x="277" y="73"/>
                    <a:pt x="277" y="73"/>
                    <a:pt x="277" y="73"/>
                  </a:cubicBezTo>
                  <a:cubicBezTo>
                    <a:pt x="277" y="72"/>
                    <a:pt x="276" y="71"/>
                    <a:pt x="274" y="72"/>
                  </a:cubicBezTo>
                  <a:cubicBezTo>
                    <a:pt x="271" y="74"/>
                    <a:pt x="272" y="73"/>
                    <a:pt x="270" y="74"/>
                  </a:cubicBezTo>
                  <a:cubicBezTo>
                    <a:pt x="270" y="74"/>
                    <a:pt x="269" y="74"/>
                    <a:pt x="269" y="73"/>
                  </a:cubicBezTo>
                  <a:cubicBezTo>
                    <a:pt x="269" y="73"/>
                    <a:pt x="268" y="72"/>
                    <a:pt x="268" y="72"/>
                  </a:cubicBezTo>
                  <a:cubicBezTo>
                    <a:pt x="265" y="70"/>
                    <a:pt x="265" y="69"/>
                    <a:pt x="263" y="68"/>
                  </a:cubicBezTo>
                  <a:cubicBezTo>
                    <a:pt x="262" y="66"/>
                    <a:pt x="257" y="63"/>
                    <a:pt x="257" y="63"/>
                  </a:cubicBezTo>
                  <a:cubicBezTo>
                    <a:pt x="256" y="63"/>
                    <a:pt x="256" y="63"/>
                    <a:pt x="256" y="62"/>
                  </a:cubicBezTo>
                  <a:cubicBezTo>
                    <a:pt x="256" y="62"/>
                    <a:pt x="255" y="62"/>
                    <a:pt x="255" y="62"/>
                  </a:cubicBezTo>
                  <a:cubicBezTo>
                    <a:pt x="253" y="62"/>
                    <a:pt x="250" y="63"/>
                    <a:pt x="250" y="62"/>
                  </a:cubicBezTo>
                  <a:cubicBezTo>
                    <a:pt x="250" y="59"/>
                    <a:pt x="250" y="60"/>
                    <a:pt x="250" y="58"/>
                  </a:cubicBezTo>
                  <a:cubicBezTo>
                    <a:pt x="249" y="56"/>
                    <a:pt x="248" y="55"/>
                    <a:pt x="247" y="54"/>
                  </a:cubicBezTo>
                  <a:cubicBezTo>
                    <a:pt x="247" y="53"/>
                    <a:pt x="247" y="52"/>
                    <a:pt x="245" y="51"/>
                  </a:cubicBezTo>
                  <a:cubicBezTo>
                    <a:pt x="243" y="51"/>
                    <a:pt x="243" y="51"/>
                    <a:pt x="242" y="49"/>
                  </a:cubicBezTo>
                  <a:cubicBezTo>
                    <a:pt x="241" y="48"/>
                    <a:pt x="240" y="48"/>
                    <a:pt x="239" y="47"/>
                  </a:cubicBezTo>
                  <a:cubicBezTo>
                    <a:pt x="238" y="47"/>
                    <a:pt x="237" y="46"/>
                    <a:pt x="236" y="46"/>
                  </a:cubicBezTo>
                  <a:cubicBezTo>
                    <a:pt x="235" y="45"/>
                    <a:pt x="235" y="45"/>
                    <a:pt x="235" y="45"/>
                  </a:cubicBezTo>
                  <a:cubicBezTo>
                    <a:pt x="234" y="45"/>
                    <a:pt x="234" y="44"/>
                    <a:pt x="233" y="43"/>
                  </a:cubicBezTo>
                  <a:cubicBezTo>
                    <a:pt x="231" y="42"/>
                    <a:pt x="231" y="41"/>
                    <a:pt x="229" y="41"/>
                  </a:cubicBezTo>
                  <a:cubicBezTo>
                    <a:pt x="226" y="41"/>
                    <a:pt x="225" y="40"/>
                    <a:pt x="224" y="41"/>
                  </a:cubicBezTo>
                  <a:cubicBezTo>
                    <a:pt x="220" y="43"/>
                    <a:pt x="218" y="43"/>
                    <a:pt x="219" y="42"/>
                  </a:cubicBezTo>
                  <a:cubicBezTo>
                    <a:pt x="220" y="41"/>
                    <a:pt x="219" y="41"/>
                    <a:pt x="221" y="39"/>
                  </a:cubicBezTo>
                  <a:cubicBezTo>
                    <a:pt x="222" y="37"/>
                    <a:pt x="223" y="35"/>
                    <a:pt x="223" y="35"/>
                  </a:cubicBezTo>
                  <a:cubicBezTo>
                    <a:pt x="221" y="32"/>
                    <a:pt x="221" y="31"/>
                    <a:pt x="220" y="31"/>
                  </a:cubicBezTo>
                  <a:cubicBezTo>
                    <a:pt x="218" y="31"/>
                    <a:pt x="218" y="30"/>
                    <a:pt x="216" y="31"/>
                  </a:cubicBezTo>
                  <a:cubicBezTo>
                    <a:pt x="214" y="31"/>
                    <a:pt x="214" y="31"/>
                    <a:pt x="214" y="30"/>
                  </a:cubicBezTo>
                  <a:cubicBezTo>
                    <a:pt x="213" y="29"/>
                    <a:pt x="214" y="27"/>
                    <a:pt x="213" y="27"/>
                  </a:cubicBezTo>
                  <a:cubicBezTo>
                    <a:pt x="213" y="27"/>
                    <a:pt x="211" y="28"/>
                    <a:pt x="210" y="29"/>
                  </a:cubicBezTo>
                  <a:cubicBezTo>
                    <a:pt x="208" y="30"/>
                    <a:pt x="206" y="30"/>
                    <a:pt x="206" y="29"/>
                  </a:cubicBezTo>
                  <a:cubicBezTo>
                    <a:pt x="206" y="29"/>
                    <a:pt x="206" y="26"/>
                    <a:pt x="206" y="26"/>
                  </a:cubicBezTo>
                  <a:cubicBezTo>
                    <a:pt x="206" y="26"/>
                    <a:pt x="202" y="28"/>
                    <a:pt x="202" y="27"/>
                  </a:cubicBezTo>
                  <a:cubicBezTo>
                    <a:pt x="201" y="25"/>
                    <a:pt x="201" y="24"/>
                    <a:pt x="202" y="23"/>
                  </a:cubicBezTo>
                  <a:cubicBezTo>
                    <a:pt x="202" y="23"/>
                    <a:pt x="202" y="23"/>
                    <a:pt x="201" y="23"/>
                  </a:cubicBezTo>
                  <a:cubicBezTo>
                    <a:pt x="200" y="23"/>
                    <a:pt x="200" y="24"/>
                    <a:pt x="203" y="22"/>
                  </a:cubicBezTo>
                  <a:cubicBezTo>
                    <a:pt x="205" y="21"/>
                    <a:pt x="206" y="20"/>
                    <a:pt x="207" y="20"/>
                  </a:cubicBezTo>
                  <a:cubicBezTo>
                    <a:pt x="204" y="19"/>
                    <a:pt x="201" y="19"/>
                    <a:pt x="201" y="19"/>
                  </a:cubicBezTo>
                  <a:cubicBezTo>
                    <a:pt x="200" y="20"/>
                    <a:pt x="197" y="21"/>
                    <a:pt x="196" y="20"/>
                  </a:cubicBezTo>
                  <a:cubicBezTo>
                    <a:pt x="194" y="20"/>
                    <a:pt x="195" y="19"/>
                    <a:pt x="192" y="20"/>
                  </a:cubicBezTo>
                  <a:cubicBezTo>
                    <a:pt x="191" y="20"/>
                    <a:pt x="190" y="20"/>
                    <a:pt x="190" y="20"/>
                  </a:cubicBezTo>
                  <a:cubicBezTo>
                    <a:pt x="189" y="20"/>
                    <a:pt x="188" y="19"/>
                    <a:pt x="186" y="22"/>
                  </a:cubicBezTo>
                  <a:cubicBezTo>
                    <a:pt x="182" y="25"/>
                    <a:pt x="182" y="25"/>
                    <a:pt x="182" y="25"/>
                  </a:cubicBezTo>
                  <a:cubicBezTo>
                    <a:pt x="182" y="25"/>
                    <a:pt x="178" y="24"/>
                    <a:pt x="176" y="25"/>
                  </a:cubicBezTo>
                  <a:cubicBezTo>
                    <a:pt x="175" y="25"/>
                    <a:pt x="174" y="24"/>
                    <a:pt x="171" y="24"/>
                  </a:cubicBezTo>
                  <a:cubicBezTo>
                    <a:pt x="169" y="23"/>
                    <a:pt x="170" y="22"/>
                    <a:pt x="168" y="21"/>
                  </a:cubicBezTo>
                  <a:cubicBezTo>
                    <a:pt x="166" y="21"/>
                    <a:pt x="167" y="19"/>
                    <a:pt x="165" y="19"/>
                  </a:cubicBezTo>
                  <a:cubicBezTo>
                    <a:pt x="163" y="20"/>
                    <a:pt x="163" y="20"/>
                    <a:pt x="160" y="20"/>
                  </a:cubicBezTo>
                  <a:cubicBezTo>
                    <a:pt x="158" y="20"/>
                    <a:pt x="162" y="19"/>
                    <a:pt x="156" y="20"/>
                  </a:cubicBezTo>
                  <a:cubicBezTo>
                    <a:pt x="150" y="22"/>
                    <a:pt x="152" y="24"/>
                    <a:pt x="148" y="22"/>
                  </a:cubicBezTo>
                  <a:cubicBezTo>
                    <a:pt x="145" y="20"/>
                    <a:pt x="147" y="21"/>
                    <a:pt x="145" y="20"/>
                  </a:cubicBezTo>
                  <a:cubicBezTo>
                    <a:pt x="145" y="20"/>
                    <a:pt x="144" y="21"/>
                    <a:pt x="144" y="21"/>
                  </a:cubicBezTo>
                  <a:cubicBezTo>
                    <a:pt x="144" y="20"/>
                    <a:pt x="144" y="20"/>
                    <a:pt x="144" y="20"/>
                  </a:cubicBezTo>
                  <a:cubicBezTo>
                    <a:pt x="143" y="19"/>
                    <a:pt x="141" y="16"/>
                    <a:pt x="141" y="16"/>
                  </a:cubicBezTo>
                  <a:cubicBezTo>
                    <a:pt x="141" y="16"/>
                    <a:pt x="142" y="13"/>
                    <a:pt x="140" y="13"/>
                  </a:cubicBezTo>
                  <a:cubicBezTo>
                    <a:pt x="138" y="13"/>
                    <a:pt x="135" y="12"/>
                    <a:pt x="133" y="12"/>
                  </a:cubicBezTo>
                  <a:cubicBezTo>
                    <a:pt x="131" y="12"/>
                    <a:pt x="130" y="11"/>
                    <a:pt x="129" y="11"/>
                  </a:cubicBezTo>
                  <a:cubicBezTo>
                    <a:pt x="128" y="10"/>
                    <a:pt x="129" y="9"/>
                    <a:pt x="128" y="8"/>
                  </a:cubicBezTo>
                  <a:cubicBezTo>
                    <a:pt x="127" y="6"/>
                    <a:pt x="129" y="4"/>
                    <a:pt x="126" y="4"/>
                  </a:cubicBezTo>
                  <a:cubicBezTo>
                    <a:pt x="124" y="3"/>
                    <a:pt x="124" y="1"/>
                    <a:pt x="122" y="3"/>
                  </a:cubicBezTo>
                  <a:cubicBezTo>
                    <a:pt x="120" y="6"/>
                    <a:pt x="119" y="8"/>
                    <a:pt x="119" y="9"/>
                  </a:cubicBezTo>
                  <a:cubicBezTo>
                    <a:pt x="118" y="11"/>
                    <a:pt x="121" y="10"/>
                    <a:pt x="118" y="12"/>
                  </a:cubicBezTo>
                  <a:cubicBezTo>
                    <a:pt x="115" y="14"/>
                    <a:pt x="114" y="13"/>
                    <a:pt x="111" y="15"/>
                  </a:cubicBezTo>
                  <a:cubicBezTo>
                    <a:pt x="108" y="16"/>
                    <a:pt x="108" y="16"/>
                    <a:pt x="107" y="18"/>
                  </a:cubicBezTo>
                  <a:cubicBezTo>
                    <a:pt x="107" y="19"/>
                    <a:pt x="107" y="19"/>
                    <a:pt x="107" y="21"/>
                  </a:cubicBezTo>
                  <a:cubicBezTo>
                    <a:pt x="107" y="23"/>
                    <a:pt x="111" y="23"/>
                    <a:pt x="111" y="26"/>
                  </a:cubicBezTo>
                  <a:cubicBezTo>
                    <a:pt x="111" y="29"/>
                    <a:pt x="112" y="27"/>
                    <a:pt x="112" y="31"/>
                  </a:cubicBezTo>
                  <a:cubicBezTo>
                    <a:pt x="112" y="35"/>
                    <a:pt x="115" y="35"/>
                    <a:pt x="112" y="37"/>
                  </a:cubicBezTo>
                  <a:cubicBezTo>
                    <a:pt x="109" y="39"/>
                    <a:pt x="108" y="38"/>
                    <a:pt x="107" y="37"/>
                  </a:cubicBezTo>
                  <a:cubicBezTo>
                    <a:pt x="105" y="37"/>
                    <a:pt x="103" y="32"/>
                    <a:pt x="102" y="31"/>
                  </a:cubicBezTo>
                  <a:cubicBezTo>
                    <a:pt x="102" y="29"/>
                    <a:pt x="100" y="30"/>
                    <a:pt x="103" y="26"/>
                  </a:cubicBezTo>
                  <a:cubicBezTo>
                    <a:pt x="107" y="21"/>
                    <a:pt x="104" y="14"/>
                    <a:pt x="104" y="13"/>
                  </a:cubicBezTo>
                  <a:cubicBezTo>
                    <a:pt x="104" y="12"/>
                    <a:pt x="102" y="13"/>
                    <a:pt x="102" y="11"/>
                  </a:cubicBezTo>
                  <a:cubicBezTo>
                    <a:pt x="102" y="11"/>
                    <a:pt x="102" y="11"/>
                    <a:pt x="102" y="11"/>
                  </a:cubicBezTo>
                  <a:cubicBezTo>
                    <a:pt x="103" y="9"/>
                    <a:pt x="102" y="8"/>
                    <a:pt x="104" y="8"/>
                  </a:cubicBezTo>
                  <a:cubicBezTo>
                    <a:pt x="106" y="8"/>
                    <a:pt x="108" y="9"/>
                    <a:pt x="109" y="8"/>
                  </a:cubicBezTo>
                  <a:cubicBezTo>
                    <a:pt x="110" y="7"/>
                    <a:pt x="113" y="5"/>
                    <a:pt x="112" y="4"/>
                  </a:cubicBezTo>
                  <a:cubicBezTo>
                    <a:pt x="111" y="3"/>
                    <a:pt x="113" y="5"/>
                    <a:pt x="113" y="5"/>
                  </a:cubicBezTo>
                  <a:cubicBezTo>
                    <a:pt x="113" y="5"/>
                    <a:pt x="114" y="6"/>
                    <a:pt x="114" y="5"/>
                  </a:cubicBezTo>
                  <a:cubicBezTo>
                    <a:pt x="115" y="5"/>
                    <a:pt x="115" y="5"/>
                    <a:pt x="114" y="3"/>
                  </a:cubicBezTo>
                  <a:cubicBezTo>
                    <a:pt x="114" y="2"/>
                    <a:pt x="115" y="0"/>
                    <a:pt x="112" y="0"/>
                  </a:cubicBezTo>
                  <a:cubicBezTo>
                    <a:pt x="110" y="0"/>
                    <a:pt x="110" y="0"/>
                    <a:pt x="107" y="0"/>
                  </a:cubicBezTo>
                  <a:cubicBezTo>
                    <a:pt x="105" y="0"/>
                    <a:pt x="104" y="0"/>
                    <a:pt x="102" y="2"/>
                  </a:cubicBezTo>
                  <a:cubicBezTo>
                    <a:pt x="100" y="3"/>
                    <a:pt x="98" y="4"/>
                    <a:pt x="98" y="6"/>
                  </a:cubicBezTo>
                  <a:cubicBezTo>
                    <a:pt x="97" y="7"/>
                    <a:pt x="98" y="7"/>
                    <a:pt x="95" y="9"/>
                  </a:cubicBezTo>
                  <a:cubicBezTo>
                    <a:pt x="92" y="10"/>
                    <a:pt x="93" y="10"/>
                    <a:pt x="91" y="11"/>
                  </a:cubicBezTo>
                  <a:cubicBezTo>
                    <a:pt x="88" y="13"/>
                    <a:pt x="91" y="13"/>
                    <a:pt x="88" y="13"/>
                  </a:cubicBezTo>
                  <a:cubicBezTo>
                    <a:pt x="86" y="13"/>
                    <a:pt x="89" y="14"/>
                    <a:pt x="86" y="13"/>
                  </a:cubicBezTo>
                  <a:cubicBezTo>
                    <a:pt x="83" y="13"/>
                    <a:pt x="83" y="11"/>
                    <a:pt x="81" y="12"/>
                  </a:cubicBezTo>
                  <a:cubicBezTo>
                    <a:pt x="80" y="13"/>
                    <a:pt x="80" y="12"/>
                    <a:pt x="80" y="12"/>
                  </a:cubicBezTo>
                  <a:cubicBezTo>
                    <a:pt x="81" y="11"/>
                    <a:pt x="82" y="10"/>
                    <a:pt x="79" y="13"/>
                  </a:cubicBezTo>
                  <a:cubicBezTo>
                    <a:pt x="75" y="17"/>
                    <a:pt x="77" y="16"/>
                    <a:pt x="76" y="16"/>
                  </a:cubicBezTo>
                  <a:cubicBezTo>
                    <a:pt x="75" y="16"/>
                    <a:pt x="75" y="16"/>
                    <a:pt x="74" y="16"/>
                  </a:cubicBezTo>
                  <a:cubicBezTo>
                    <a:pt x="70" y="16"/>
                    <a:pt x="69" y="16"/>
                    <a:pt x="67" y="17"/>
                  </a:cubicBezTo>
                  <a:cubicBezTo>
                    <a:pt x="66" y="18"/>
                    <a:pt x="65" y="20"/>
                    <a:pt x="64" y="21"/>
                  </a:cubicBezTo>
                  <a:cubicBezTo>
                    <a:pt x="62" y="23"/>
                    <a:pt x="63" y="20"/>
                    <a:pt x="63" y="24"/>
                  </a:cubicBezTo>
                  <a:cubicBezTo>
                    <a:pt x="62" y="28"/>
                    <a:pt x="63" y="31"/>
                    <a:pt x="62" y="33"/>
                  </a:cubicBezTo>
                  <a:cubicBezTo>
                    <a:pt x="60" y="34"/>
                    <a:pt x="61" y="34"/>
                    <a:pt x="59" y="34"/>
                  </a:cubicBezTo>
                  <a:cubicBezTo>
                    <a:pt x="58" y="34"/>
                    <a:pt x="57" y="33"/>
                    <a:pt x="56" y="35"/>
                  </a:cubicBezTo>
                  <a:cubicBezTo>
                    <a:pt x="54" y="38"/>
                    <a:pt x="53" y="41"/>
                    <a:pt x="51" y="42"/>
                  </a:cubicBezTo>
                  <a:cubicBezTo>
                    <a:pt x="50" y="43"/>
                    <a:pt x="50" y="42"/>
                    <a:pt x="49" y="44"/>
                  </a:cubicBezTo>
                  <a:cubicBezTo>
                    <a:pt x="48" y="46"/>
                    <a:pt x="48" y="46"/>
                    <a:pt x="48" y="47"/>
                  </a:cubicBezTo>
                  <a:cubicBezTo>
                    <a:pt x="47" y="48"/>
                    <a:pt x="47" y="48"/>
                    <a:pt x="47" y="48"/>
                  </a:cubicBezTo>
                  <a:cubicBezTo>
                    <a:pt x="46" y="50"/>
                    <a:pt x="44" y="53"/>
                    <a:pt x="41" y="52"/>
                  </a:cubicBezTo>
                  <a:cubicBezTo>
                    <a:pt x="42" y="55"/>
                    <a:pt x="40" y="56"/>
                    <a:pt x="38" y="58"/>
                  </a:cubicBezTo>
                  <a:cubicBezTo>
                    <a:pt x="39" y="59"/>
                    <a:pt x="40" y="59"/>
                    <a:pt x="40" y="59"/>
                  </a:cubicBezTo>
                  <a:cubicBezTo>
                    <a:pt x="40" y="59"/>
                    <a:pt x="39" y="60"/>
                    <a:pt x="39" y="61"/>
                  </a:cubicBezTo>
                  <a:cubicBezTo>
                    <a:pt x="39" y="61"/>
                    <a:pt x="40" y="61"/>
                    <a:pt x="40" y="62"/>
                  </a:cubicBezTo>
                  <a:cubicBezTo>
                    <a:pt x="41" y="64"/>
                    <a:pt x="42" y="64"/>
                    <a:pt x="42" y="65"/>
                  </a:cubicBezTo>
                  <a:cubicBezTo>
                    <a:pt x="42" y="66"/>
                    <a:pt x="43" y="66"/>
                    <a:pt x="43" y="67"/>
                  </a:cubicBezTo>
                  <a:cubicBezTo>
                    <a:pt x="42" y="69"/>
                    <a:pt x="42" y="70"/>
                    <a:pt x="42" y="70"/>
                  </a:cubicBezTo>
                  <a:cubicBezTo>
                    <a:pt x="42" y="71"/>
                    <a:pt x="43" y="74"/>
                    <a:pt x="43" y="75"/>
                  </a:cubicBezTo>
                  <a:cubicBezTo>
                    <a:pt x="43" y="76"/>
                    <a:pt x="41" y="77"/>
                    <a:pt x="42" y="78"/>
                  </a:cubicBezTo>
                  <a:cubicBezTo>
                    <a:pt x="42" y="80"/>
                    <a:pt x="42" y="79"/>
                    <a:pt x="43" y="80"/>
                  </a:cubicBezTo>
                  <a:cubicBezTo>
                    <a:pt x="43" y="82"/>
                    <a:pt x="44" y="83"/>
                    <a:pt x="44" y="84"/>
                  </a:cubicBezTo>
                  <a:cubicBezTo>
                    <a:pt x="44" y="85"/>
                    <a:pt x="44" y="86"/>
                    <a:pt x="44" y="87"/>
                  </a:cubicBezTo>
                  <a:cubicBezTo>
                    <a:pt x="44" y="89"/>
                    <a:pt x="44" y="90"/>
                    <a:pt x="44" y="91"/>
                  </a:cubicBezTo>
                  <a:cubicBezTo>
                    <a:pt x="43" y="92"/>
                    <a:pt x="44" y="95"/>
                    <a:pt x="44" y="96"/>
                  </a:cubicBezTo>
                  <a:cubicBezTo>
                    <a:pt x="45" y="96"/>
                    <a:pt x="45" y="96"/>
                    <a:pt x="45" y="96"/>
                  </a:cubicBezTo>
                  <a:cubicBezTo>
                    <a:pt x="45" y="96"/>
                    <a:pt x="45" y="96"/>
                    <a:pt x="45" y="97"/>
                  </a:cubicBezTo>
                  <a:cubicBezTo>
                    <a:pt x="44" y="99"/>
                    <a:pt x="43" y="99"/>
                    <a:pt x="42" y="100"/>
                  </a:cubicBezTo>
                  <a:cubicBezTo>
                    <a:pt x="41" y="101"/>
                    <a:pt x="42" y="102"/>
                    <a:pt x="41" y="103"/>
                  </a:cubicBezTo>
                  <a:cubicBezTo>
                    <a:pt x="40" y="104"/>
                    <a:pt x="40" y="104"/>
                    <a:pt x="40" y="105"/>
                  </a:cubicBezTo>
                  <a:cubicBezTo>
                    <a:pt x="39" y="106"/>
                    <a:pt x="39" y="106"/>
                    <a:pt x="38" y="107"/>
                  </a:cubicBezTo>
                  <a:cubicBezTo>
                    <a:pt x="38" y="107"/>
                    <a:pt x="38" y="107"/>
                    <a:pt x="38" y="107"/>
                  </a:cubicBezTo>
                  <a:cubicBezTo>
                    <a:pt x="37" y="107"/>
                    <a:pt x="38" y="107"/>
                    <a:pt x="37" y="107"/>
                  </a:cubicBezTo>
                  <a:cubicBezTo>
                    <a:pt x="36" y="109"/>
                    <a:pt x="38" y="107"/>
                    <a:pt x="36" y="109"/>
                  </a:cubicBezTo>
                  <a:cubicBezTo>
                    <a:pt x="35" y="109"/>
                    <a:pt x="34" y="109"/>
                    <a:pt x="34" y="109"/>
                  </a:cubicBezTo>
                  <a:cubicBezTo>
                    <a:pt x="33" y="109"/>
                    <a:pt x="33" y="109"/>
                    <a:pt x="32" y="110"/>
                  </a:cubicBezTo>
                  <a:cubicBezTo>
                    <a:pt x="32" y="110"/>
                    <a:pt x="32" y="110"/>
                    <a:pt x="31" y="110"/>
                  </a:cubicBezTo>
                  <a:cubicBezTo>
                    <a:pt x="30" y="110"/>
                    <a:pt x="28" y="111"/>
                    <a:pt x="28" y="113"/>
                  </a:cubicBezTo>
                  <a:cubicBezTo>
                    <a:pt x="28" y="114"/>
                    <a:pt x="28" y="115"/>
                    <a:pt x="27" y="116"/>
                  </a:cubicBezTo>
                  <a:cubicBezTo>
                    <a:pt x="27" y="117"/>
                    <a:pt x="27" y="117"/>
                    <a:pt x="27" y="117"/>
                  </a:cubicBezTo>
                  <a:cubicBezTo>
                    <a:pt x="27" y="117"/>
                    <a:pt x="27" y="117"/>
                    <a:pt x="27" y="117"/>
                  </a:cubicBezTo>
                  <a:cubicBezTo>
                    <a:pt x="26" y="117"/>
                    <a:pt x="26" y="119"/>
                    <a:pt x="26" y="119"/>
                  </a:cubicBezTo>
                  <a:cubicBezTo>
                    <a:pt x="26" y="119"/>
                    <a:pt x="25" y="120"/>
                    <a:pt x="25" y="121"/>
                  </a:cubicBezTo>
                  <a:cubicBezTo>
                    <a:pt x="25" y="121"/>
                    <a:pt x="25" y="121"/>
                    <a:pt x="25" y="121"/>
                  </a:cubicBezTo>
                  <a:cubicBezTo>
                    <a:pt x="25" y="122"/>
                    <a:pt x="26" y="123"/>
                    <a:pt x="26" y="124"/>
                  </a:cubicBezTo>
                  <a:cubicBezTo>
                    <a:pt x="26" y="125"/>
                    <a:pt x="25" y="125"/>
                    <a:pt x="24" y="125"/>
                  </a:cubicBezTo>
                  <a:cubicBezTo>
                    <a:pt x="23" y="125"/>
                    <a:pt x="22" y="124"/>
                    <a:pt x="21" y="125"/>
                  </a:cubicBezTo>
                  <a:cubicBezTo>
                    <a:pt x="21" y="125"/>
                    <a:pt x="18" y="126"/>
                    <a:pt x="18" y="126"/>
                  </a:cubicBezTo>
                  <a:cubicBezTo>
                    <a:pt x="18" y="127"/>
                    <a:pt x="18" y="127"/>
                    <a:pt x="17" y="127"/>
                  </a:cubicBezTo>
                  <a:cubicBezTo>
                    <a:pt x="16" y="128"/>
                    <a:pt x="15" y="127"/>
                    <a:pt x="14" y="128"/>
                  </a:cubicBezTo>
                  <a:cubicBezTo>
                    <a:pt x="14" y="128"/>
                    <a:pt x="14" y="128"/>
                    <a:pt x="14" y="128"/>
                  </a:cubicBezTo>
                  <a:cubicBezTo>
                    <a:pt x="13" y="128"/>
                    <a:pt x="13" y="127"/>
                    <a:pt x="13" y="128"/>
                  </a:cubicBezTo>
                  <a:cubicBezTo>
                    <a:pt x="12" y="129"/>
                    <a:pt x="11" y="128"/>
                    <a:pt x="11" y="129"/>
                  </a:cubicBezTo>
                  <a:cubicBezTo>
                    <a:pt x="11" y="131"/>
                    <a:pt x="11" y="131"/>
                    <a:pt x="12" y="132"/>
                  </a:cubicBezTo>
                  <a:cubicBezTo>
                    <a:pt x="12" y="133"/>
                    <a:pt x="12" y="134"/>
                    <a:pt x="12" y="134"/>
                  </a:cubicBezTo>
                  <a:cubicBezTo>
                    <a:pt x="13" y="135"/>
                    <a:pt x="13" y="134"/>
                    <a:pt x="13" y="136"/>
                  </a:cubicBezTo>
                  <a:cubicBezTo>
                    <a:pt x="13" y="136"/>
                    <a:pt x="13" y="136"/>
                    <a:pt x="13" y="136"/>
                  </a:cubicBezTo>
                  <a:cubicBezTo>
                    <a:pt x="13" y="136"/>
                    <a:pt x="13" y="136"/>
                    <a:pt x="12" y="137"/>
                  </a:cubicBezTo>
                  <a:cubicBezTo>
                    <a:pt x="10" y="139"/>
                    <a:pt x="9" y="139"/>
                    <a:pt x="9" y="140"/>
                  </a:cubicBezTo>
                  <a:cubicBezTo>
                    <a:pt x="9" y="141"/>
                    <a:pt x="9" y="140"/>
                    <a:pt x="9" y="142"/>
                  </a:cubicBezTo>
                  <a:cubicBezTo>
                    <a:pt x="9" y="143"/>
                    <a:pt x="9" y="143"/>
                    <a:pt x="9" y="144"/>
                  </a:cubicBezTo>
                  <a:cubicBezTo>
                    <a:pt x="9" y="145"/>
                    <a:pt x="9" y="148"/>
                    <a:pt x="9" y="149"/>
                  </a:cubicBezTo>
                  <a:cubicBezTo>
                    <a:pt x="8" y="149"/>
                    <a:pt x="7" y="150"/>
                    <a:pt x="6" y="152"/>
                  </a:cubicBezTo>
                  <a:cubicBezTo>
                    <a:pt x="5" y="153"/>
                    <a:pt x="5" y="152"/>
                    <a:pt x="5" y="154"/>
                  </a:cubicBezTo>
                  <a:cubicBezTo>
                    <a:pt x="5" y="155"/>
                    <a:pt x="7" y="155"/>
                    <a:pt x="6" y="156"/>
                  </a:cubicBezTo>
                  <a:cubicBezTo>
                    <a:pt x="5" y="157"/>
                    <a:pt x="5" y="157"/>
                    <a:pt x="5" y="157"/>
                  </a:cubicBezTo>
                  <a:cubicBezTo>
                    <a:pt x="5" y="157"/>
                    <a:pt x="5" y="157"/>
                    <a:pt x="5" y="157"/>
                  </a:cubicBezTo>
                  <a:cubicBezTo>
                    <a:pt x="6" y="159"/>
                    <a:pt x="8" y="159"/>
                    <a:pt x="7" y="159"/>
                  </a:cubicBezTo>
                  <a:cubicBezTo>
                    <a:pt x="7" y="160"/>
                    <a:pt x="7" y="160"/>
                    <a:pt x="6" y="161"/>
                  </a:cubicBezTo>
                  <a:cubicBezTo>
                    <a:pt x="6" y="161"/>
                    <a:pt x="6" y="162"/>
                    <a:pt x="7" y="163"/>
                  </a:cubicBezTo>
                  <a:cubicBezTo>
                    <a:pt x="8" y="163"/>
                    <a:pt x="10" y="163"/>
                    <a:pt x="10" y="165"/>
                  </a:cubicBezTo>
                  <a:cubicBezTo>
                    <a:pt x="10" y="166"/>
                    <a:pt x="11" y="167"/>
                    <a:pt x="11" y="167"/>
                  </a:cubicBezTo>
                  <a:cubicBezTo>
                    <a:pt x="11" y="167"/>
                    <a:pt x="13" y="168"/>
                    <a:pt x="13" y="167"/>
                  </a:cubicBezTo>
                  <a:cubicBezTo>
                    <a:pt x="14" y="166"/>
                    <a:pt x="14" y="165"/>
                    <a:pt x="15" y="164"/>
                  </a:cubicBezTo>
                  <a:cubicBezTo>
                    <a:pt x="15" y="163"/>
                    <a:pt x="16" y="160"/>
                    <a:pt x="17" y="160"/>
                  </a:cubicBezTo>
                  <a:cubicBezTo>
                    <a:pt x="17" y="162"/>
                    <a:pt x="16" y="166"/>
                    <a:pt x="16" y="166"/>
                  </a:cubicBezTo>
                  <a:cubicBezTo>
                    <a:pt x="16" y="166"/>
                    <a:pt x="17" y="166"/>
                    <a:pt x="16" y="168"/>
                  </a:cubicBezTo>
                  <a:cubicBezTo>
                    <a:pt x="15" y="170"/>
                    <a:pt x="12" y="172"/>
                    <a:pt x="12" y="172"/>
                  </a:cubicBezTo>
                  <a:cubicBezTo>
                    <a:pt x="12" y="172"/>
                    <a:pt x="12" y="172"/>
                    <a:pt x="12" y="172"/>
                  </a:cubicBezTo>
                  <a:cubicBezTo>
                    <a:pt x="12" y="172"/>
                    <a:pt x="11" y="173"/>
                    <a:pt x="10" y="173"/>
                  </a:cubicBezTo>
                  <a:cubicBezTo>
                    <a:pt x="10" y="174"/>
                    <a:pt x="8" y="174"/>
                    <a:pt x="7" y="175"/>
                  </a:cubicBezTo>
                  <a:cubicBezTo>
                    <a:pt x="7" y="175"/>
                    <a:pt x="7" y="175"/>
                    <a:pt x="7" y="175"/>
                  </a:cubicBezTo>
                  <a:cubicBezTo>
                    <a:pt x="7" y="175"/>
                    <a:pt x="7" y="175"/>
                    <a:pt x="5" y="176"/>
                  </a:cubicBezTo>
                  <a:cubicBezTo>
                    <a:pt x="3" y="178"/>
                    <a:pt x="3" y="178"/>
                    <a:pt x="2" y="179"/>
                  </a:cubicBezTo>
                  <a:cubicBezTo>
                    <a:pt x="2" y="180"/>
                    <a:pt x="1" y="183"/>
                    <a:pt x="1" y="184"/>
                  </a:cubicBezTo>
                  <a:cubicBezTo>
                    <a:pt x="0" y="184"/>
                    <a:pt x="0" y="185"/>
                    <a:pt x="0" y="187"/>
                  </a:cubicBezTo>
                  <a:cubicBezTo>
                    <a:pt x="0" y="188"/>
                    <a:pt x="0" y="186"/>
                    <a:pt x="0" y="189"/>
                  </a:cubicBezTo>
                  <a:cubicBezTo>
                    <a:pt x="0" y="191"/>
                    <a:pt x="0" y="190"/>
                    <a:pt x="0" y="192"/>
                  </a:cubicBezTo>
                  <a:cubicBezTo>
                    <a:pt x="1" y="193"/>
                    <a:pt x="1" y="193"/>
                    <a:pt x="2" y="194"/>
                  </a:cubicBezTo>
                  <a:cubicBezTo>
                    <a:pt x="3" y="195"/>
                    <a:pt x="4" y="194"/>
                    <a:pt x="4" y="196"/>
                  </a:cubicBezTo>
                  <a:cubicBezTo>
                    <a:pt x="5" y="198"/>
                    <a:pt x="5" y="197"/>
                    <a:pt x="5" y="199"/>
                  </a:cubicBezTo>
                  <a:cubicBezTo>
                    <a:pt x="5" y="200"/>
                    <a:pt x="6" y="200"/>
                    <a:pt x="4" y="201"/>
                  </a:cubicBezTo>
                  <a:cubicBezTo>
                    <a:pt x="4" y="201"/>
                    <a:pt x="3" y="201"/>
                    <a:pt x="3" y="201"/>
                  </a:cubicBezTo>
                  <a:cubicBezTo>
                    <a:pt x="3" y="201"/>
                    <a:pt x="3" y="201"/>
                    <a:pt x="3" y="202"/>
                  </a:cubicBezTo>
                  <a:cubicBezTo>
                    <a:pt x="3" y="203"/>
                    <a:pt x="3" y="202"/>
                    <a:pt x="3" y="203"/>
                  </a:cubicBezTo>
                  <a:cubicBezTo>
                    <a:pt x="3" y="204"/>
                    <a:pt x="4" y="204"/>
                    <a:pt x="5" y="206"/>
                  </a:cubicBezTo>
                  <a:cubicBezTo>
                    <a:pt x="7" y="208"/>
                    <a:pt x="9" y="208"/>
                    <a:pt x="10" y="208"/>
                  </a:cubicBezTo>
                  <a:cubicBezTo>
                    <a:pt x="10" y="208"/>
                    <a:pt x="10" y="208"/>
                    <a:pt x="11" y="208"/>
                  </a:cubicBezTo>
                  <a:cubicBezTo>
                    <a:pt x="12" y="208"/>
                    <a:pt x="13" y="208"/>
                    <a:pt x="13" y="209"/>
                  </a:cubicBezTo>
                  <a:cubicBezTo>
                    <a:pt x="13" y="210"/>
                    <a:pt x="15" y="211"/>
                    <a:pt x="15" y="212"/>
                  </a:cubicBezTo>
                  <a:cubicBezTo>
                    <a:pt x="16" y="212"/>
                    <a:pt x="18" y="213"/>
                    <a:pt x="18" y="214"/>
                  </a:cubicBezTo>
                  <a:cubicBezTo>
                    <a:pt x="18" y="215"/>
                    <a:pt x="18" y="216"/>
                    <a:pt x="18" y="216"/>
                  </a:cubicBezTo>
                  <a:cubicBezTo>
                    <a:pt x="18" y="217"/>
                    <a:pt x="20" y="219"/>
                    <a:pt x="20" y="219"/>
                  </a:cubicBezTo>
                  <a:cubicBezTo>
                    <a:pt x="20" y="220"/>
                    <a:pt x="21" y="220"/>
                    <a:pt x="21" y="222"/>
                  </a:cubicBezTo>
                  <a:cubicBezTo>
                    <a:pt x="21" y="223"/>
                    <a:pt x="24" y="226"/>
                    <a:pt x="24" y="227"/>
                  </a:cubicBezTo>
                  <a:cubicBezTo>
                    <a:pt x="24" y="227"/>
                    <a:pt x="24" y="227"/>
                    <a:pt x="25" y="228"/>
                  </a:cubicBezTo>
                  <a:cubicBezTo>
                    <a:pt x="25" y="229"/>
                    <a:pt x="26" y="230"/>
                    <a:pt x="26" y="231"/>
                  </a:cubicBezTo>
                  <a:cubicBezTo>
                    <a:pt x="26" y="232"/>
                    <a:pt x="27" y="232"/>
                    <a:pt x="27" y="233"/>
                  </a:cubicBezTo>
                  <a:cubicBezTo>
                    <a:pt x="28" y="233"/>
                    <a:pt x="28" y="233"/>
                    <a:pt x="29" y="234"/>
                  </a:cubicBezTo>
                  <a:cubicBezTo>
                    <a:pt x="29" y="234"/>
                    <a:pt x="30" y="234"/>
                    <a:pt x="30" y="235"/>
                  </a:cubicBezTo>
                  <a:cubicBezTo>
                    <a:pt x="31" y="236"/>
                    <a:pt x="32" y="236"/>
                    <a:pt x="32" y="237"/>
                  </a:cubicBezTo>
                  <a:cubicBezTo>
                    <a:pt x="32" y="239"/>
                    <a:pt x="33" y="240"/>
                    <a:pt x="33" y="241"/>
                  </a:cubicBezTo>
                  <a:cubicBezTo>
                    <a:pt x="33" y="243"/>
                    <a:pt x="34" y="243"/>
                    <a:pt x="35" y="246"/>
                  </a:cubicBezTo>
                  <a:cubicBezTo>
                    <a:pt x="36" y="249"/>
                    <a:pt x="37" y="251"/>
                    <a:pt x="37" y="253"/>
                  </a:cubicBezTo>
                  <a:cubicBezTo>
                    <a:pt x="38" y="254"/>
                    <a:pt x="38" y="253"/>
                    <a:pt x="38" y="254"/>
                  </a:cubicBezTo>
                  <a:cubicBezTo>
                    <a:pt x="39" y="255"/>
                    <a:pt x="41" y="258"/>
                    <a:pt x="41" y="260"/>
                  </a:cubicBezTo>
                  <a:cubicBezTo>
                    <a:pt x="42" y="261"/>
                    <a:pt x="44" y="260"/>
                    <a:pt x="44" y="262"/>
                  </a:cubicBezTo>
                  <a:cubicBezTo>
                    <a:pt x="44" y="263"/>
                    <a:pt x="45" y="265"/>
                    <a:pt x="45" y="266"/>
                  </a:cubicBezTo>
                  <a:cubicBezTo>
                    <a:pt x="46" y="267"/>
                    <a:pt x="47" y="269"/>
                    <a:pt x="47" y="269"/>
                  </a:cubicBezTo>
                  <a:cubicBezTo>
                    <a:pt x="48" y="270"/>
                    <a:pt x="48" y="269"/>
                    <a:pt x="49" y="272"/>
                  </a:cubicBezTo>
                  <a:cubicBezTo>
                    <a:pt x="50" y="274"/>
                    <a:pt x="49" y="274"/>
                    <a:pt x="51" y="276"/>
                  </a:cubicBezTo>
                  <a:cubicBezTo>
                    <a:pt x="52" y="278"/>
                    <a:pt x="54" y="277"/>
                    <a:pt x="54" y="279"/>
                  </a:cubicBezTo>
                  <a:cubicBezTo>
                    <a:pt x="54" y="281"/>
                    <a:pt x="55" y="282"/>
                    <a:pt x="55" y="283"/>
                  </a:cubicBezTo>
                  <a:cubicBezTo>
                    <a:pt x="55" y="284"/>
                    <a:pt x="56" y="283"/>
                    <a:pt x="56" y="285"/>
                  </a:cubicBezTo>
                  <a:cubicBezTo>
                    <a:pt x="55" y="287"/>
                    <a:pt x="55" y="287"/>
                    <a:pt x="55" y="289"/>
                  </a:cubicBezTo>
                  <a:cubicBezTo>
                    <a:pt x="55" y="290"/>
                    <a:pt x="54" y="289"/>
                    <a:pt x="55" y="291"/>
                  </a:cubicBezTo>
                  <a:cubicBezTo>
                    <a:pt x="55" y="292"/>
                    <a:pt x="56" y="292"/>
                    <a:pt x="57" y="293"/>
                  </a:cubicBezTo>
                  <a:cubicBezTo>
                    <a:pt x="61" y="296"/>
                    <a:pt x="61" y="296"/>
                    <a:pt x="61" y="296"/>
                  </a:cubicBezTo>
                  <a:cubicBezTo>
                    <a:pt x="61" y="296"/>
                    <a:pt x="61" y="298"/>
                    <a:pt x="62" y="300"/>
                  </a:cubicBezTo>
                  <a:cubicBezTo>
                    <a:pt x="63" y="301"/>
                    <a:pt x="63" y="300"/>
                    <a:pt x="64" y="301"/>
                  </a:cubicBezTo>
                  <a:cubicBezTo>
                    <a:pt x="64" y="303"/>
                    <a:pt x="68" y="302"/>
                    <a:pt x="68" y="303"/>
                  </a:cubicBezTo>
                  <a:cubicBezTo>
                    <a:pt x="68" y="304"/>
                    <a:pt x="70" y="305"/>
                    <a:pt x="70" y="306"/>
                  </a:cubicBezTo>
                  <a:cubicBezTo>
                    <a:pt x="70" y="306"/>
                    <a:pt x="71" y="307"/>
                    <a:pt x="72" y="308"/>
                  </a:cubicBezTo>
                  <a:cubicBezTo>
                    <a:pt x="75" y="309"/>
                    <a:pt x="76" y="309"/>
                    <a:pt x="77" y="310"/>
                  </a:cubicBezTo>
                  <a:cubicBezTo>
                    <a:pt x="78" y="311"/>
                    <a:pt x="84" y="316"/>
                    <a:pt x="85" y="316"/>
                  </a:cubicBezTo>
                  <a:cubicBezTo>
                    <a:pt x="87" y="316"/>
                    <a:pt x="88" y="317"/>
                    <a:pt x="89" y="318"/>
                  </a:cubicBezTo>
                  <a:cubicBezTo>
                    <a:pt x="90" y="318"/>
                    <a:pt x="90" y="318"/>
                    <a:pt x="91" y="318"/>
                  </a:cubicBezTo>
                  <a:cubicBezTo>
                    <a:pt x="92" y="317"/>
                    <a:pt x="92" y="317"/>
                    <a:pt x="93" y="318"/>
                  </a:cubicBezTo>
                  <a:cubicBezTo>
                    <a:pt x="94" y="319"/>
                    <a:pt x="96" y="320"/>
                    <a:pt x="97" y="321"/>
                  </a:cubicBezTo>
                  <a:cubicBezTo>
                    <a:pt x="98" y="321"/>
                    <a:pt x="99" y="321"/>
                    <a:pt x="100" y="322"/>
                  </a:cubicBezTo>
                  <a:cubicBezTo>
                    <a:pt x="101" y="322"/>
                    <a:pt x="102" y="322"/>
                    <a:pt x="102" y="322"/>
                  </a:cubicBezTo>
                  <a:cubicBezTo>
                    <a:pt x="103" y="323"/>
                    <a:pt x="105" y="323"/>
                    <a:pt x="107" y="326"/>
                  </a:cubicBezTo>
                  <a:cubicBezTo>
                    <a:pt x="109" y="328"/>
                    <a:pt x="110" y="330"/>
                    <a:pt x="110" y="330"/>
                  </a:cubicBezTo>
                  <a:cubicBezTo>
                    <a:pt x="112" y="334"/>
                    <a:pt x="114" y="335"/>
                    <a:pt x="115" y="336"/>
                  </a:cubicBezTo>
                  <a:cubicBezTo>
                    <a:pt x="116" y="337"/>
                    <a:pt x="116" y="336"/>
                    <a:pt x="116" y="336"/>
                  </a:cubicBezTo>
                  <a:cubicBezTo>
                    <a:pt x="116" y="336"/>
                    <a:pt x="116" y="336"/>
                    <a:pt x="118" y="338"/>
                  </a:cubicBezTo>
                  <a:cubicBezTo>
                    <a:pt x="118" y="339"/>
                    <a:pt x="119" y="339"/>
                    <a:pt x="119" y="340"/>
                  </a:cubicBezTo>
                  <a:cubicBezTo>
                    <a:pt x="121" y="342"/>
                    <a:pt x="121" y="342"/>
                    <a:pt x="121" y="342"/>
                  </a:cubicBezTo>
                  <a:cubicBezTo>
                    <a:pt x="120" y="343"/>
                    <a:pt x="120" y="345"/>
                    <a:pt x="120" y="347"/>
                  </a:cubicBezTo>
                  <a:cubicBezTo>
                    <a:pt x="121" y="348"/>
                    <a:pt x="121" y="351"/>
                    <a:pt x="121" y="352"/>
                  </a:cubicBezTo>
                  <a:cubicBezTo>
                    <a:pt x="122" y="353"/>
                    <a:pt x="122" y="355"/>
                    <a:pt x="122" y="356"/>
                  </a:cubicBezTo>
                  <a:cubicBezTo>
                    <a:pt x="122" y="357"/>
                    <a:pt x="122" y="357"/>
                    <a:pt x="122" y="359"/>
                  </a:cubicBezTo>
                  <a:cubicBezTo>
                    <a:pt x="122" y="361"/>
                    <a:pt x="122" y="361"/>
                    <a:pt x="122" y="363"/>
                  </a:cubicBezTo>
                  <a:cubicBezTo>
                    <a:pt x="122" y="364"/>
                    <a:pt x="121" y="364"/>
                    <a:pt x="122" y="366"/>
                  </a:cubicBezTo>
                  <a:cubicBezTo>
                    <a:pt x="123" y="368"/>
                    <a:pt x="123" y="365"/>
                    <a:pt x="124" y="369"/>
                  </a:cubicBezTo>
                  <a:cubicBezTo>
                    <a:pt x="124" y="373"/>
                    <a:pt x="125" y="373"/>
                    <a:pt x="124" y="375"/>
                  </a:cubicBezTo>
                  <a:cubicBezTo>
                    <a:pt x="123" y="376"/>
                    <a:pt x="122" y="378"/>
                    <a:pt x="122" y="379"/>
                  </a:cubicBezTo>
                  <a:cubicBezTo>
                    <a:pt x="121" y="383"/>
                    <a:pt x="121" y="382"/>
                    <a:pt x="121" y="385"/>
                  </a:cubicBezTo>
                  <a:cubicBezTo>
                    <a:pt x="121" y="386"/>
                    <a:pt x="121" y="386"/>
                    <a:pt x="121" y="386"/>
                  </a:cubicBezTo>
                  <a:cubicBezTo>
                    <a:pt x="122" y="385"/>
                    <a:pt x="122" y="385"/>
                    <a:pt x="121" y="389"/>
                  </a:cubicBezTo>
                  <a:cubicBezTo>
                    <a:pt x="119" y="396"/>
                    <a:pt x="119" y="394"/>
                    <a:pt x="119" y="396"/>
                  </a:cubicBezTo>
                  <a:cubicBezTo>
                    <a:pt x="119" y="401"/>
                    <a:pt x="119" y="402"/>
                    <a:pt x="119" y="402"/>
                  </a:cubicBezTo>
                  <a:cubicBezTo>
                    <a:pt x="120" y="408"/>
                    <a:pt x="119" y="420"/>
                    <a:pt x="117" y="422"/>
                  </a:cubicBezTo>
                  <a:cubicBezTo>
                    <a:pt x="116" y="425"/>
                    <a:pt x="115" y="425"/>
                    <a:pt x="115" y="427"/>
                  </a:cubicBezTo>
                  <a:cubicBezTo>
                    <a:pt x="115" y="430"/>
                    <a:pt x="117" y="430"/>
                    <a:pt x="116" y="432"/>
                  </a:cubicBezTo>
                  <a:cubicBezTo>
                    <a:pt x="115" y="435"/>
                    <a:pt x="116" y="434"/>
                    <a:pt x="115" y="437"/>
                  </a:cubicBezTo>
                  <a:cubicBezTo>
                    <a:pt x="114" y="439"/>
                    <a:pt x="114" y="439"/>
                    <a:pt x="114" y="439"/>
                  </a:cubicBezTo>
                  <a:cubicBezTo>
                    <a:pt x="114" y="439"/>
                    <a:pt x="114" y="439"/>
                    <a:pt x="114" y="440"/>
                  </a:cubicBezTo>
                  <a:cubicBezTo>
                    <a:pt x="113" y="444"/>
                    <a:pt x="114" y="444"/>
                    <a:pt x="113" y="446"/>
                  </a:cubicBezTo>
                  <a:cubicBezTo>
                    <a:pt x="113" y="447"/>
                    <a:pt x="113" y="447"/>
                    <a:pt x="113" y="447"/>
                  </a:cubicBezTo>
                  <a:cubicBezTo>
                    <a:pt x="113" y="446"/>
                    <a:pt x="113" y="446"/>
                    <a:pt x="112" y="449"/>
                  </a:cubicBezTo>
                  <a:cubicBezTo>
                    <a:pt x="111" y="453"/>
                    <a:pt x="112" y="450"/>
                    <a:pt x="111" y="454"/>
                  </a:cubicBezTo>
                  <a:cubicBezTo>
                    <a:pt x="110" y="459"/>
                    <a:pt x="112" y="456"/>
                    <a:pt x="110" y="459"/>
                  </a:cubicBezTo>
                  <a:cubicBezTo>
                    <a:pt x="110" y="459"/>
                    <a:pt x="110" y="459"/>
                    <a:pt x="109" y="459"/>
                  </a:cubicBezTo>
                  <a:cubicBezTo>
                    <a:pt x="109" y="460"/>
                    <a:pt x="109" y="460"/>
                    <a:pt x="109" y="460"/>
                  </a:cubicBezTo>
                  <a:cubicBezTo>
                    <a:pt x="108" y="465"/>
                    <a:pt x="109" y="465"/>
                    <a:pt x="109" y="467"/>
                  </a:cubicBezTo>
                  <a:cubicBezTo>
                    <a:pt x="110" y="470"/>
                    <a:pt x="112" y="469"/>
                    <a:pt x="111" y="472"/>
                  </a:cubicBezTo>
                  <a:cubicBezTo>
                    <a:pt x="110" y="475"/>
                    <a:pt x="109" y="475"/>
                    <a:pt x="109" y="477"/>
                  </a:cubicBezTo>
                  <a:cubicBezTo>
                    <a:pt x="107" y="480"/>
                    <a:pt x="107" y="480"/>
                    <a:pt x="107" y="480"/>
                  </a:cubicBezTo>
                  <a:cubicBezTo>
                    <a:pt x="107" y="487"/>
                    <a:pt x="106" y="490"/>
                    <a:pt x="106" y="492"/>
                  </a:cubicBezTo>
                  <a:cubicBezTo>
                    <a:pt x="107" y="494"/>
                    <a:pt x="106" y="497"/>
                    <a:pt x="106" y="499"/>
                  </a:cubicBezTo>
                  <a:cubicBezTo>
                    <a:pt x="106" y="501"/>
                    <a:pt x="107" y="501"/>
                    <a:pt x="107" y="503"/>
                  </a:cubicBezTo>
                  <a:cubicBezTo>
                    <a:pt x="107" y="506"/>
                    <a:pt x="108" y="506"/>
                    <a:pt x="107" y="508"/>
                  </a:cubicBezTo>
                  <a:cubicBezTo>
                    <a:pt x="107" y="510"/>
                    <a:pt x="107" y="510"/>
                    <a:pt x="106" y="512"/>
                  </a:cubicBezTo>
                  <a:cubicBezTo>
                    <a:pt x="105" y="514"/>
                    <a:pt x="105" y="516"/>
                    <a:pt x="104" y="517"/>
                  </a:cubicBezTo>
                  <a:cubicBezTo>
                    <a:pt x="103" y="518"/>
                    <a:pt x="105" y="516"/>
                    <a:pt x="104" y="519"/>
                  </a:cubicBezTo>
                  <a:cubicBezTo>
                    <a:pt x="103" y="522"/>
                    <a:pt x="102" y="522"/>
                    <a:pt x="101" y="524"/>
                  </a:cubicBezTo>
                  <a:cubicBezTo>
                    <a:pt x="100" y="527"/>
                    <a:pt x="100" y="526"/>
                    <a:pt x="100" y="528"/>
                  </a:cubicBezTo>
                  <a:cubicBezTo>
                    <a:pt x="100" y="531"/>
                    <a:pt x="101" y="530"/>
                    <a:pt x="101" y="533"/>
                  </a:cubicBezTo>
                  <a:cubicBezTo>
                    <a:pt x="100" y="536"/>
                    <a:pt x="99" y="535"/>
                    <a:pt x="98" y="538"/>
                  </a:cubicBezTo>
                  <a:cubicBezTo>
                    <a:pt x="97" y="540"/>
                    <a:pt x="96" y="543"/>
                    <a:pt x="95" y="544"/>
                  </a:cubicBezTo>
                  <a:cubicBezTo>
                    <a:pt x="94" y="546"/>
                    <a:pt x="95" y="547"/>
                    <a:pt x="94" y="549"/>
                  </a:cubicBezTo>
                  <a:cubicBezTo>
                    <a:pt x="93" y="552"/>
                    <a:pt x="94" y="552"/>
                    <a:pt x="92" y="554"/>
                  </a:cubicBezTo>
                  <a:cubicBezTo>
                    <a:pt x="91" y="556"/>
                    <a:pt x="91" y="555"/>
                    <a:pt x="90" y="557"/>
                  </a:cubicBezTo>
                  <a:cubicBezTo>
                    <a:pt x="89" y="559"/>
                    <a:pt x="89" y="559"/>
                    <a:pt x="87" y="561"/>
                  </a:cubicBezTo>
                  <a:cubicBezTo>
                    <a:pt x="83" y="566"/>
                    <a:pt x="84" y="566"/>
                    <a:pt x="84" y="570"/>
                  </a:cubicBezTo>
                  <a:cubicBezTo>
                    <a:pt x="84" y="573"/>
                    <a:pt x="84" y="571"/>
                    <a:pt x="85" y="574"/>
                  </a:cubicBezTo>
                  <a:cubicBezTo>
                    <a:pt x="85" y="578"/>
                    <a:pt x="83" y="576"/>
                    <a:pt x="85" y="578"/>
                  </a:cubicBezTo>
                  <a:cubicBezTo>
                    <a:pt x="87" y="581"/>
                    <a:pt x="87" y="583"/>
                    <a:pt x="87" y="583"/>
                  </a:cubicBezTo>
                  <a:cubicBezTo>
                    <a:pt x="88" y="584"/>
                    <a:pt x="88" y="589"/>
                    <a:pt x="88" y="589"/>
                  </a:cubicBezTo>
                  <a:cubicBezTo>
                    <a:pt x="88" y="589"/>
                    <a:pt x="89" y="590"/>
                    <a:pt x="88" y="591"/>
                  </a:cubicBezTo>
                  <a:cubicBezTo>
                    <a:pt x="88" y="592"/>
                    <a:pt x="89" y="591"/>
                    <a:pt x="87" y="593"/>
                  </a:cubicBezTo>
                  <a:cubicBezTo>
                    <a:pt x="86" y="596"/>
                    <a:pt x="86" y="594"/>
                    <a:pt x="86" y="596"/>
                  </a:cubicBezTo>
                  <a:cubicBezTo>
                    <a:pt x="85" y="598"/>
                    <a:pt x="85" y="598"/>
                    <a:pt x="85" y="598"/>
                  </a:cubicBezTo>
                  <a:cubicBezTo>
                    <a:pt x="85" y="598"/>
                    <a:pt x="86" y="600"/>
                    <a:pt x="85" y="603"/>
                  </a:cubicBezTo>
                  <a:cubicBezTo>
                    <a:pt x="83" y="605"/>
                    <a:pt x="84" y="605"/>
                    <a:pt x="82" y="607"/>
                  </a:cubicBezTo>
                  <a:cubicBezTo>
                    <a:pt x="81" y="609"/>
                    <a:pt x="81" y="607"/>
                    <a:pt x="81" y="609"/>
                  </a:cubicBezTo>
                  <a:cubicBezTo>
                    <a:pt x="81" y="611"/>
                    <a:pt x="81" y="613"/>
                    <a:pt x="82" y="614"/>
                  </a:cubicBezTo>
                  <a:cubicBezTo>
                    <a:pt x="82" y="615"/>
                    <a:pt x="83" y="616"/>
                    <a:pt x="84" y="616"/>
                  </a:cubicBezTo>
                  <a:cubicBezTo>
                    <a:pt x="85" y="617"/>
                    <a:pt x="86" y="618"/>
                    <a:pt x="87" y="618"/>
                  </a:cubicBezTo>
                  <a:cubicBezTo>
                    <a:pt x="90" y="619"/>
                    <a:pt x="90" y="619"/>
                    <a:pt x="91" y="618"/>
                  </a:cubicBezTo>
                  <a:cubicBezTo>
                    <a:pt x="92" y="618"/>
                    <a:pt x="92" y="617"/>
                    <a:pt x="94" y="618"/>
                  </a:cubicBezTo>
                  <a:cubicBezTo>
                    <a:pt x="96" y="619"/>
                    <a:pt x="98" y="618"/>
                    <a:pt x="97" y="620"/>
                  </a:cubicBezTo>
                  <a:cubicBezTo>
                    <a:pt x="95" y="622"/>
                    <a:pt x="93" y="620"/>
                    <a:pt x="94" y="622"/>
                  </a:cubicBezTo>
                  <a:cubicBezTo>
                    <a:pt x="95" y="625"/>
                    <a:pt x="96" y="624"/>
                    <a:pt x="95" y="626"/>
                  </a:cubicBezTo>
                  <a:cubicBezTo>
                    <a:pt x="95" y="629"/>
                    <a:pt x="96" y="627"/>
                    <a:pt x="95" y="629"/>
                  </a:cubicBezTo>
                  <a:cubicBezTo>
                    <a:pt x="94" y="630"/>
                    <a:pt x="95" y="630"/>
                    <a:pt x="95" y="631"/>
                  </a:cubicBezTo>
                  <a:cubicBezTo>
                    <a:pt x="95" y="633"/>
                    <a:pt x="93" y="633"/>
                    <a:pt x="93" y="634"/>
                  </a:cubicBezTo>
                  <a:cubicBezTo>
                    <a:pt x="93" y="635"/>
                    <a:pt x="93" y="636"/>
                    <a:pt x="93" y="637"/>
                  </a:cubicBezTo>
                  <a:cubicBezTo>
                    <a:pt x="92" y="639"/>
                    <a:pt x="93" y="638"/>
                    <a:pt x="92" y="639"/>
                  </a:cubicBezTo>
                  <a:cubicBezTo>
                    <a:pt x="92" y="639"/>
                    <a:pt x="92" y="639"/>
                    <a:pt x="92" y="638"/>
                  </a:cubicBezTo>
                  <a:cubicBezTo>
                    <a:pt x="92" y="638"/>
                    <a:pt x="92" y="637"/>
                    <a:pt x="92" y="640"/>
                  </a:cubicBezTo>
                  <a:cubicBezTo>
                    <a:pt x="91" y="646"/>
                    <a:pt x="92" y="645"/>
                    <a:pt x="91" y="646"/>
                  </a:cubicBezTo>
                  <a:cubicBezTo>
                    <a:pt x="91" y="647"/>
                    <a:pt x="91" y="649"/>
                    <a:pt x="91" y="650"/>
                  </a:cubicBezTo>
                  <a:cubicBezTo>
                    <a:pt x="91" y="651"/>
                    <a:pt x="90" y="650"/>
                    <a:pt x="91" y="651"/>
                  </a:cubicBezTo>
                  <a:cubicBezTo>
                    <a:pt x="91" y="653"/>
                    <a:pt x="92" y="653"/>
                    <a:pt x="93" y="654"/>
                  </a:cubicBezTo>
                  <a:cubicBezTo>
                    <a:pt x="95" y="657"/>
                    <a:pt x="94" y="658"/>
                    <a:pt x="93" y="659"/>
                  </a:cubicBezTo>
                  <a:cubicBezTo>
                    <a:pt x="93" y="659"/>
                    <a:pt x="90" y="658"/>
                    <a:pt x="90" y="661"/>
                  </a:cubicBezTo>
                  <a:cubicBezTo>
                    <a:pt x="89" y="666"/>
                    <a:pt x="88" y="666"/>
                    <a:pt x="89" y="666"/>
                  </a:cubicBezTo>
                  <a:cubicBezTo>
                    <a:pt x="90" y="666"/>
                    <a:pt x="93" y="670"/>
                    <a:pt x="92" y="670"/>
                  </a:cubicBezTo>
                  <a:cubicBezTo>
                    <a:pt x="90" y="670"/>
                    <a:pt x="90" y="667"/>
                    <a:pt x="88" y="669"/>
                  </a:cubicBezTo>
                  <a:cubicBezTo>
                    <a:pt x="86" y="671"/>
                    <a:pt x="86" y="672"/>
                    <a:pt x="86" y="673"/>
                  </a:cubicBezTo>
                  <a:cubicBezTo>
                    <a:pt x="86" y="674"/>
                    <a:pt x="87" y="674"/>
                    <a:pt x="87" y="676"/>
                  </a:cubicBezTo>
                  <a:cubicBezTo>
                    <a:pt x="87" y="678"/>
                    <a:pt x="85" y="680"/>
                    <a:pt x="85" y="680"/>
                  </a:cubicBezTo>
                  <a:cubicBezTo>
                    <a:pt x="82" y="684"/>
                    <a:pt x="82" y="684"/>
                    <a:pt x="82" y="684"/>
                  </a:cubicBezTo>
                  <a:cubicBezTo>
                    <a:pt x="82" y="684"/>
                    <a:pt x="79" y="686"/>
                    <a:pt x="80" y="685"/>
                  </a:cubicBezTo>
                  <a:cubicBezTo>
                    <a:pt x="80" y="683"/>
                    <a:pt x="81" y="682"/>
                    <a:pt x="80" y="681"/>
                  </a:cubicBezTo>
                  <a:cubicBezTo>
                    <a:pt x="76" y="681"/>
                    <a:pt x="74" y="679"/>
                    <a:pt x="76" y="678"/>
                  </a:cubicBezTo>
                  <a:cubicBezTo>
                    <a:pt x="76" y="678"/>
                    <a:pt x="74" y="675"/>
                    <a:pt x="73" y="676"/>
                  </a:cubicBezTo>
                  <a:cubicBezTo>
                    <a:pt x="69" y="678"/>
                    <a:pt x="68" y="679"/>
                    <a:pt x="68" y="680"/>
                  </a:cubicBezTo>
                  <a:cubicBezTo>
                    <a:pt x="69" y="681"/>
                    <a:pt x="70" y="681"/>
                    <a:pt x="69" y="682"/>
                  </a:cubicBezTo>
                  <a:cubicBezTo>
                    <a:pt x="69" y="684"/>
                    <a:pt x="69" y="683"/>
                    <a:pt x="67" y="685"/>
                  </a:cubicBezTo>
                  <a:cubicBezTo>
                    <a:pt x="65" y="686"/>
                    <a:pt x="60" y="685"/>
                    <a:pt x="61" y="687"/>
                  </a:cubicBezTo>
                  <a:cubicBezTo>
                    <a:pt x="63" y="689"/>
                    <a:pt x="66" y="691"/>
                    <a:pt x="67" y="690"/>
                  </a:cubicBezTo>
                  <a:cubicBezTo>
                    <a:pt x="67" y="690"/>
                    <a:pt x="70" y="687"/>
                    <a:pt x="70" y="687"/>
                  </a:cubicBezTo>
                  <a:cubicBezTo>
                    <a:pt x="70" y="687"/>
                    <a:pt x="73" y="687"/>
                    <a:pt x="73" y="688"/>
                  </a:cubicBezTo>
                  <a:cubicBezTo>
                    <a:pt x="73" y="689"/>
                    <a:pt x="72" y="689"/>
                    <a:pt x="73" y="690"/>
                  </a:cubicBezTo>
                  <a:cubicBezTo>
                    <a:pt x="74" y="690"/>
                    <a:pt x="75" y="690"/>
                    <a:pt x="76" y="689"/>
                  </a:cubicBezTo>
                  <a:cubicBezTo>
                    <a:pt x="77" y="688"/>
                    <a:pt x="78" y="687"/>
                    <a:pt x="78" y="688"/>
                  </a:cubicBezTo>
                  <a:cubicBezTo>
                    <a:pt x="78" y="689"/>
                    <a:pt x="79" y="688"/>
                    <a:pt x="79" y="690"/>
                  </a:cubicBezTo>
                  <a:cubicBezTo>
                    <a:pt x="78" y="693"/>
                    <a:pt x="79" y="690"/>
                    <a:pt x="78" y="693"/>
                  </a:cubicBezTo>
                  <a:cubicBezTo>
                    <a:pt x="78" y="696"/>
                    <a:pt x="74" y="694"/>
                    <a:pt x="74" y="696"/>
                  </a:cubicBezTo>
                  <a:cubicBezTo>
                    <a:pt x="73" y="698"/>
                    <a:pt x="73" y="697"/>
                    <a:pt x="75" y="699"/>
                  </a:cubicBezTo>
                  <a:cubicBezTo>
                    <a:pt x="76" y="700"/>
                    <a:pt x="77" y="700"/>
                    <a:pt x="78" y="700"/>
                  </a:cubicBezTo>
                  <a:cubicBezTo>
                    <a:pt x="79" y="700"/>
                    <a:pt x="80" y="699"/>
                    <a:pt x="80" y="700"/>
                  </a:cubicBezTo>
                  <a:cubicBezTo>
                    <a:pt x="80" y="701"/>
                    <a:pt x="77" y="704"/>
                    <a:pt x="80" y="703"/>
                  </a:cubicBezTo>
                  <a:cubicBezTo>
                    <a:pt x="82" y="701"/>
                    <a:pt x="81" y="700"/>
                    <a:pt x="83" y="702"/>
                  </a:cubicBezTo>
                  <a:cubicBezTo>
                    <a:pt x="84" y="703"/>
                    <a:pt x="88" y="704"/>
                    <a:pt x="87" y="705"/>
                  </a:cubicBezTo>
                  <a:cubicBezTo>
                    <a:pt x="83" y="707"/>
                    <a:pt x="80" y="706"/>
                    <a:pt x="80" y="706"/>
                  </a:cubicBezTo>
                  <a:cubicBezTo>
                    <a:pt x="80" y="706"/>
                    <a:pt x="78" y="705"/>
                    <a:pt x="77" y="707"/>
                  </a:cubicBezTo>
                  <a:cubicBezTo>
                    <a:pt x="76" y="709"/>
                    <a:pt x="76" y="709"/>
                    <a:pt x="77" y="710"/>
                  </a:cubicBezTo>
                  <a:cubicBezTo>
                    <a:pt x="73" y="715"/>
                    <a:pt x="73" y="715"/>
                    <a:pt x="73" y="715"/>
                  </a:cubicBezTo>
                  <a:cubicBezTo>
                    <a:pt x="73" y="715"/>
                    <a:pt x="76" y="716"/>
                    <a:pt x="76" y="718"/>
                  </a:cubicBezTo>
                  <a:cubicBezTo>
                    <a:pt x="77" y="720"/>
                    <a:pt x="81" y="721"/>
                    <a:pt x="79" y="723"/>
                  </a:cubicBezTo>
                  <a:cubicBezTo>
                    <a:pt x="78" y="725"/>
                    <a:pt x="77" y="729"/>
                    <a:pt x="77" y="729"/>
                  </a:cubicBezTo>
                  <a:cubicBezTo>
                    <a:pt x="77" y="729"/>
                    <a:pt x="79" y="729"/>
                    <a:pt x="78" y="731"/>
                  </a:cubicBezTo>
                  <a:cubicBezTo>
                    <a:pt x="78" y="732"/>
                    <a:pt x="77" y="730"/>
                    <a:pt x="76" y="732"/>
                  </a:cubicBezTo>
                  <a:cubicBezTo>
                    <a:pt x="75" y="734"/>
                    <a:pt x="75" y="736"/>
                    <a:pt x="75" y="736"/>
                  </a:cubicBezTo>
                  <a:cubicBezTo>
                    <a:pt x="76" y="737"/>
                    <a:pt x="80" y="739"/>
                    <a:pt x="79" y="740"/>
                  </a:cubicBezTo>
                  <a:cubicBezTo>
                    <a:pt x="79" y="741"/>
                    <a:pt x="79" y="741"/>
                    <a:pt x="77" y="742"/>
                  </a:cubicBezTo>
                  <a:cubicBezTo>
                    <a:pt x="75" y="744"/>
                    <a:pt x="74" y="744"/>
                    <a:pt x="74" y="744"/>
                  </a:cubicBezTo>
                  <a:cubicBezTo>
                    <a:pt x="73" y="744"/>
                    <a:pt x="73" y="744"/>
                    <a:pt x="72" y="744"/>
                  </a:cubicBezTo>
                  <a:cubicBezTo>
                    <a:pt x="71" y="746"/>
                    <a:pt x="70" y="745"/>
                    <a:pt x="72" y="747"/>
                  </a:cubicBezTo>
                  <a:cubicBezTo>
                    <a:pt x="75" y="749"/>
                    <a:pt x="76" y="749"/>
                    <a:pt x="78" y="749"/>
                  </a:cubicBezTo>
                  <a:cubicBezTo>
                    <a:pt x="80" y="749"/>
                    <a:pt x="80" y="746"/>
                    <a:pt x="81" y="749"/>
                  </a:cubicBezTo>
                  <a:cubicBezTo>
                    <a:pt x="83" y="751"/>
                    <a:pt x="84" y="752"/>
                    <a:pt x="84" y="754"/>
                  </a:cubicBezTo>
                  <a:cubicBezTo>
                    <a:pt x="84" y="756"/>
                    <a:pt x="84" y="756"/>
                    <a:pt x="84" y="758"/>
                  </a:cubicBezTo>
                  <a:cubicBezTo>
                    <a:pt x="84" y="760"/>
                    <a:pt x="86" y="760"/>
                    <a:pt x="86" y="760"/>
                  </a:cubicBezTo>
                  <a:cubicBezTo>
                    <a:pt x="87" y="760"/>
                    <a:pt x="87" y="760"/>
                    <a:pt x="87" y="760"/>
                  </a:cubicBezTo>
                  <a:cubicBezTo>
                    <a:pt x="88" y="761"/>
                    <a:pt x="89" y="761"/>
                    <a:pt x="89" y="759"/>
                  </a:cubicBezTo>
                  <a:cubicBezTo>
                    <a:pt x="90" y="757"/>
                    <a:pt x="90" y="755"/>
                    <a:pt x="90" y="755"/>
                  </a:cubicBezTo>
                  <a:cubicBezTo>
                    <a:pt x="91" y="756"/>
                    <a:pt x="92" y="755"/>
                    <a:pt x="93" y="756"/>
                  </a:cubicBezTo>
                  <a:cubicBezTo>
                    <a:pt x="94" y="756"/>
                    <a:pt x="95" y="758"/>
                    <a:pt x="96" y="757"/>
                  </a:cubicBezTo>
                  <a:cubicBezTo>
                    <a:pt x="97" y="757"/>
                    <a:pt x="98" y="755"/>
                    <a:pt x="98" y="756"/>
                  </a:cubicBezTo>
                  <a:cubicBezTo>
                    <a:pt x="98" y="758"/>
                    <a:pt x="97" y="759"/>
                    <a:pt x="97" y="761"/>
                  </a:cubicBezTo>
                  <a:cubicBezTo>
                    <a:pt x="97" y="763"/>
                    <a:pt x="95" y="762"/>
                    <a:pt x="94" y="763"/>
                  </a:cubicBezTo>
                  <a:cubicBezTo>
                    <a:pt x="93" y="765"/>
                    <a:pt x="95" y="764"/>
                    <a:pt x="95" y="765"/>
                  </a:cubicBezTo>
                  <a:cubicBezTo>
                    <a:pt x="94" y="766"/>
                    <a:pt x="95" y="766"/>
                    <a:pt x="95" y="766"/>
                  </a:cubicBezTo>
                  <a:cubicBezTo>
                    <a:pt x="96" y="766"/>
                    <a:pt x="96" y="766"/>
                    <a:pt x="96" y="767"/>
                  </a:cubicBezTo>
                  <a:cubicBezTo>
                    <a:pt x="95" y="769"/>
                    <a:pt x="96" y="768"/>
                    <a:pt x="97" y="767"/>
                  </a:cubicBezTo>
                  <a:cubicBezTo>
                    <a:pt x="98" y="766"/>
                    <a:pt x="100" y="766"/>
                    <a:pt x="101" y="767"/>
                  </a:cubicBezTo>
                  <a:cubicBezTo>
                    <a:pt x="102" y="769"/>
                    <a:pt x="104" y="769"/>
                    <a:pt x="105" y="770"/>
                  </a:cubicBezTo>
                  <a:cubicBezTo>
                    <a:pt x="106" y="771"/>
                    <a:pt x="108" y="769"/>
                    <a:pt x="109" y="772"/>
                  </a:cubicBezTo>
                  <a:cubicBezTo>
                    <a:pt x="109" y="774"/>
                    <a:pt x="109" y="775"/>
                    <a:pt x="110" y="775"/>
                  </a:cubicBezTo>
                  <a:cubicBezTo>
                    <a:pt x="110" y="776"/>
                    <a:pt x="113" y="778"/>
                    <a:pt x="111" y="779"/>
                  </a:cubicBezTo>
                  <a:cubicBezTo>
                    <a:pt x="110" y="779"/>
                    <a:pt x="109" y="779"/>
                    <a:pt x="108" y="778"/>
                  </a:cubicBezTo>
                  <a:cubicBezTo>
                    <a:pt x="107" y="778"/>
                    <a:pt x="106" y="777"/>
                    <a:pt x="105" y="778"/>
                  </a:cubicBezTo>
                  <a:cubicBezTo>
                    <a:pt x="103" y="780"/>
                    <a:pt x="103" y="778"/>
                    <a:pt x="102" y="781"/>
                  </a:cubicBezTo>
                  <a:cubicBezTo>
                    <a:pt x="102" y="783"/>
                    <a:pt x="102" y="782"/>
                    <a:pt x="103" y="784"/>
                  </a:cubicBezTo>
                  <a:cubicBezTo>
                    <a:pt x="103" y="786"/>
                    <a:pt x="101" y="787"/>
                    <a:pt x="104" y="788"/>
                  </a:cubicBezTo>
                  <a:cubicBezTo>
                    <a:pt x="107" y="788"/>
                    <a:pt x="110" y="788"/>
                    <a:pt x="111" y="789"/>
                  </a:cubicBezTo>
                  <a:cubicBezTo>
                    <a:pt x="112" y="789"/>
                    <a:pt x="115" y="787"/>
                    <a:pt x="115" y="785"/>
                  </a:cubicBezTo>
                  <a:cubicBezTo>
                    <a:pt x="115" y="784"/>
                    <a:pt x="115" y="782"/>
                    <a:pt x="115" y="780"/>
                  </a:cubicBezTo>
                  <a:cubicBezTo>
                    <a:pt x="114" y="779"/>
                    <a:pt x="117" y="776"/>
                    <a:pt x="117" y="776"/>
                  </a:cubicBezTo>
                  <a:cubicBezTo>
                    <a:pt x="119" y="774"/>
                    <a:pt x="119" y="774"/>
                    <a:pt x="119" y="774"/>
                  </a:cubicBezTo>
                  <a:cubicBezTo>
                    <a:pt x="122" y="773"/>
                    <a:pt x="122" y="773"/>
                    <a:pt x="122" y="773"/>
                  </a:cubicBezTo>
                  <a:cubicBezTo>
                    <a:pt x="122" y="773"/>
                    <a:pt x="120" y="771"/>
                    <a:pt x="123" y="770"/>
                  </a:cubicBezTo>
                  <a:cubicBezTo>
                    <a:pt x="126" y="770"/>
                    <a:pt x="128" y="771"/>
                    <a:pt x="128" y="771"/>
                  </a:cubicBezTo>
                  <a:cubicBezTo>
                    <a:pt x="128" y="771"/>
                    <a:pt x="128" y="771"/>
                    <a:pt x="128" y="771"/>
                  </a:cubicBezTo>
                  <a:cubicBezTo>
                    <a:pt x="128" y="771"/>
                    <a:pt x="131" y="772"/>
                    <a:pt x="127" y="774"/>
                  </a:cubicBezTo>
                  <a:cubicBezTo>
                    <a:pt x="122" y="775"/>
                    <a:pt x="119" y="779"/>
                    <a:pt x="120" y="780"/>
                  </a:cubicBezTo>
                  <a:cubicBezTo>
                    <a:pt x="121" y="781"/>
                    <a:pt x="125" y="781"/>
                    <a:pt x="126" y="781"/>
                  </a:cubicBezTo>
                  <a:cubicBezTo>
                    <a:pt x="126" y="781"/>
                    <a:pt x="126" y="781"/>
                    <a:pt x="127" y="781"/>
                  </a:cubicBezTo>
                  <a:cubicBezTo>
                    <a:pt x="128" y="781"/>
                    <a:pt x="129" y="781"/>
                    <a:pt x="129" y="782"/>
                  </a:cubicBezTo>
                  <a:cubicBezTo>
                    <a:pt x="129" y="783"/>
                    <a:pt x="127" y="785"/>
                    <a:pt x="127" y="785"/>
                  </a:cubicBezTo>
                  <a:cubicBezTo>
                    <a:pt x="127" y="785"/>
                    <a:pt x="124" y="782"/>
                    <a:pt x="124" y="785"/>
                  </a:cubicBezTo>
                  <a:cubicBezTo>
                    <a:pt x="123" y="788"/>
                    <a:pt x="124" y="788"/>
                    <a:pt x="124" y="790"/>
                  </a:cubicBezTo>
                  <a:cubicBezTo>
                    <a:pt x="124" y="792"/>
                    <a:pt x="128" y="792"/>
                    <a:pt x="128" y="794"/>
                  </a:cubicBezTo>
                  <a:cubicBezTo>
                    <a:pt x="128" y="795"/>
                    <a:pt x="131" y="795"/>
                    <a:pt x="129" y="796"/>
                  </a:cubicBezTo>
                  <a:cubicBezTo>
                    <a:pt x="126" y="797"/>
                    <a:pt x="124" y="796"/>
                    <a:pt x="124" y="796"/>
                  </a:cubicBezTo>
                  <a:cubicBezTo>
                    <a:pt x="124" y="796"/>
                    <a:pt x="117" y="794"/>
                    <a:pt x="117" y="795"/>
                  </a:cubicBezTo>
                  <a:cubicBezTo>
                    <a:pt x="116" y="796"/>
                    <a:pt x="114" y="796"/>
                    <a:pt x="113" y="797"/>
                  </a:cubicBezTo>
                  <a:cubicBezTo>
                    <a:pt x="111" y="799"/>
                    <a:pt x="110" y="801"/>
                    <a:pt x="112" y="801"/>
                  </a:cubicBezTo>
                  <a:cubicBezTo>
                    <a:pt x="113" y="801"/>
                    <a:pt x="114" y="801"/>
                    <a:pt x="116" y="802"/>
                  </a:cubicBezTo>
                  <a:cubicBezTo>
                    <a:pt x="117" y="802"/>
                    <a:pt x="119" y="803"/>
                    <a:pt x="119" y="802"/>
                  </a:cubicBezTo>
                  <a:cubicBezTo>
                    <a:pt x="119" y="802"/>
                    <a:pt x="121" y="802"/>
                    <a:pt x="122" y="802"/>
                  </a:cubicBezTo>
                  <a:cubicBezTo>
                    <a:pt x="123" y="802"/>
                    <a:pt x="123" y="802"/>
                    <a:pt x="124" y="802"/>
                  </a:cubicBezTo>
                  <a:cubicBezTo>
                    <a:pt x="125" y="801"/>
                    <a:pt x="128" y="801"/>
                    <a:pt x="128" y="801"/>
                  </a:cubicBezTo>
                  <a:cubicBezTo>
                    <a:pt x="128" y="801"/>
                    <a:pt x="129" y="802"/>
                    <a:pt x="130" y="804"/>
                  </a:cubicBezTo>
                  <a:cubicBezTo>
                    <a:pt x="132" y="805"/>
                    <a:pt x="134" y="805"/>
                    <a:pt x="135" y="805"/>
                  </a:cubicBezTo>
                  <a:cubicBezTo>
                    <a:pt x="136" y="804"/>
                    <a:pt x="132" y="803"/>
                    <a:pt x="137" y="805"/>
                  </a:cubicBezTo>
                  <a:cubicBezTo>
                    <a:pt x="137" y="805"/>
                    <a:pt x="138" y="805"/>
                    <a:pt x="138" y="805"/>
                  </a:cubicBezTo>
                  <a:cubicBezTo>
                    <a:pt x="140" y="805"/>
                    <a:pt x="141" y="805"/>
                    <a:pt x="142" y="805"/>
                  </a:cubicBezTo>
                  <a:cubicBezTo>
                    <a:pt x="142" y="805"/>
                    <a:pt x="143" y="805"/>
                    <a:pt x="143" y="805"/>
                  </a:cubicBezTo>
                  <a:cubicBezTo>
                    <a:pt x="144" y="806"/>
                    <a:pt x="145" y="805"/>
                    <a:pt x="146" y="805"/>
                  </a:cubicBezTo>
                  <a:cubicBezTo>
                    <a:pt x="148" y="805"/>
                    <a:pt x="149" y="804"/>
                    <a:pt x="149" y="805"/>
                  </a:cubicBezTo>
                  <a:cubicBezTo>
                    <a:pt x="152" y="807"/>
                    <a:pt x="153" y="806"/>
                    <a:pt x="155" y="806"/>
                  </a:cubicBezTo>
                  <a:cubicBezTo>
                    <a:pt x="155" y="807"/>
                    <a:pt x="156" y="807"/>
                    <a:pt x="157" y="806"/>
                  </a:cubicBezTo>
                  <a:cubicBezTo>
                    <a:pt x="157" y="806"/>
                    <a:pt x="158" y="806"/>
                    <a:pt x="158" y="806"/>
                  </a:cubicBezTo>
                  <a:cubicBezTo>
                    <a:pt x="160" y="807"/>
                    <a:pt x="162" y="806"/>
                    <a:pt x="162" y="806"/>
                  </a:cubicBezTo>
                  <a:cubicBezTo>
                    <a:pt x="162" y="806"/>
                    <a:pt x="166" y="805"/>
                    <a:pt x="165" y="806"/>
                  </a:cubicBezTo>
                  <a:cubicBezTo>
                    <a:pt x="165" y="807"/>
                    <a:pt x="169" y="807"/>
                    <a:pt x="170" y="806"/>
                  </a:cubicBezTo>
                  <a:cubicBezTo>
                    <a:pt x="171" y="806"/>
                    <a:pt x="175" y="804"/>
                    <a:pt x="175" y="804"/>
                  </a:cubicBezTo>
                  <a:cubicBezTo>
                    <a:pt x="174" y="802"/>
                    <a:pt x="174" y="802"/>
                    <a:pt x="174" y="802"/>
                  </a:cubicBezTo>
                  <a:cubicBezTo>
                    <a:pt x="174" y="802"/>
                    <a:pt x="176" y="800"/>
                    <a:pt x="174" y="800"/>
                  </a:cubicBezTo>
                  <a:cubicBezTo>
                    <a:pt x="172" y="800"/>
                    <a:pt x="171" y="800"/>
                    <a:pt x="170" y="799"/>
                  </a:cubicBezTo>
                  <a:cubicBezTo>
                    <a:pt x="168" y="799"/>
                    <a:pt x="167" y="799"/>
                    <a:pt x="166" y="799"/>
                  </a:cubicBezTo>
                  <a:cubicBezTo>
                    <a:pt x="163" y="799"/>
                    <a:pt x="160" y="798"/>
                    <a:pt x="160" y="798"/>
                  </a:cubicBezTo>
                  <a:cubicBezTo>
                    <a:pt x="160" y="798"/>
                    <a:pt x="159" y="795"/>
                    <a:pt x="157" y="794"/>
                  </a:cubicBezTo>
                  <a:cubicBezTo>
                    <a:pt x="155" y="793"/>
                    <a:pt x="155" y="794"/>
                    <a:pt x="155" y="792"/>
                  </a:cubicBezTo>
                  <a:cubicBezTo>
                    <a:pt x="154" y="790"/>
                    <a:pt x="154" y="787"/>
                    <a:pt x="153" y="788"/>
                  </a:cubicBezTo>
                  <a:cubicBezTo>
                    <a:pt x="151" y="789"/>
                    <a:pt x="150" y="787"/>
                    <a:pt x="149" y="787"/>
                  </a:cubicBezTo>
                  <a:cubicBezTo>
                    <a:pt x="147" y="786"/>
                    <a:pt x="145" y="782"/>
                    <a:pt x="144" y="781"/>
                  </a:cubicBezTo>
                  <a:cubicBezTo>
                    <a:pt x="144" y="780"/>
                    <a:pt x="143" y="780"/>
                    <a:pt x="143" y="778"/>
                  </a:cubicBezTo>
                  <a:cubicBezTo>
                    <a:pt x="144" y="776"/>
                    <a:pt x="145" y="775"/>
                    <a:pt x="144" y="774"/>
                  </a:cubicBezTo>
                  <a:cubicBezTo>
                    <a:pt x="142" y="774"/>
                    <a:pt x="142" y="771"/>
                    <a:pt x="140" y="772"/>
                  </a:cubicBezTo>
                  <a:cubicBezTo>
                    <a:pt x="138" y="773"/>
                    <a:pt x="138" y="773"/>
                    <a:pt x="136" y="773"/>
                  </a:cubicBezTo>
                  <a:cubicBezTo>
                    <a:pt x="136" y="773"/>
                    <a:pt x="136" y="773"/>
                    <a:pt x="136" y="773"/>
                  </a:cubicBezTo>
                  <a:cubicBezTo>
                    <a:pt x="135" y="773"/>
                    <a:pt x="135" y="771"/>
                    <a:pt x="132" y="770"/>
                  </a:cubicBezTo>
                  <a:cubicBezTo>
                    <a:pt x="130" y="769"/>
                    <a:pt x="129" y="769"/>
                    <a:pt x="129" y="767"/>
                  </a:cubicBezTo>
                  <a:cubicBezTo>
                    <a:pt x="129" y="767"/>
                    <a:pt x="129" y="766"/>
                    <a:pt x="129" y="766"/>
                  </a:cubicBezTo>
                  <a:cubicBezTo>
                    <a:pt x="129" y="765"/>
                    <a:pt x="129" y="765"/>
                    <a:pt x="130" y="765"/>
                  </a:cubicBezTo>
                  <a:cubicBezTo>
                    <a:pt x="131" y="764"/>
                    <a:pt x="133" y="765"/>
                    <a:pt x="135" y="766"/>
                  </a:cubicBezTo>
                  <a:cubicBezTo>
                    <a:pt x="137" y="767"/>
                    <a:pt x="139" y="768"/>
                    <a:pt x="141" y="767"/>
                  </a:cubicBezTo>
                  <a:cubicBezTo>
                    <a:pt x="142" y="767"/>
                    <a:pt x="143" y="766"/>
                    <a:pt x="142" y="765"/>
                  </a:cubicBezTo>
                  <a:cubicBezTo>
                    <a:pt x="141" y="764"/>
                    <a:pt x="139" y="760"/>
                    <a:pt x="138" y="758"/>
                  </a:cubicBezTo>
                  <a:cubicBezTo>
                    <a:pt x="136" y="756"/>
                    <a:pt x="135" y="754"/>
                    <a:pt x="135" y="753"/>
                  </a:cubicBezTo>
                  <a:cubicBezTo>
                    <a:pt x="135" y="752"/>
                    <a:pt x="135" y="749"/>
                    <a:pt x="135" y="747"/>
                  </a:cubicBezTo>
                  <a:cubicBezTo>
                    <a:pt x="135" y="746"/>
                    <a:pt x="134" y="743"/>
                    <a:pt x="135" y="743"/>
                  </a:cubicBezTo>
                  <a:cubicBezTo>
                    <a:pt x="137" y="744"/>
                    <a:pt x="136" y="742"/>
                    <a:pt x="138" y="739"/>
                  </a:cubicBezTo>
                  <a:cubicBezTo>
                    <a:pt x="141" y="736"/>
                    <a:pt x="142" y="734"/>
                    <a:pt x="144" y="735"/>
                  </a:cubicBezTo>
                  <a:cubicBezTo>
                    <a:pt x="146" y="735"/>
                    <a:pt x="148" y="735"/>
                    <a:pt x="148" y="734"/>
                  </a:cubicBezTo>
                  <a:cubicBezTo>
                    <a:pt x="148" y="733"/>
                    <a:pt x="147" y="729"/>
                    <a:pt x="148" y="728"/>
                  </a:cubicBezTo>
                  <a:cubicBezTo>
                    <a:pt x="148" y="727"/>
                    <a:pt x="152" y="720"/>
                    <a:pt x="153" y="718"/>
                  </a:cubicBezTo>
                  <a:cubicBezTo>
                    <a:pt x="154" y="717"/>
                    <a:pt x="156" y="717"/>
                    <a:pt x="157" y="716"/>
                  </a:cubicBezTo>
                  <a:cubicBezTo>
                    <a:pt x="159" y="714"/>
                    <a:pt x="161" y="714"/>
                    <a:pt x="164" y="712"/>
                  </a:cubicBezTo>
                  <a:cubicBezTo>
                    <a:pt x="167" y="709"/>
                    <a:pt x="170" y="708"/>
                    <a:pt x="170" y="707"/>
                  </a:cubicBezTo>
                  <a:cubicBezTo>
                    <a:pt x="170" y="705"/>
                    <a:pt x="171" y="704"/>
                    <a:pt x="171" y="703"/>
                  </a:cubicBezTo>
                  <a:cubicBezTo>
                    <a:pt x="170" y="702"/>
                    <a:pt x="171" y="702"/>
                    <a:pt x="168" y="701"/>
                  </a:cubicBezTo>
                  <a:cubicBezTo>
                    <a:pt x="166" y="701"/>
                    <a:pt x="167" y="698"/>
                    <a:pt x="169" y="697"/>
                  </a:cubicBezTo>
                  <a:cubicBezTo>
                    <a:pt x="170" y="696"/>
                    <a:pt x="171" y="697"/>
                    <a:pt x="170" y="694"/>
                  </a:cubicBezTo>
                  <a:cubicBezTo>
                    <a:pt x="170" y="692"/>
                    <a:pt x="170" y="690"/>
                    <a:pt x="169" y="690"/>
                  </a:cubicBezTo>
                  <a:cubicBezTo>
                    <a:pt x="167" y="690"/>
                    <a:pt x="166" y="689"/>
                    <a:pt x="165" y="689"/>
                  </a:cubicBezTo>
                  <a:cubicBezTo>
                    <a:pt x="164" y="690"/>
                    <a:pt x="161" y="690"/>
                    <a:pt x="160" y="689"/>
                  </a:cubicBezTo>
                  <a:cubicBezTo>
                    <a:pt x="159" y="689"/>
                    <a:pt x="156" y="689"/>
                    <a:pt x="156" y="687"/>
                  </a:cubicBezTo>
                  <a:cubicBezTo>
                    <a:pt x="155" y="685"/>
                    <a:pt x="153" y="685"/>
                    <a:pt x="153" y="682"/>
                  </a:cubicBezTo>
                  <a:cubicBezTo>
                    <a:pt x="153" y="680"/>
                    <a:pt x="154" y="677"/>
                    <a:pt x="155" y="676"/>
                  </a:cubicBezTo>
                  <a:cubicBezTo>
                    <a:pt x="156" y="675"/>
                    <a:pt x="157" y="672"/>
                    <a:pt x="157" y="671"/>
                  </a:cubicBezTo>
                  <a:cubicBezTo>
                    <a:pt x="157" y="670"/>
                    <a:pt x="157" y="669"/>
                    <a:pt x="158" y="669"/>
                  </a:cubicBezTo>
                  <a:cubicBezTo>
                    <a:pt x="159" y="668"/>
                    <a:pt x="162" y="666"/>
                    <a:pt x="162" y="666"/>
                  </a:cubicBezTo>
                  <a:cubicBezTo>
                    <a:pt x="162" y="666"/>
                    <a:pt x="161" y="668"/>
                    <a:pt x="164" y="666"/>
                  </a:cubicBezTo>
                  <a:cubicBezTo>
                    <a:pt x="168" y="664"/>
                    <a:pt x="172" y="660"/>
                    <a:pt x="172" y="661"/>
                  </a:cubicBezTo>
                  <a:cubicBezTo>
                    <a:pt x="173" y="662"/>
                    <a:pt x="174" y="665"/>
                    <a:pt x="176" y="660"/>
                  </a:cubicBezTo>
                  <a:cubicBezTo>
                    <a:pt x="178" y="655"/>
                    <a:pt x="178" y="651"/>
                    <a:pt x="178" y="651"/>
                  </a:cubicBezTo>
                  <a:cubicBezTo>
                    <a:pt x="177" y="649"/>
                    <a:pt x="177" y="649"/>
                    <a:pt x="177" y="649"/>
                  </a:cubicBezTo>
                  <a:cubicBezTo>
                    <a:pt x="179" y="646"/>
                    <a:pt x="179" y="646"/>
                    <a:pt x="179" y="646"/>
                  </a:cubicBezTo>
                  <a:cubicBezTo>
                    <a:pt x="179" y="646"/>
                    <a:pt x="180" y="640"/>
                    <a:pt x="181" y="640"/>
                  </a:cubicBezTo>
                  <a:cubicBezTo>
                    <a:pt x="184" y="639"/>
                    <a:pt x="185" y="637"/>
                    <a:pt x="185" y="637"/>
                  </a:cubicBezTo>
                  <a:cubicBezTo>
                    <a:pt x="185" y="637"/>
                    <a:pt x="181" y="633"/>
                    <a:pt x="182" y="632"/>
                  </a:cubicBezTo>
                  <a:cubicBezTo>
                    <a:pt x="182" y="631"/>
                    <a:pt x="182" y="630"/>
                    <a:pt x="184" y="630"/>
                  </a:cubicBezTo>
                  <a:cubicBezTo>
                    <a:pt x="184" y="630"/>
                    <a:pt x="184" y="630"/>
                    <a:pt x="185" y="630"/>
                  </a:cubicBezTo>
                  <a:cubicBezTo>
                    <a:pt x="185" y="630"/>
                    <a:pt x="186" y="630"/>
                    <a:pt x="186" y="630"/>
                  </a:cubicBezTo>
                  <a:cubicBezTo>
                    <a:pt x="189" y="634"/>
                    <a:pt x="188" y="636"/>
                    <a:pt x="189" y="635"/>
                  </a:cubicBezTo>
                  <a:cubicBezTo>
                    <a:pt x="190" y="635"/>
                    <a:pt x="190" y="636"/>
                    <a:pt x="191" y="637"/>
                  </a:cubicBezTo>
                  <a:cubicBezTo>
                    <a:pt x="191" y="638"/>
                    <a:pt x="192" y="639"/>
                    <a:pt x="193" y="634"/>
                  </a:cubicBezTo>
                  <a:cubicBezTo>
                    <a:pt x="195" y="627"/>
                    <a:pt x="197" y="626"/>
                    <a:pt x="194" y="626"/>
                  </a:cubicBezTo>
                  <a:cubicBezTo>
                    <a:pt x="191" y="626"/>
                    <a:pt x="190" y="623"/>
                    <a:pt x="188" y="625"/>
                  </a:cubicBezTo>
                  <a:cubicBezTo>
                    <a:pt x="187" y="627"/>
                    <a:pt x="185" y="629"/>
                    <a:pt x="185" y="629"/>
                  </a:cubicBezTo>
                  <a:cubicBezTo>
                    <a:pt x="182" y="628"/>
                    <a:pt x="181" y="627"/>
                    <a:pt x="181" y="626"/>
                  </a:cubicBezTo>
                  <a:cubicBezTo>
                    <a:pt x="180" y="624"/>
                    <a:pt x="179" y="624"/>
                    <a:pt x="179" y="622"/>
                  </a:cubicBezTo>
                  <a:cubicBezTo>
                    <a:pt x="180" y="620"/>
                    <a:pt x="180" y="619"/>
                    <a:pt x="181" y="617"/>
                  </a:cubicBezTo>
                  <a:cubicBezTo>
                    <a:pt x="181" y="616"/>
                    <a:pt x="181" y="616"/>
                    <a:pt x="181" y="614"/>
                  </a:cubicBezTo>
                  <a:cubicBezTo>
                    <a:pt x="181" y="612"/>
                    <a:pt x="178" y="611"/>
                    <a:pt x="179" y="609"/>
                  </a:cubicBezTo>
                  <a:cubicBezTo>
                    <a:pt x="181" y="607"/>
                    <a:pt x="179" y="608"/>
                    <a:pt x="183" y="609"/>
                  </a:cubicBezTo>
                  <a:cubicBezTo>
                    <a:pt x="187" y="610"/>
                    <a:pt x="191" y="609"/>
                    <a:pt x="190" y="610"/>
                  </a:cubicBezTo>
                  <a:cubicBezTo>
                    <a:pt x="190" y="612"/>
                    <a:pt x="191" y="614"/>
                    <a:pt x="193" y="614"/>
                  </a:cubicBezTo>
                  <a:cubicBezTo>
                    <a:pt x="196" y="614"/>
                    <a:pt x="197" y="614"/>
                    <a:pt x="199" y="614"/>
                  </a:cubicBezTo>
                  <a:cubicBezTo>
                    <a:pt x="200" y="614"/>
                    <a:pt x="202" y="614"/>
                    <a:pt x="203" y="614"/>
                  </a:cubicBezTo>
                  <a:cubicBezTo>
                    <a:pt x="203" y="613"/>
                    <a:pt x="206" y="613"/>
                    <a:pt x="207" y="612"/>
                  </a:cubicBezTo>
                  <a:cubicBezTo>
                    <a:pt x="207" y="611"/>
                    <a:pt x="214" y="610"/>
                    <a:pt x="210" y="608"/>
                  </a:cubicBezTo>
                  <a:cubicBezTo>
                    <a:pt x="206" y="607"/>
                    <a:pt x="205" y="606"/>
                    <a:pt x="206" y="605"/>
                  </a:cubicBezTo>
                  <a:cubicBezTo>
                    <a:pt x="206" y="604"/>
                    <a:pt x="209" y="602"/>
                    <a:pt x="209" y="602"/>
                  </a:cubicBezTo>
                  <a:cubicBezTo>
                    <a:pt x="210" y="597"/>
                    <a:pt x="211" y="597"/>
                    <a:pt x="211" y="595"/>
                  </a:cubicBezTo>
                  <a:cubicBezTo>
                    <a:pt x="211" y="594"/>
                    <a:pt x="213" y="594"/>
                    <a:pt x="211" y="591"/>
                  </a:cubicBezTo>
                  <a:cubicBezTo>
                    <a:pt x="210" y="588"/>
                    <a:pt x="208" y="587"/>
                    <a:pt x="209" y="586"/>
                  </a:cubicBezTo>
                  <a:cubicBezTo>
                    <a:pt x="214" y="584"/>
                    <a:pt x="213" y="585"/>
                    <a:pt x="216" y="586"/>
                  </a:cubicBezTo>
                  <a:cubicBezTo>
                    <a:pt x="218" y="586"/>
                    <a:pt x="215" y="586"/>
                    <a:pt x="218" y="586"/>
                  </a:cubicBezTo>
                  <a:cubicBezTo>
                    <a:pt x="222" y="586"/>
                    <a:pt x="223" y="586"/>
                    <a:pt x="223" y="586"/>
                  </a:cubicBezTo>
                  <a:cubicBezTo>
                    <a:pt x="223" y="586"/>
                    <a:pt x="224" y="586"/>
                    <a:pt x="228" y="586"/>
                  </a:cubicBezTo>
                  <a:cubicBezTo>
                    <a:pt x="232" y="585"/>
                    <a:pt x="245" y="582"/>
                    <a:pt x="246" y="582"/>
                  </a:cubicBezTo>
                  <a:cubicBezTo>
                    <a:pt x="247" y="582"/>
                    <a:pt x="250" y="581"/>
                    <a:pt x="250" y="581"/>
                  </a:cubicBezTo>
                  <a:cubicBezTo>
                    <a:pt x="250" y="581"/>
                    <a:pt x="252" y="580"/>
                    <a:pt x="253" y="580"/>
                  </a:cubicBezTo>
                  <a:cubicBezTo>
                    <a:pt x="253" y="581"/>
                    <a:pt x="253" y="580"/>
                    <a:pt x="254" y="579"/>
                  </a:cubicBezTo>
                  <a:cubicBezTo>
                    <a:pt x="254" y="579"/>
                    <a:pt x="255" y="578"/>
                    <a:pt x="255" y="579"/>
                  </a:cubicBezTo>
                  <a:cubicBezTo>
                    <a:pt x="256" y="579"/>
                    <a:pt x="258" y="577"/>
                    <a:pt x="259" y="577"/>
                  </a:cubicBezTo>
                  <a:cubicBezTo>
                    <a:pt x="259" y="576"/>
                    <a:pt x="259" y="575"/>
                    <a:pt x="260" y="575"/>
                  </a:cubicBezTo>
                  <a:cubicBezTo>
                    <a:pt x="261" y="574"/>
                    <a:pt x="263" y="573"/>
                    <a:pt x="263" y="573"/>
                  </a:cubicBezTo>
                  <a:cubicBezTo>
                    <a:pt x="265" y="570"/>
                    <a:pt x="266" y="567"/>
                    <a:pt x="266" y="567"/>
                  </a:cubicBezTo>
                  <a:cubicBezTo>
                    <a:pt x="266" y="567"/>
                    <a:pt x="267" y="566"/>
                    <a:pt x="268" y="565"/>
                  </a:cubicBezTo>
                  <a:cubicBezTo>
                    <a:pt x="269" y="564"/>
                    <a:pt x="269" y="563"/>
                    <a:pt x="270" y="562"/>
                  </a:cubicBezTo>
                  <a:cubicBezTo>
                    <a:pt x="270" y="561"/>
                    <a:pt x="269" y="563"/>
                    <a:pt x="270" y="559"/>
                  </a:cubicBezTo>
                  <a:cubicBezTo>
                    <a:pt x="270" y="556"/>
                    <a:pt x="271" y="558"/>
                    <a:pt x="270" y="555"/>
                  </a:cubicBezTo>
                  <a:cubicBezTo>
                    <a:pt x="270" y="552"/>
                    <a:pt x="271" y="552"/>
                    <a:pt x="268" y="551"/>
                  </a:cubicBezTo>
                  <a:cubicBezTo>
                    <a:pt x="266" y="551"/>
                    <a:pt x="266" y="549"/>
                    <a:pt x="265" y="548"/>
                  </a:cubicBezTo>
                  <a:cubicBezTo>
                    <a:pt x="265" y="548"/>
                    <a:pt x="265" y="548"/>
                    <a:pt x="265" y="548"/>
                  </a:cubicBezTo>
                  <a:cubicBezTo>
                    <a:pt x="265" y="549"/>
                    <a:pt x="265" y="549"/>
                    <a:pt x="265" y="547"/>
                  </a:cubicBezTo>
                  <a:cubicBezTo>
                    <a:pt x="264" y="544"/>
                    <a:pt x="266" y="543"/>
                    <a:pt x="266" y="542"/>
                  </a:cubicBezTo>
                  <a:cubicBezTo>
                    <a:pt x="265" y="540"/>
                    <a:pt x="266" y="537"/>
                    <a:pt x="265" y="537"/>
                  </a:cubicBezTo>
                  <a:cubicBezTo>
                    <a:pt x="264" y="536"/>
                    <a:pt x="265" y="533"/>
                    <a:pt x="263" y="534"/>
                  </a:cubicBezTo>
                  <a:cubicBezTo>
                    <a:pt x="260" y="534"/>
                    <a:pt x="255" y="531"/>
                    <a:pt x="254" y="531"/>
                  </a:cubicBezTo>
                  <a:cubicBezTo>
                    <a:pt x="253" y="530"/>
                    <a:pt x="252" y="529"/>
                    <a:pt x="251" y="528"/>
                  </a:cubicBezTo>
                  <a:cubicBezTo>
                    <a:pt x="251" y="527"/>
                    <a:pt x="250" y="527"/>
                    <a:pt x="251" y="525"/>
                  </a:cubicBezTo>
                  <a:cubicBezTo>
                    <a:pt x="251" y="523"/>
                    <a:pt x="252" y="525"/>
                    <a:pt x="252" y="521"/>
                  </a:cubicBezTo>
                  <a:cubicBezTo>
                    <a:pt x="251" y="517"/>
                    <a:pt x="253" y="516"/>
                    <a:pt x="253" y="515"/>
                  </a:cubicBezTo>
                  <a:cubicBezTo>
                    <a:pt x="252" y="514"/>
                    <a:pt x="252" y="514"/>
                    <a:pt x="252" y="512"/>
                  </a:cubicBezTo>
                  <a:cubicBezTo>
                    <a:pt x="253" y="511"/>
                    <a:pt x="252" y="511"/>
                    <a:pt x="253" y="510"/>
                  </a:cubicBezTo>
                  <a:cubicBezTo>
                    <a:pt x="255" y="508"/>
                    <a:pt x="255" y="508"/>
                    <a:pt x="255" y="506"/>
                  </a:cubicBezTo>
                  <a:cubicBezTo>
                    <a:pt x="254" y="504"/>
                    <a:pt x="254" y="502"/>
                    <a:pt x="255" y="502"/>
                  </a:cubicBezTo>
                  <a:cubicBezTo>
                    <a:pt x="255" y="501"/>
                    <a:pt x="255" y="501"/>
                    <a:pt x="255" y="501"/>
                  </a:cubicBezTo>
                  <a:cubicBezTo>
                    <a:pt x="255" y="501"/>
                    <a:pt x="256" y="506"/>
                    <a:pt x="256" y="508"/>
                  </a:cubicBezTo>
                  <a:cubicBezTo>
                    <a:pt x="255" y="511"/>
                    <a:pt x="255" y="511"/>
                    <a:pt x="255" y="513"/>
                  </a:cubicBezTo>
                  <a:cubicBezTo>
                    <a:pt x="255" y="514"/>
                    <a:pt x="255" y="519"/>
                    <a:pt x="255" y="520"/>
                  </a:cubicBezTo>
                  <a:cubicBezTo>
                    <a:pt x="253" y="524"/>
                    <a:pt x="252" y="524"/>
                    <a:pt x="253" y="525"/>
                  </a:cubicBezTo>
                  <a:cubicBezTo>
                    <a:pt x="254" y="526"/>
                    <a:pt x="255" y="529"/>
                    <a:pt x="257" y="529"/>
                  </a:cubicBezTo>
                  <a:cubicBezTo>
                    <a:pt x="259" y="528"/>
                    <a:pt x="258" y="527"/>
                    <a:pt x="260" y="528"/>
                  </a:cubicBezTo>
                  <a:cubicBezTo>
                    <a:pt x="261" y="529"/>
                    <a:pt x="262" y="529"/>
                    <a:pt x="263" y="529"/>
                  </a:cubicBezTo>
                  <a:cubicBezTo>
                    <a:pt x="264" y="529"/>
                    <a:pt x="265" y="529"/>
                    <a:pt x="265" y="530"/>
                  </a:cubicBezTo>
                  <a:cubicBezTo>
                    <a:pt x="265" y="531"/>
                    <a:pt x="267" y="532"/>
                    <a:pt x="269" y="533"/>
                  </a:cubicBezTo>
                  <a:cubicBezTo>
                    <a:pt x="270" y="534"/>
                    <a:pt x="273" y="534"/>
                    <a:pt x="274" y="534"/>
                  </a:cubicBezTo>
                  <a:cubicBezTo>
                    <a:pt x="276" y="535"/>
                    <a:pt x="276" y="535"/>
                    <a:pt x="277" y="535"/>
                  </a:cubicBezTo>
                  <a:cubicBezTo>
                    <a:pt x="278" y="535"/>
                    <a:pt x="278" y="535"/>
                    <a:pt x="279" y="535"/>
                  </a:cubicBezTo>
                  <a:cubicBezTo>
                    <a:pt x="280" y="535"/>
                    <a:pt x="281" y="535"/>
                    <a:pt x="281" y="535"/>
                  </a:cubicBezTo>
                  <a:cubicBezTo>
                    <a:pt x="282" y="534"/>
                    <a:pt x="282" y="533"/>
                    <a:pt x="284" y="534"/>
                  </a:cubicBezTo>
                  <a:cubicBezTo>
                    <a:pt x="286" y="534"/>
                    <a:pt x="287" y="534"/>
                    <a:pt x="288" y="534"/>
                  </a:cubicBezTo>
                  <a:cubicBezTo>
                    <a:pt x="292" y="536"/>
                    <a:pt x="297" y="534"/>
                    <a:pt x="297" y="534"/>
                  </a:cubicBezTo>
                  <a:cubicBezTo>
                    <a:pt x="297" y="534"/>
                    <a:pt x="299" y="531"/>
                    <a:pt x="300" y="530"/>
                  </a:cubicBezTo>
                  <a:cubicBezTo>
                    <a:pt x="301" y="530"/>
                    <a:pt x="301" y="530"/>
                    <a:pt x="303" y="528"/>
                  </a:cubicBezTo>
                  <a:cubicBezTo>
                    <a:pt x="305" y="525"/>
                    <a:pt x="306" y="522"/>
                    <a:pt x="307" y="522"/>
                  </a:cubicBezTo>
                  <a:cubicBezTo>
                    <a:pt x="308" y="521"/>
                    <a:pt x="308" y="521"/>
                    <a:pt x="310" y="519"/>
                  </a:cubicBezTo>
                  <a:cubicBezTo>
                    <a:pt x="311" y="516"/>
                    <a:pt x="312" y="515"/>
                    <a:pt x="313" y="514"/>
                  </a:cubicBezTo>
                  <a:cubicBezTo>
                    <a:pt x="315" y="513"/>
                    <a:pt x="318" y="511"/>
                    <a:pt x="318" y="511"/>
                  </a:cubicBezTo>
                  <a:cubicBezTo>
                    <a:pt x="318" y="511"/>
                    <a:pt x="319" y="508"/>
                    <a:pt x="319" y="506"/>
                  </a:cubicBezTo>
                  <a:cubicBezTo>
                    <a:pt x="319" y="505"/>
                    <a:pt x="320" y="503"/>
                    <a:pt x="320" y="502"/>
                  </a:cubicBezTo>
                  <a:cubicBezTo>
                    <a:pt x="321" y="501"/>
                    <a:pt x="321" y="500"/>
                    <a:pt x="322" y="499"/>
                  </a:cubicBezTo>
                  <a:cubicBezTo>
                    <a:pt x="322" y="499"/>
                    <a:pt x="322" y="499"/>
                    <a:pt x="323" y="499"/>
                  </a:cubicBezTo>
                  <a:cubicBezTo>
                    <a:pt x="323" y="500"/>
                    <a:pt x="324" y="500"/>
                    <a:pt x="324" y="498"/>
                  </a:cubicBezTo>
                  <a:cubicBezTo>
                    <a:pt x="325" y="498"/>
                    <a:pt x="329" y="495"/>
                    <a:pt x="329" y="495"/>
                  </a:cubicBezTo>
                  <a:cubicBezTo>
                    <a:pt x="329" y="495"/>
                    <a:pt x="330" y="493"/>
                    <a:pt x="332" y="492"/>
                  </a:cubicBezTo>
                  <a:cubicBezTo>
                    <a:pt x="334" y="491"/>
                    <a:pt x="336" y="489"/>
                    <a:pt x="336" y="489"/>
                  </a:cubicBezTo>
                  <a:cubicBezTo>
                    <a:pt x="337" y="489"/>
                    <a:pt x="338" y="488"/>
                    <a:pt x="339" y="487"/>
                  </a:cubicBezTo>
                  <a:cubicBezTo>
                    <a:pt x="340" y="486"/>
                    <a:pt x="342" y="484"/>
                    <a:pt x="342" y="482"/>
                  </a:cubicBezTo>
                  <a:cubicBezTo>
                    <a:pt x="342" y="479"/>
                    <a:pt x="342" y="478"/>
                    <a:pt x="343" y="478"/>
                  </a:cubicBezTo>
                  <a:cubicBezTo>
                    <a:pt x="344" y="477"/>
                    <a:pt x="344" y="478"/>
                    <a:pt x="345" y="474"/>
                  </a:cubicBezTo>
                  <a:cubicBezTo>
                    <a:pt x="346" y="471"/>
                    <a:pt x="345" y="471"/>
                    <a:pt x="347" y="468"/>
                  </a:cubicBezTo>
                  <a:cubicBezTo>
                    <a:pt x="349" y="466"/>
                    <a:pt x="349" y="464"/>
                    <a:pt x="353" y="461"/>
                  </a:cubicBezTo>
                  <a:cubicBezTo>
                    <a:pt x="353" y="461"/>
                    <a:pt x="358" y="454"/>
                    <a:pt x="359" y="453"/>
                  </a:cubicBezTo>
                  <a:cubicBezTo>
                    <a:pt x="360" y="451"/>
                    <a:pt x="360" y="451"/>
                    <a:pt x="360" y="450"/>
                  </a:cubicBezTo>
                  <a:cubicBezTo>
                    <a:pt x="361" y="449"/>
                    <a:pt x="362" y="446"/>
                    <a:pt x="362" y="445"/>
                  </a:cubicBezTo>
                  <a:cubicBezTo>
                    <a:pt x="362" y="443"/>
                    <a:pt x="363" y="439"/>
                    <a:pt x="363" y="438"/>
                  </a:cubicBezTo>
                  <a:cubicBezTo>
                    <a:pt x="362" y="437"/>
                    <a:pt x="363" y="434"/>
                    <a:pt x="363" y="434"/>
                  </a:cubicBezTo>
                  <a:cubicBezTo>
                    <a:pt x="363" y="434"/>
                    <a:pt x="362" y="432"/>
                    <a:pt x="361" y="431"/>
                  </a:cubicBezTo>
                  <a:cubicBezTo>
                    <a:pt x="360" y="429"/>
                    <a:pt x="361" y="429"/>
                    <a:pt x="360" y="427"/>
                  </a:cubicBezTo>
                  <a:cubicBezTo>
                    <a:pt x="359" y="426"/>
                    <a:pt x="358" y="425"/>
                    <a:pt x="359" y="424"/>
                  </a:cubicBezTo>
                  <a:cubicBezTo>
                    <a:pt x="361" y="423"/>
                    <a:pt x="362" y="424"/>
                    <a:pt x="361" y="421"/>
                  </a:cubicBezTo>
                  <a:cubicBezTo>
                    <a:pt x="360" y="419"/>
                    <a:pt x="358" y="417"/>
                    <a:pt x="360" y="417"/>
                  </a:cubicBezTo>
                  <a:cubicBezTo>
                    <a:pt x="361" y="417"/>
                    <a:pt x="362" y="417"/>
                    <a:pt x="363" y="417"/>
                  </a:cubicBezTo>
                  <a:cubicBezTo>
                    <a:pt x="364" y="417"/>
                    <a:pt x="365" y="417"/>
                    <a:pt x="366" y="417"/>
                  </a:cubicBezTo>
                  <a:cubicBezTo>
                    <a:pt x="367" y="417"/>
                    <a:pt x="367" y="417"/>
                    <a:pt x="368" y="416"/>
                  </a:cubicBezTo>
                  <a:cubicBezTo>
                    <a:pt x="368" y="416"/>
                    <a:pt x="368" y="416"/>
                    <a:pt x="368" y="416"/>
                  </a:cubicBezTo>
                  <a:cubicBezTo>
                    <a:pt x="368" y="416"/>
                    <a:pt x="369" y="415"/>
                    <a:pt x="371" y="413"/>
                  </a:cubicBezTo>
                  <a:cubicBezTo>
                    <a:pt x="376" y="408"/>
                    <a:pt x="379" y="407"/>
                    <a:pt x="379" y="407"/>
                  </a:cubicBezTo>
                  <a:cubicBezTo>
                    <a:pt x="382" y="404"/>
                    <a:pt x="381" y="403"/>
                    <a:pt x="382" y="403"/>
                  </a:cubicBezTo>
                  <a:cubicBezTo>
                    <a:pt x="383" y="403"/>
                    <a:pt x="384" y="402"/>
                    <a:pt x="385" y="402"/>
                  </a:cubicBezTo>
                  <a:cubicBezTo>
                    <a:pt x="387" y="402"/>
                    <a:pt x="388" y="401"/>
                    <a:pt x="389" y="401"/>
                  </a:cubicBezTo>
                  <a:cubicBezTo>
                    <a:pt x="389" y="401"/>
                    <a:pt x="391" y="401"/>
                    <a:pt x="392" y="402"/>
                  </a:cubicBezTo>
                  <a:cubicBezTo>
                    <a:pt x="393" y="403"/>
                    <a:pt x="393" y="402"/>
                    <a:pt x="394" y="402"/>
                  </a:cubicBezTo>
                  <a:cubicBezTo>
                    <a:pt x="396" y="402"/>
                    <a:pt x="399" y="401"/>
                    <a:pt x="399" y="401"/>
                  </a:cubicBezTo>
                  <a:cubicBezTo>
                    <a:pt x="399" y="401"/>
                    <a:pt x="394" y="400"/>
                    <a:pt x="396" y="398"/>
                  </a:cubicBezTo>
                  <a:cubicBezTo>
                    <a:pt x="398" y="397"/>
                    <a:pt x="398" y="397"/>
                    <a:pt x="399" y="397"/>
                  </a:cubicBezTo>
                  <a:cubicBezTo>
                    <a:pt x="400" y="397"/>
                    <a:pt x="400" y="397"/>
                    <a:pt x="401" y="397"/>
                  </a:cubicBezTo>
                  <a:cubicBezTo>
                    <a:pt x="404" y="395"/>
                    <a:pt x="405" y="396"/>
                    <a:pt x="406" y="393"/>
                  </a:cubicBezTo>
                  <a:cubicBezTo>
                    <a:pt x="406" y="391"/>
                    <a:pt x="405" y="389"/>
                    <a:pt x="406" y="391"/>
                  </a:cubicBezTo>
                  <a:cubicBezTo>
                    <a:pt x="407" y="392"/>
                    <a:pt x="407" y="392"/>
                    <a:pt x="408" y="392"/>
                  </a:cubicBezTo>
                  <a:cubicBezTo>
                    <a:pt x="409" y="392"/>
                    <a:pt x="409" y="392"/>
                    <a:pt x="409" y="392"/>
                  </a:cubicBezTo>
                  <a:cubicBezTo>
                    <a:pt x="410" y="392"/>
                    <a:pt x="411" y="392"/>
                    <a:pt x="412" y="392"/>
                  </a:cubicBezTo>
                  <a:cubicBezTo>
                    <a:pt x="413" y="392"/>
                    <a:pt x="414" y="391"/>
                    <a:pt x="415" y="391"/>
                  </a:cubicBezTo>
                  <a:cubicBezTo>
                    <a:pt x="415" y="392"/>
                    <a:pt x="416" y="391"/>
                    <a:pt x="416" y="391"/>
                  </a:cubicBezTo>
                  <a:cubicBezTo>
                    <a:pt x="417" y="391"/>
                    <a:pt x="417" y="390"/>
                    <a:pt x="418" y="391"/>
                  </a:cubicBezTo>
                  <a:cubicBezTo>
                    <a:pt x="418" y="391"/>
                    <a:pt x="418" y="391"/>
                    <a:pt x="419" y="391"/>
                  </a:cubicBezTo>
                  <a:cubicBezTo>
                    <a:pt x="419" y="391"/>
                    <a:pt x="420" y="391"/>
                    <a:pt x="420" y="391"/>
                  </a:cubicBezTo>
                  <a:cubicBezTo>
                    <a:pt x="421" y="392"/>
                    <a:pt x="422" y="393"/>
                    <a:pt x="424" y="392"/>
                  </a:cubicBezTo>
                  <a:cubicBezTo>
                    <a:pt x="426" y="391"/>
                    <a:pt x="427" y="389"/>
                    <a:pt x="427" y="390"/>
                  </a:cubicBezTo>
                  <a:cubicBezTo>
                    <a:pt x="428" y="390"/>
                    <a:pt x="429" y="390"/>
                    <a:pt x="429" y="390"/>
                  </a:cubicBezTo>
                  <a:cubicBezTo>
                    <a:pt x="430" y="390"/>
                    <a:pt x="430" y="390"/>
                    <a:pt x="430" y="391"/>
                  </a:cubicBezTo>
                  <a:cubicBezTo>
                    <a:pt x="431" y="391"/>
                    <a:pt x="433" y="391"/>
                    <a:pt x="433" y="389"/>
                  </a:cubicBezTo>
                  <a:cubicBezTo>
                    <a:pt x="434" y="387"/>
                    <a:pt x="434" y="385"/>
                    <a:pt x="435" y="385"/>
                  </a:cubicBezTo>
                  <a:cubicBezTo>
                    <a:pt x="437" y="384"/>
                    <a:pt x="437" y="384"/>
                    <a:pt x="437" y="384"/>
                  </a:cubicBezTo>
                  <a:cubicBezTo>
                    <a:pt x="437" y="384"/>
                    <a:pt x="437" y="384"/>
                    <a:pt x="440" y="382"/>
                  </a:cubicBezTo>
                  <a:cubicBezTo>
                    <a:pt x="444" y="378"/>
                    <a:pt x="445" y="377"/>
                    <a:pt x="445" y="376"/>
                  </a:cubicBezTo>
                  <a:cubicBezTo>
                    <a:pt x="445" y="375"/>
                    <a:pt x="444" y="371"/>
                    <a:pt x="445" y="370"/>
                  </a:cubicBezTo>
                  <a:cubicBezTo>
                    <a:pt x="447" y="368"/>
                    <a:pt x="449" y="367"/>
                    <a:pt x="449" y="365"/>
                  </a:cubicBezTo>
                  <a:cubicBezTo>
                    <a:pt x="450" y="363"/>
                    <a:pt x="450" y="364"/>
                    <a:pt x="453" y="359"/>
                  </a:cubicBezTo>
                  <a:cubicBezTo>
                    <a:pt x="456" y="355"/>
                    <a:pt x="455" y="355"/>
                    <a:pt x="456" y="354"/>
                  </a:cubicBezTo>
                  <a:cubicBezTo>
                    <a:pt x="457" y="353"/>
                    <a:pt x="457" y="354"/>
                    <a:pt x="457" y="354"/>
                  </a:cubicBezTo>
                  <a:cubicBezTo>
                    <a:pt x="458" y="355"/>
                    <a:pt x="458" y="356"/>
                    <a:pt x="458" y="351"/>
                  </a:cubicBezTo>
                  <a:cubicBezTo>
                    <a:pt x="458" y="342"/>
                    <a:pt x="459" y="343"/>
                    <a:pt x="459" y="341"/>
                  </a:cubicBezTo>
                  <a:cubicBezTo>
                    <a:pt x="458" y="339"/>
                    <a:pt x="458" y="339"/>
                    <a:pt x="458" y="338"/>
                  </a:cubicBezTo>
                  <a:cubicBezTo>
                    <a:pt x="459" y="337"/>
                    <a:pt x="458" y="336"/>
                    <a:pt x="460" y="335"/>
                  </a:cubicBezTo>
                  <a:cubicBezTo>
                    <a:pt x="462" y="334"/>
                    <a:pt x="463" y="333"/>
                    <a:pt x="463" y="332"/>
                  </a:cubicBezTo>
                  <a:cubicBezTo>
                    <a:pt x="464" y="332"/>
                    <a:pt x="465" y="329"/>
                    <a:pt x="465" y="328"/>
                  </a:cubicBezTo>
                  <a:cubicBezTo>
                    <a:pt x="465" y="327"/>
                    <a:pt x="466" y="323"/>
                    <a:pt x="465" y="322"/>
                  </a:cubicBezTo>
                  <a:cubicBezTo>
                    <a:pt x="464" y="320"/>
                    <a:pt x="465" y="318"/>
                    <a:pt x="465" y="317"/>
                  </a:cubicBezTo>
                  <a:cubicBezTo>
                    <a:pt x="467" y="313"/>
                    <a:pt x="467" y="314"/>
                    <a:pt x="467" y="312"/>
                  </a:cubicBezTo>
                  <a:cubicBezTo>
                    <a:pt x="467" y="310"/>
                    <a:pt x="465" y="307"/>
                    <a:pt x="465" y="305"/>
                  </a:cubicBezTo>
                  <a:cubicBezTo>
                    <a:pt x="465" y="303"/>
                    <a:pt x="467" y="299"/>
                    <a:pt x="466" y="298"/>
                  </a:cubicBezTo>
                  <a:cubicBezTo>
                    <a:pt x="466" y="296"/>
                    <a:pt x="467" y="295"/>
                    <a:pt x="466" y="293"/>
                  </a:cubicBezTo>
                  <a:cubicBezTo>
                    <a:pt x="466" y="290"/>
                    <a:pt x="466" y="289"/>
                    <a:pt x="466" y="288"/>
                  </a:cubicBezTo>
                  <a:cubicBezTo>
                    <a:pt x="466" y="287"/>
                    <a:pt x="467" y="287"/>
                    <a:pt x="466" y="284"/>
                  </a:cubicBezTo>
                  <a:cubicBezTo>
                    <a:pt x="465" y="282"/>
                    <a:pt x="462" y="281"/>
                    <a:pt x="465" y="280"/>
                  </a:cubicBezTo>
                  <a:cubicBezTo>
                    <a:pt x="467" y="279"/>
                    <a:pt x="464" y="280"/>
                    <a:pt x="467" y="279"/>
                  </a:cubicBezTo>
                  <a:cubicBezTo>
                    <a:pt x="470" y="279"/>
                    <a:pt x="472" y="279"/>
                    <a:pt x="469" y="278"/>
                  </a:cubicBezTo>
                  <a:cubicBezTo>
                    <a:pt x="467" y="277"/>
                    <a:pt x="465" y="277"/>
                    <a:pt x="465" y="277"/>
                  </a:cubicBezTo>
                  <a:cubicBezTo>
                    <a:pt x="465" y="277"/>
                    <a:pt x="465" y="276"/>
                    <a:pt x="468" y="276"/>
                  </a:cubicBezTo>
                  <a:cubicBezTo>
                    <a:pt x="470" y="276"/>
                    <a:pt x="469" y="275"/>
                    <a:pt x="471" y="276"/>
                  </a:cubicBezTo>
                  <a:cubicBezTo>
                    <a:pt x="473" y="276"/>
                    <a:pt x="471" y="278"/>
                    <a:pt x="473" y="276"/>
                  </a:cubicBezTo>
                  <a:cubicBezTo>
                    <a:pt x="476" y="275"/>
                    <a:pt x="478" y="274"/>
                    <a:pt x="478" y="272"/>
                  </a:cubicBezTo>
                  <a:cubicBezTo>
                    <a:pt x="478" y="270"/>
                    <a:pt x="480" y="268"/>
                    <a:pt x="480" y="268"/>
                  </a:cubicBezTo>
                  <a:cubicBezTo>
                    <a:pt x="481" y="267"/>
                    <a:pt x="481" y="265"/>
                    <a:pt x="481" y="265"/>
                  </a:cubicBezTo>
                  <a:cubicBezTo>
                    <a:pt x="481" y="265"/>
                    <a:pt x="482" y="264"/>
                    <a:pt x="482" y="263"/>
                  </a:cubicBezTo>
                  <a:cubicBezTo>
                    <a:pt x="482" y="262"/>
                    <a:pt x="482" y="260"/>
                    <a:pt x="483" y="260"/>
                  </a:cubicBezTo>
                  <a:cubicBezTo>
                    <a:pt x="484" y="259"/>
                    <a:pt x="484" y="260"/>
                    <a:pt x="486" y="257"/>
                  </a:cubicBezTo>
                  <a:cubicBezTo>
                    <a:pt x="488" y="254"/>
                    <a:pt x="495" y="248"/>
                    <a:pt x="497" y="247"/>
                  </a:cubicBezTo>
                  <a:cubicBezTo>
                    <a:pt x="499" y="245"/>
                    <a:pt x="500" y="246"/>
                    <a:pt x="501" y="243"/>
                  </a:cubicBezTo>
                  <a:cubicBezTo>
                    <a:pt x="502" y="241"/>
                    <a:pt x="503" y="241"/>
                    <a:pt x="504" y="239"/>
                  </a:cubicBezTo>
                  <a:cubicBezTo>
                    <a:pt x="506" y="237"/>
                    <a:pt x="506" y="237"/>
                    <a:pt x="507" y="236"/>
                  </a:cubicBezTo>
                  <a:cubicBezTo>
                    <a:pt x="507" y="235"/>
                    <a:pt x="508" y="233"/>
                    <a:pt x="508" y="232"/>
                  </a:cubicBezTo>
                  <a:cubicBezTo>
                    <a:pt x="509" y="231"/>
                    <a:pt x="510" y="229"/>
                    <a:pt x="510" y="227"/>
                  </a:cubicBezTo>
                  <a:cubicBezTo>
                    <a:pt x="510" y="226"/>
                    <a:pt x="510" y="224"/>
                    <a:pt x="510" y="223"/>
                  </a:cubicBezTo>
                  <a:cubicBezTo>
                    <a:pt x="510" y="222"/>
                    <a:pt x="510" y="222"/>
                    <a:pt x="510" y="220"/>
                  </a:cubicBezTo>
                  <a:cubicBezTo>
                    <a:pt x="509" y="218"/>
                    <a:pt x="508" y="216"/>
                    <a:pt x="509" y="215"/>
                  </a:cubicBezTo>
                  <a:cubicBezTo>
                    <a:pt x="510" y="214"/>
                    <a:pt x="511" y="212"/>
                    <a:pt x="510" y="210"/>
                  </a:cubicBezTo>
                  <a:moveTo>
                    <a:pt x="335" y="480"/>
                  </a:moveTo>
                  <a:cubicBezTo>
                    <a:pt x="334" y="486"/>
                    <a:pt x="335" y="486"/>
                    <a:pt x="332" y="488"/>
                  </a:cubicBezTo>
                  <a:cubicBezTo>
                    <a:pt x="331" y="489"/>
                    <a:pt x="331" y="488"/>
                    <a:pt x="331" y="488"/>
                  </a:cubicBezTo>
                  <a:cubicBezTo>
                    <a:pt x="331" y="487"/>
                    <a:pt x="332" y="486"/>
                    <a:pt x="330" y="490"/>
                  </a:cubicBezTo>
                  <a:cubicBezTo>
                    <a:pt x="326" y="495"/>
                    <a:pt x="329" y="492"/>
                    <a:pt x="326" y="495"/>
                  </a:cubicBezTo>
                  <a:cubicBezTo>
                    <a:pt x="325" y="497"/>
                    <a:pt x="324" y="497"/>
                    <a:pt x="324" y="498"/>
                  </a:cubicBezTo>
                  <a:cubicBezTo>
                    <a:pt x="323" y="497"/>
                    <a:pt x="323" y="497"/>
                    <a:pt x="323" y="497"/>
                  </a:cubicBezTo>
                  <a:cubicBezTo>
                    <a:pt x="323" y="492"/>
                    <a:pt x="324" y="491"/>
                    <a:pt x="324" y="491"/>
                  </a:cubicBezTo>
                  <a:cubicBezTo>
                    <a:pt x="324" y="491"/>
                    <a:pt x="326" y="490"/>
                    <a:pt x="327" y="490"/>
                  </a:cubicBezTo>
                  <a:cubicBezTo>
                    <a:pt x="328" y="489"/>
                    <a:pt x="328" y="489"/>
                    <a:pt x="329" y="486"/>
                  </a:cubicBezTo>
                  <a:cubicBezTo>
                    <a:pt x="330" y="483"/>
                    <a:pt x="331" y="482"/>
                    <a:pt x="332" y="481"/>
                  </a:cubicBezTo>
                  <a:cubicBezTo>
                    <a:pt x="333" y="480"/>
                    <a:pt x="336" y="475"/>
                    <a:pt x="335" y="480"/>
                  </a:cubicBezTo>
                </a:path>
              </a:pathLst>
            </a:custGeom>
            <a:solidFill>
              <a:schemeClr val="bg1">
                <a:lumMod val="85000"/>
              </a:schemeClr>
            </a:solidFill>
            <a:ln>
              <a:noFill/>
            </a:ln>
          </p:spPr>
          <p:txBody>
            <a:bodyPr anchor="ctr"/>
            <a:lstStyle/>
            <a:p>
              <a:pPr algn="ctr"/>
              <a:endParaRPr/>
            </a:p>
          </p:txBody>
        </p:sp>
        <p:sp>
          <p:nvSpPr>
            <p:cNvPr id="73" name="í$liḋé"/>
            <p:cNvSpPr/>
            <p:nvPr/>
          </p:nvSpPr>
          <p:spPr bwMode="auto">
            <a:xfrm>
              <a:off x="4975226" y="2895600"/>
              <a:ext cx="14288" cy="15875"/>
            </a:xfrm>
            <a:custGeom>
              <a:avLst/>
              <a:gdLst>
                <a:gd name="T0" fmla="*/ 5 w 9"/>
                <a:gd name="T1" fmla="*/ 9 h 10"/>
                <a:gd name="T2" fmla="*/ 9 w 9"/>
                <a:gd name="T3" fmla="*/ 7 h 10"/>
                <a:gd name="T4" fmla="*/ 6 w 9"/>
                <a:gd name="T5" fmla="*/ 2 h 10"/>
                <a:gd name="T6" fmla="*/ 2 w 9"/>
                <a:gd name="T7" fmla="*/ 7 h 10"/>
                <a:gd name="T8" fmla="*/ 2 w 9"/>
                <a:gd name="T9" fmla="*/ 9 h 10"/>
                <a:gd name="T10" fmla="*/ 5 w 9"/>
                <a:gd name="T11" fmla="*/ 9 h 10"/>
              </a:gdLst>
              <a:ahLst/>
              <a:cxnLst>
                <a:cxn ang="0">
                  <a:pos x="T0" y="T1"/>
                </a:cxn>
                <a:cxn ang="0">
                  <a:pos x="T2" y="T3"/>
                </a:cxn>
                <a:cxn ang="0">
                  <a:pos x="T4" y="T5"/>
                </a:cxn>
                <a:cxn ang="0">
                  <a:pos x="T6" y="T7"/>
                </a:cxn>
                <a:cxn ang="0">
                  <a:pos x="T8" y="T9"/>
                </a:cxn>
                <a:cxn ang="0">
                  <a:pos x="T10" y="T11"/>
                </a:cxn>
              </a:cxnLst>
              <a:rect l="0" t="0" r="r" b="b"/>
              <a:pathLst>
                <a:path w="9" h="10">
                  <a:moveTo>
                    <a:pt x="5" y="9"/>
                  </a:moveTo>
                  <a:cubicBezTo>
                    <a:pt x="8" y="9"/>
                    <a:pt x="9" y="10"/>
                    <a:pt x="9" y="7"/>
                  </a:cubicBezTo>
                  <a:cubicBezTo>
                    <a:pt x="9" y="3"/>
                    <a:pt x="8" y="0"/>
                    <a:pt x="6" y="2"/>
                  </a:cubicBezTo>
                  <a:cubicBezTo>
                    <a:pt x="4" y="3"/>
                    <a:pt x="3" y="5"/>
                    <a:pt x="2" y="7"/>
                  </a:cubicBezTo>
                  <a:cubicBezTo>
                    <a:pt x="1" y="8"/>
                    <a:pt x="0" y="9"/>
                    <a:pt x="2" y="9"/>
                  </a:cubicBezTo>
                  <a:cubicBezTo>
                    <a:pt x="4" y="9"/>
                    <a:pt x="3" y="9"/>
                    <a:pt x="5" y="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4" name="iŝḻîde"/>
            <p:cNvSpPr/>
            <p:nvPr/>
          </p:nvSpPr>
          <p:spPr bwMode="auto">
            <a:xfrm>
              <a:off x="5789614" y="2417763"/>
              <a:ext cx="901700" cy="1236663"/>
            </a:xfrm>
            <a:custGeom>
              <a:avLst/>
              <a:gdLst>
                <a:gd name="T0" fmla="*/ 512 w 555"/>
                <a:gd name="T1" fmla="*/ 358 h 762"/>
                <a:gd name="T2" fmla="*/ 121 w 555"/>
                <a:gd name="T3" fmla="*/ 762 h 762"/>
                <a:gd name="T4" fmla="*/ 43 w 555"/>
                <a:gd name="T5" fmla="*/ 205 h 762"/>
                <a:gd name="T6" fmla="*/ 355 w 555"/>
                <a:gd name="T7" fmla="*/ 42 h 762"/>
                <a:gd name="T8" fmla="*/ 512 w 555"/>
                <a:gd name="T9" fmla="*/ 358 h 762"/>
              </a:gdLst>
              <a:ahLst/>
              <a:cxnLst>
                <a:cxn ang="0">
                  <a:pos x="T0" y="T1"/>
                </a:cxn>
                <a:cxn ang="0">
                  <a:pos x="T2" y="T3"/>
                </a:cxn>
                <a:cxn ang="0">
                  <a:pos x="T4" y="T5"/>
                </a:cxn>
                <a:cxn ang="0">
                  <a:pos x="T6" y="T7"/>
                </a:cxn>
                <a:cxn ang="0">
                  <a:pos x="T8" y="T9"/>
                </a:cxn>
              </a:cxnLst>
              <a:rect l="0" t="0" r="r" b="b"/>
              <a:pathLst>
                <a:path w="555" h="762">
                  <a:moveTo>
                    <a:pt x="512" y="358"/>
                  </a:moveTo>
                  <a:cubicBezTo>
                    <a:pt x="469" y="490"/>
                    <a:pt x="121" y="762"/>
                    <a:pt x="121" y="762"/>
                  </a:cubicBezTo>
                  <a:cubicBezTo>
                    <a:pt x="121" y="762"/>
                    <a:pt x="0" y="337"/>
                    <a:pt x="43" y="205"/>
                  </a:cubicBezTo>
                  <a:cubicBezTo>
                    <a:pt x="86" y="73"/>
                    <a:pt x="226" y="0"/>
                    <a:pt x="355" y="42"/>
                  </a:cubicBezTo>
                  <a:cubicBezTo>
                    <a:pt x="485" y="84"/>
                    <a:pt x="555" y="226"/>
                    <a:pt x="512" y="358"/>
                  </a:cubicBezTo>
                </a:path>
              </a:pathLst>
            </a:custGeom>
            <a:solidFill>
              <a:srgbClr val="3ABAB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5" name="íšļiḑê"/>
            <p:cNvSpPr/>
            <p:nvPr/>
          </p:nvSpPr>
          <p:spPr bwMode="auto">
            <a:xfrm>
              <a:off x="6034089" y="2643188"/>
              <a:ext cx="422275" cy="428625"/>
            </a:xfrm>
            <a:custGeom>
              <a:avLst/>
              <a:gdLst>
                <a:gd name="T0" fmla="*/ 240 w 260"/>
                <a:gd name="T1" fmla="*/ 168 h 264"/>
                <a:gd name="T2" fmla="*/ 94 w 260"/>
                <a:gd name="T3" fmla="*/ 244 h 264"/>
                <a:gd name="T4" fmla="*/ 20 w 260"/>
                <a:gd name="T5" fmla="*/ 96 h 264"/>
                <a:gd name="T6" fmla="*/ 167 w 260"/>
                <a:gd name="T7" fmla="*/ 20 h 264"/>
                <a:gd name="T8" fmla="*/ 240 w 260"/>
                <a:gd name="T9" fmla="*/ 168 h 264"/>
              </a:gdLst>
              <a:ahLst/>
              <a:cxnLst>
                <a:cxn ang="0">
                  <a:pos x="T0" y="T1"/>
                </a:cxn>
                <a:cxn ang="0">
                  <a:pos x="T2" y="T3"/>
                </a:cxn>
                <a:cxn ang="0">
                  <a:pos x="T4" y="T5"/>
                </a:cxn>
                <a:cxn ang="0">
                  <a:pos x="T6" y="T7"/>
                </a:cxn>
                <a:cxn ang="0">
                  <a:pos x="T8" y="T9"/>
                </a:cxn>
              </a:cxnLst>
              <a:rect l="0" t="0" r="r" b="b"/>
              <a:pathLst>
                <a:path w="260" h="264">
                  <a:moveTo>
                    <a:pt x="240" y="168"/>
                  </a:moveTo>
                  <a:cubicBezTo>
                    <a:pt x="220" y="230"/>
                    <a:pt x="154" y="264"/>
                    <a:pt x="94" y="244"/>
                  </a:cubicBezTo>
                  <a:cubicBezTo>
                    <a:pt x="33" y="224"/>
                    <a:pt x="0" y="158"/>
                    <a:pt x="20" y="96"/>
                  </a:cubicBezTo>
                  <a:cubicBezTo>
                    <a:pt x="40" y="34"/>
                    <a:pt x="106" y="0"/>
                    <a:pt x="167" y="20"/>
                  </a:cubicBezTo>
                  <a:cubicBezTo>
                    <a:pt x="227" y="39"/>
                    <a:pt x="260" y="106"/>
                    <a:pt x="240" y="16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6" name="iṣḷîďe"/>
            <p:cNvSpPr/>
            <p:nvPr/>
          </p:nvSpPr>
          <p:spPr bwMode="auto">
            <a:xfrm>
              <a:off x="5875339" y="2513013"/>
              <a:ext cx="698500" cy="476250"/>
            </a:xfrm>
            <a:custGeom>
              <a:avLst/>
              <a:gdLst>
                <a:gd name="T0" fmla="*/ 222 w 430"/>
                <a:gd name="T1" fmla="*/ 0 h 293"/>
                <a:gd name="T2" fmla="*/ 16 w 430"/>
                <a:gd name="T3" fmla="*/ 152 h 293"/>
                <a:gd name="T4" fmla="*/ 17 w 430"/>
                <a:gd name="T5" fmla="*/ 293 h 293"/>
                <a:gd name="T6" fmla="*/ 24 w 430"/>
                <a:gd name="T7" fmla="*/ 180 h 293"/>
                <a:gd name="T8" fmla="*/ 230 w 430"/>
                <a:gd name="T9" fmla="*/ 28 h 293"/>
                <a:gd name="T10" fmla="*/ 295 w 430"/>
                <a:gd name="T11" fmla="*/ 39 h 293"/>
                <a:gd name="T12" fmla="*/ 430 w 430"/>
                <a:gd name="T13" fmla="*/ 172 h 293"/>
                <a:gd name="T14" fmla="*/ 287 w 430"/>
                <a:gd name="T15" fmla="*/ 11 h 293"/>
                <a:gd name="T16" fmla="*/ 222 w 430"/>
                <a:gd name="T17"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0" h="293">
                  <a:moveTo>
                    <a:pt x="222" y="0"/>
                  </a:moveTo>
                  <a:cubicBezTo>
                    <a:pt x="131" y="0"/>
                    <a:pt x="46" y="60"/>
                    <a:pt x="16" y="152"/>
                  </a:cubicBezTo>
                  <a:cubicBezTo>
                    <a:pt x="0" y="200"/>
                    <a:pt x="2" y="249"/>
                    <a:pt x="17" y="293"/>
                  </a:cubicBezTo>
                  <a:cubicBezTo>
                    <a:pt x="10" y="256"/>
                    <a:pt x="11" y="218"/>
                    <a:pt x="24" y="180"/>
                  </a:cubicBezTo>
                  <a:cubicBezTo>
                    <a:pt x="54" y="88"/>
                    <a:pt x="139" y="28"/>
                    <a:pt x="230" y="28"/>
                  </a:cubicBezTo>
                  <a:cubicBezTo>
                    <a:pt x="251" y="28"/>
                    <a:pt x="273" y="32"/>
                    <a:pt x="295" y="39"/>
                  </a:cubicBezTo>
                  <a:cubicBezTo>
                    <a:pt x="360" y="60"/>
                    <a:pt x="409" y="111"/>
                    <a:pt x="430" y="172"/>
                  </a:cubicBezTo>
                  <a:cubicBezTo>
                    <a:pt x="415" y="99"/>
                    <a:pt x="363" y="35"/>
                    <a:pt x="287" y="11"/>
                  </a:cubicBezTo>
                  <a:cubicBezTo>
                    <a:pt x="265" y="4"/>
                    <a:pt x="244" y="0"/>
                    <a:pt x="222" y="0"/>
                  </a:cubicBezTo>
                </a:path>
              </a:pathLst>
            </a:custGeom>
            <a:solidFill>
              <a:srgbClr val="60C6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7" name="ïşľíḑé"/>
            <p:cNvSpPr/>
            <p:nvPr/>
          </p:nvSpPr>
          <p:spPr bwMode="auto">
            <a:xfrm>
              <a:off x="6621464" y="2994025"/>
              <a:ext cx="1588" cy="4763"/>
            </a:xfrm>
            <a:custGeom>
              <a:avLst/>
              <a:gdLst>
                <a:gd name="T0" fmla="*/ 1 w 1"/>
                <a:gd name="T1" fmla="*/ 0 h 3"/>
                <a:gd name="T2" fmla="*/ 0 w 1"/>
                <a:gd name="T3" fmla="*/ 3 h 3"/>
                <a:gd name="T4" fmla="*/ 1 w 1"/>
                <a:gd name="T5" fmla="*/ 0 h 3"/>
              </a:gdLst>
              <a:ahLst/>
              <a:cxnLst>
                <a:cxn ang="0">
                  <a:pos x="T0" y="T1"/>
                </a:cxn>
                <a:cxn ang="0">
                  <a:pos x="T2" y="T3"/>
                </a:cxn>
                <a:cxn ang="0">
                  <a:pos x="T4" y="T5"/>
                </a:cxn>
              </a:cxnLst>
              <a:rect l="0" t="0" r="r" b="b"/>
              <a:pathLst>
                <a:path w="1" h="3">
                  <a:moveTo>
                    <a:pt x="1" y="0"/>
                  </a:moveTo>
                  <a:cubicBezTo>
                    <a:pt x="0" y="1"/>
                    <a:pt x="0" y="2"/>
                    <a:pt x="0" y="3"/>
                  </a:cubicBezTo>
                  <a:cubicBezTo>
                    <a:pt x="0" y="2"/>
                    <a:pt x="0" y="1"/>
                    <a:pt x="1" y="0"/>
                  </a:cubicBezTo>
                </a:path>
              </a:pathLst>
            </a:custGeom>
            <a:solidFill>
              <a:srgbClr val="D8DAD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8" name="íŝḷïďe"/>
            <p:cNvSpPr/>
            <p:nvPr/>
          </p:nvSpPr>
          <p:spPr bwMode="auto">
            <a:xfrm>
              <a:off x="5945189" y="2963863"/>
              <a:ext cx="685800" cy="690563"/>
            </a:xfrm>
            <a:custGeom>
              <a:avLst/>
              <a:gdLst>
                <a:gd name="T0" fmla="*/ 422 w 422"/>
                <a:gd name="T1" fmla="*/ 0 h 425"/>
                <a:gd name="T2" fmla="*/ 349 w 422"/>
                <a:gd name="T3" fmla="*/ 94 h 425"/>
                <a:gd name="T4" fmla="*/ 94 w 422"/>
                <a:gd name="T5" fmla="*/ 266 h 425"/>
                <a:gd name="T6" fmla="*/ 0 w 422"/>
                <a:gd name="T7" fmla="*/ 315 h 425"/>
                <a:gd name="T8" fmla="*/ 25 w 422"/>
                <a:gd name="T9" fmla="*/ 425 h 425"/>
                <a:gd name="T10" fmla="*/ 416 w 422"/>
                <a:gd name="T11" fmla="*/ 21 h 425"/>
                <a:gd name="T12" fmla="*/ 416 w 422"/>
                <a:gd name="T13" fmla="*/ 21 h 425"/>
                <a:gd name="T14" fmla="*/ 417 w 422"/>
                <a:gd name="T15" fmla="*/ 18 h 425"/>
                <a:gd name="T16" fmla="*/ 422 w 422"/>
                <a:gd name="T17" fmla="*/ 0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2" h="425">
                  <a:moveTo>
                    <a:pt x="422" y="0"/>
                  </a:moveTo>
                  <a:cubicBezTo>
                    <a:pt x="401" y="33"/>
                    <a:pt x="376" y="65"/>
                    <a:pt x="349" y="94"/>
                  </a:cubicBezTo>
                  <a:cubicBezTo>
                    <a:pt x="274" y="174"/>
                    <a:pt x="189" y="213"/>
                    <a:pt x="94" y="266"/>
                  </a:cubicBezTo>
                  <a:cubicBezTo>
                    <a:pt x="63" y="284"/>
                    <a:pt x="32" y="300"/>
                    <a:pt x="0" y="315"/>
                  </a:cubicBezTo>
                  <a:cubicBezTo>
                    <a:pt x="14" y="380"/>
                    <a:pt x="25" y="425"/>
                    <a:pt x="25" y="425"/>
                  </a:cubicBezTo>
                  <a:cubicBezTo>
                    <a:pt x="25" y="425"/>
                    <a:pt x="373" y="153"/>
                    <a:pt x="416" y="21"/>
                  </a:cubicBezTo>
                  <a:cubicBezTo>
                    <a:pt x="416" y="21"/>
                    <a:pt x="416" y="21"/>
                    <a:pt x="416" y="21"/>
                  </a:cubicBezTo>
                  <a:cubicBezTo>
                    <a:pt x="416" y="20"/>
                    <a:pt x="416" y="19"/>
                    <a:pt x="417" y="18"/>
                  </a:cubicBezTo>
                  <a:cubicBezTo>
                    <a:pt x="419" y="12"/>
                    <a:pt x="420" y="6"/>
                    <a:pt x="422" y="0"/>
                  </a:cubicBezTo>
                </a:path>
              </a:pathLst>
            </a:custGeom>
            <a:solidFill>
              <a:srgbClr val="3AA3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1" name="ïŝḷiḍè"/>
            <p:cNvSpPr/>
            <p:nvPr/>
          </p:nvSpPr>
          <p:spPr bwMode="auto">
            <a:xfrm>
              <a:off x="7005639" y="1973263"/>
              <a:ext cx="336550" cy="514350"/>
            </a:xfrm>
            <a:custGeom>
              <a:avLst/>
              <a:gdLst>
                <a:gd name="T0" fmla="*/ 206 w 207"/>
                <a:gd name="T1" fmla="*/ 105 h 317"/>
                <a:gd name="T2" fmla="*/ 105 w 207"/>
                <a:gd name="T3" fmla="*/ 317 h 317"/>
                <a:gd name="T4" fmla="*/ 0 w 207"/>
                <a:gd name="T5" fmla="*/ 106 h 317"/>
                <a:gd name="T6" fmla="*/ 103 w 207"/>
                <a:gd name="T7" fmla="*/ 1 h 317"/>
                <a:gd name="T8" fmla="*/ 206 w 207"/>
                <a:gd name="T9" fmla="*/ 105 h 317"/>
              </a:gdLst>
              <a:ahLst/>
              <a:cxnLst>
                <a:cxn ang="0">
                  <a:pos x="T0" y="T1"/>
                </a:cxn>
                <a:cxn ang="0">
                  <a:pos x="T2" y="T3"/>
                </a:cxn>
                <a:cxn ang="0">
                  <a:pos x="T4" y="T5"/>
                </a:cxn>
                <a:cxn ang="0">
                  <a:pos x="T6" y="T7"/>
                </a:cxn>
                <a:cxn ang="0">
                  <a:pos x="T8" y="T9"/>
                </a:cxn>
              </a:cxnLst>
              <a:rect l="0" t="0" r="r" b="b"/>
              <a:pathLst>
                <a:path w="207" h="317">
                  <a:moveTo>
                    <a:pt x="206" y="105"/>
                  </a:moveTo>
                  <a:cubicBezTo>
                    <a:pt x="207" y="163"/>
                    <a:pt x="105" y="317"/>
                    <a:pt x="105" y="317"/>
                  </a:cubicBezTo>
                  <a:cubicBezTo>
                    <a:pt x="105" y="317"/>
                    <a:pt x="1" y="164"/>
                    <a:pt x="0" y="106"/>
                  </a:cubicBezTo>
                  <a:cubicBezTo>
                    <a:pt x="0" y="49"/>
                    <a:pt x="46" y="1"/>
                    <a:pt x="103" y="1"/>
                  </a:cubicBezTo>
                  <a:cubicBezTo>
                    <a:pt x="159" y="0"/>
                    <a:pt x="206" y="47"/>
                    <a:pt x="206" y="105"/>
                  </a:cubicBezTo>
                </a:path>
              </a:pathLst>
            </a:custGeom>
            <a:solidFill>
              <a:srgbClr val="3ABAB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2" name="ïs1îdê"/>
            <p:cNvSpPr/>
            <p:nvPr/>
          </p:nvSpPr>
          <p:spPr bwMode="auto">
            <a:xfrm>
              <a:off x="7094539" y="2057400"/>
              <a:ext cx="158750" cy="160338"/>
            </a:xfrm>
            <a:custGeom>
              <a:avLst/>
              <a:gdLst>
                <a:gd name="T0" fmla="*/ 97 w 97"/>
                <a:gd name="T1" fmla="*/ 49 h 99"/>
                <a:gd name="T2" fmla="*/ 49 w 97"/>
                <a:gd name="T3" fmla="*/ 98 h 99"/>
                <a:gd name="T4" fmla="*/ 0 w 97"/>
                <a:gd name="T5" fmla="*/ 49 h 99"/>
                <a:gd name="T6" fmla="*/ 48 w 97"/>
                <a:gd name="T7" fmla="*/ 0 h 99"/>
                <a:gd name="T8" fmla="*/ 97 w 97"/>
                <a:gd name="T9" fmla="*/ 49 h 99"/>
              </a:gdLst>
              <a:ahLst/>
              <a:cxnLst>
                <a:cxn ang="0">
                  <a:pos x="T0" y="T1"/>
                </a:cxn>
                <a:cxn ang="0">
                  <a:pos x="T2" y="T3"/>
                </a:cxn>
                <a:cxn ang="0">
                  <a:pos x="T4" y="T5"/>
                </a:cxn>
                <a:cxn ang="0">
                  <a:pos x="T6" y="T7"/>
                </a:cxn>
                <a:cxn ang="0">
                  <a:pos x="T8" y="T9"/>
                </a:cxn>
              </a:cxnLst>
              <a:rect l="0" t="0" r="r" b="b"/>
              <a:pathLst>
                <a:path w="97" h="99">
                  <a:moveTo>
                    <a:pt x="97" y="49"/>
                  </a:moveTo>
                  <a:cubicBezTo>
                    <a:pt x="97" y="76"/>
                    <a:pt x="75" y="98"/>
                    <a:pt x="49" y="98"/>
                  </a:cubicBezTo>
                  <a:cubicBezTo>
                    <a:pt x="22" y="99"/>
                    <a:pt x="0" y="77"/>
                    <a:pt x="0" y="49"/>
                  </a:cubicBezTo>
                  <a:cubicBezTo>
                    <a:pt x="0" y="22"/>
                    <a:pt x="21" y="0"/>
                    <a:pt x="48" y="0"/>
                  </a:cubicBezTo>
                  <a:cubicBezTo>
                    <a:pt x="75" y="0"/>
                    <a:pt x="96" y="22"/>
                    <a:pt x="97" y="4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3" name="işļiḋé"/>
            <p:cNvSpPr/>
            <p:nvPr/>
          </p:nvSpPr>
          <p:spPr bwMode="auto">
            <a:xfrm>
              <a:off x="7023101" y="1995488"/>
              <a:ext cx="271463" cy="238125"/>
            </a:xfrm>
            <a:custGeom>
              <a:avLst/>
              <a:gdLst>
                <a:gd name="T0" fmla="*/ 90 w 167"/>
                <a:gd name="T1" fmla="*/ 0 h 147"/>
                <a:gd name="T2" fmla="*/ 89 w 167"/>
                <a:gd name="T3" fmla="*/ 0 h 147"/>
                <a:gd name="T4" fmla="*/ 0 w 167"/>
                <a:gd name="T5" fmla="*/ 91 h 147"/>
                <a:gd name="T6" fmla="*/ 19 w 167"/>
                <a:gd name="T7" fmla="*/ 147 h 147"/>
                <a:gd name="T8" fmla="*/ 7 w 167"/>
                <a:gd name="T9" fmla="*/ 102 h 147"/>
                <a:gd name="T10" fmla="*/ 96 w 167"/>
                <a:gd name="T11" fmla="*/ 10 h 147"/>
                <a:gd name="T12" fmla="*/ 96 w 167"/>
                <a:gd name="T13" fmla="*/ 10 h 147"/>
                <a:gd name="T14" fmla="*/ 167 w 167"/>
                <a:gd name="T15" fmla="*/ 45 h 147"/>
                <a:gd name="T16" fmla="*/ 90 w 167"/>
                <a:gd name="T17"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 h="147">
                  <a:moveTo>
                    <a:pt x="90" y="0"/>
                  </a:moveTo>
                  <a:cubicBezTo>
                    <a:pt x="89" y="0"/>
                    <a:pt x="89" y="0"/>
                    <a:pt x="89" y="0"/>
                  </a:cubicBezTo>
                  <a:cubicBezTo>
                    <a:pt x="40" y="0"/>
                    <a:pt x="0" y="41"/>
                    <a:pt x="0" y="91"/>
                  </a:cubicBezTo>
                  <a:cubicBezTo>
                    <a:pt x="0" y="112"/>
                    <a:pt x="7" y="132"/>
                    <a:pt x="19" y="147"/>
                  </a:cubicBezTo>
                  <a:cubicBezTo>
                    <a:pt x="12" y="134"/>
                    <a:pt x="7" y="118"/>
                    <a:pt x="7" y="102"/>
                  </a:cubicBezTo>
                  <a:cubicBezTo>
                    <a:pt x="7" y="51"/>
                    <a:pt x="46" y="10"/>
                    <a:pt x="96" y="10"/>
                  </a:cubicBezTo>
                  <a:cubicBezTo>
                    <a:pt x="96" y="10"/>
                    <a:pt x="96" y="10"/>
                    <a:pt x="96" y="10"/>
                  </a:cubicBezTo>
                  <a:cubicBezTo>
                    <a:pt x="125" y="10"/>
                    <a:pt x="151" y="24"/>
                    <a:pt x="167" y="45"/>
                  </a:cubicBezTo>
                  <a:cubicBezTo>
                    <a:pt x="151" y="18"/>
                    <a:pt x="123" y="0"/>
                    <a:pt x="90" y="0"/>
                  </a:cubicBezTo>
                </a:path>
              </a:pathLst>
            </a:custGeom>
            <a:solidFill>
              <a:srgbClr val="60C6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4" name="íšliḍe"/>
            <p:cNvSpPr/>
            <p:nvPr/>
          </p:nvSpPr>
          <p:spPr bwMode="auto">
            <a:xfrm>
              <a:off x="7135814" y="2128838"/>
              <a:ext cx="204788" cy="358775"/>
            </a:xfrm>
            <a:custGeom>
              <a:avLst/>
              <a:gdLst>
                <a:gd name="T0" fmla="*/ 126 w 126"/>
                <a:gd name="T1" fmla="*/ 0 h 221"/>
                <a:gd name="T2" fmla="*/ 109 w 126"/>
                <a:gd name="T3" fmla="*/ 47 h 221"/>
                <a:gd name="T4" fmla="*/ 31 w 126"/>
                <a:gd name="T5" fmla="*/ 149 h 221"/>
                <a:gd name="T6" fmla="*/ 0 w 126"/>
                <a:gd name="T7" fmla="*/ 181 h 221"/>
                <a:gd name="T8" fmla="*/ 25 w 126"/>
                <a:gd name="T9" fmla="*/ 221 h 221"/>
                <a:gd name="T10" fmla="*/ 126 w 126"/>
                <a:gd name="T11" fmla="*/ 9 h 221"/>
                <a:gd name="T12" fmla="*/ 126 w 126"/>
                <a:gd name="T13" fmla="*/ 9 h 221"/>
                <a:gd name="T14" fmla="*/ 126 w 126"/>
                <a:gd name="T15" fmla="*/ 9 h 221"/>
                <a:gd name="T16" fmla="*/ 126 w 126"/>
                <a:gd name="T17"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6" h="221">
                  <a:moveTo>
                    <a:pt x="126" y="0"/>
                  </a:moveTo>
                  <a:cubicBezTo>
                    <a:pt x="122" y="16"/>
                    <a:pt x="116" y="32"/>
                    <a:pt x="109" y="47"/>
                  </a:cubicBezTo>
                  <a:cubicBezTo>
                    <a:pt x="90" y="88"/>
                    <a:pt x="61" y="115"/>
                    <a:pt x="31" y="149"/>
                  </a:cubicBezTo>
                  <a:cubicBezTo>
                    <a:pt x="21" y="160"/>
                    <a:pt x="11" y="171"/>
                    <a:pt x="0" y="181"/>
                  </a:cubicBezTo>
                  <a:cubicBezTo>
                    <a:pt x="14" y="205"/>
                    <a:pt x="25" y="221"/>
                    <a:pt x="25" y="221"/>
                  </a:cubicBezTo>
                  <a:cubicBezTo>
                    <a:pt x="25" y="221"/>
                    <a:pt x="126" y="68"/>
                    <a:pt x="126" y="9"/>
                  </a:cubicBezTo>
                  <a:cubicBezTo>
                    <a:pt x="126" y="9"/>
                    <a:pt x="126" y="9"/>
                    <a:pt x="126" y="9"/>
                  </a:cubicBezTo>
                  <a:cubicBezTo>
                    <a:pt x="126" y="9"/>
                    <a:pt x="126" y="9"/>
                    <a:pt x="126" y="9"/>
                  </a:cubicBezTo>
                  <a:cubicBezTo>
                    <a:pt x="126" y="6"/>
                    <a:pt x="126" y="3"/>
                    <a:pt x="126" y="0"/>
                  </a:cubicBezTo>
                </a:path>
              </a:pathLst>
            </a:custGeom>
            <a:solidFill>
              <a:srgbClr val="3AA3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5" name="iš1íḍè"/>
            <p:cNvSpPr/>
            <p:nvPr/>
          </p:nvSpPr>
          <p:spPr bwMode="auto">
            <a:xfrm>
              <a:off x="4156076" y="1838325"/>
              <a:ext cx="336550" cy="512763"/>
            </a:xfrm>
            <a:custGeom>
              <a:avLst/>
              <a:gdLst>
                <a:gd name="T0" fmla="*/ 206 w 207"/>
                <a:gd name="T1" fmla="*/ 104 h 316"/>
                <a:gd name="T2" fmla="*/ 105 w 207"/>
                <a:gd name="T3" fmla="*/ 316 h 316"/>
                <a:gd name="T4" fmla="*/ 1 w 207"/>
                <a:gd name="T5" fmla="*/ 106 h 316"/>
                <a:gd name="T6" fmla="*/ 103 w 207"/>
                <a:gd name="T7" fmla="*/ 0 h 316"/>
                <a:gd name="T8" fmla="*/ 206 w 207"/>
                <a:gd name="T9" fmla="*/ 104 h 316"/>
              </a:gdLst>
              <a:ahLst/>
              <a:cxnLst>
                <a:cxn ang="0">
                  <a:pos x="T0" y="T1"/>
                </a:cxn>
                <a:cxn ang="0">
                  <a:pos x="T2" y="T3"/>
                </a:cxn>
                <a:cxn ang="0">
                  <a:pos x="T4" y="T5"/>
                </a:cxn>
                <a:cxn ang="0">
                  <a:pos x="T6" y="T7"/>
                </a:cxn>
                <a:cxn ang="0">
                  <a:pos x="T8" y="T9"/>
                </a:cxn>
              </a:cxnLst>
              <a:rect l="0" t="0" r="r" b="b"/>
              <a:pathLst>
                <a:path w="207" h="316">
                  <a:moveTo>
                    <a:pt x="206" y="104"/>
                  </a:moveTo>
                  <a:cubicBezTo>
                    <a:pt x="207" y="162"/>
                    <a:pt x="105" y="316"/>
                    <a:pt x="105" y="316"/>
                  </a:cubicBezTo>
                  <a:cubicBezTo>
                    <a:pt x="105" y="316"/>
                    <a:pt x="1" y="164"/>
                    <a:pt x="1" y="106"/>
                  </a:cubicBezTo>
                  <a:cubicBezTo>
                    <a:pt x="0" y="48"/>
                    <a:pt x="46" y="1"/>
                    <a:pt x="103" y="0"/>
                  </a:cubicBezTo>
                  <a:cubicBezTo>
                    <a:pt x="160" y="0"/>
                    <a:pt x="206" y="46"/>
                    <a:pt x="206" y="104"/>
                  </a:cubicBezTo>
                </a:path>
              </a:pathLst>
            </a:custGeom>
            <a:solidFill>
              <a:srgbClr val="3ABAB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6" name="íṥḻíḋê"/>
            <p:cNvSpPr/>
            <p:nvPr/>
          </p:nvSpPr>
          <p:spPr bwMode="auto">
            <a:xfrm>
              <a:off x="4244976" y="1920875"/>
              <a:ext cx="157163" cy="160338"/>
            </a:xfrm>
            <a:custGeom>
              <a:avLst/>
              <a:gdLst>
                <a:gd name="T0" fmla="*/ 97 w 97"/>
                <a:gd name="T1" fmla="*/ 49 h 99"/>
                <a:gd name="T2" fmla="*/ 49 w 97"/>
                <a:gd name="T3" fmla="*/ 99 h 99"/>
                <a:gd name="T4" fmla="*/ 0 w 97"/>
                <a:gd name="T5" fmla="*/ 50 h 99"/>
                <a:gd name="T6" fmla="*/ 48 w 97"/>
                <a:gd name="T7" fmla="*/ 0 h 99"/>
                <a:gd name="T8" fmla="*/ 97 w 97"/>
                <a:gd name="T9" fmla="*/ 49 h 99"/>
              </a:gdLst>
              <a:ahLst/>
              <a:cxnLst>
                <a:cxn ang="0">
                  <a:pos x="T0" y="T1"/>
                </a:cxn>
                <a:cxn ang="0">
                  <a:pos x="T2" y="T3"/>
                </a:cxn>
                <a:cxn ang="0">
                  <a:pos x="T4" y="T5"/>
                </a:cxn>
                <a:cxn ang="0">
                  <a:pos x="T6" y="T7"/>
                </a:cxn>
                <a:cxn ang="0">
                  <a:pos x="T8" y="T9"/>
                </a:cxn>
              </a:cxnLst>
              <a:rect l="0" t="0" r="r" b="b"/>
              <a:pathLst>
                <a:path w="97" h="99">
                  <a:moveTo>
                    <a:pt x="97" y="49"/>
                  </a:moveTo>
                  <a:cubicBezTo>
                    <a:pt x="97" y="76"/>
                    <a:pt x="76" y="99"/>
                    <a:pt x="49" y="99"/>
                  </a:cubicBezTo>
                  <a:cubicBezTo>
                    <a:pt x="22" y="99"/>
                    <a:pt x="0" y="77"/>
                    <a:pt x="0" y="50"/>
                  </a:cubicBezTo>
                  <a:cubicBezTo>
                    <a:pt x="0" y="23"/>
                    <a:pt x="21" y="0"/>
                    <a:pt x="48" y="0"/>
                  </a:cubicBezTo>
                  <a:cubicBezTo>
                    <a:pt x="75" y="0"/>
                    <a:pt x="97" y="22"/>
                    <a:pt x="97" y="4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7" name="iSlíḓê"/>
            <p:cNvSpPr/>
            <p:nvPr/>
          </p:nvSpPr>
          <p:spPr bwMode="auto">
            <a:xfrm>
              <a:off x="4173539" y="1858963"/>
              <a:ext cx="271463" cy="238125"/>
            </a:xfrm>
            <a:custGeom>
              <a:avLst/>
              <a:gdLst>
                <a:gd name="T0" fmla="*/ 90 w 167"/>
                <a:gd name="T1" fmla="*/ 0 h 147"/>
                <a:gd name="T2" fmla="*/ 89 w 167"/>
                <a:gd name="T3" fmla="*/ 0 h 147"/>
                <a:gd name="T4" fmla="*/ 1 w 167"/>
                <a:gd name="T5" fmla="*/ 92 h 147"/>
                <a:gd name="T6" fmla="*/ 19 w 167"/>
                <a:gd name="T7" fmla="*/ 147 h 147"/>
                <a:gd name="T8" fmla="*/ 7 w 167"/>
                <a:gd name="T9" fmla="*/ 102 h 147"/>
                <a:gd name="T10" fmla="*/ 96 w 167"/>
                <a:gd name="T11" fmla="*/ 10 h 147"/>
                <a:gd name="T12" fmla="*/ 97 w 167"/>
                <a:gd name="T13" fmla="*/ 10 h 147"/>
                <a:gd name="T14" fmla="*/ 167 w 167"/>
                <a:gd name="T15" fmla="*/ 45 h 147"/>
                <a:gd name="T16" fmla="*/ 90 w 167"/>
                <a:gd name="T17"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 h="147">
                  <a:moveTo>
                    <a:pt x="90" y="0"/>
                  </a:moveTo>
                  <a:cubicBezTo>
                    <a:pt x="90" y="0"/>
                    <a:pt x="90" y="0"/>
                    <a:pt x="89" y="0"/>
                  </a:cubicBezTo>
                  <a:cubicBezTo>
                    <a:pt x="40" y="0"/>
                    <a:pt x="0" y="41"/>
                    <a:pt x="1" y="92"/>
                  </a:cubicBezTo>
                  <a:cubicBezTo>
                    <a:pt x="1" y="113"/>
                    <a:pt x="8" y="132"/>
                    <a:pt x="19" y="147"/>
                  </a:cubicBezTo>
                  <a:cubicBezTo>
                    <a:pt x="12" y="134"/>
                    <a:pt x="7" y="118"/>
                    <a:pt x="7" y="102"/>
                  </a:cubicBezTo>
                  <a:cubicBezTo>
                    <a:pt x="7" y="52"/>
                    <a:pt x="47" y="10"/>
                    <a:pt x="96" y="10"/>
                  </a:cubicBezTo>
                  <a:cubicBezTo>
                    <a:pt x="96" y="10"/>
                    <a:pt x="96" y="10"/>
                    <a:pt x="97" y="10"/>
                  </a:cubicBezTo>
                  <a:cubicBezTo>
                    <a:pt x="125" y="10"/>
                    <a:pt x="151" y="24"/>
                    <a:pt x="167" y="45"/>
                  </a:cubicBezTo>
                  <a:cubicBezTo>
                    <a:pt x="152" y="18"/>
                    <a:pt x="123" y="0"/>
                    <a:pt x="90" y="0"/>
                  </a:cubicBezTo>
                </a:path>
              </a:pathLst>
            </a:custGeom>
            <a:solidFill>
              <a:srgbClr val="60C6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8" name="iSḻídé"/>
            <p:cNvSpPr/>
            <p:nvPr/>
          </p:nvSpPr>
          <p:spPr bwMode="auto">
            <a:xfrm>
              <a:off x="4286251" y="1992313"/>
              <a:ext cx="204788" cy="358775"/>
            </a:xfrm>
            <a:custGeom>
              <a:avLst/>
              <a:gdLst>
                <a:gd name="T0" fmla="*/ 126 w 126"/>
                <a:gd name="T1" fmla="*/ 0 h 221"/>
                <a:gd name="T2" fmla="*/ 109 w 126"/>
                <a:gd name="T3" fmla="*/ 47 h 221"/>
                <a:gd name="T4" fmla="*/ 31 w 126"/>
                <a:gd name="T5" fmla="*/ 149 h 221"/>
                <a:gd name="T6" fmla="*/ 0 w 126"/>
                <a:gd name="T7" fmla="*/ 181 h 221"/>
                <a:gd name="T8" fmla="*/ 25 w 126"/>
                <a:gd name="T9" fmla="*/ 221 h 221"/>
                <a:gd name="T10" fmla="*/ 126 w 126"/>
                <a:gd name="T11" fmla="*/ 10 h 221"/>
                <a:gd name="T12" fmla="*/ 126 w 126"/>
                <a:gd name="T13" fmla="*/ 9 h 221"/>
                <a:gd name="T14" fmla="*/ 126 w 126"/>
                <a:gd name="T15" fmla="*/ 9 h 221"/>
                <a:gd name="T16" fmla="*/ 126 w 126"/>
                <a:gd name="T17"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6" h="221">
                  <a:moveTo>
                    <a:pt x="126" y="0"/>
                  </a:moveTo>
                  <a:cubicBezTo>
                    <a:pt x="122" y="16"/>
                    <a:pt x="116" y="32"/>
                    <a:pt x="109" y="47"/>
                  </a:cubicBezTo>
                  <a:cubicBezTo>
                    <a:pt x="90" y="89"/>
                    <a:pt x="62" y="115"/>
                    <a:pt x="31" y="149"/>
                  </a:cubicBezTo>
                  <a:cubicBezTo>
                    <a:pt x="21" y="160"/>
                    <a:pt x="11" y="171"/>
                    <a:pt x="0" y="181"/>
                  </a:cubicBezTo>
                  <a:cubicBezTo>
                    <a:pt x="15" y="205"/>
                    <a:pt x="25" y="221"/>
                    <a:pt x="25" y="221"/>
                  </a:cubicBezTo>
                  <a:cubicBezTo>
                    <a:pt x="25" y="221"/>
                    <a:pt x="126" y="68"/>
                    <a:pt x="126" y="10"/>
                  </a:cubicBezTo>
                  <a:cubicBezTo>
                    <a:pt x="126" y="10"/>
                    <a:pt x="126" y="9"/>
                    <a:pt x="126" y="9"/>
                  </a:cubicBezTo>
                  <a:cubicBezTo>
                    <a:pt x="126" y="9"/>
                    <a:pt x="126" y="9"/>
                    <a:pt x="126" y="9"/>
                  </a:cubicBezTo>
                  <a:cubicBezTo>
                    <a:pt x="126" y="6"/>
                    <a:pt x="126" y="3"/>
                    <a:pt x="126" y="0"/>
                  </a:cubicBezTo>
                </a:path>
              </a:pathLst>
            </a:custGeom>
            <a:solidFill>
              <a:srgbClr val="3AA3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89" name="i$ľiḍe"/>
            <p:cNvSpPr/>
            <p:nvPr/>
          </p:nvSpPr>
          <p:spPr bwMode="auto">
            <a:xfrm>
              <a:off x="8532814" y="1360488"/>
              <a:ext cx="274638" cy="419100"/>
            </a:xfrm>
            <a:custGeom>
              <a:avLst/>
              <a:gdLst>
                <a:gd name="T0" fmla="*/ 168 w 169"/>
                <a:gd name="T1" fmla="*/ 86 h 258"/>
                <a:gd name="T2" fmla="*/ 86 w 169"/>
                <a:gd name="T3" fmla="*/ 258 h 258"/>
                <a:gd name="T4" fmla="*/ 1 w 169"/>
                <a:gd name="T5" fmla="*/ 87 h 258"/>
                <a:gd name="T6" fmla="*/ 84 w 169"/>
                <a:gd name="T7" fmla="*/ 1 h 258"/>
                <a:gd name="T8" fmla="*/ 168 w 169"/>
                <a:gd name="T9" fmla="*/ 86 h 258"/>
              </a:gdLst>
              <a:ahLst/>
              <a:cxnLst>
                <a:cxn ang="0">
                  <a:pos x="T0" y="T1"/>
                </a:cxn>
                <a:cxn ang="0">
                  <a:pos x="T2" y="T3"/>
                </a:cxn>
                <a:cxn ang="0">
                  <a:pos x="T4" y="T5"/>
                </a:cxn>
                <a:cxn ang="0">
                  <a:pos x="T6" y="T7"/>
                </a:cxn>
                <a:cxn ang="0">
                  <a:pos x="T8" y="T9"/>
                </a:cxn>
              </a:cxnLst>
              <a:rect l="0" t="0" r="r" b="b"/>
              <a:pathLst>
                <a:path w="169" h="258">
                  <a:moveTo>
                    <a:pt x="168" y="86"/>
                  </a:moveTo>
                  <a:cubicBezTo>
                    <a:pt x="169" y="133"/>
                    <a:pt x="86" y="258"/>
                    <a:pt x="86" y="258"/>
                  </a:cubicBezTo>
                  <a:cubicBezTo>
                    <a:pt x="86" y="258"/>
                    <a:pt x="1" y="134"/>
                    <a:pt x="1" y="87"/>
                  </a:cubicBezTo>
                  <a:cubicBezTo>
                    <a:pt x="0" y="39"/>
                    <a:pt x="38" y="1"/>
                    <a:pt x="84" y="1"/>
                  </a:cubicBezTo>
                  <a:cubicBezTo>
                    <a:pt x="130" y="0"/>
                    <a:pt x="168" y="38"/>
                    <a:pt x="168" y="86"/>
                  </a:cubicBezTo>
                </a:path>
              </a:pathLst>
            </a:custGeom>
            <a:solidFill>
              <a:srgbClr val="3ABAB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0" name="ïšlîďé"/>
            <p:cNvSpPr/>
            <p:nvPr/>
          </p:nvSpPr>
          <p:spPr bwMode="auto">
            <a:xfrm>
              <a:off x="8605839" y="1428750"/>
              <a:ext cx="128588" cy="131763"/>
            </a:xfrm>
            <a:custGeom>
              <a:avLst/>
              <a:gdLst>
                <a:gd name="T0" fmla="*/ 79 w 79"/>
                <a:gd name="T1" fmla="*/ 40 h 81"/>
                <a:gd name="T2" fmla="*/ 40 w 79"/>
                <a:gd name="T3" fmla="*/ 81 h 81"/>
                <a:gd name="T4" fmla="*/ 0 w 79"/>
                <a:gd name="T5" fmla="*/ 41 h 81"/>
                <a:gd name="T6" fmla="*/ 39 w 79"/>
                <a:gd name="T7" fmla="*/ 0 h 81"/>
                <a:gd name="T8" fmla="*/ 79 w 79"/>
                <a:gd name="T9" fmla="*/ 40 h 81"/>
              </a:gdLst>
              <a:ahLst/>
              <a:cxnLst>
                <a:cxn ang="0">
                  <a:pos x="T0" y="T1"/>
                </a:cxn>
                <a:cxn ang="0">
                  <a:pos x="T2" y="T3"/>
                </a:cxn>
                <a:cxn ang="0">
                  <a:pos x="T4" y="T5"/>
                </a:cxn>
                <a:cxn ang="0">
                  <a:pos x="T6" y="T7"/>
                </a:cxn>
                <a:cxn ang="0">
                  <a:pos x="T8" y="T9"/>
                </a:cxn>
              </a:cxnLst>
              <a:rect l="0" t="0" r="r" b="b"/>
              <a:pathLst>
                <a:path w="79" h="81">
                  <a:moveTo>
                    <a:pt x="79" y="40"/>
                  </a:moveTo>
                  <a:cubicBezTo>
                    <a:pt x="79" y="62"/>
                    <a:pt x="61" y="80"/>
                    <a:pt x="40" y="81"/>
                  </a:cubicBezTo>
                  <a:cubicBezTo>
                    <a:pt x="18" y="81"/>
                    <a:pt x="0" y="63"/>
                    <a:pt x="0" y="41"/>
                  </a:cubicBezTo>
                  <a:cubicBezTo>
                    <a:pt x="0" y="18"/>
                    <a:pt x="17" y="0"/>
                    <a:pt x="39" y="0"/>
                  </a:cubicBezTo>
                  <a:cubicBezTo>
                    <a:pt x="61" y="0"/>
                    <a:pt x="79" y="18"/>
                    <a:pt x="79" y="4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1" name="íṩļîḋé"/>
            <p:cNvSpPr/>
            <p:nvPr/>
          </p:nvSpPr>
          <p:spPr bwMode="auto">
            <a:xfrm>
              <a:off x="8548689" y="1377950"/>
              <a:ext cx="220663" cy="195263"/>
            </a:xfrm>
            <a:custGeom>
              <a:avLst/>
              <a:gdLst>
                <a:gd name="T0" fmla="*/ 73 w 136"/>
                <a:gd name="T1" fmla="*/ 0 h 120"/>
                <a:gd name="T2" fmla="*/ 73 w 136"/>
                <a:gd name="T3" fmla="*/ 0 h 120"/>
                <a:gd name="T4" fmla="*/ 1 w 136"/>
                <a:gd name="T5" fmla="*/ 75 h 120"/>
                <a:gd name="T6" fmla="*/ 16 w 136"/>
                <a:gd name="T7" fmla="*/ 120 h 120"/>
                <a:gd name="T8" fmla="*/ 6 w 136"/>
                <a:gd name="T9" fmla="*/ 83 h 120"/>
                <a:gd name="T10" fmla="*/ 78 w 136"/>
                <a:gd name="T11" fmla="*/ 8 h 120"/>
                <a:gd name="T12" fmla="*/ 79 w 136"/>
                <a:gd name="T13" fmla="*/ 8 h 120"/>
                <a:gd name="T14" fmla="*/ 136 w 136"/>
                <a:gd name="T15" fmla="*/ 37 h 120"/>
                <a:gd name="T16" fmla="*/ 73 w 136"/>
                <a:gd name="T1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 h="120">
                  <a:moveTo>
                    <a:pt x="73" y="0"/>
                  </a:moveTo>
                  <a:cubicBezTo>
                    <a:pt x="73" y="0"/>
                    <a:pt x="73" y="0"/>
                    <a:pt x="73" y="0"/>
                  </a:cubicBezTo>
                  <a:cubicBezTo>
                    <a:pt x="33" y="0"/>
                    <a:pt x="0" y="34"/>
                    <a:pt x="1" y="75"/>
                  </a:cubicBezTo>
                  <a:cubicBezTo>
                    <a:pt x="1" y="92"/>
                    <a:pt x="6" y="108"/>
                    <a:pt x="16" y="120"/>
                  </a:cubicBezTo>
                  <a:cubicBezTo>
                    <a:pt x="10" y="109"/>
                    <a:pt x="6" y="97"/>
                    <a:pt x="6" y="83"/>
                  </a:cubicBezTo>
                  <a:cubicBezTo>
                    <a:pt x="6" y="42"/>
                    <a:pt x="38" y="9"/>
                    <a:pt x="78" y="8"/>
                  </a:cubicBezTo>
                  <a:cubicBezTo>
                    <a:pt x="79" y="8"/>
                    <a:pt x="79" y="8"/>
                    <a:pt x="79" y="8"/>
                  </a:cubicBezTo>
                  <a:cubicBezTo>
                    <a:pt x="102" y="8"/>
                    <a:pt x="123" y="20"/>
                    <a:pt x="136" y="37"/>
                  </a:cubicBezTo>
                  <a:cubicBezTo>
                    <a:pt x="124" y="15"/>
                    <a:pt x="100" y="0"/>
                    <a:pt x="73" y="0"/>
                  </a:cubicBezTo>
                </a:path>
              </a:pathLst>
            </a:custGeom>
            <a:solidFill>
              <a:srgbClr val="60C6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2" name="ïṧḷîďè"/>
            <p:cNvSpPr/>
            <p:nvPr/>
          </p:nvSpPr>
          <p:spPr bwMode="auto">
            <a:xfrm>
              <a:off x="8805864" y="1498600"/>
              <a:ext cx="1588" cy="1588"/>
            </a:xfrm>
            <a:prstGeom prst="ellipse">
              <a:avLst/>
            </a:prstGeom>
            <a:solidFill>
              <a:srgbClr val="D8DAD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3" name="ís1íďè"/>
            <p:cNvSpPr/>
            <p:nvPr/>
          </p:nvSpPr>
          <p:spPr bwMode="auto">
            <a:xfrm>
              <a:off x="8640764" y="1487488"/>
              <a:ext cx="165100" cy="292100"/>
            </a:xfrm>
            <a:custGeom>
              <a:avLst/>
              <a:gdLst>
                <a:gd name="T0" fmla="*/ 102 w 102"/>
                <a:gd name="T1" fmla="*/ 0 h 180"/>
                <a:gd name="T2" fmla="*/ 88 w 102"/>
                <a:gd name="T3" fmla="*/ 38 h 180"/>
                <a:gd name="T4" fmla="*/ 25 w 102"/>
                <a:gd name="T5" fmla="*/ 121 h 180"/>
                <a:gd name="T6" fmla="*/ 0 w 102"/>
                <a:gd name="T7" fmla="*/ 147 h 180"/>
                <a:gd name="T8" fmla="*/ 20 w 102"/>
                <a:gd name="T9" fmla="*/ 180 h 180"/>
                <a:gd name="T10" fmla="*/ 102 w 102"/>
                <a:gd name="T11" fmla="*/ 8 h 180"/>
                <a:gd name="T12" fmla="*/ 102 w 102"/>
                <a:gd name="T13" fmla="*/ 8 h 180"/>
                <a:gd name="T14" fmla="*/ 102 w 102"/>
                <a:gd name="T15" fmla="*/ 7 h 180"/>
                <a:gd name="T16" fmla="*/ 102 w 102"/>
                <a:gd name="T17" fmla="*/ 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180">
                  <a:moveTo>
                    <a:pt x="102" y="0"/>
                  </a:moveTo>
                  <a:cubicBezTo>
                    <a:pt x="99" y="13"/>
                    <a:pt x="94" y="26"/>
                    <a:pt x="88" y="38"/>
                  </a:cubicBezTo>
                  <a:cubicBezTo>
                    <a:pt x="73" y="72"/>
                    <a:pt x="50" y="94"/>
                    <a:pt x="25" y="121"/>
                  </a:cubicBezTo>
                  <a:cubicBezTo>
                    <a:pt x="17" y="130"/>
                    <a:pt x="8" y="139"/>
                    <a:pt x="0" y="147"/>
                  </a:cubicBezTo>
                  <a:cubicBezTo>
                    <a:pt x="11" y="167"/>
                    <a:pt x="20" y="180"/>
                    <a:pt x="20" y="180"/>
                  </a:cubicBezTo>
                  <a:cubicBezTo>
                    <a:pt x="20" y="180"/>
                    <a:pt x="102" y="55"/>
                    <a:pt x="102" y="8"/>
                  </a:cubicBezTo>
                  <a:cubicBezTo>
                    <a:pt x="102" y="8"/>
                    <a:pt x="102" y="8"/>
                    <a:pt x="102" y="8"/>
                  </a:cubicBezTo>
                  <a:cubicBezTo>
                    <a:pt x="102" y="7"/>
                    <a:pt x="102" y="7"/>
                    <a:pt x="102" y="7"/>
                  </a:cubicBezTo>
                  <a:cubicBezTo>
                    <a:pt x="102" y="5"/>
                    <a:pt x="102" y="2"/>
                    <a:pt x="102" y="0"/>
                  </a:cubicBezTo>
                </a:path>
              </a:pathLst>
            </a:custGeom>
            <a:solidFill>
              <a:srgbClr val="3AA3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4" name="íṧḻîḍè"/>
            <p:cNvSpPr/>
            <p:nvPr/>
          </p:nvSpPr>
          <p:spPr bwMode="auto">
            <a:xfrm>
              <a:off x="8178801" y="2786063"/>
              <a:ext cx="273050" cy="415925"/>
            </a:xfrm>
            <a:custGeom>
              <a:avLst/>
              <a:gdLst>
                <a:gd name="T0" fmla="*/ 168 w 168"/>
                <a:gd name="T1" fmla="*/ 85 h 257"/>
                <a:gd name="T2" fmla="*/ 85 w 168"/>
                <a:gd name="T3" fmla="*/ 257 h 257"/>
                <a:gd name="T4" fmla="*/ 0 w 168"/>
                <a:gd name="T5" fmla="*/ 86 h 257"/>
                <a:gd name="T6" fmla="*/ 83 w 168"/>
                <a:gd name="T7" fmla="*/ 0 h 257"/>
                <a:gd name="T8" fmla="*/ 168 w 168"/>
                <a:gd name="T9" fmla="*/ 85 h 257"/>
              </a:gdLst>
              <a:ahLst/>
              <a:cxnLst>
                <a:cxn ang="0">
                  <a:pos x="T0" y="T1"/>
                </a:cxn>
                <a:cxn ang="0">
                  <a:pos x="T2" y="T3"/>
                </a:cxn>
                <a:cxn ang="0">
                  <a:pos x="T4" y="T5"/>
                </a:cxn>
                <a:cxn ang="0">
                  <a:pos x="T6" y="T7"/>
                </a:cxn>
                <a:cxn ang="0">
                  <a:pos x="T8" y="T9"/>
                </a:cxn>
              </a:cxnLst>
              <a:rect l="0" t="0" r="r" b="b"/>
              <a:pathLst>
                <a:path w="168" h="257">
                  <a:moveTo>
                    <a:pt x="168" y="85"/>
                  </a:moveTo>
                  <a:cubicBezTo>
                    <a:pt x="168" y="132"/>
                    <a:pt x="85" y="257"/>
                    <a:pt x="85" y="257"/>
                  </a:cubicBezTo>
                  <a:cubicBezTo>
                    <a:pt x="85" y="257"/>
                    <a:pt x="0" y="133"/>
                    <a:pt x="0" y="86"/>
                  </a:cubicBezTo>
                  <a:cubicBezTo>
                    <a:pt x="0" y="39"/>
                    <a:pt x="37" y="0"/>
                    <a:pt x="83" y="0"/>
                  </a:cubicBezTo>
                  <a:cubicBezTo>
                    <a:pt x="129" y="0"/>
                    <a:pt x="167" y="38"/>
                    <a:pt x="168" y="85"/>
                  </a:cubicBezTo>
                </a:path>
              </a:pathLst>
            </a:custGeom>
            <a:solidFill>
              <a:srgbClr val="3ABAB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5" name="i$1ïḑè"/>
            <p:cNvSpPr/>
            <p:nvPr/>
          </p:nvSpPr>
          <p:spPr bwMode="auto">
            <a:xfrm>
              <a:off x="8250239" y="2852738"/>
              <a:ext cx="128588" cy="130175"/>
            </a:xfrm>
            <a:custGeom>
              <a:avLst/>
              <a:gdLst>
                <a:gd name="T0" fmla="*/ 79 w 79"/>
                <a:gd name="T1" fmla="*/ 41 h 81"/>
                <a:gd name="T2" fmla="*/ 40 w 79"/>
                <a:gd name="T3" fmla="*/ 81 h 81"/>
                <a:gd name="T4" fmla="*/ 0 w 79"/>
                <a:gd name="T5" fmla="*/ 41 h 81"/>
                <a:gd name="T6" fmla="*/ 39 w 79"/>
                <a:gd name="T7" fmla="*/ 1 h 81"/>
                <a:gd name="T8" fmla="*/ 79 w 79"/>
                <a:gd name="T9" fmla="*/ 41 h 81"/>
              </a:gdLst>
              <a:ahLst/>
              <a:cxnLst>
                <a:cxn ang="0">
                  <a:pos x="T0" y="T1"/>
                </a:cxn>
                <a:cxn ang="0">
                  <a:pos x="T2" y="T3"/>
                </a:cxn>
                <a:cxn ang="0">
                  <a:pos x="T4" y="T5"/>
                </a:cxn>
                <a:cxn ang="0">
                  <a:pos x="T6" y="T7"/>
                </a:cxn>
                <a:cxn ang="0">
                  <a:pos x="T8" y="T9"/>
                </a:cxn>
              </a:cxnLst>
              <a:rect l="0" t="0" r="r" b="b"/>
              <a:pathLst>
                <a:path w="79" h="81">
                  <a:moveTo>
                    <a:pt x="79" y="41"/>
                  </a:moveTo>
                  <a:cubicBezTo>
                    <a:pt x="79" y="63"/>
                    <a:pt x="62" y="81"/>
                    <a:pt x="40" y="81"/>
                  </a:cubicBezTo>
                  <a:cubicBezTo>
                    <a:pt x="18" y="81"/>
                    <a:pt x="0" y="63"/>
                    <a:pt x="0" y="41"/>
                  </a:cubicBezTo>
                  <a:cubicBezTo>
                    <a:pt x="0" y="19"/>
                    <a:pt x="18" y="1"/>
                    <a:pt x="39" y="1"/>
                  </a:cubicBezTo>
                  <a:cubicBezTo>
                    <a:pt x="61" y="0"/>
                    <a:pt x="79" y="18"/>
                    <a:pt x="79" y="4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6" name="îṣ1îďè"/>
            <p:cNvSpPr/>
            <p:nvPr/>
          </p:nvSpPr>
          <p:spPr bwMode="auto">
            <a:xfrm>
              <a:off x="8193089" y="2803525"/>
              <a:ext cx="222250" cy="195263"/>
            </a:xfrm>
            <a:custGeom>
              <a:avLst/>
              <a:gdLst>
                <a:gd name="T0" fmla="*/ 73 w 136"/>
                <a:gd name="T1" fmla="*/ 0 h 120"/>
                <a:gd name="T2" fmla="*/ 72 w 136"/>
                <a:gd name="T3" fmla="*/ 0 h 120"/>
                <a:gd name="T4" fmla="*/ 0 w 136"/>
                <a:gd name="T5" fmla="*/ 74 h 120"/>
                <a:gd name="T6" fmla="*/ 15 w 136"/>
                <a:gd name="T7" fmla="*/ 120 h 120"/>
                <a:gd name="T8" fmla="*/ 5 w 136"/>
                <a:gd name="T9" fmla="*/ 83 h 120"/>
                <a:gd name="T10" fmla="*/ 78 w 136"/>
                <a:gd name="T11" fmla="*/ 8 h 120"/>
                <a:gd name="T12" fmla="*/ 78 w 136"/>
                <a:gd name="T13" fmla="*/ 8 h 120"/>
                <a:gd name="T14" fmla="*/ 136 w 136"/>
                <a:gd name="T15" fmla="*/ 36 h 120"/>
                <a:gd name="T16" fmla="*/ 73 w 136"/>
                <a:gd name="T1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6" h="120">
                  <a:moveTo>
                    <a:pt x="73" y="0"/>
                  </a:moveTo>
                  <a:cubicBezTo>
                    <a:pt x="72" y="0"/>
                    <a:pt x="72" y="0"/>
                    <a:pt x="72" y="0"/>
                  </a:cubicBezTo>
                  <a:cubicBezTo>
                    <a:pt x="32" y="0"/>
                    <a:pt x="0" y="33"/>
                    <a:pt x="0" y="74"/>
                  </a:cubicBezTo>
                  <a:cubicBezTo>
                    <a:pt x="0" y="91"/>
                    <a:pt x="6" y="107"/>
                    <a:pt x="15" y="120"/>
                  </a:cubicBezTo>
                  <a:cubicBezTo>
                    <a:pt x="9" y="109"/>
                    <a:pt x="5" y="96"/>
                    <a:pt x="5" y="83"/>
                  </a:cubicBezTo>
                  <a:cubicBezTo>
                    <a:pt x="5" y="42"/>
                    <a:pt x="37" y="8"/>
                    <a:pt x="78" y="8"/>
                  </a:cubicBezTo>
                  <a:cubicBezTo>
                    <a:pt x="78" y="8"/>
                    <a:pt x="78" y="8"/>
                    <a:pt x="78" y="8"/>
                  </a:cubicBezTo>
                  <a:cubicBezTo>
                    <a:pt x="101" y="8"/>
                    <a:pt x="122" y="19"/>
                    <a:pt x="136" y="36"/>
                  </a:cubicBezTo>
                  <a:cubicBezTo>
                    <a:pt x="123" y="14"/>
                    <a:pt x="99" y="0"/>
                    <a:pt x="73" y="0"/>
                  </a:cubicBezTo>
                </a:path>
              </a:pathLst>
            </a:custGeom>
            <a:solidFill>
              <a:srgbClr val="60C6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7" name="iṩḷíḑè"/>
            <p:cNvSpPr/>
            <p:nvPr/>
          </p:nvSpPr>
          <p:spPr bwMode="auto">
            <a:xfrm>
              <a:off x="8451851" y="2924175"/>
              <a:ext cx="1588" cy="1588"/>
            </a:xfrm>
            <a:prstGeom prst="ellipse">
              <a:avLst/>
            </a:prstGeom>
            <a:solidFill>
              <a:srgbClr val="D8DAD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8" name="ïṡliďè"/>
            <p:cNvSpPr/>
            <p:nvPr/>
          </p:nvSpPr>
          <p:spPr bwMode="auto">
            <a:xfrm>
              <a:off x="8285164" y="2911475"/>
              <a:ext cx="166688" cy="290513"/>
            </a:xfrm>
            <a:custGeom>
              <a:avLst/>
              <a:gdLst>
                <a:gd name="T0" fmla="*/ 102 w 103"/>
                <a:gd name="T1" fmla="*/ 0 h 179"/>
                <a:gd name="T2" fmla="*/ 89 w 103"/>
                <a:gd name="T3" fmla="*/ 38 h 179"/>
                <a:gd name="T4" fmla="*/ 25 w 103"/>
                <a:gd name="T5" fmla="*/ 121 h 179"/>
                <a:gd name="T6" fmla="*/ 0 w 103"/>
                <a:gd name="T7" fmla="*/ 147 h 179"/>
                <a:gd name="T8" fmla="*/ 20 w 103"/>
                <a:gd name="T9" fmla="*/ 179 h 179"/>
                <a:gd name="T10" fmla="*/ 103 w 103"/>
                <a:gd name="T11" fmla="*/ 7 h 179"/>
                <a:gd name="T12" fmla="*/ 103 w 103"/>
                <a:gd name="T13" fmla="*/ 7 h 179"/>
                <a:gd name="T14" fmla="*/ 103 w 103"/>
                <a:gd name="T15" fmla="*/ 7 h 179"/>
                <a:gd name="T16" fmla="*/ 102 w 103"/>
                <a:gd name="T1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79">
                  <a:moveTo>
                    <a:pt x="102" y="0"/>
                  </a:moveTo>
                  <a:cubicBezTo>
                    <a:pt x="99" y="13"/>
                    <a:pt x="94" y="26"/>
                    <a:pt x="89" y="38"/>
                  </a:cubicBezTo>
                  <a:cubicBezTo>
                    <a:pt x="73" y="72"/>
                    <a:pt x="50" y="93"/>
                    <a:pt x="25" y="121"/>
                  </a:cubicBezTo>
                  <a:cubicBezTo>
                    <a:pt x="17" y="130"/>
                    <a:pt x="9" y="139"/>
                    <a:pt x="0" y="147"/>
                  </a:cubicBezTo>
                  <a:cubicBezTo>
                    <a:pt x="11" y="166"/>
                    <a:pt x="20" y="179"/>
                    <a:pt x="20" y="179"/>
                  </a:cubicBezTo>
                  <a:cubicBezTo>
                    <a:pt x="20" y="179"/>
                    <a:pt x="103" y="55"/>
                    <a:pt x="103" y="7"/>
                  </a:cubicBezTo>
                  <a:cubicBezTo>
                    <a:pt x="103" y="7"/>
                    <a:pt x="103" y="7"/>
                    <a:pt x="103" y="7"/>
                  </a:cubicBezTo>
                  <a:cubicBezTo>
                    <a:pt x="103" y="7"/>
                    <a:pt x="103" y="7"/>
                    <a:pt x="103" y="7"/>
                  </a:cubicBezTo>
                  <a:cubicBezTo>
                    <a:pt x="103" y="4"/>
                    <a:pt x="102" y="2"/>
                    <a:pt x="102" y="0"/>
                  </a:cubicBezTo>
                </a:path>
              </a:pathLst>
            </a:custGeom>
            <a:solidFill>
              <a:srgbClr val="3AA3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99" name="ïṩḻïḋe"/>
            <p:cNvSpPr/>
            <p:nvPr/>
          </p:nvSpPr>
          <p:spPr bwMode="auto">
            <a:xfrm>
              <a:off x="7445376" y="4364038"/>
              <a:ext cx="130175" cy="119063"/>
            </a:xfrm>
            <a:custGeom>
              <a:avLst/>
              <a:gdLst>
                <a:gd name="T0" fmla="*/ 64 w 81"/>
                <a:gd name="T1" fmla="*/ 22 h 73"/>
                <a:gd name="T2" fmla="*/ 61 w 81"/>
                <a:gd name="T3" fmla="*/ 12 h 73"/>
                <a:gd name="T4" fmla="*/ 52 w 81"/>
                <a:gd name="T5" fmla="*/ 10 h 73"/>
                <a:gd name="T6" fmla="*/ 40 w 81"/>
                <a:gd name="T7" fmla="*/ 15 h 73"/>
                <a:gd name="T8" fmla="*/ 9 w 81"/>
                <a:gd name="T9" fmla="*/ 10 h 73"/>
                <a:gd name="T10" fmla="*/ 17 w 81"/>
                <a:gd name="T11" fmla="*/ 29 h 73"/>
                <a:gd name="T12" fmla="*/ 39 w 81"/>
                <a:gd name="T13" fmla="*/ 42 h 73"/>
                <a:gd name="T14" fmla="*/ 54 w 81"/>
                <a:gd name="T15" fmla="*/ 69 h 73"/>
                <a:gd name="T16" fmla="*/ 56 w 81"/>
                <a:gd name="T17" fmla="*/ 72 h 73"/>
                <a:gd name="T18" fmla="*/ 61 w 81"/>
                <a:gd name="T19" fmla="*/ 71 h 73"/>
                <a:gd name="T20" fmla="*/ 64 w 81"/>
                <a:gd name="T21" fmla="*/ 2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73">
                  <a:moveTo>
                    <a:pt x="64" y="22"/>
                  </a:moveTo>
                  <a:cubicBezTo>
                    <a:pt x="63" y="18"/>
                    <a:pt x="63" y="15"/>
                    <a:pt x="61" y="12"/>
                  </a:cubicBezTo>
                  <a:cubicBezTo>
                    <a:pt x="59" y="9"/>
                    <a:pt x="54" y="8"/>
                    <a:pt x="52" y="10"/>
                  </a:cubicBezTo>
                  <a:cubicBezTo>
                    <a:pt x="46" y="16"/>
                    <a:pt x="48" y="17"/>
                    <a:pt x="40" y="15"/>
                  </a:cubicBezTo>
                  <a:cubicBezTo>
                    <a:pt x="29" y="13"/>
                    <a:pt x="19" y="0"/>
                    <a:pt x="9" y="10"/>
                  </a:cubicBezTo>
                  <a:cubicBezTo>
                    <a:pt x="0" y="21"/>
                    <a:pt x="8" y="25"/>
                    <a:pt x="17" y="29"/>
                  </a:cubicBezTo>
                  <a:cubicBezTo>
                    <a:pt x="25" y="33"/>
                    <a:pt x="33" y="36"/>
                    <a:pt x="39" y="42"/>
                  </a:cubicBezTo>
                  <a:cubicBezTo>
                    <a:pt x="43" y="47"/>
                    <a:pt x="54" y="65"/>
                    <a:pt x="54" y="69"/>
                  </a:cubicBezTo>
                  <a:cubicBezTo>
                    <a:pt x="55" y="70"/>
                    <a:pt x="55" y="71"/>
                    <a:pt x="56" y="72"/>
                  </a:cubicBezTo>
                  <a:cubicBezTo>
                    <a:pt x="58" y="73"/>
                    <a:pt x="60" y="72"/>
                    <a:pt x="61" y="71"/>
                  </a:cubicBezTo>
                  <a:cubicBezTo>
                    <a:pt x="81" y="58"/>
                    <a:pt x="66" y="40"/>
                    <a:pt x="64" y="22"/>
                  </a:cubicBezTo>
                </a:path>
              </a:pathLst>
            </a:custGeom>
            <a:solidFill>
              <a:srgbClr val="EACD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0" name="îš1íḑe"/>
            <p:cNvSpPr/>
            <p:nvPr/>
          </p:nvSpPr>
          <p:spPr bwMode="auto">
            <a:xfrm>
              <a:off x="7505701" y="4437063"/>
              <a:ext cx="452438" cy="327025"/>
            </a:xfrm>
            <a:custGeom>
              <a:avLst/>
              <a:gdLst>
                <a:gd name="T0" fmla="*/ 98 w 278"/>
                <a:gd name="T1" fmla="*/ 83 h 201"/>
                <a:gd name="T2" fmla="*/ 54 w 278"/>
                <a:gd name="T3" fmla="*/ 16 h 201"/>
                <a:gd name="T4" fmla="*/ 32 w 278"/>
                <a:gd name="T5" fmla="*/ 0 h 201"/>
                <a:gd name="T6" fmla="*/ 1 w 278"/>
                <a:gd name="T7" fmla="*/ 10 h 201"/>
                <a:gd name="T8" fmla="*/ 52 w 278"/>
                <a:gd name="T9" fmla="*/ 170 h 201"/>
                <a:gd name="T10" fmla="*/ 116 w 278"/>
                <a:gd name="T11" fmla="*/ 192 h 201"/>
                <a:gd name="T12" fmla="*/ 210 w 278"/>
                <a:gd name="T13" fmla="*/ 191 h 201"/>
                <a:gd name="T14" fmla="*/ 258 w 278"/>
                <a:gd name="T15" fmla="*/ 176 h 201"/>
                <a:gd name="T16" fmla="*/ 276 w 278"/>
                <a:gd name="T17" fmla="*/ 111 h 201"/>
                <a:gd name="T18" fmla="*/ 220 w 278"/>
                <a:gd name="T19" fmla="*/ 83 h 201"/>
                <a:gd name="T20" fmla="*/ 128 w 278"/>
                <a:gd name="T21" fmla="*/ 97 h 201"/>
                <a:gd name="T22" fmla="*/ 111 w 278"/>
                <a:gd name="T23" fmla="*/ 96 h 201"/>
                <a:gd name="T24" fmla="*/ 101 w 278"/>
                <a:gd name="T25" fmla="*/ 87 h 201"/>
                <a:gd name="T26" fmla="*/ 98 w 278"/>
                <a:gd name="T27" fmla="*/ 83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8" h="201">
                  <a:moveTo>
                    <a:pt x="98" y="83"/>
                  </a:moveTo>
                  <a:cubicBezTo>
                    <a:pt x="82" y="61"/>
                    <a:pt x="70" y="37"/>
                    <a:pt x="54" y="16"/>
                  </a:cubicBezTo>
                  <a:cubicBezTo>
                    <a:pt x="46" y="6"/>
                    <a:pt x="46" y="2"/>
                    <a:pt x="32" y="0"/>
                  </a:cubicBezTo>
                  <a:cubicBezTo>
                    <a:pt x="29" y="0"/>
                    <a:pt x="0" y="8"/>
                    <a:pt x="1" y="10"/>
                  </a:cubicBezTo>
                  <a:cubicBezTo>
                    <a:pt x="14" y="65"/>
                    <a:pt x="31" y="118"/>
                    <a:pt x="52" y="170"/>
                  </a:cubicBezTo>
                  <a:cubicBezTo>
                    <a:pt x="64" y="201"/>
                    <a:pt x="86" y="192"/>
                    <a:pt x="116" y="192"/>
                  </a:cubicBezTo>
                  <a:cubicBezTo>
                    <a:pt x="147" y="191"/>
                    <a:pt x="179" y="191"/>
                    <a:pt x="210" y="191"/>
                  </a:cubicBezTo>
                  <a:cubicBezTo>
                    <a:pt x="228" y="190"/>
                    <a:pt x="247" y="189"/>
                    <a:pt x="258" y="176"/>
                  </a:cubicBezTo>
                  <a:cubicBezTo>
                    <a:pt x="271" y="160"/>
                    <a:pt x="278" y="130"/>
                    <a:pt x="276" y="111"/>
                  </a:cubicBezTo>
                  <a:cubicBezTo>
                    <a:pt x="272" y="76"/>
                    <a:pt x="247" y="79"/>
                    <a:pt x="220" y="83"/>
                  </a:cubicBezTo>
                  <a:cubicBezTo>
                    <a:pt x="189" y="87"/>
                    <a:pt x="159" y="92"/>
                    <a:pt x="128" y="97"/>
                  </a:cubicBezTo>
                  <a:cubicBezTo>
                    <a:pt x="122" y="98"/>
                    <a:pt x="116" y="99"/>
                    <a:pt x="111" y="96"/>
                  </a:cubicBezTo>
                  <a:cubicBezTo>
                    <a:pt x="107" y="94"/>
                    <a:pt x="104" y="91"/>
                    <a:pt x="101" y="87"/>
                  </a:cubicBezTo>
                  <a:cubicBezTo>
                    <a:pt x="100" y="86"/>
                    <a:pt x="99" y="84"/>
                    <a:pt x="98" y="8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1" name="íSlíďè"/>
            <p:cNvSpPr/>
            <p:nvPr/>
          </p:nvSpPr>
          <p:spPr bwMode="auto">
            <a:xfrm>
              <a:off x="7689851" y="5160963"/>
              <a:ext cx="615950" cy="319088"/>
            </a:xfrm>
            <a:custGeom>
              <a:avLst/>
              <a:gdLst>
                <a:gd name="T0" fmla="*/ 3 w 379"/>
                <a:gd name="T1" fmla="*/ 95 h 196"/>
                <a:gd name="T2" fmla="*/ 48 w 379"/>
                <a:gd name="T3" fmla="*/ 30 h 196"/>
                <a:gd name="T4" fmla="*/ 118 w 379"/>
                <a:gd name="T5" fmla="*/ 14 h 196"/>
                <a:gd name="T6" fmla="*/ 276 w 379"/>
                <a:gd name="T7" fmla="*/ 2 h 196"/>
                <a:gd name="T8" fmla="*/ 366 w 379"/>
                <a:gd name="T9" fmla="*/ 77 h 196"/>
                <a:gd name="T10" fmla="*/ 359 w 379"/>
                <a:gd name="T11" fmla="*/ 130 h 196"/>
                <a:gd name="T12" fmla="*/ 307 w 379"/>
                <a:gd name="T13" fmla="*/ 174 h 196"/>
                <a:gd name="T14" fmla="*/ 163 w 379"/>
                <a:gd name="T15" fmla="*/ 186 h 196"/>
                <a:gd name="T16" fmla="*/ 45 w 379"/>
                <a:gd name="T17" fmla="*/ 150 h 196"/>
                <a:gd name="T18" fmla="*/ 3 w 379"/>
                <a:gd name="T19" fmla="*/ 95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9" h="196">
                  <a:moveTo>
                    <a:pt x="3" y="95"/>
                  </a:moveTo>
                  <a:cubicBezTo>
                    <a:pt x="6" y="66"/>
                    <a:pt x="21" y="42"/>
                    <a:pt x="48" y="30"/>
                  </a:cubicBezTo>
                  <a:cubicBezTo>
                    <a:pt x="70" y="20"/>
                    <a:pt x="94" y="17"/>
                    <a:pt x="118" y="14"/>
                  </a:cubicBezTo>
                  <a:cubicBezTo>
                    <a:pt x="172" y="7"/>
                    <a:pt x="223" y="0"/>
                    <a:pt x="276" y="2"/>
                  </a:cubicBezTo>
                  <a:cubicBezTo>
                    <a:pt x="319" y="4"/>
                    <a:pt x="346" y="41"/>
                    <a:pt x="366" y="77"/>
                  </a:cubicBezTo>
                  <a:cubicBezTo>
                    <a:pt x="379" y="100"/>
                    <a:pt x="375" y="111"/>
                    <a:pt x="359" y="130"/>
                  </a:cubicBezTo>
                  <a:cubicBezTo>
                    <a:pt x="345" y="148"/>
                    <a:pt x="327" y="163"/>
                    <a:pt x="307" y="174"/>
                  </a:cubicBezTo>
                  <a:cubicBezTo>
                    <a:pt x="267" y="196"/>
                    <a:pt x="206" y="191"/>
                    <a:pt x="163" y="186"/>
                  </a:cubicBezTo>
                  <a:cubicBezTo>
                    <a:pt x="122" y="181"/>
                    <a:pt x="81" y="169"/>
                    <a:pt x="45" y="150"/>
                  </a:cubicBezTo>
                  <a:cubicBezTo>
                    <a:pt x="21" y="138"/>
                    <a:pt x="0" y="123"/>
                    <a:pt x="3" y="95"/>
                  </a:cubicBezTo>
                  <a:close/>
                </a:path>
              </a:pathLst>
            </a:custGeom>
            <a:solidFill>
              <a:srgbClr val="14253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2" name="iṥlïḋè"/>
            <p:cNvSpPr/>
            <p:nvPr/>
          </p:nvSpPr>
          <p:spPr bwMode="auto">
            <a:xfrm>
              <a:off x="8061326" y="5424488"/>
              <a:ext cx="106363" cy="227013"/>
            </a:xfrm>
            <a:custGeom>
              <a:avLst/>
              <a:gdLst>
                <a:gd name="T0" fmla="*/ 41 w 65"/>
                <a:gd name="T1" fmla="*/ 21 h 140"/>
                <a:gd name="T2" fmla="*/ 60 w 65"/>
                <a:gd name="T3" fmla="*/ 72 h 140"/>
                <a:gd name="T4" fmla="*/ 65 w 65"/>
                <a:gd name="T5" fmla="*/ 101 h 140"/>
                <a:gd name="T6" fmla="*/ 23 w 65"/>
                <a:gd name="T7" fmla="*/ 119 h 140"/>
                <a:gd name="T8" fmla="*/ 6 w 65"/>
                <a:gd name="T9" fmla="*/ 89 h 140"/>
                <a:gd name="T10" fmla="*/ 23 w 65"/>
                <a:gd name="T11" fmla="*/ 77 h 140"/>
                <a:gd name="T12" fmla="*/ 30 w 65"/>
                <a:gd name="T13" fmla="*/ 55 h 140"/>
                <a:gd name="T14" fmla="*/ 16 w 65"/>
                <a:gd name="T15" fmla="*/ 14 h 140"/>
                <a:gd name="T16" fmla="*/ 22 w 65"/>
                <a:gd name="T17" fmla="*/ 1 h 140"/>
                <a:gd name="T18" fmla="*/ 32 w 65"/>
                <a:gd name="T19" fmla="*/ 4 h 140"/>
                <a:gd name="T20" fmla="*/ 37 w 65"/>
                <a:gd name="T21" fmla="*/ 13 h 140"/>
                <a:gd name="T22" fmla="*/ 41 w 65"/>
                <a:gd name="T23" fmla="*/ 2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 h="140">
                  <a:moveTo>
                    <a:pt x="41" y="21"/>
                  </a:moveTo>
                  <a:cubicBezTo>
                    <a:pt x="48" y="38"/>
                    <a:pt x="54" y="55"/>
                    <a:pt x="60" y="72"/>
                  </a:cubicBezTo>
                  <a:cubicBezTo>
                    <a:pt x="63" y="82"/>
                    <a:pt x="65" y="91"/>
                    <a:pt x="65" y="101"/>
                  </a:cubicBezTo>
                  <a:cubicBezTo>
                    <a:pt x="64" y="123"/>
                    <a:pt x="39" y="140"/>
                    <a:pt x="23" y="119"/>
                  </a:cubicBezTo>
                  <a:cubicBezTo>
                    <a:pt x="15" y="110"/>
                    <a:pt x="10" y="99"/>
                    <a:pt x="6" y="89"/>
                  </a:cubicBezTo>
                  <a:cubicBezTo>
                    <a:pt x="0" y="73"/>
                    <a:pt x="12" y="82"/>
                    <a:pt x="23" y="77"/>
                  </a:cubicBezTo>
                  <a:cubicBezTo>
                    <a:pt x="35" y="71"/>
                    <a:pt x="35" y="67"/>
                    <a:pt x="30" y="55"/>
                  </a:cubicBezTo>
                  <a:cubicBezTo>
                    <a:pt x="23" y="40"/>
                    <a:pt x="15" y="31"/>
                    <a:pt x="16" y="14"/>
                  </a:cubicBezTo>
                  <a:cubicBezTo>
                    <a:pt x="16" y="9"/>
                    <a:pt x="18" y="3"/>
                    <a:pt x="22" y="1"/>
                  </a:cubicBezTo>
                  <a:cubicBezTo>
                    <a:pt x="25" y="0"/>
                    <a:pt x="29" y="1"/>
                    <a:pt x="32" y="4"/>
                  </a:cubicBezTo>
                  <a:cubicBezTo>
                    <a:pt x="34" y="6"/>
                    <a:pt x="36" y="10"/>
                    <a:pt x="37" y="13"/>
                  </a:cubicBezTo>
                  <a:cubicBezTo>
                    <a:pt x="39" y="16"/>
                    <a:pt x="40" y="18"/>
                    <a:pt x="41" y="21"/>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3" name="îşlîḓê"/>
            <p:cNvSpPr/>
            <p:nvPr/>
          </p:nvSpPr>
          <p:spPr bwMode="auto">
            <a:xfrm>
              <a:off x="7742239" y="4549775"/>
              <a:ext cx="584200" cy="692150"/>
            </a:xfrm>
            <a:custGeom>
              <a:avLst/>
              <a:gdLst>
                <a:gd name="T0" fmla="*/ 157 w 360"/>
                <a:gd name="T1" fmla="*/ 7 h 427"/>
                <a:gd name="T2" fmla="*/ 99 w 360"/>
                <a:gd name="T3" fmla="*/ 8 h 427"/>
                <a:gd name="T4" fmla="*/ 82 w 360"/>
                <a:gd name="T5" fmla="*/ 46 h 427"/>
                <a:gd name="T6" fmla="*/ 57 w 360"/>
                <a:gd name="T7" fmla="*/ 184 h 427"/>
                <a:gd name="T8" fmla="*/ 49 w 360"/>
                <a:gd name="T9" fmla="*/ 252 h 427"/>
                <a:gd name="T10" fmla="*/ 52 w 360"/>
                <a:gd name="T11" fmla="*/ 305 h 427"/>
                <a:gd name="T12" fmla="*/ 32 w 360"/>
                <a:gd name="T13" fmla="*/ 340 h 427"/>
                <a:gd name="T14" fmla="*/ 12 w 360"/>
                <a:gd name="T15" fmla="*/ 346 h 427"/>
                <a:gd name="T16" fmla="*/ 3 w 360"/>
                <a:gd name="T17" fmla="*/ 363 h 427"/>
                <a:gd name="T18" fmla="*/ 11 w 360"/>
                <a:gd name="T19" fmla="*/ 369 h 427"/>
                <a:gd name="T20" fmla="*/ 59 w 360"/>
                <a:gd name="T21" fmla="*/ 396 h 427"/>
                <a:gd name="T22" fmla="*/ 97 w 360"/>
                <a:gd name="T23" fmla="*/ 415 h 427"/>
                <a:gd name="T24" fmla="*/ 155 w 360"/>
                <a:gd name="T25" fmla="*/ 425 h 427"/>
                <a:gd name="T26" fmla="*/ 308 w 360"/>
                <a:gd name="T27" fmla="*/ 408 h 427"/>
                <a:gd name="T28" fmla="*/ 354 w 360"/>
                <a:gd name="T29" fmla="*/ 357 h 427"/>
                <a:gd name="T30" fmla="*/ 320 w 360"/>
                <a:gd name="T31" fmla="*/ 267 h 427"/>
                <a:gd name="T32" fmla="*/ 287 w 360"/>
                <a:gd name="T33" fmla="*/ 155 h 427"/>
                <a:gd name="T34" fmla="*/ 252 w 360"/>
                <a:gd name="T35" fmla="*/ 54 h 427"/>
                <a:gd name="T36" fmla="*/ 220 w 360"/>
                <a:gd name="T37" fmla="*/ 15 h 427"/>
                <a:gd name="T38" fmla="*/ 157 w 360"/>
                <a:gd name="T39" fmla="*/ 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0" h="427">
                  <a:moveTo>
                    <a:pt x="157" y="7"/>
                  </a:moveTo>
                  <a:cubicBezTo>
                    <a:pt x="137" y="4"/>
                    <a:pt x="116" y="0"/>
                    <a:pt x="99" y="8"/>
                  </a:cubicBezTo>
                  <a:cubicBezTo>
                    <a:pt x="85" y="14"/>
                    <a:pt x="85" y="32"/>
                    <a:pt x="82" y="46"/>
                  </a:cubicBezTo>
                  <a:cubicBezTo>
                    <a:pt x="71" y="91"/>
                    <a:pt x="63" y="137"/>
                    <a:pt x="57" y="184"/>
                  </a:cubicBezTo>
                  <a:cubicBezTo>
                    <a:pt x="54" y="206"/>
                    <a:pt x="49" y="229"/>
                    <a:pt x="49" y="252"/>
                  </a:cubicBezTo>
                  <a:cubicBezTo>
                    <a:pt x="49" y="270"/>
                    <a:pt x="54" y="287"/>
                    <a:pt x="52" y="305"/>
                  </a:cubicBezTo>
                  <a:cubicBezTo>
                    <a:pt x="51" y="319"/>
                    <a:pt x="45" y="335"/>
                    <a:pt x="32" y="340"/>
                  </a:cubicBezTo>
                  <a:cubicBezTo>
                    <a:pt x="26" y="343"/>
                    <a:pt x="19" y="343"/>
                    <a:pt x="12" y="346"/>
                  </a:cubicBezTo>
                  <a:cubicBezTo>
                    <a:pt x="6" y="349"/>
                    <a:pt x="0" y="357"/>
                    <a:pt x="3" y="363"/>
                  </a:cubicBezTo>
                  <a:cubicBezTo>
                    <a:pt x="5" y="366"/>
                    <a:pt x="8" y="368"/>
                    <a:pt x="11" y="369"/>
                  </a:cubicBezTo>
                  <a:cubicBezTo>
                    <a:pt x="27" y="378"/>
                    <a:pt x="43" y="387"/>
                    <a:pt x="59" y="396"/>
                  </a:cubicBezTo>
                  <a:cubicBezTo>
                    <a:pt x="71" y="403"/>
                    <a:pt x="84" y="410"/>
                    <a:pt x="97" y="415"/>
                  </a:cubicBezTo>
                  <a:cubicBezTo>
                    <a:pt x="115" y="421"/>
                    <a:pt x="135" y="424"/>
                    <a:pt x="155" y="425"/>
                  </a:cubicBezTo>
                  <a:cubicBezTo>
                    <a:pt x="207" y="427"/>
                    <a:pt x="258" y="422"/>
                    <a:pt x="308" y="408"/>
                  </a:cubicBezTo>
                  <a:cubicBezTo>
                    <a:pt x="334" y="401"/>
                    <a:pt x="360" y="388"/>
                    <a:pt x="354" y="357"/>
                  </a:cubicBezTo>
                  <a:cubicBezTo>
                    <a:pt x="347" y="326"/>
                    <a:pt x="334" y="295"/>
                    <a:pt x="320" y="267"/>
                  </a:cubicBezTo>
                  <a:cubicBezTo>
                    <a:pt x="303" y="233"/>
                    <a:pt x="298" y="191"/>
                    <a:pt x="287" y="155"/>
                  </a:cubicBezTo>
                  <a:cubicBezTo>
                    <a:pt x="275" y="121"/>
                    <a:pt x="264" y="88"/>
                    <a:pt x="252" y="54"/>
                  </a:cubicBezTo>
                  <a:cubicBezTo>
                    <a:pt x="246" y="38"/>
                    <a:pt x="235" y="23"/>
                    <a:pt x="220" y="15"/>
                  </a:cubicBezTo>
                  <a:cubicBezTo>
                    <a:pt x="200" y="4"/>
                    <a:pt x="178" y="9"/>
                    <a:pt x="157"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4" name="ïšlïďe"/>
            <p:cNvSpPr/>
            <p:nvPr/>
          </p:nvSpPr>
          <p:spPr bwMode="auto">
            <a:xfrm>
              <a:off x="7799389" y="5416550"/>
              <a:ext cx="131763" cy="58738"/>
            </a:xfrm>
            <a:custGeom>
              <a:avLst/>
              <a:gdLst>
                <a:gd name="T0" fmla="*/ 33 w 81"/>
                <a:gd name="T1" fmla="*/ 35 h 36"/>
                <a:gd name="T2" fmla="*/ 19 w 81"/>
                <a:gd name="T3" fmla="*/ 36 h 36"/>
                <a:gd name="T4" fmla="*/ 4 w 81"/>
                <a:gd name="T5" fmla="*/ 33 h 36"/>
                <a:gd name="T6" fmla="*/ 4 w 81"/>
                <a:gd name="T7" fmla="*/ 16 h 36"/>
                <a:gd name="T8" fmla="*/ 19 w 81"/>
                <a:gd name="T9" fmla="*/ 7 h 36"/>
                <a:gd name="T10" fmla="*/ 63 w 81"/>
                <a:gd name="T11" fmla="*/ 0 h 36"/>
                <a:gd name="T12" fmla="*/ 68 w 81"/>
                <a:gd name="T13" fmla="*/ 1 h 36"/>
                <a:gd name="T14" fmla="*/ 72 w 81"/>
                <a:gd name="T15" fmla="*/ 7 h 36"/>
                <a:gd name="T16" fmla="*/ 33 w 81"/>
                <a:gd name="T1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36">
                  <a:moveTo>
                    <a:pt x="33" y="35"/>
                  </a:moveTo>
                  <a:cubicBezTo>
                    <a:pt x="28" y="36"/>
                    <a:pt x="23" y="36"/>
                    <a:pt x="19" y="36"/>
                  </a:cubicBezTo>
                  <a:cubicBezTo>
                    <a:pt x="14" y="36"/>
                    <a:pt x="8" y="36"/>
                    <a:pt x="4" y="33"/>
                  </a:cubicBezTo>
                  <a:cubicBezTo>
                    <a:pt x="0" y="29"/>
                    <a:pt x="0" y="21"/>
                    <a:pt x="4" y="16"/>
                  </a:cubicBezTo>
                  <a:cubicBezTo>
                    <a:pt x="8" y="11"/>
                    <a:pt x="14" y="9"/>
                    <a:pt x="19" y="7"/>
                  </a:cubicBezTo>
                  <a:cubicBezTo>
                    <a:pt x="34" y="2"/>
                    <a:pt x="48" y="1"/>
                    <a:pt x="63" y="0"/>
                  </a:cubicBezTo>
                  <a:cubicBezTo>
                    <a:pt x="65" y="0"/>
                    <a:pt x="66" y="0"/>
                    <a:pt x="68" y="1"/>
                  </a:cubicBezTo>
                  <a:cubicBezTo>
                    <a:pt x="70" y="2"/>
                    <a:pt x="71" y="4"/>
                    <a:pt x="72" y="7"/>
                  </a:cubicBezTo>
                  <a:cubicBezTo>
                    <a:pt x="81" y="32"/>
                    <a:pt x="50" y="34"/>
                    <a:pt x="33" y="35"/>
                  </a:cubicBezTo>
                  <a:close/>
                </a:path>
              </a:pathLst>
            </a:custGeom>
            <a:solidFill>
              <a:srgbClr val="EACD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5" name="íṧľide"/>
            <p:cNvSpPr/>
            <p:nvPr/>
          </p:nvSpPr>
          <p:spPr bwMode="auto">
            <a:xfrm>
              <a:off x="8016876" y="5434013"/>
              <a:ext cx="125413" cy="134938"/>
            </a:xfrm>
            <a:custGeom>
              <a:avLst/>
              <a:gdLst>
                <a:gd name="T0" fmla="*/ 76 w 77"/>
                <a:gd name="T1" fmla="*/ 68 h 83"/>
                <a:gd name="T2" fmla="*/ 76 w 77"/>
                <a:gd name="T3" fmla="*/ 74 h 83"/>
                <a:gd name="T4" fmla="*/ 73 w 77"/>
                <a:gd name="T5" fmla="*/ 77 h 83"/>
                <a:gd name="T6" fmla="*/ 43 w 77"/>
                <a:gd name="T7" fmla="*/ 68 h 83"/>
                <a:gd name="T8" fmla="*/ 22 w 77"/>
                <a:gd name="T9" fmla="*/ 42 h 83"/>
                <a:gd name="T10" fmla="*/ 42 w 77"/>
                <a:gd name="T11" fmla="*/ 7 h 83"/>
                <a:gd name="T12" fmla="*/ 76 w 77"/>
                <a:gd name="T13" fmla="*/ 68 h 83"/>
              </a:gdLst>
              <a:ahLst/>
              <a:cxnLst>
                <a:cxn ang="0">
                  <a:pos x="T0" y="T1"/>
                </a:cxn>
                <a:cxn ang="0">
                  <a:pos x="T2" y="T3"/>
                </a:cxn>
                <a:cxn ang="0">
                  <a:pos x="T4" y="T5"/>
                </a:cxn>
                <a:cxn ang="0">
                  <a:pos x="T6" y="T7"/>
                </a:cxn>
                <a:cxn ang="0">
                  <a:pos x="T8" y="T9"/>
                </a:cxn>
                <a:cxn ang="0">
                  <a:pos x="T10" y="T11"/>
                </a:cxn>
                <a:cxn ang="0">
                  <a:pos x="T12" y="T13"/>
                </a:cxn>
              </a:cxnLst>
              <a:rect l="0" t="0" r="r" b="b"/>
              <a:pathLst>
                <a:path w="77" h="83">
                  <a:moveTo>
                    <a:pt x="76" y="68"/>
                  </a:moveTo>
                  <a:cubicBezTo>
                    <a:pt x="77" y="70"/>
                    <a:pt x="77" y="72"/>
                    <a:pt x="76" y="74"/>
                  </a:cubicBezTo>
                  <a:cubicBezTo>
                    <a:pt x="75" y="75"/>
                    <a:pt x="74" y="76"/>
                    <a:pt x="73" y="77"/>
                  </a:cubicBezTo>
                  <a:cubicBezTo>
                    <a:pt x="63" y="83"/>
                    <a:pt x="50" y="77"/>
                    <a:pt x="43" y="68"/>
                  </a:cubicBezTo>
                  <a:cubicBezTo>
                    <a:pt x="36" y="59"/>
                    <a:pt x="31" y="48"/>
                    <a:pt x="22" y="42"/>
                  </a:cubicBezTo>
                  <a:cubicBezTo>
                    <a:pt x="0" y="27"/>
                    <a:pt x="20" y="0"/>
                    <a:pt x="42" y="7"/>
                  </a:cubicBezTo>
                  <a:cubicBezTo>
                    <a:pt x="68" y="14"/>
                    <a:pt x="74" y="45"/>
                    <a:pt x="76" y="68"/>
                  </a:cubicBezTo>
                  <a:close/>
                </a:path>
              </a:pathLst>
            </a:custGeom>
            <a:solidFill>
              <a:srgbClr val="EACD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6" name="iṧḻîďè"/>
            <p:cNvSpPr/>
            <p:nvPr/>
          </p:nvSpPr>
          <p:spPr bwMode="auto">
            <a:xfrm>
              <a:off x="7593014" y="5099050"/>
              <a:ext cx="509588" cy="422275"/>
            </a:xfrm>
            <a:custGeom>
              <a:avLst/>
              <a:gdLst>
                <a:gd name="T0" fmla="*/ 50 w 314"/>
                <a:gd name="T1" fmla="*/ 135 h 260"/>
                <a:gd name="T2" fmla="*/ 7 w 314"/>
                <a:gd name="T3" fmla="*/ 84 h 260"/>
                <a:gd name="T4" fmla="*/ 33 w 314"/>
                <a:gd name="T5" fmla="*/ 16 h 260"/>
                <a:gd name="T6" fmla="*/ 111 w 314"/>
                <a:gd name="T7" fmla="*/ 38 h 260"/>
                <a:gd name="T8" fmla="*/ 245 w 314"/>
                <a:gd name="T9" fmla="*/ 144 h 260"/>
                <a:gd name="T10" fmla="*/ 313 w 314"/>
                <a:gd name="T11" fmla="*/ 199 h 260"/>
                <a:gd name="T12" fmla="*/ 278 w 314"/>
                <a:gd name="T13" fmla="*/ 258 h 260"/>
                <a:gd name="T14" fmla="*/ 50 w 314"/>
                <a:gd name="T15" fmla="*/ 135 h 2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4" h="260">
                  <a:moveTo>
                    <a:pt x="50" y="135"/>
                  </a:moveTo>
                  <a:cubicBezTo>
                    <a:pt x="32" y="122"/>
                    <a:pt x="14" y="107"/>
                    <a:pt x="7" y="84"/>
                  </a:cubicBezTo>
                  <a:cubicBezTo>
                    <a:pt x="0" y="61"/>
                    <a:pt x="10" y="29"/>
                    <a:pt x="33" y="16"/>
                  </a:cubicBezTo>
                  <a:cubicBezTo>
                    <a:pt x="62" y="0"/>
                    <a:pt x="91" y="19"/>
                    <a:pt x="111" y="38"/>
                  </a:cubicBezTo>
                  <a:cubicBezTo>
                    <a:pt x="154" y="76"/>
                    <a:pt x="200" y="110"/>
                    <a:pt x="245" y="144"/>
                  </a:cubicBezTo>
                  <a:cubicBezTo>
                    <a:pt x="260" y="156"/>
                    <a:pt x="313" y="199"/>
                    <a:pt x="313" y="199"/>
                  </a:cubicBezTo>
                  <a:cubicBezTo>
                    <a:pt x="314" y="205"/>
                    <a:pt x="286" y="260"/>
                    <a:pt x="278" y="258"/>
                  </a:cubicBezTo>
                  <a:cubicBezTo>
                    <a:pt x="196" y="237"/>
                    <a:pt x="116" y="184"/>
                    <a:pt x="50" y="135"/>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7" name="ïśľidè"/>
            <p:cNvSpPr/>
            <p:nvPr/>
          </p:nvSpPr>
          <p:spPr bwMode="auto">
            <a:xfrm>
              <a:off x="7932739" y="5137150"/>
              <a:ext cx="495300" cy="330200"/>
            </a:xfrm>
            <a:custGeom>
              <a:avLst/>
              <a:gdLst>
                <a:gd name="T0" fmla="*/ 255 w 305"/>
                <a:gd name="T1" fmla="*/ 139 h 203"/>
                <a:gd name="T2" fmla="*/ 298 w 305"/>
                <a:gd name="T3" fmla="*/ 98 h 203"/>
                <a:gd name="T4" fmla="*/ 275 w 305"/>
                <a:gd name="T5" fmla="*/ 23 h 203"/>
                <a:gd name="T6" fmla="*/ 199 w 305"/>
                <a:gd name="T7" fmla="*/ 25 h 203"/>
                <a:gd name="T8" fmla="*/ 69 w 305"/>
                <a:gd name="T9" fmla="*/ 97 h 203"/>
                <a:gd name="T10" fmla="*/ 2 w 305"/>
                <a:gd name="T11" fmla="*/ 135 h 203"/>
                <a:gd name="T12" fmla="*/ 33 w 305"/>
                <a:gd name="T13" fmla="*/ 203 h 203"/>
                <a:gd name="T14" fmla="*/ 255 w 305"/>
                <a:gd name="T15" fmla="*/ 139 h 2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5" h="203">
                  <a:moveTo>
                    <a:pt x="255" y="139"/>
                  </a:moveTo>
                  <a:cubicBezTo>
                    <a:pt x="273" y="130"/>
                    <a:pt x="291" y="119"/>
                    <a:pt x="298" y="98"/>
                  </a:cubicBezTo>
                  <a:cubicBezTo>
                    <a:pt x="305" y="77"/>
                    <a:pt x="297" y="43"/>
                    <a:pt x="275" y="23"/>
                  </a:cubicBezTo>
                  <a:cubicBezTo>
                    <a:pt x="247" y="0"/>
                    <a:pt x="220" y="12"/>
                    <a:pt x="199" y="25"/>
                  </a:cubicBezTo>
                  <a:cubicBezTo>
                    <a:pt x="158" y="52"/>
                    <a:pt x="113" y="74"/>
                    <a:pt x="69" y="97"/>
                  </a:cubicBezTo>
                  <a:cubicBezTo>
                    <a:pt x="54" y="105"/>
                    <a:pt x="2" y="135"/>
                    <a:pt x="2" y="135"/>
                  </a:cubicBezTo>
                  <a:cubicBezTo>
                    <a:pt x="0" y="140"/>
                    <a:pt x="26" y="203"/>
                    <a:pt x="33" y="203"/>
                  </a:cubicBezTo>
                  <a:cubicBezTo>
                    <a:pt x="112" y="202"/>
                    <a:pt x="190" y="170"/>
                    <a:pt x="255" y="139"/>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8" name="iS1íḋe"/>
            <p:cNvSpPr/>
            <p:nvPr/>
          </p:nvSpPr>
          <p:spPr bwMode="auto">
            <a:xfrm>
              <a:off x="7707314" y="5427663"/>
              <a:ext cx="228600" cy="111125"/>
            </a:xfrm>
            <a:custGeom>
              <a:avLst/>
              <a:gdLst>
                <a:gd name="T0" fmla="*/ 120 w 140"/>
                <a:gd name="T1" fmla="*/ 39 h 68"/>
                <a:gd name="T2" fmla="*/ 69 w 140"/>
                <a:gd name="T3" fmla="*/ 61 h 68"/>
                <a:gd name="T4" fmla="*/ 40 w 140"/>
                <a:gd name="T5" fmla="*/ 67 h 68"/>
                <a:gd name="T6" fmla="*/ 20 w 140"/>
                <a:gd name="T7" fmla="*/ 26 h 68"/>
                <a:gd name="T8" fmla="*/ 50 w 140"/>
                <a:gd name="T9" fmla="*/ 7 h 68"/>
                <a:gd name="T10" fmla="*/ 62 w 140"/>
                <a:gd name="T11" fmla="*/ 24 h 68"/>
                <a:gd name="T12" fmla="*/ 85 w 140"/>
                <a:gd name="T13" fmla="*/ 30 h 68"/>
                <a:gd name="T14" fmla="*/ 126 w 140"/>
                <a:gd name="T15" fmla="*/ 14 h 68"/>
                <a:gd name="T16" fmla="*/ 139 w 140"/>
                <a:gd name="T17" fmla="*/ 19 h 68"/>
                <a:gd name="T18" fmla="*/ 137 w 140"/>
                <a:gd name="T19" fmla="*/ 29 h 68"/>
                <a:gd name="T20" fmla="*/ 128 w 140"/>
                <a:gd name="T21" fmla="*/ 35 h 68"/>
                <a:gd name="T22" fmla="*/ 120 w 140"/>
                <a:gd name="T23" fmla="*/ 3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68">
                  <a:moveTo>
                    <a:pt x="120" y="39"/>
                  </a:moveTo>
                  <a:cubicBezTo>
                    <a:pt x="103" y="47"/>
                    <a:pt x="86" y="55"/>
                    <a:pt x="69" y="61"/>
                  </a:cubicBezTo>
                  <a:cubicBezTo>
                    <a:pt x="60" y="64"/>
                    <a:pt x="50" y="67"/>
                    <a:pt x="40" y="67"/>
                  </a:cubicBezTo>
                  <a:cubicBezTo>
                    <a:pt x="18" y="68"/>
                    <a:pt x="0" y="43"/>
                    <a:pt x="20" y="26"/>
                  </a:cubicBezTo>
                  <a:cubicBezTo>
                    <a:pt x="29" y="18"/>
                    <a:pt x="39" y="12"/>
                    <a:pt x="50" y="7"/>
                  </a:cubicBezTo>
                  <a:cubicBezTo>
                    <a:pt x="66" y="0"/>
                    <a:pt x="57" y="13"/>
                    <a:pt x="62" y="24"/>
                  </a:cubicBezTo>
                  <a:cubicBezTo>
                    <a:pt x="69" y="36"/>
                    <a:pt x="73" y="36"/>
                    <a:pt x="85" y="30"/>
                  </a:cubicBezTo>
                  <a:cubicBezTo>
                    <a:pt x="99" y="22"/>
                    <a:pt x="109" y="14"/>
                    <a:pt x="126" y="14"/>
                  </a:cubicBezTo>
                  <a:cubicBezTo>
                    <a:pt x="131" y="14"/>
                    <a:pt x="136" y="15"/>
                    <a:pt x="139" y="19"/>
                  </a:cubicBezTo>
                  <a:cubicBezTo>
                    <a:pt x="140" y="22"/>
                    <a:pt x="139" y="26"/>
                    <a:pt x="137" y="29"/>
                  </a:cubicBezTo>
                  <a:cubicBezTo>
                    <a:pt x="134" y="32"/>
                    <a:pt x="131" y="34"/>
                    <a:pt x="128" y="35"/>
                  </a:cubicBezTo>
                  <a:cubicBezTo>
                    <a:pt x="125" y="37"/>
                    <a:pt x="122" y="38"/>
                    <a:pt x="120" y="39"/>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09" name="ïs1iḍé"/>
            <p:cNvSpPr/>
            <p:nvPr/>
          </p:nvSpPr>
          <p:spPr bwMode="auto">
            <a:xfrm>
              <a:off x="7612064" y="5070475"/>
              <a:ext cx="847725" cy="141288"/>
            </a:xfrm>
            <a:custGeom>
              <a:avLst/>
              <a:gdLst>
                <a:gd name="T0" fmla="*/ 0 w 534"/>
                <a:gd name="T1" fmla="*/ 75 h 89"/>
                <a:gd name="T2" fmla="*/ 239 w 534"/>
                <a:gd name="T3" fmla="*/ 0 h 89"/>
                <a:gd name="T4" fmla="*/ 534 w 534"/>
                <a:gd name="T5" fmla="*/ 15 h 89"/>
                <a:gd name="T6" fmla="*/ 367 w 534"/>
                <a:gd name="T7" fmla="*/ 89 h 89"/>
                <a:gd name="T8" fmla="*/ 0 w 534"/>
                <a:gd name="T9" fmla="*/ 75 h 89"/>
              </a:gdLst>
              <a:ahLst/>
              <a:cxnLst>
                <a:cxn ang="0">
                  <a:pos x="T0" y="T1"/>
                </a:cxn>
                <a:cxn ang="0">
                  <a:pos x="T2" y="T3"/>
                </a:cxn>
                <a:cxn ang="0">
                  <a:pos x="T4" y="T5"/>
                </a:cxn>
                <a:cxn ang="0">
                  <a:pos x="T6" y="T7"/>
                </a:cxn>
                <a:cxn ang="0">
                  <a:pos x="T8" y="T9"/>
                </a:cxn>
              </a:cxnLst>
              <a:rect l="0" t="0" r="r" b="b"/>
              <a:pathLst>
                <a:path w="534" h="89">
                  <a:moveTo>
                    <a:pt x="0" y="75"/>
                  </a:moveTo>
                  <a:lnTo>
                    <a:pt x="239" y="0"/>
                  </a:lnTo>
                  <a:lnTo>
                    <a:pt x="534" y="15"/>
                  </a:lnTo>
                  <a:lnTo>
                    <a:pt x="367" y="89"/>
                  </a:lnTo>
                  <a:lnTo>
                    <a:pt x="0" y="75"/>
                  </a:lnTo>
                  <a:close/>
                </a:path>
              </a:pathLst>
            </a:custGeom>
            <a:solidFill>
              <a:srgbClr val="DDDAE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0" name="ïŝ1ide"/>
            <p:cNvSpPr/>
            <p:nvPr/>
          </p:nvSpPr>
          <p:spPr bwMode="auto">
            <a:xfrm>
              <a:off x="7599364" y="4789488"/>
              <a:ext cx="595313" cy="407988"/>
            </a:xfrm>
            <a:custGeom>
              <a:avLst/>
              <a:gdLst>
                <a:gd name="T0" fmla="*/ 9 w 375"/>
                <a:gd name="T1" fmla="*/ 231 h 257"/>
                <a:gd name="T2" fmla="*/ 0 w 375"/>
                <a:gd name="T3" fmla="*/ 0 h 257"/>
                <a:gd name="T4" fmla="*/ 365 w 375"/>
                <a:gd name="T5" fmla="*/ 9 h 257"/>
                <a:gd name="T6" fmla="*/ 375 w 375"/>
                <a:gd name="T7" fmla="*/ 257 h 257"/>
                <a:gd name="T8" fmla="*/ 9 w 375"/>
                <a:gd name="T9" fmla="*/ 231 h 257"/>
              </a:gdLst>
              <a:ahLst/>
              <a:cxnLst>
                <a:cxn ang="0">
                  <a:pos x="T0" y="T1"/>
                </a:cxn>
                <a:cxn ang="0">
                  <a:pos x="T2" y="T3"/>
                </a:cxn>
                <a:cxn ang="0">
                  <a:pos x="T4" y="T5"/>
                </a:cxn>
                <a:cxn ang="0">
                  <a:pos x="T6" y="T7"/>
                </a:cxn>
                <a:cxn ang="0">
                  <a:pos x="T8" y="T9"/>
                </a:cxn>
              </a:cxnLst>
              <a:rect l="0" t="0" r="r" b="b"/>
              <a:pathLst>
                <a:path w="375" h="257">
                  <a:moveTo>
                    <a:pt x="9" y="231"/>
                  </a:moveTo>
                  <a:lnTo>
                    <a:pt x="0" y="0"/>
                  </a:lnTo>
                  <a:lnTo>
                    <a:pt x="365" y="9"/>
                  </a:lnTo>
                  <a:lnTo>
                    <a:pt x="375" y="257"/>
                  </a:lnTo>
                  <a:lnTo>
                    <a:pt x="9" y="231"/>
                  </a:lnTo>
                  <a:close/>
                </a:path>
              </a:pathLst>
            </a:custGeom>
            <a:solidFill>
              <a:srgbClr val="9EA6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1" name="ïsľiḓé"/>
            <p:cNvSpPr/>
            <p:nvPr/>
          </p:nvSpPr>
          <p:spPr bwMode="auto">
            <a:xfrm>
              <a:off x="7612064" y="5087938"/>
              <a:ext cx="857250" cy="133350"/>
            </a:xfrm>
            <a:custGeom>
              <a:avLst/>
              <a:gdLst>
                <a:gd name="T0" fmla="*/ 517 w 528"/>
                <a:gd name="T1" fmla="*/ 4 h 82"/>
                <a:gd name="T2" fmla="*/ 360 w 528"/>
                <a:gd name="T3" fmla="*/ 67 h 82"/>
                <a:gd name="T4" fmla="*/ 359 w 528"/>
                <a:gd name="T5" fmla="*/ 67 h 82"/>
                <a:gd name="T6" fmla="*/ 360 w 528"/>
                <a:gd name="T7" fmla="*/ 56 h 82"/>
                <a:gd name="T8" fmla="*/ 1 w 528"/>
                <a:gd name="T9" fmla="*/ 42 h 82"/>
                <a:gd name="T10" fmla="*/ 0 w 528"/>
                <a:gd name="T11" fmla="*/ 62 h 82"/>
                <a:gd name="T12" fmla="*/ 355 w 528"/>
                <a:gd name="T13" fmla="*/ 76 h 82"/>
                <a:gd name="T14" fmla="*/ 363 w 528"/>
                <a:gd name="T15" fmla="*/ 80 h 82"/>
                <a:gd name="T16" fmla="*/ 520 w 528"/>
                <a:gd name="T17" fmla="*/ 17 h 82"/>
                <a:gd name="T18" fmla="*/ 517 w 528"/>
                <a:gd name="T19" fmla="*/ 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8" h="82">
                  <a:moveTo>
                    <a:pt x="517" y="4"/>
                  </a:moveTo>
                  <a:cubicBezTo>
                    <a:pt x="465" y="25"/>
                    <a:pt x="412" y="46"/>
                    <a:pt x="360" y="67"/>
                  </a:cubicBezTo>
                  <a:cubicBezTo>
                    <a:pt x="359" y="67"/>
                    <a:pt x="359" y="67"/>
                    <a:pt x="359" y="67"/>
                  </a:cubicBezTo>
                  <a:cubicBezTo>
                    <a:pt x="360" y="56"/>
                    <a:pt x="360" y="56"/>
                    <a:pt x="360" y="56"/>
                  </a:cubicBezTo>
                  <a:cubicBezTo>
                    <a:pt x="1" y="42"/>
                    <a:pt x="1" y="42"/>
                    <a:pt x="1" y="42"/>
                  </a:cubicBezTo>
                  <a:cubicBezTo>
                    <a:pt x="0" y="62"/>
                    <a:pt x="0" y="62"/>
                    <a:pt x="0" y="62"/>
                  </a:cubicBezTo>
                  <a:cubicBezTo>
                    <a:pt x="355" y="76"/>
                    <a:pt x="355" y="76"/>
                    <a:pt x="355" y="76"/>
                  </a:cubicBezTo>
                  <a:cubicBezTo>
                    <a:pt x="356" y="79"/>
                    <a:pt x="359" y="82"/>
                    <a:pt x="363" y="80"/>
                  </a:cubicBezTo>
                  <a:cubicBezTo>
                    <a:pt x="415" y="59"/>
                    <a:pt x="468" y="38"/>
                    <a:pt x="520" y="17"/>
                  </a:cubicBezTo>
                  <a:cubicBezTo>
                    <a:pt x="528" y="14"/>
                    <a:pt x="525" y="0"/>
                    <a:pt x="517" y="4"/>
                  </a:cubicBezTo>
                  <a:close/>
                </a:path>
              </a:pathLst>
            </a:custGeom>
            <a:solidFill>
              <a:srgbClr val="9EA6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2" name="îş1ïḑè"/>
            <p:cNvSpPr/>
            <p:nvPr/>
          </p:nvSpPr>
          <p:spPr bwMode="auto">
            <a:xfrm>
              <a:off x="8186739" y="5024438"/>
              <a:ext cx="101600" cy="152400"/>
            </a:xfrm>
            <a:custGeom>
              <a:avLst/>
              <a:gdLst>
                <a:gd name="T0" fmla="*/ 9 w 62"/>
                <a:gd name="T1" fmla="*/ 28 h 93"/>
                <a:gd name="T2" fmla="*/ 5 w 62"/>
                <a:gd name="T3" fmla="*/ 33 h 93"/>
                <a:gd name="T4" fmla="*/ 7 w 62"/>
                <a:gd name="T5" fmla="*/ 37 h 93"/>
                <a:gd name="T6" fmla="*/ 16 w 62"/>
                <a:gd name="T7" fmla="*/ 45 h 93"/>
                <a:gd name="T8" fmla="*/ 26 w 62"/>
                <a:gd name="T9" fmla="*/ 41 h 93"/>
                <a:gd name="T10" fmla="*/ 21 w 62"/>
                <a:gd name="T11" fmla="*/ 60 h 93"/>
                <a:gd name="T12" fmla="*/ 6 w 62"/>
                <a:gd name="T13" fmla="*/ 74 h 93"/>
                <a:gd name="T14" fmla="*/ 0 w 62"/>
                <a:gd name="T15" fmla="*/ 89 h 93"/>
                <a:gd name="T16" fmla="*/ 45 w 62"/>
                <a:gd name="T17" fmla="*/ 70 h 93"/>
                <a:gd name="T18" fmla="*/ 52 w 62"/>
                <a:gd name="T19" fmla="*/ 51 h 93"/>
                <a:gd name="T20" fmla="*/ 62 w 62"/>
                <a:gd name="T21" fmla="*/ 15 h 93"/>
                <a:gd name="T22" fmla="*/ 34 w 62"/>
                <a:gd name="T23" fmla="*/ 4 h 93"/>
                <a:gd name="T24" fmla="*/ 9 w 62"/>
                <a:gd name="T25" fmla="*/ 2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93">
                  <a:moveTo>
                    <a:pt x="9" y="28"/>
                  </a:moveTo>
                  <a:cubicBezTo>
                    <a:pt x="8" y="30"/>
                    <a:pt x="6" y="31"/>
                    <a:pt x="5" y="33"/>
                  </a:cubicBezTo>
                  <a:cubicBezTo>
                    <a:pt x="5" y="35"/>
                    <a:pt x="6" y="36"/>
                    <a:pt x="7" y="37"/>
                  </a:cubicBezTo>
                  <a:cubicBezTo>
                    <a:pt x="9" y="41"/>
                    <a:pt x="12" y="44"/>
                    <a:pt x="16" y="45"/>
                  </a:cubicBezTo>
                  <a:cubicBezTo>
                    <a:pt x="19" y="46"/>
                    <a:pt x="24" y="45"/>
                    <a:pt x="26" y="41"/>
                  </a:cubicBezTo>
                  <a:cubicBezTo>
                    <a:pt x="29" y="47"/>
                    <a:pt x="26" y="55"/>
                    <a:pt x="21" y="60"/>
                  </a:cubicBezTo>
                  <a:cubicBezTo>
                    <a:pt x="16" y="64"/>
                    <a:pt x="10" y="68"/>
                    <a:pt x="6" y="74"/>
                  </a:cubicBezTo>
                  <a:cubicBezTo>
                    <a:pt x="2" y="78"/>
                    <a:pt x="1" y="83"/>
                    <a:pt x="0" y="89"/>
                  </a:cubicBezTo>
                  <a:cubicBezTo>
                    <a:pt x="17" y="93"/>
                    <a:pt x="36" y="85"/>
                    <a:pt x="45" y="70"/>
                  </a:cubicBezTo>
                  <a:cubicBezTo>
                    <a:pt x="48" y="64"/>
                    <a:pt x="50" y="57"/>
                    <a:pt x="52" y="51"/>
                  </a:cubicBezTo>
                  <a:cubicBezTo>
                    <a:pt x="55" y="39"/>
                    <a:pt x="59" y="27"/>
                    <a:pt x="62" y="15"/>
                  </a:cubicBezTo>
                  <a:cubicBezTo>
                    <a:pt x="53" y="9"/>
                    <a:pt x="45" y="0"/>
                    <a:pt x="34" y="4"/>
                  </a:cubicBezTo>
                  <a:cubicBezTo>
                    <a:pt x="26" y="8"/>
                    <a:pt x="17" y="23"/>
                    <a:pt x="9" y="28"/>
                  </a:cubicBezTo>
                  <a:close/>
                </a:path>
              </a:pathLst>
            </a:custGeom>
            <a:solidFill>
              <a:srgbClr val="EACD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3" name="íşḻïḑê"/>
            <p:cNvSpPr/>
            <p:nvPr/>
          </p:nvSpPr>
          <p:spPr bwMode="auto">
            <a:xfrm>
              <a:off x="8089901" y="4592638"/>
              <a:ext cx="258763" cy="506413"/>
            </a:xfrm>
            <a:custGeom>
              <a:avLst/>
              <a:gdLst>
                <a:gd name="T0" fmla="*/ 132 w 159"/>
                <a:gd name="T1" fmla="*/ 160 h 313"/>
                <a:gd name="T2" fmla="*/ 158 w 159"/>
                <a:gd name="T3" fmla="*/ 241 h 313"/>
                <a:gd name="T4" fmla="*/ 121 w 159"/>
                <a:gd name="T5" fmla="*/ 313 h 313"/>
                <a:gd name="T6" fmla="*/ 92 w 159"/>
                <a:gd name="T7" fmla="*/ 272 h 313"/>
                <a:gd name="T8" fmla="*/ 72 w 159"/>
                <a:gd name="T9" fmla="*/ 146 h 313"/>
                <a:gd name="T10" fmla="*/ 35 w 159"/>
                <a:gd name="T11" fmla="*/ 87 h 313"/>
                <a:gd name="T12" fmla="*/ 16 w 159"/>
                <a:gd name="T13" fmla="*/ 56 h 313"/>
                <a:gd name="T14" fmla="*/ 1 w 159"/>
                <a:gd name="T15" fmla="*/ 30 h 313"/>
                <a:gd name="T16" fmla="*/ 2 w 159"/>
                <a:gd name="T17" fmla="*/ 18 h 313"/>
                <a:gd name="T18" fmla="*/ 14 w 159"/>
                <a:gd name="T19" fmla="*/ 2 h 313"/>
                <a:gd name="T20" fmla="*/ 34 w 159"/>
                <a:gd name="T21" fmla="*/ 9 h 313"/>
                <a:gd name="T22" fmla="*/ 79 w 159"/>
                <a:gd name="T23" fmla="*/ 79 h 313"/>
                <a:gd name="T24" fmla="*/ 132 w 159"/>
                <a:gd name="T25" fmla="*/ 16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9" h="313">
                  <a:moveTo>
                    <a:pt x="132" y="160"/>
                  </a:moveTo>
                  <a:cubicBezTo>
                    <a:pt x="145" y="185"/>
                    <a:pt x="157" y="212"/>
                    <a:pt x="158" y="241"/>
                  </a:cubicBezTo>
                  <a:cubicBezTo>
                    <a:pt x="159" y="269"/>
                    <a:pt x="146" y="299"/>
                    <a:pt x="121" y="313"/>
                  </a:cubicBezTo>
                  <a:cubicBezTo>
                    <a:pt x="114" y="298"/>
                    <a:pt x="101" y="287"/>
                    <a:pt x="92" y="272"/>
                  </a:cubicBezTo>
                  <a:cubicBezTo>
                    <a:pt x="71" y="235"/>
                    <a:pt x="85" y="187"/>
                    <a:pt x="72" y="146"/>
                  </a:cubicBezTo>
                  <a:cubicBezTo>
                    <a:pt x="64" y="124"/>
                    <a:pt x="48" y="106"/>
                    <a:pt x="35" y="87"/>
                  </a:cubicBezTo>
                  <a:cubicBezTo>
                    <a:pt x="28" y="77"/>
                    <a:pt x="21" y="67"/>
                    <a:pt x="16" y="56"/>
                  </a:cubicBezTo>
                  <a:cubicBezTo>
                    <a:pt x="12" y="49"/>
                    <a:pt x="2" y="36"/>
                    <a:pt x="1" y="30"/>
                  </a:cubicBezTo>
                  <a:cubicBezTo>
                    <a:pt x="0" y="26"/>
                    <a:pt x="1" y="22"/>
                    <a:pt x="2" y="18"/>
                  </a:cubicBezTo>
                  <a:cubicBezTo>
                    <a:pt x="4" y="11"/>
                    <a:pt x="8" y="5"/>
                    <a:pt x="14" y="2"/>
                  </a:cubicBezTo>
                  <a:cubicBezTo>
                    <a:pt x="21" y="0"/>
                    <a:pt x="28" y="4"/>
                    <a:pt x="34" y="9"/>
                  </a:cubicBezTo>
                  <a:cubicBezTo>
                    <a:pt x="53" y="27"/>
                    <a:pt x="65" y="58"/>
                    <a:pt x="79" y="79"/>
                  </a:cubicBezTo>
                  <a:cubicBezTo>
                    <a:pt x="98" y="106"/>
                    <a:pt x="117" y="131"/>
                    <a:pt x="132" y="16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4" name="ïşľidê"/>
            <p:cNvSpPr/>
            <p:nvPr/>
          </p:nvSpPr>
          <p:spPr bwMode="auto">
            <a:xfrm>
              <a:off x="7913689" y="4276725"/>
              <a:ext cx="233363" cy="330200"/>
            </a:xfrm>
            <a:custGeom>
              <a:avLst/>
              <a:gdLst>
                <a:gd name="T0" fmla="*/ 75 w 143"/>
                <a:gd name="T1" fmla="*/ 194 h 203"/>
                <a:gd name="T2" fmla="*/ 73 w 143"/>
                <a:gd name="T3" fmla="*/ 196 h 203"/>
                <a:gd name="T4" fmla="*/ 59 w 143"/>
                <a:gd name="T5" fmla="*/ 201 h 203"/>
                <a:gd name="T6" fmla="*/ 39 w 143"/>
                <a:gd name="T7" fmla="*/ 202 h 203"/>
                <a:gd name="T8" fmla="*/ 31 w 143"/>
                <a:gd name="T9" fmla="*/ 147 h 203"/>
                <a:gd name="T10" fmla="*/ 0 w 143"/>
                <a:gd name="T11" fmla="*/ 119 h 203"/>
                <a:gd name="T12" fmla="*/ 1 w 143"/>
                <a:gd name="T13" fmla="*/ 104 h 203"/>
                <a:gd name="T14" fmla="*/ 12 w 143"/>
                <a:gd name="T15" fmla="*/ 44 h 203"/>
                <a:gd name="T16" fmla="*/ 18 w 143"/>
                <a:gd name="T17" fmla="*/ 24 h 203"/>
                <a:gd name="T18" fmla="*/ 47 w 143"/>
                <a:gd name="T19" fmla="*/ 6 h 203"/>
                <a:gd name="T20" fmla="*/ 126 w 143"/>
                <a:gd name="T21" fmla="*/ 26 h 203"/>
                <a:gd name="T22" fmla="*/ 139 w 143"/>
                <a:gd name="T23" fmla="*/ 45 h 203"/>
                <a:gd name="T24" fmla="*/ 136 w 143"/>
                <a:gd name="T25" fmla="*/ 83 h 203"/>
                <a:gd name="T26" fmla="*/ 128 w 143"/>
                <a:gd name="T27" fmla="*/ 118 h 203"/>
                <a:gd name="T28" fmla="*/ 108 w 143"/>
                <a:gd name="T29" fmla="*/ 152 h 203"/>
                <a:gd name="T30" fmla="*/ 89 w 143"/>
                <a:gd name="T31" fmla="*/ 158 h 203"/>
                <a:gd name="T32" fmla="*/ 75 w 143"/>
                <a:gd name="T33" fmla="*/ 19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203">
                  <a:moveTo>
                    <a:pt x="75" y="194"/>
                  </a:moveTo>
                  <a:cubicBezTo>
                    <a:pt x="75" y="194"/>
                    <a:pt x="74" y="195"/>
                    <a:pt x="73" y="196"/>
                  </a:cubicBezTo>
                  <a:cubicBezTo>
                    <a:pt x="69" y="199"/>
                    <a:pt x="64" y="200"/>
                    <a:pt x="59" y="201"/>
                  </a:cubicBezTo>
                  <a:cubicBezTo>
                    <a:pt x="52" y="202"/>
                    <a:pt x="46" y="203"/>
                    <a:pt x="39" y="202"/>
                  </a:cubicBezTo>
                  <a:cubicBezTo>
                    <a:pt x="19" y="196"/>
                    <a:pt x="28" y="161"/>
                    <a:pt x="31" y="147"/>
                  </a:cubicBezTo>
                  <a:cubicBezTo>
                    <a:pt x="17" y="142"/>
                    <a:pt x="2" y="134"/>
                    <a:pt x="0" y="119"/>
                  </a:cubicBezTo>
                  <a:cubicBezTo>
                    <a:pt x="0" y="114"/>
                    <a:pt x="1" y="109"/>
                    <a:pt x="1" y="104"/>
                  </a:cubicBezTo>
                  <a:cubicBezTo>
                    <a:pt x="5" y="84"/>
                    <a:pt x="8" y="64"/>
                    <a:pt x="12" y="44"/>
                  </a:cubicBezTo>
                  <a:cubicBezTo>
                    <a:pt x="13" y="37"/>
                    <a:pt x="14" y="30"/>
                    <a:pt x="18" y="24"/>
                  </a:cubicBezTo>
                  <a:cubicBezTo>
                    <a:pt x="24" y="13"/>
                    <a:pt x="36" y="9"/>
                    <a:pt x="47" y="6"/>
                  </a:cubicBezTo>
                  <a:cubicBezTo>
                    <a:pt x="75" y="0"/>
                    <a:pt x="105" y="6"/>
                    <a:pt x="126" y="26"/>
                  </a:cubicBezTo>
                  <a:cubicBezTo>
                    <a:pt x="132" y="31"/>
                    <a:pt x="137" y="37"/>
                    <a:pt x="139" y="45"/>
                  </a:cubicBezTo>
                  <a:cubicBezTo>
                    <a:pt x="143" y="57"/>
                    <a:pt x="140" y="71"/>
                    <a:pt x="136" y="83"/>
                  </a:cubicBezTo>
                  <a:cubicBezTo>
                    <a:pt x="133" y="95"/>
                    <a:pt x="131" y="107"/>
                    <a:pt x="128" y="118"/>
                  </a:cubicBezTo>
                  <a:cubicBezTo>
                    <a:pt x="124" y="131"/>
                    <a:pt x="119" y="147"/>
                    <a:pt x="108" y="152"/>
                  </a:cubicBezTo>
                  <a:cubicBezTo>
                    <a:pt x="102" y="155"/>
                    <a:pt x="94" y="154"/>
                    <a:pt x="89" y="158"/>
                  </a:cubicBezTo>
                  <a:cubicBezTo>
                    <a:pt x="77" y="167"/>
                    <a:pt x="83" y="184"/>
                    <a:pt x="75" y="194"/>
                  </a:cubicBezTo>
                  <a:close/>
                </a:path>
              </a:pathLst>
            </a:custGeom>
            <a:solidFill>
              <a:srgbClr val="EACDB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5" name="işľiḓe"/>
            <p:cNvSpPr/>
            <p:nvPr/>
          </p:nvSpPr>
          <p:spPr bwMode="auto">
            <a:xfrm>
              <a:off x="7870826" y="4213225"/>
              <a:ext cx="198438" cy="311150"/>
            </a:xfrm>
            <a:custGeom>
              <a:avLst/>
              <a:gdLst>
                <a:gd name="T0" fmla="*/ 66 w 122"/>
                <a:gd name="T1" fmla="*/ 66 h 191"/>
                <a:gd name="T2" fmla="*/ 64 w 122"/>
                <a:gd name="T3" fmla="*/ 69 h 191"/>
                <a:gd name="T4" fmla="*/ 57 w 122"/>
                <a:gd name="T5" fmla="*/ 88 h 191"/>
                <a:gd name="T6" fmla="*/ 35 w 122"/>
                <a:gd name="T7" fmla="*/ 111 h 191"/>
                <a:gd name="T8" fmla="*/ 35 w 122"/>
                <a:gd name="T9" fmla="*/ 136 h 191"/>
                <a:gd name="T10" fmla="*/ 25 w 122"/>
                <a:gd name="T11" fmla="*/ 163 h 191"/>
                <a:gd name="T12" fmla="*/ 31 w 122"/>
                <a:gd name="T13" fmla="*/ 191 h 191"/>
                <a:gd name="T14" fmla="*/ 13 w 122"/>
                <a:gd name="T15" fmla="*/ 183 h 191"/>
                <a:gd name="T16" fmla="*/ 8 w 122"/>
                <a:gd name="T17" fmla="*/ 171 h 191"/>
                <a:gd name="T18" fmla="*/ 8 w 122"/>
                <a:gd name="T19" fmla="*/ 154 h 191"/>
                <a:gd name="T20" fmla="*/ 1 w 122"/>
                <a:gd name="T21" fmla="*/ 132 h 191"/>
                <a:gd name="T22" fmla="*/ 9 w 122"/>
                <a:gd name="T23" fmla="*/ 102 h 191"/>
                <a:gd name="T24" fmla="*/ 9 w 122"/>
                <a:gd name="T25" fmla="*/ 54 h 191"/>
                <a:gd name="T26" fmla="*/ 30 w 122"/>
                <a:gd name="T27" fmla="*/ 35 h 191"/>
                <a:gd name="T28" fmla="*/ 41 w 122"/>
                <a:gd name="T29" fmla="*/ 17 h 191"/>
                <a:gd name="T30" fmla="*/ 58 w 122"/>
                <a:gd name="T31" fmla="*/ 4 h 191"/>
                <a:gd name="T32" fmla="*/ 70 w 122"/>
                <a:gd name="T33" fmla="*/ 5 h 191"/>
                <a:gd name="T34" fmla="*/ 90 w 122"/>
                <a:gd name="T35" fmla="*/ 1 h 191"/>
                <a:gd name="T36" fmla="*/ 118 w 122"/>
                <a:gd name="T37" fmla="*/ 21 h 191"/>
                <a:gd name="T38" fmla="*/ 111 w 122"/>
                <a:gd name="T39" fmla="*/ 42 h 191"/>
                <a:gd name="T40" fmla="*/ 66 w 122"/>
                <a:gd name="T41" fmla="*/ 66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2" h="191">
                  <a:moveTo>
                    <a:pt x="66" y="66"/>
                  </a:moveTo>
                  <a:cubicBezTo>
                    <a:pt x="65" y="67"/>
                    <a:pt x="65" y="68"/>
                    <a:pt x="64" y="69"/>
                  </a:cubicBezTo>
                  <a:cubicBezTo>
                    <a:pt x="61" y="75"/>
                    <a:pt x="61" y="82"/>
                    <a:pt x="57" y="88"/>
                  </a:cubicBezTo>
                  <a:cubicBezTo>
                    <a:pt x="52" y="97"/>
                    <a:pt x="39" y="101"/>
                    <a:pt x="35" y="111"/>
                  </a:cubicBezTo>
                  <a:cubicBezTo>
                    <a:pt x="32" y="119"/>
                    <a:pt x="36" y="128"/>
                    <a:pt x="35" y="136"/>
                  </a:cubicBezTo>
                  <a:cubicBezTo>
                    <a:pt x="34" y="146"/>
                    <a:pt x="26" y="153"/>
                    <a:pt x="25" y="163"/>
                  </a:cubicBezTo>
                  <a:cubicBezTo>
                    <a:pt x="24" y="171"/>
                    <a:pt x="27" y="183"/>
                    <a:pt x="31" y="191"/>
                  </a:cubicBezTo>
                  <a:cubicBezTo>
                    <a:pt x="30" y="188"/>
                    <a:pt x="16" y="186"/>
                    <a:pt x="13" y="183"/>
                  </a:cubicBezTo>
                  <a:cubicBezTo>
                    <a:pt x="8" y="179"/>
                    <a:pt x="8" y="177"/>
                    <a:pt x="8" y="171"/>
                  </a:cubicBezTo>
                  <a:cubicBezTo>
                    <a:pt x="7" y="165"/>
                    <a:pt x="10" y="160"/>
                    <a:pt x="8" y="154"/>
                  </a:cubicBezTo>
                  <a:cubicBezTo>
                    <a:pt x="7" y="147"/>
                    <a:pt x="2" y="140"/>
                    <a:pt x="1" y="132"/>
                  </a:cubicBezTo>
                  <a:cubicBezTo>
                    <a:pt x="0" y="122"/>
                    <a:pt x="7" y="112"/>
                    <a:pt x="9" y="102"/>
                  </a:cubicBezTo>
                  <a:cubicBezTo>
                    <a:pt x="12" y="86"/>
                    <a:pt x="1" y="68"/>
                    <a:pt x="9" y="54"/>
                  </a:cubicBezTo>
                  <a:cubicBezTo>
                    <a:pt x="14" y="46"/>
                    <a:pt x="23" y="42"/>
                    <a:pt x="30" y="35"/>
                  </a:cubicBezTo>
                  <a:cubicBezTo>
                    <a:pt x="35" y="30"/>
                    <a:pt x="37" y="23"/>
                    <a:pt x="41" y="17"/>
                  </a:cubicBezTo>
                  <a:cubicBezTo>
                    <a:pt x="45" y="11"/>
                    <a:pt x="51" y="5"/>
                    <a:pt x="58" y="4"/>
                  </a:cubicBezTo>
                  <a:cubicBezTo>
                    <a:pt x="62" y="4"/>
                    <a:pt x="66" y="5"/>
                    <a:pt x="70" y="5"/>
                  </a:cubicBezTo>
                  <a:cubicBezTo>
                    <a:pt x="77" y="5"/>
                    <a:pt x="83" y="2"/>
                    <a:pt x="90" y="1"/>
                  </a:cubicBezTo>
                  <a:cubicBezTo>
                    <a:pt x="100" y="0"/>
                    <a:pt x="114" y="12"/>
                    <a:pt x="118" y="21"/>
                  </a:cubicBezTo>
                  <a:cubicBezTo>
                    <a:pt x="122" y="30"/>
                    <a:pt x="118" y="36"/>
                    <a:pt x="111" y="42"/>
                  </a:cubicBezTo>
                  <a:cubicBezTo>
                    <a:pt x="100" y="51"/>
                    <a:pt x="76" y="54"/>
                    <a:pt x="66" y="66"/>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6" name="íṧlíḋê"/>
            <p:cNvSpPr/>
            <p:nvPr/>
          </p:nvSpPr>
          <p:spPr bwMode="auto">
            <a:xfrm>
              <a:off x="8007351" y="4203700"/>
              <a:ext cx="234950" cy="385763"/>
            </a:xfrm>
            <a:custGeom>
              <a:avLst/>
              <a:gdLst>
                <a:gd name="T0" fmla="*/ 122 w 145"/>
                <a:gd name="T1" fmla="*/ 53 h 238"/>
                <a:gd name="T2" fmla="*/ 137 w 145"/>
                <a:gd name="T3" fmla="*/ 68 h 238"/>
                <a:gd name="T4" fmla="*/ 142 w 145"/>
                <a:gd name="T5" fmla="*/ 108 h 238"/>
                <a:gd name="T6" fmla="*/ 139 w 145"/>
                <a:gd name="T7" fmla="*/ 143 h 238"/>
                <a:gd name="T8" fmla="*/ 123 w 145"/>
                <a:gd name="T9" fmla="*/ 163 h 238"/>
                <a:gd name="T10" fmla="*/ 94 w 145"/>
                <a:gd name="T11" fmla="*/ 175 h 238"/>
                <a:gd name="T12" fmla="*/ 88 w 145"/>
                <a:gd name="T13" fmla="*/ 208 h 238"/>
                <a:gd name="T14" fmla="*/ 70 w 145"/>
                <a:gd name="T15" fmla="*/ 214 h 238"/>
                <a:gd name="T16" fmla="*/ 54 w 145"/>
                <a:gd name="T17" fmla="*/ 228 h 238"/>
                <a:gd name="T18" fmla="*/ 36 w 145"/>
                <a:gd name="T19" fmla="*/ 237 h 238"/>
                <a:gd name="T20" fmla="*/ 45 w 145"/>
                <a:gd name="T21" fmla="*/ 209 h 238"/>
                <a:gd name="T22" fmla="*/ 54 w 145"/>
                <a:gd name="T23" fmla="*/ 188 h 238"/>
                <a:gd name="T24" fmla="*/ 44 w 145"/>
                <a:gd name="T25" fmla="*/ 172 h 238"/>
                <a:gd name="T26" fmla="*/ 49 w 145"/>
                <a:gd name="T27" fmla="*/ 165 h 238"/>
                <a:gd name="T28" fmla="*/ 59 w 145"/>
                <a:gd name="T29" fmla="*/ 132 h 238"/>
                <a:gd name="T30" fmla="*/ 40 w 145"/>
                <a:gd name="T31" fmla="*/ 103 h 238"/>
                <a:gd name="T32" fmla="*/ 30 w 145"/>
                <a:gd name="T33" fmla="*/ 80 h 238"/>
                <a:gd name="T34" fmla="*/ 15 w 145"/>
                <a:gd name="T35" fmla="*/ 59 h 238"/>
                <a:gd name="T36" fmla="*/ 3 w 145"/>
                <a:gd name="T37" fmla="*/ 42 h 238"/>
                <a:gd name="T38" fmla="*/ 5 w 145"/>
                <a:gd name="T39" fmla="*/ 22 h 238"/>
                <a:gd name="T40" fmla="*/ 20 w 145"/>
                <a:gd name="T41" fmla="*/ 11 h 238"/>
                <a:gd name="T42" fmla="*/ 56 w 145"/>
                <a:gd name="T43" fmla="*/ 4 h 238"/>
                <a:gd name="T44" fmla="*/ 75 w 145"/>
                <a:gd name="T45" fmla="*/ 12 h 238"/>
                <a:gd name="T46" fmla="*/ 89 w 145"/>
                <a:gd name="T47" fmla="*/ 14 h 238"/>
                <a:gd name="T48" fmla="*/ 110 w 145"/>
                <a:gd name="T49" fmla="*/ 25 h 238"/>
                <a:gd name="T50" fmla="*/ 117 w 145"/>
                <a:gd name="T51" fmla="*/ 43 h 238"/>
                <a:gd name="T52" fmla="*/ 122 w 145"/>
                <a:gd name="T53" fmla="*/ 53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5" h="238">
                  <a:moveTo>
                    <a:pt x="122" y="53"/>
                  </a:moveTo>
                  <a:cubicBezTo>
                    <a:pt x="127" y="58"/>
                    <a:pt x="133" y="62"/>
                    <a:pt x="137" y="68"/>
                  </a:cubicBezTo>
                  <a:cubicBezTo>
                    <a:pt x="145" y="79"/>
                    <a:pt x="144" y="94"/>
                    <a:pt x="142" y="108"/>
                  </a:cubicBezTo>
                  <a:cubicBezTo>
                    <a:pt x="140" y="120"/>
                    <a:pt x="143" y="131"/>
                    <a:pt x="139" y="143"/>
                  </a:cubicBezTo>
                  <a:cubicBezTo>
                    <a:pt x="137" y="152"/>
                    <a:pt x="131" y="159"/>
                    <a:pt x="123" y="163"/>
                  </a:cubicBezTo>
                  <a:cubicBezTo>
                    <a:pt x="114" y="167"/>
                    <a:pt x="100" y="166"/>
                    <a:pt x="94" y="175"/>
                  </a:cubicBezTo>
                  <a:cubicBezTo>
                    <a:pt x="88" y="185"/>
                    <a:pt x="97" y="200"/>
                    <a:pt x="88" y="208"/>
                  </a:cubicBezTo>
                  <a:cubicBezTo>
                    <a:pt x="83" y="212"/>
                    <a:pt x="76" y="212"/>
                    <a:pt x="70" y="214"/>
                  </a:cubicBezTo>
                  <a:cubicBezTo>
                    <a:pt x="63" y="217"/>
                    <a:pt x="59" y="223"/>
                    <a:pt x="54" y="228"/>
                  </a:cubicBezTo>
                  <a:cubicBezTo>
                    <a:pt x="49" y="233"/>
                    <a:pt x="43" y="238"/>
                    <a:pt x="36" y="237"/>
                  </a:cubicBezTo>
                  <a:cubicBezTo>
                    <a:pt x="37" y="226"/>
                    <a:pt x="39" y="218"/>
                    <a:pt x="45" y="209"/>
                  </a:cubicBezTo>
                  <a:cubicBezTo>
                    <a:pt x="49" y="204"/>
                    <a:pt x="59" y="195"/>
                    <a:pt x="54" y="188"/>
                  </a:cubicBezTo>
                  <a:cubicBezTo>
                    <a:pt x="52" y="182"/>
                    <a:pt x="43" y="178"/>
                    <a:pt x="44" y="172"/>
                  </a:cubicBezTo>
                  <a:cubicBezTo>
                    <a:pt x="45" y="169"/>
                    <a:pt x="47" y="167"/>
                    <a:pt x="49" y="165"/>
                  </a:cubicBezTo>
                  <a:cubicBezTo>
                    <a:pt x="58" y="156"/>
                    <a:pt x="61" y="144"/>
                    <a:pt x="59" y="132"/>
                  </a:cubicBezTo>
                  <a:cubicBezTo>
                    <a:pt x="57" y="120"/>
                    <a:pt x="49" y="110"/>
                    <a:pt x="40" y="103"/>
                  </a:cubicBezTo>
                  <a:cubicBezTo>
                    <a:pt x="29" y="94"/>
                    <a:pt x="32" y="92"/>
                    <a:pt x="30" y="80"/>
                  </a:cubicBezTo>
                  <a:cubicBezTo>
                    <a:pt x="29" y="68"/>
                    <a:pt x="24" y="64"/>
                    <a:pt x="15" y="59"/>
                  </a:cubicBezTo>
                  <a:cubicBezTo>
                    <a:pt x="7" y="53"/>
                    <a:pt x="5" y="50"/>
                    <a:pt x="3" y="42"/>
                  </a:cubicBezTo>
                  <a:cubicBezTo>
                    <a:pt x="2" y="35"/>
                    <a:pt x="0" y="28"/>
                    <a:pt x="5" y="22"/>
                  </a:cubicBezTo>
                  <a:cubicBezTo>
                    <a:pt x="9" y="17"/>
                    <a:pt x="14" y="14"/>
                    <a:pt x="20" y="11"/>
                  </a:cubicBezTo>
                  <a:cubicBezTo>
                    <a:pt x="31" y="6"/>
                    <a:pt x="44" y="0"/>
                    <a:pt x="56" y="4"/>
                  </a:cubicBezTo>
                  <a:cubicBezTo>
                    <a:pt x="63" y="6"/>
                    <a:pt x="69" y="10"/>
                    <a:pt x="75" y="12"/>
                  </a:cubicBezTo>
                  <a:cubicBezTo>
                    <a:pt x="80" y="13"/>
                    <a:pt x="85" y="13"/>
                    <a:pt x="89" y="14"/>
                  </a:cubicBezTo>
                  <a:cubicBezTo>
                    <a:pt x="97" y="15"/>
                    <a:pt x="105" y="19"/>
                    <a:pt x="110" y="25"/>
                  </a:cubicBezTo>
                  <a:cubicBezTo>
                    <a:pt x="116" y="31"/>
                    <a:pt x="115" y="36"/>
                    <a:pt x="117" y="43"/>
                  </a:cubicBezTo>
                  <a:cubicBezTo>
                    <a:pt x="118" y="47"/>
                    <a:pt x="120" y="50"/>
                    <a:pt x="122" y="53"/>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7" name="ïsľîďè"/>
            <p:cNvSpPr/>
            <p:nvPr/>
          </p:nvSpPr>
          <p:spPr bwMode="auto">
            <a:xfrm>
              <a:off x="8129589" y="4141788"/>
              <a:ext cx="225425" cy="233363"/>
            </a:xfrm>
            <a:custGeom>
              <a:avLst/>
              <a:gdLst>
                <a:gd name="T0" fmla="*/ 14 w 138"/>
                <a:gd name="T1" fmla="*/ 41 h 143"/>
                <a:gd name="T2" fmla="*/ 24 w 138"/>
                <a:gd name="T3" fmla="*/ 23 h 143"/>
                <a:gd name="T4" fmla="*/ 37 w 138"/>
                <a:gd name="T5" fmla="*/ 25 h 143"/>
                <a:gd name="T6" fmla="*/ 57 w 138"/>
                <a:gd name="T7" fmla="*/ 8 h 143"/>
                <a:gd name="T8" fmla="*/ 60 w 138"/>
                <a:gd name="T9" fmla="*/ 6 h 143"/>
                <a:gd name="T10" fmla="*/ 65 w 138"/>
                <a:gd name="T11" fmla="*/ 7 h 143"/>
                <a:gd name="T12" fmla="*/ 91 w 138"/>
                <a:gd name="T13" fmla="*/ 1 h 143"/>
                <a:gd name="T14" fmla="*/ 114 w 138"/>
                <a:gd name="T15" fmla="*/ 19 h 143"/>
                <a:gd name="T16" fmla="*/ 113 w 138"/>
                <a:gd name="T17" fmla="*/ 33 h 143"/>
                <a:gd name="T18" fmla="*/ 135 w 138"/>
                <a:gd name="T19" fmla="*/ 81 h 143"/>
                <a:gd name="T20" fmla="*/ 121 w 138"/>
                <a:gd name="T21" fmla="*/ 114 h 143"/>
                <a:gd name="T22" fmla="*/ 128 w 138"/>
                <a:gd name="T23" fmla="*/ 136 h 143"/>
                <a:gd name="T24" fmla="*/ 116 w 138"/>
                <a:gd name="T25" fmla="*/ 142 h 143"/>
                <a:gd name="T26" fmla="*/ 104 w 138"/>
                <a:gd name="T27" fmla="*/ 133 h 143"/>
                <a:gd name="T28" fmla="*/ 91 w 138"/>
                <a:gd name="T29" fmla="*/ 113 h 143"/>
                <a:gd name="T30" fmla="*/ 72 w 138"/>
                <a:gd name="T31" fmla="*/ 100 h 143"/>
                <a:gd name="T32" fmla="*/ 49 w 138"/>
                <a:gd name="T33" fmla="*/ 101 h 143"/>
                <a:gd name="T34" fmla="*/ 35 w 138"/>
                <a:gd name="T35" fmla="*/ 90 h 143"/>
                <a:gd name="T36" fmla="*/ 18 w 138"/>
                <a:gd name="T37" fmla="*/ 87 h 143"/>
                <a:gd name="T38" fmla="*/ 6 w 138"/>
                <a:gd name="T39" fmla="*/ 77 h 143"/>
                <a:gd name="T40" fmla="*/ 7 w 138"/>
                <a:gd name="T41" fmla="*/ 72 h 143"/>
                <a:gd name="T42" fmla="*/ 0 w 138"/>
                <a:gd name="T43" fmla="*/ 64 h 143"/>
                <a:gd name="T44" fmla="*/ 11 w 138"/>
                <a:gd name="T45" fmla="*/ 57 h 143"/>
                <a:gd name="T46" fmla="*/ 14 w 138"/>
                <a:gd name="T47" fmla="*/ 4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8" h="143">
                  <a:moveTo>
                    <a:pt x="14" y="41"/>
                  </a:moveTo>
                  <a:cubicBezTo>
                    <a:pt x="14" y="34"/>
                    <a:pt x="17" y="24"/>
                    <a:pt x="24" y="23"/>
                  </a:cubicBezTo>
                  <a:cubicBezTo>
                    <a:pt x="28" y="22"/>
                    <a:pt x="32" y="25"/>
                    <a:pt x="37" y="25"/>
                  </a:cubicBezTo>
                  <a:cubicBezTo>
                    <a:pt x="46" y="25"/>
                    <a:pt x="51" y="15"/>
                    <a:pt x="57" y="8"/>
                  </a:cubicBezTo>
                  <a:cubicBezTo>
                    <a:pt x="58" y="7"/>
                    <a:pt x="59" y="6"/>
                    <a:pt x="60" y="6"/>
                  </a:cubicBezTo>
                  <a:cubicBezTo>
                    <a:pt x="62" y="6"/>
                    <a:pt x="64" y="7"/>
                    <a:pt x="65" y="7"/>
                  </a:cubicBezTo>
                  <a:cubicBezTo>
                    <a:pt x="74" y="10"/>
                    <a:pt x="82" y="3"/>
                    <a:pt x="91" y="1"/>
                  </a:cubicBezTo>
                  <a:cubicBezTo>
                    <a:pt x="101" y="0"/>
                    <a:pt x="113" y="8"/>
                    <a:pt x="114" y="19"/>
                  </a:cubicBezTo>
                  <a:cubicBezTo>
                    <a:pt x="114" y="24"/>
                    <a:pt x="113" y="28"/>
                    <a:pt x="113" y="33"/>
                  </a:cubicBezTo>
                  <a:cubicBezTo>
                    <a:pt x="114" y="51"/>
                    <a:pt x="138" y="63"/>
                    <a:pt x="135" y="81"/>
                  </a:cubicBezTo>
                  <a:cubicBezTo>
                    <a:pt x="133" y="93"/>
                    <a:pt x="119" y="102"/>
                    <a:pt x="121" y="114"/>
                  </a:cubicBezTo>
                  <a:cubicBezTo>
                    <a:pt x="123" y="122"/>
                    <a:pt x="131" y="129"/>
                    <a:pt x="128" y="136"/>
                  </a:cubicBezTo>
                  <a:cubicBezTo>
                    <a:pt x="127" y="141"/>
                    <a:pt x="121" y="143"/>
                    <a:pt x="116" y="142"/>
                  </a:cubicBezTo>
                  <a:cubicBezTo>
                    <a:pt x="111" y="141"/>
                    <a:pt x="107" y="137"/>
                    <a:pt x="104" y="133"/>
                  </a:cubicBezTo>
                  <a:cubicBezTo>
                    <a:pt x="99" y="127"/>
                    <a:pt x="96" y="120"/>
                    <a:pt x="91" y="113"/>
                  </a:cubicBezTo>
                  <a:cubicBezTo>
                    <a:pt x="87" y="106"/>
                    <a:pt x="80" y="100"/>
                    <a:pt x="72" y="100"/>
                  </a:cubicBezTo>
                  <a:cubicBezTo>
                    <a:pt x="65" y="99"/>
                    <a:pt x="57" y="104"/>
                    <a:pt x="49" y="101"/>
                  </a:cubicBezTo>
                  <a:cubicBezTo>
                    <a:pt x="44" y="99"/>
                    <a:pt x="40" y="92"/>
                    <a:pt x="35" y="90"/>
                  </a:cubicBezTo>
                  <a:cubicBezTo>
                    <a:pt x="29" y="87"/>
                    <a:pt x="23" y="88"/>
                    <a:pt x="18" y="87"/>
                  </a:cubicBezTo>
                  <a:cubicBezTo>
                    <a:pt x="12" y="87"/>
                    <a:pt x="5" y="82"/>
                    <a:pt x="6" y="77"/>
                  </a:cubicBezTo>
                  <a:cubicBezTo>
                    <a:pt x="7" y="75"/>
                    <a:pt x="7" y="74"/>
                    <a:pt x="7" y="72"/>
                  </a:cubicBezTo>
                  <a:cubicBezTo>
                    <a:pt x="7" y="69"/>
                    <a:pt x="0" y="67"/>
                    <a:pt x="0" y="64"/>
                  </a:cubicBezTo>
                  <a:cubicBezTo>
                    <a:pt x="4" y="60"/>
                    <a:pt x="8" y="62"/>
                    <a:pt x="11" y="57"/>
                  </a:cubicBezTo>
                  <a:cubicBezTo>
                    <a:pt x="14" y="52"/>
                    <a:pt x="13" y="46"/>
                    <a:pt x="14" y="41"/>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8" name="isļîḓè"/>
            <p:cNvSpPr/>
            <p:nvPr/>
          </p:nvSpPr>
          <p:spPr bwMode="auto">
            <a:xfrm>
              <a:off x="7369176" y="3670300"/>
              <a:ext cx="557213" cy="752475"/>
            </a:xfrm>
            <a:custGeom>
              <a:avLst/>
              <a:gdLst>
                <a:gd name="T0" fmla="*/ 313 w 342"/>
                <a:gd name="T1" fmla="*/ 224 h 464"/>
                <a:gd name="T2" fmla="*/ 67 w 342"/>
                <a:gd name="T3" fmla="*/ 464 h 464"/>
                <a:gd name="T4" fmla="*/ 29 w 342"/>
                <a:gd name="T5" fmla="*/ 122 h 464"/>
                <a:gd name="T6" fmla="*/ 223 w 342"/>
                <a:gd name="T7" fmla="*/ 28 h 464"/>
                <a:gd name="T8" fmla="*/ 313 w 342"/>
                <a:gd name="T9" fmla="*/ 224 h 464"/>
              </a:gdLst>
              <a:ahLst/>
              <a:cxnLst>
                <a:cxn ang="0">
                  <a:pos x="T0" y="T1"/>
                </a:cxn>
                <a:cxn ang="0">
                  <a:pos x="T2" y="T3"/>
                </a:cxn>
                <a:cxn ang="0">
                  <a:pos x="T4" y="T5"/>
                </a:cxn>
                <a:cxn ang="0">
                  <a:pos x="T6" y="T7"/>
                </a:cxn>
                <a:cxn ang="0">
                  <a:pos x="T8" y="T9"/>
                </a:cxn>
              </a:cxnLst>
              <a:rect l="0" t="0" r="r" b="b"/>
              <a:pathLst>
                <a:path w="342" h="464">
                  <a:moveTo>
                    <a:pt x="313" y="224"/>
                  </a:moveTo>
                  <a:cubicBezTo>
                    <a:pt x="284" y="304"/>
                    <a:pt x="67" y="464"/>
                    <a:pt x="67" y="464"/>
                  </a:cubicBezTo>
                  <a:cubicBezTo>
                    <a:pt x="67" y="464"/>
                    <a:pt x="0" y="202"/>
                    <a:pt x="29" y="122"/>
                  </a:cubicBezTo>
                  <a:cubicBezTo>
                    <a:pt x="58" y="42"/>
                    <a:pt x="145" y="0"/>
                    <a:pt x="223" y="28"/>
                  </a:cubicBezTo>
                  <a:cubicBezTo>
                    <a:pt x="302" y="57"/>
                    <a:pt x="342" y="144"/>
                    <a:pt x="313" y="224"/>
                  </a:cubicBezTo>
                </a:path>
              </a:pathLst>
            </a:custGeom>
            <a:solidFill>
              <a:srgbClr val="3ABAB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19" name="ïS1iḋe"/>
            <p:cNvSpPr/>
            <p:nvPr/>
          </p:nvSpPr>
          <p:spPr bwMode="auto">
            <a:xfrm>
              <a:off x="7521576" y="3808413"/>
              <a:ext cx="260350" cy="263525"/>
            </a:xfrm>
            <a:custGeom>
              <a:avLst/>
              <a:gdLst>
                <a:gd name="T0" fmla="*/ 147 w 161"/>
                <a:gd name="T1" fmla="*/ 106 h 163"/>
                <a:gd name="T2" fmla="*/ 56 w 161"/>
                <a:gd name="T3" fmla="*/ 150 h 163"/>
                <a:gd name="T4" fmla="*/ 14 w 161"/>
                <a:gd name="T5" fmla="*/ 58 h 163"/>
                <a:gd name="T6" fmla="*/ 105 w 161"/>
                <a:gd name="T7" fmla="*/ 14 h 163"/>
                <a:gd name="T8" fmla="*/ 147 w 161"/>
                <a:gd name="T9" fmla="*/ 106 h 163"/>
              </a:gdLst>
              <a:ahLst/>
              <a:cxnLst>
                <a:cxn ang="0">
                  <a:pos x="T0" y="T1"/>
                </a:cxn>
                <a:cxn ang="0">
                  <a:pos x="T2" y="T3"/>
                </a:cxn>
                <a:cxn ang="0">
                  <a:pos x="T4" y="T5"/>
                </a:cxn>
                <a:cxn ang="0">
                  <a:pos x="T6" y="T7"/>
                </a:cxn>
                <a:cxn ang="0">
                  <a:pos x="T8" y="T9"/>
                </a:cxn>
              </a:cxnLst>
              <a:rect l="0" t="0" r="r" b="b"/>
              <a:pathLst>
                <a:path w="161" h="163">
                  <a:moveTo>
                    <a:pt x="147" y="106"/>
                  </a:moveTo>
                  <a:cubicBezTo>
                    <a:pt x="134" y="143"/>
                    <a:pt x="93" y="163"/>
                    <a:pt x="56" y="150"/>
                  </a:cubicBezTo>
                  <a:cubicBezTo>
                    <a:pt x="19" y="137"/>
                    <a:pt x="0" y="95"/>
                    <a:pt x="14" y="58"/>
                  </a:cubicBezTo>
                  <a:cubicBezTo>
                    <a:pt x="27" y="20"/>
                    <a:pt x="68" y="0"/>
                    <a:pt x="105" y="14"/>
                  </a:cubicBezTo>
                  <a:cubicBezTo>
                    <a:pt x="142" y="27"/>
                    <a:pt x="161" y="68"/>
                    <a:pt x="147" y="10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0" name="îṥḻîdé"/>
            <p:cNvSpPr/>
            <p:nvPr/>
          </p:nvSpPr>
          <p:spPr bwMode="auto">
            <a:xfrm>
              <a:off x="7424738" y="3730625"/>
              <a:ext cx="428625" cy="284163"/>
            </a:xfrm>
            <a:custGeom>
              <a:avLst/>
              <a:gdLst>
                <a:gd name="T0" fmla="*/ 136 w 264"/>
                <a:gd name="T1" fmla="*/ 0 h 175"/>
                <a:gd name="T2" fmla="*/ 11 w 264"/>
                <a:gd name="T3" fmla="*/ 89 h 175"/>
                <a:gd name="T4" fmla="*/ 9 w 264"/>
                <a:gd name="T5" fmla="*/ 175 h 175"/>
                <a:gd name="T6" fmla="*/ 15 w 264"/>
                <a:gd name="T7" fmla="*/ 107 h 175"/>
                <a:gd name="T8" fmla="*/ 140 w 264"/>
                <a:gd name="T9" fmla="*/ 18 h 175"/>
                <a:gd name="T10" fmla="*/ 184 w 264"/>
                <a:gd name="T11" fmla="*/ 25 h 175"/>
                <a:gd name="T12" fmla="*/ 264 w 264"/>
                <a:gd name="T13" fmla="*/ 109 h 175"/>
                <a:gd name="T14" fmla="*/ 179 w 264"/>
                <a:gd name="T15" fmla="*/ 8 h 175"/>
                <a:gd name="T16" fmla="*/ 136 w 264"/>
                <a:gd name="T17"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4" h="175">
                  <a:moveTo>
                    <a:pt x="136" y="0"/>
                  </a:moveTo>
                  <a:cubicBezTo>
                    <a:pt x="82" y="0"/>
                    <a:pt x="31" y="35"/>
                    <a:pt x="11" y="89"/>
                  </a:cubicBezTo>
                  <a:cubicBezTo>
                    <a:pt x="0" y="118"/>
                    <a:pt x="0" y="148"/>
                    <a:pt x="9" y="175"/>
                  </a:cubicBezTo>
                  <a:cubicBezTo>
                    <a:pt x="5" y="153"/>
                    <a:pt x="7" y="129"/>
                    <a:pt x="15" y="107"/>
                  </a:cubicBezTo>
                  <a:cubicBezTo>
                    <a:pt x="35" y="52"/>
                    <a:pt x="86" y="18"/>
                    <a:pt x="140" y="18"/>
                  </a:cubicBezTo>
                  <a:cubicBezTo>
                    <a:pt x="154" y="18"/>
                    <a:pt x="169" y="20"/>
                    <a:pt x="184" y="25"/>
                  </a:cubicBezTo>
                  <a:cubicBezTo>
                    <a:pt x="223" y="39"/>
                    <a:pt x="252" y="71"/>
                    <a:pt x="264" y="109"/>
                  </a:cubicBezTo>
                  <a:cubicBezTo>
                    <a:pt x="256" y="64"/>
                    <a:pt x="225" y="24"/>
                    <a:pt x="179" y="8"/>
                  </a:cubicBezTo>
                  <a:cubicBezTo>
                    <a:pt x="165" y="3"/>
                    <a:pt x="150" y="0"/>
                    <a:pt x="136" y="0"/>
                  </a:cubicBezTo>
                </a:path>
              </a:pathLst>
            </a:custGeom>
            <a:solidFill>
              <a:srgbClr val="60C6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1" name="iṡlïḍê"/>
            <p:cNvSpPr/>
            <p:nvPr/>
          </p:nvSpPr>
          <p:spPr bwMode="auto">
            <a:xfrm>
              <a:off x="7478713" y="4032250"/>
              <a:ext cx="400050" cy="390525"/>
            </a:xfrm>
            <a:custGeom>
              <a:avLst/>
              <a:gdLst>
                <a:gd name="T0" fmla="*/ 0 w 246"/>
                <a:gd name="T1" fmla="*/ 241 h 241"/>
                <a:gd name="T2" fmla="*/ 0 w 246"/>
                <a:gd name="T3" fmla="*/ 241 h 241"/>
                <a:gd name="T4" fmla="*/ 0 w 246"/>
                <a:gd name="T5" fmla="*/ 241 h 241"/>
                <a:gd name="T6" fmla="*/ 246 w 246"/>
                <a:gd name="T7" fmla="*/ 0 h 241"/>
                <a:gd name="T8" fmla="*/ 246 w 246"/>
                <a:gd name="T9" fmla="*/ 1 h 241"/>
                <a:gd name="T10" fmla="*/ 246 w 246"/>
                <a:gd name="T11" fmla="*/ 0 h 241"/>
              </a:gdLst>
              <a:ahLst/>
              <a:cxnLst>
                <a:cxn ang="0">
                  <a:pos x="T0" y="T1"/>
                </a:cxn>
                <a:cxn ang="0">
                  <a:pos x="T2" y="T3"/>
                </a:cxn>
                <a:cxn ang="0">
                  <a:pos x="T4" y="T5"/>
                </a:cxn>
                <a:cxn ang="0">
                  <a:pos x="T6" y="T7"/>
                </a:cxn>
                <a:cxn ang="0">
                  <a:pos x="T8" y="T9"/>
                </a:cxn>
                <a:cxn ang="0">
                  <a:pos x="T10" y="T11"/>
                </a:cxn>
              </a:cxnLst>
              <a:rect l="0" t="0" r="r" b="b"/>
              <a:pathLst>
                <a:path w="246" h="241">
                  <a:moveTo>
                    <a:pt x="0" y="241"/>
                  </a:moveTo>
                  <a:cubicBezTo>
                    <a:pt x="0" y="241"/>
                    <a:pt x="0" y="241"/>
                    <a:pt x="0" y="241"/>
                  </a:cubicBezTo>
                  <a:cubicBezTo>
                    <a:pt x="0" y="241"/>
                    <a:pt x="0" y="241"/>
                    <a:pt x="0" y="241"/>
                  </a:cubicBezTo>
                  <a:moveTo>
                    <a:pt x="246" y="0"/>
                  </a:moveTo>
                  <a:cubicBezTo>
                    <a:pt x="246" y="1"/>
                    <a:pt x="246" y="1"/>
                    <a:pt x="246" y="1"/>
                  </a:cubicBezTo>
                  <a:cubicBezTo>
                    <a:pt x="246" y="1"/>
                    <a:pt x="246" y="1"/>
                    <a:pt x="246" y="0"/>
                  </a:cubicBezTo>
                </a:path>
              </a:pathLst>
            </a:custGeom>
            <a:solidFill>
              <a:srgbClr val="D8DAD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2" name="isḷïďé"/>
            <p:cNvSpPr/>
            <p:nvPr/>
          </p:nvSpPr>
          <p:spPr bwMode="auto">
            <a:xfrm>
              <a:off x="7456488" y="4014788"/>
              <a:ext cx="428625" cy="407988"/>
            </a:xfrm>
            <a:custGeom>
              <a:avLst/>
              <a:gdLst>
                <a:gd name="T0" fmla="*/ 264 w 264"/>
                <a:gd name="T1" fmla="*/ 0 h 252"/>
                <a:gd name="T2" fmla="*/ 218 w 264"/>
                <a:gd name="T3" fmla="*/ 56 h 252"/>
                <a:gd name="T4" fmla="*/ 58 w 264"/>
                <a:gd name="T5" fmla="*/ 156 h 252"/>
                <a:gd name="T6" fmla="*/ 0 w 264"/>
                <a:gd name="T7" fmla="*/ 185 h 252"/>
                <a:gd name="T8" fmla="*/ 14 w 264"/>
                <a:gd name="T9" fmla="*/ 252 h 252"/>
                <a:gd name="T10" fmla="*/ 14 w 264"/>
                <a:gd name="T11" fmla="*/ 252 h 252"/>
                <a:gd name="T12" fmla="*/ 14 w 264"/>
                <a:gd name="T13" fmla="*/ 252 h 252"/>
                <a:gd name="T14" fmla="*/ 260 w 264"/>
                <a:gd name="T15" fmla="*/ 12 h 252"/>
                <a:gd name="T16" fmla="*/ 260 w 264"/>
                <a:gd name="T17" fmla="*/ 12 h 252"/>
                <a:gd name="T18" fmla="*/ 260 w 264"/>
                <a:gd name="T19" fmla="*/ 11 h 252"/>
                <a:gd name="T20" fmla="*/ 264 w 264"/>
                <a:gd name="T21"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4" h="252">
                  <a:moveTo>
                    <a:pt x="264" y="0"/>
                  </a:moveTo>
                  <a:cubicBezTo>
                    <a:pt x="250" y="20"/>
                    <a:pt x="235" y="38"/>
                    <a:pt x="218" y="56"/>
                  </a:cubicBezTo>
                  <a:cubicBezTo>
                    <a:pt x="170" y="103"/>
                    <a:pt x="117" y="125"/>
                    <a:pt x="58" y="156"/>
                  </a:cubicBezTo>
                  <a:cubicBezTo>
                    <a:pt x="39" y="166"/>
                    <a:pt x="20" y="176"/>
                    <a:pt x="0" y="185"/>
                  </a:cubicBezTo>
                  <a:cubicBezTo>
                    <a:pt x="7" y="224"/>
                    <a:pt x="14" y="252"/>
                    <a:pt x="14" y="252"/>
                  </a:cubicBezTo>
                  <a:cubicBezTo>
                    <a:pt x="14" y="252"/>
                    <a:pt x="14" y="252"/>
                    <a:pt x="14" y="252"/>
                  </a:cubicBezTo>
                  <a:cubicBezTo>
                    <a:pt x="14" y="252"/>
                    <a:pt x="14" y="252"/>
                    <a:pt x="14" y="252"/>
                  </a:cubicBezTo>
                  <a:cubicBezTo>
                    <a:pt x="14" y="252"/>
                    <a:pt x="231" y="92"/>
                    <a:pt x="260" y="12"/>
                  </a:cubicBezTo>
                  <a:cubicBezTo>
                    <a:pt x="260" y="12"/>
                    <a:pt x="260" y="12"/>
                    <a:pt x="260" y="12"/>
                  </a:cubicBezTo>
                  <a:cubicBezTo>
                    <a:pt x="260" y="12"/>
                    <a:pt x="260" y="12"/>
                    <a:pt x="260" y="11"/>
                  </a:cubicBezTo>
                  <a:cubicBezTo>
                    <a:pt x="262" y="7"/>
                    <a:pt x="263" y="3"/>
                    <a:pt x="264" y="0"/>
                  </a:cubicBezTo>
                </a:path>
              </a:pathLst>
            </a:custGeom>
            <a:solidFill>
              <a:srgbClr val="3AA3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3" name="îś1ide"/>
            <p:cNvSpPr/>
            <p:nvPr/>
          </p:nvSpPr>
          <p:spPr bwMode="auto">
            <a:xfrm>
              <a:off x="5311776" y="3638550"/>
              <a:ext cx="65088" cy="152400"/>
            </a:xfrm>
            <a:custGeom>
              <a:avLst/>
              <a:gdLst>
                <a:gd name="T0" fmla="*/ 26 w 40"/>
                <a:gd name="T1" fmla="*/ 54 h 93"/>
                <a:gd name="T2" fmla="*/ 1 w 40"/>
                <a:gd name="T3" fmla="*/ 93 h 93"/>
                <a:gd name="T4" fmla="*/ 0 w 40"/>
                <a:gd name="T5" fmla="*/ 12 h 93"/>
                <a:gd name="T6" fmla="*/ 1 w 40"/>
                <a:gd name="T7" fmla="*/ 6 h 93"/>
                <a:gd name="T8" fmla="*/ 6 w 40"/>
                <a:gd name="T9" fmla="*/ 4 h 93"/>
                <a:gd name="T10" fmla="*/ 26 w 40"/>
                <a:gd name="T11" fmla="*/ 54 h 93"/>
              </a:gdLst>
              <a:ahLst/>
              <a:cxnLst>
                <a:cxn ang="0">
                  <a:pos x="T0" y="T1"/>
                </a:cxn>
                <a:cxn ang="0">
                  <a:pos x="T2" y="T3"/>
                </a:cxn>
                <a:cxn ang="0">
                  <a:pos x="T4" y="T5"/>
                </a:cxn>
                <a:cxn ang="0">
                  <a:pos x="T6" y="T7"/>
                </a:cxn>
                <a:cxn ang="0">
                  <a:pos x="T8" y="T9"/>
                </a:cxn>
                <a:cxn ang="0">
                  <a:pos x="T10" y="T11"/>
                </a:cxn>
              </a:cxnLst>
              <a:rect l="0" t="0" r="r" b="b"/>
              <a:pathLst>
                <a:path w="40" h="93">
                  <a:moveTo>
                    <a:pt x="26" y="54"/>
                  </a:moveTo>
                  <a:cubicBezTo>
                    <a:pt x="19" y="68"/>
                    <a:pt x="11" y="81"/>
                    <a:pt x="1" y="93"/>
                  </a:cubicBezTo>
                  <a:cubicBezTo>
                    <a:pt x="5" y="66"/>
                    <a:pt x="4" y="39"/>
                    <a:pt x="0" y="12"/>
                  </a:cubicBezTo>
                  <a:cubicBezTo>
                    <a:pt x="0" y="10"/>
                    <a:pt x="0" y="8"/>
                    <a:pt x="1" y="6"/>
                  </a:cubicBezTo>
                  <a:cubicBezTo>
                    <a:pt x="2" y="5"/>
                    <a:pt x="4" y="4"/>
                    <a:pt x="6" y="4"/>
                  </a:cubicBezTo>
                  <a:cubicBezTo>
                    <a:pt x="40" y="0"/>
                    <a:pt x="37" y="30"/>
                    <a:pt x="26" y="54"/>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4" name="íślïḍê"/>
            <p:cNvSpPr/>
            <p:nvPr/>
          </p:nvSpPr>
          <p:spPr bwMode="auto">
            <a:xfrm>
              <a:off x="5092701" y="3543300"/>
              <a:ext cx="279400" cy="357188"/>
            </a:xfrm>
            <a:custGeom>
              <a:avLst/>
              <a:gdLst>
                <a:gd name="T0" fmla="*/ 81 w 172"/>
                <a:gd name="T1" fmla="*/ 178 h 220"/>
                <a:gd name="T2" fmla="*/ 74 w 172"/>
                <a:gd name="T3" fmla="*/ 173 h 220"/>
                <a:gd name="T4" fmla="*/ 90 w 172"/>
                <a:gd name="T5" fmla="*/ 14 h 220"/>
                <a:gd name="T6" fmla="*/ 136 w 172"/>
                <a:gd name="T7" fmla="*/ 153 h 220"/>
                <a:gd name="T8" fmla="*/ 119 w 172"/>
                <a:gd name="T9" fmla="*/ 176 h 220"/>
                <a:gd name="T10" fmla="*/ 125 w 172"/>
                <a:gd name="T11" fmla="*/ 205 h 220"/>
                <a:gd name="T12" fmla="*/ 105 w 172"/>
                <a:gd name="T13" fmla="*/ 219 h 220"/>
                <a:gd name="T14" fmla="*/ 85 w 172"/>
                <a:gd name="T15" fmla="*/ 206 h 220"/>
                <a:gd name="T16" fmla="*/ 81 w 172"/>
                <a:gd name="T17" fmla="*/ 178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220">
                  <a:moveTo>
                    <a:pt x="81" y="178"/>
                  </a:moveTo>
                  <a:cubicBezTo>
                    <a:pt x="78" y="176"/>
                    <a:pt x="76" y="175"/>
                    <a:pt x="74" y="173"/>
                  </a:cubicBezTo>
                  <a:cubicBezTo>
                    <a:pt x="43" y="148"/>
                    <a:pt x="0" y="30"/>
                    <a:pt x="90" y="14"/>
                  </a:cubicBezTo>
                  <a:cubicBezTo>
                    <a:pt x="172" y="0"/>
                    <a:pt x="156" y="109"/>
                    <a:pt x="136" y="153"/>
                  </a:cubicBezTo>
                  <a:cubicBezTo>
                    <a:pt x="132" y="161"/>
                    <a:pt x="127" y="170"/>
                    <a:pt x="119" y="176"/>
                  </a:cubicBezTo>
                  <a:cubicBezTo>
                    <a:pt x="116" y="178"/>
                    <a:pt x="126" y="201"/>
                    <a:pt x="125" y="205"/>
                  </a:cubicBezTo>
                  <a:cubicBezTo>
                    <a:pt x="123" y="214"/>
                    <a:pt x="114" y="220"/>
                    <a:pt x="105" y="219"/>
                  </a:cubicBezTo>
                  <a:cubicBezTo>
                    <a:pt x="98" y="219"/>
                    <a:pt x="89" y="212"/>
                    <a:pt x="85" y="206"/>
                  </a:cubicBezTo>
                  <a:cubicBezTo>
                    <a:pt x="82" y="202"/>
                    <a:pt x="84" y="179"/>
                    <a:pt x="81" y="178"/>
                  </a:cubicBezTo>
                  <a:close/>
                </a:path>
              </a:pathLst>
            </a:custGeom>
            <a:solidFill>
              <a:srgbClr val="C67D7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5" name="i$ľiḑé"/>
            <p:cNvSpPr/>
            <p:nvPr/>
          </p:nvSpPr>
          <p:spPr bwMode="auto">
            <a:xfrm>
              <a:off x="5083176" y="3530600"/>
              <a:ext cx="119063" cy="257175"/>
            </a:xfrm>
            <a:custGeom>
              <a:avLst/>
              <a:gdLst>
                <a:gd name="T0" fmla="*/ 73 w 73"/>
                <a:gd name="T1" fmla="*/ 152 h 159"/>
                <a:gd name="T2" fmla="*/ 48 w 73"/>
                <a:gd name="T3" fmla="*/ 151 h 159"/>
                <a:gd name="T4" fmla="*/ 12 w 73"/>
                <a:gd name="T5" fmla="*/ 50 h 159"/>
                <a:gd name="T6" fmla="*/ 67 w 73"/>
                <a:gd name="T7" fmla="*/ 40 h 159"/>
                <a:gd name="T8" fmla="*/ 58 w 73"/>
                <a:gd name="T9" fmla="*/ 87 h 159"/>
                <a:gd name="T10" fmla="*/ 73 w 73"/>
                <a:gd name="T11" fmla="*/ 152 h 159"/>
              </a:gdLst>
              <a:ahLst/>
              <a:cxnLst>
                <a:cxn ang="0">
                  <a:pos x="T0" y="T1"/>
                </a:cxn>
                <a:cxn ang="0">
                  <a:pos x="T2" y="T3"/>
                </a:cxn>
                <a:cxn ang="0">
                  <a:pos x="T4" y="T5"/>
                </a:cxn>
                <a:cxn ang="0">
                  <a:pos x="T6" y="T7"/>
                </a:cxn>
                <a:cxn ang="0">
                  <a:pos x="T8" y="T9"/>
                </a:cxn>
                <a:cxn ang="0">
                  <a:pos x="T10" y="T11"/>
                </a:cxn>
              </a:cxnLst>
              <a:rect l="0" t="0" r="r" b="b"/>
              <a:pathLst>
                <a:path w="73" h="159">
                  <a:moveTo>
                    <a:pt x="73" y="152"/>
                  </a:moveTo>
                  <a:cubicBezTo>
                    <a:pt x="67" y="159"/>
                    <a:pt x="56" y="156"/>
                    <a:pt x="48" y="151"/>
                  </a:cubicBezTo>
                  <a:cubicBezTo>
                    <a:pt x="16" y="130"/>
                    <a:pt x="0" y="87"/>
                    <a:pt x="12" y="50"/>
                  </a:cubicBezTo>
                  <a:cubicBezTo>
                    <a:pt x="21" y="20"/>
                    <a:pt x="63" y="0"/>
                    <a:pt x="67" y="40"/>
                  </a:cubicBezTo>
                  <a:cubicBezTo>
                    <a:pt x="68" y="54"/>
                    <a:pt x="58" y="72"/>
                    <a:pt x="58" y="87"/>
                  </a:cubicBezTo>
                  <a:cubicBezTo>
                    <a:pt x="59" y="109"/>
                    <a:pt x="67" y="131"/>
                    <a:pt x="73" y="152"/>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6" name="ïṡ1îḑè"/>
            <p:cNvSpPr/>
            <p:nvPr/>
          </p:nvSpPr>
          <p:spPr bwMode="auto">
            <a:xfrm>
              <a:off x="5164138" y="3476625"/>
              <a:ext cx="342900" cy="234950"/>
            </a:xfrm>
            <a:custGeom>
              <a:avLst/>
              <a:gdLst>
                <a:gd name="T0" fmla="*/ 131 w 211"/>
                <a:gd name="T1" fmla="*/ 26 h 145"/>
                <a:gd name="T2" fmla="*/ 211 w 211"/>
                <a:gd name="T3" fmla="*/ 135 h 145"/>
                <a:gd name="T4" fmla="*/ 107 w 211"/>
                <a:gd name="T5" fmla="*/ 124 h 145"/>
                <a:gd name="T6" fmla="*/ 16 w 211"/>
                <a:gd name="T7" fmla="*/ 45 h 145"/>
                <a:gd name="T8" fmla="*/ 131 w 211"/>
                <a:gd name="T9" fmla="*/ 26 h 145"/>
              </a:gdLst>
              <a:ahLst/>
              <a:cxnLst>
                <a:cxn ang="0">
                  <a:pos x="T0" y="T1"/>
                </a:cxn>
                <a:cxn ang="0">
                  <a:pos x="T2" y="T3"/>
                </a:cxn>
                <a:cxn ang="0">
                  <a:pos x="T4" y="T5"/>
                </a:cxn>
                <a:cxn ang="0">
                  <a:pos x="T6" y="T7"/>
                </a:cxn>
                <a:cxn ang="0">
                  <a:pos x="T8" y="T9"/>
                </a:cxn>
              </a:cxnLst>
              <a:rect l="0" t="0" r="r" b="b"/>
              <a:pathLst>
                <a:path w="211" h="145">
                  <a:moveTo>
                    <a:pt x="131" y="26"/>
                  </a:moveTo>
                  <a:cubicBezTo>
                    <a:pt x="167" y="53"/>
                    <a:pt x="179" y="103"/>
                    <a:pt x="211" y="135"/>
                  </a:cubicBezTo>
                  <a:cubicBezTo>
                    <a:pt x="177" y="145"/>
                    <a:pt x="138" y="141"/>
                    <a:pt x="107" y="124"/>
                  </a:cubicBezTo>
                  <a:cubicBezTo>
                    <a:pt x="76" y="106"/>
                    <a:pt x="0" y="88"/>
                    <a:pt x="16" y="45"/>
                  </a:cubicBezTo>
                  <a:cubicBezTo>
                    <a:pt x="32" y="0"/>
                    <a:pt x="99" y="2"/>
                    <a:pt x="131" y="26"/>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7" name="iśḷîḍé"/>
            <p:cNvSpPr/>
            <p:nvPr/>
          </p:nvSpPr>
          <p:spPr bwMode="auto">
            <a:xfrm>
              <a:off x="5300663" y="5495925"/>
              <a:ext cx="114300" cy="88900"/>
            </a:xfrm>
            <a:custGeom>
              <a:avLst/>
              <a:gdLst>
                <a:gd name="T0" fmla="*/ 10 w 70"/>
                <a:gd name="T1" fmla="*/ 0 h 55"/>
                <a:gd name="T2" fmla="*/ 3 w 70"/>
                <a:gd name="T3" fmla="*/ 8 h 55"/>
                <a:gd name="T4" fmla="*/ 0 w 70"/>
                <a:gd name="T5" fmla="*/ 17 h 55"/>
                <a:gd name="T6" fmla="*/ 20 w 70"/>
                <a:gd name="T7" fmla="*/ 47 h 55"/>
                <a:gd name="T8" fmla="*/ 39 w 70"/>
                <a:gd name="T9" fmla="*/ 55 h 55"/>
                <a:gd name="T10" fmla="*/ 60 w 70"/>
                <a:gd name="T11" fmla="*/ 53 h 55"/>
                <a:gd name="T12" fmla="*/ 64 w 70"/>
                <a:gd name="T13" fmla="*/ 42 h 55"/>
                <a:gd name="T14" fmla="*/ 44 w 70"/>
                <a:gd name="T15" fmla="*/ 31 h 55"/>
                <a:gd name="T16" fmla="*/ 46 w 70"/>
                <a:gd name="T17" fmla="*/ 7 h 55"/>
                <a:gd name="T18" fmla="*/ 10 w 70"/>
                <a:gd name="T19"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55">
                  <a:moveTo>
                    <a:pt x="10" y="0"/>
                  </a:moveTo>
                  <a:cubicBezTo>
                    <a:pt x="3" y="8"/>
                    <a:pt x="3" y="8"/>
                    <a:pt x="3" y="8"/>
                  </a:cubicBezTo>
                  <a:cubicBezTo>
                    <a:pt x="0" y="17"/>
                    <a:pt x="0" y="17"/>
                    <a:pt x="0" y="17"/>
                  </a:cubicBezTo>
                  <a:cubicBezTo>
                    <a:pt x="20" y="47"/>
                    <a:pt x="20" y="47"/>
                    <a:pt x="20" y="47"/>
                  </a:cubicBezTo>
                  <a:cubicBezTo>
                    <a:pt x="39" y="55"/>
                    <a:pt x="39" y="55"/>
                    <a:pt x="39" y="55"/>
                  </a:cubicBezTo>
                  <a:cubicBezTo>
                    <a:pt x="60" y="53"/>
                    <a:pt x="60" y="53"/>
                    <a:pt x="60" y="53"/>
                  </a:cubicBezTo>
                  <a:cubicBezTo>
                    <a:pt x="60" y="53"/>
                    <a:pt x="70" y="50"/>
                    <a:pt x="64" y="42"/>
                  </a:cubicBezTo>
                  <a:cubicBezTo>
                    <a:pt x="59" y="35"/>
                    <a:pt x="44" y="31"/>
                    <a:pt x="44" y="31"/>
                  </a:cubicBezTo>
                  <a:cubicBezTo>
                    <a:pt x="46" y="7"/>
                    <a:pt x="46" y="7"/>
                    <a:pt x="46" y="7"/>
                  </a:cubicBezTo>
                  <a:lnTo>
                    <a:pt x="10" y="0"/>
                  </a:ln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8" name="ïş1îḑe"/>
            <p:cNvSpPr/>
            <p:nvPr/>
          </p:nvSpPr>
          <p:spPr bwMode="auto">
            <a:xfrm>
              <a:off x="5160963" y="5470525"/>
              <a:ext cx="76200" cy="106363"/>
            </a:xfrm>
            <a:custGeom>
              <a:avLst/>
              <a:gdLst>
                <a:gd name="T0" fmla="*/ 18 w 48"/>
                <a:gd name="T1" fmla="*/ 17 h 67"/>
                <a:gd name="T2" fmla="*/ 15 w 48"/>
                <a:gd name="T3" fmla="*/ 32 h 67"/>
                <a:gd name="T4" fmla="*/ 0 w 48"/>
                <a:gd name="T5" fmla="*/ 59 h 67"/>
                <a:gd name="T6" fmla="*/ 7 w 48"/>
                <a:gd name="T7" fmla="*/ 67 h 67"/>
                <a:gd name="T8" fmla="*/ 32 w 48"/>
                <a:gd name="T9" fmla="*/ 65 h 67"/>
                <a:gd name="T10" fmla="*/ 48 w 48"/>
                <a:gd name="T11" fmla="*/ 44 h 67"/>
                <a:gd name="T12" fmla="*/ 48 w 48"/>
                <a:gd name="T13" fmla="*/ 0 h 67"/>
                <a:gd name="T14" fmla="*/ 19 w 48"/>
                <a:gd name="T15" fmla="*/ 3 h 67"/>
                <a:gd name="T16" fmla="*/ 18 w 48"/>
                <a:gd name="T17" fmla="*/ 1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67">
                  <a:moveTo>
                    <a:pt x="18" y="17"/>
                  </a:moveTo>
                  <a:lnTo>
                    <a:pt x="15" y="32"/>
                  </a:lnTo>
                  <a:lnTo>
                    <a:pt x="0" y="59"/>
                  </a:lnTo>
                  <a:lnTo>
                    <a:pt x="7" y="67"/>
                  </a:lnTo>
                  <a:lnTo>
                    <a:pt x="32" y="65"/>
                  </a:lnTo>
                  <a:lnTo>
                    <a:pt x="48" y="44"/>
                  </a:lnTo>
                  <a:lnTo>
                    <a:pt x="48" y="0"/>
                  </a:lnTo>
                  <a:lnTo>
                    <a:pt x="19" y="3"/>
                  </a:lnTo>
                  <a:lnTo>
                    <a:pt x="18" y="17"/>
                  </a:ln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29" name="ïṣľïdé"/>
            <p:cNvSpPr/>
            <p:nvPr/>
          </p:nvSpPr>
          <p:spPr bwMode="auto">
            <a:xfrm>
              <a:off x="5111751" y="4537075"/>
              <a:ext cx="255588" cy="969963"/>
            </a:xfrm>
            <a:custGeom>
              <a:avLst/>
              <a:gdLst>
                <a:gd name="T0" fmla="*/ 15 w 161"/>
                <a:gd name="T1" fmla="*/ 0 h 611"/>
                <a:gd name="T2" fmla="*/ 0 w 161"/>
                <a:gd name="T3" fmla="*/ 83 h 611"/>
                <a:gd name="T4" fmla="*/ 43 w 161"/>
                <a:gd name="T5" fmla="*/ 611 h 611"/>
                <a:gd name="T6" fmla="*/ 87 w 161"/>
                <a:gd name="T7" fmla="*/ 602 h 611"/>
                <a:gd name="T8" fmla="*/ 161 w 161"/>
                <a:gd name="T9" fmla="*/ 17 h 611"/>
                <a:gd name="T10" fmla="*/ 15 w 161"/>
                <a:gd name="T11" fmla="*/ 0 h 611"/>
              </a:gdLst>
              <a:ahLst/>
              <a:cxnLst>
                <a:cxn ang="0">
                  <a:pos x="T0" y="T1"/>
                </a:cxn>
                <a:cxn ang="0">
                  <a:pos x="T2" y="T3"/>
                </a:cxn>
                <a:cxn ang="0">
                  <a:pos x="T4" y="T5"/>
                </a:cxn>
                <a:cxn ang="0">
                  <a:pos x="T6" y="T7"/>
                </a:cxn>
                <a:cxn ang="0">
                  <a:pos x="T8" y="T9"/>
                </a:cxn>
                <a:cxn ang="0">
                  <a:pos x="T10" y="T11"/>
                </a:cxn>
              </a:cxnLst>
              <a:rect l="0" t="0" r="r" b="b"/>
              <a:pathLst>
                <a:path w="161" h="611">
                  <a:moveTo>
                    <a:pt x="15" y="0"/>
                  </a:moveTo>
                  <a:lnTo>
                    <a:pt x="0" y="83"/>
                  </a:lnTo>
                  <a:lnTo>
                    <a:pt x="43" y="611"/>
                  </a:lnTo>
                  <a:lnTo>
                    <a:pt x="87" y="602"/>
                  </a:lnTo>
                  <a:lnTo>
                    <a:pt x="161" y="17"/>
                  </a:lnTo>
                  <a:lnTo>
                    <a:pt x="15" y="0"/>
                  </a:ln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0" name="í$1íḓe"/>
            <p:cNvSpPr/>
            <p:nvPr/>
          </p:nvSpPr>
          <p:spPr bwMode="auto">
            <a:xfrm>
              <a:off x="5300663" y="4513263"/>
              <a:ext cx="219075" cy="1012825"/>
            </a:xfrm>
            <a:custGeom>
              <a:avLst/>
              <a:gdLst>
                <a:gd name="T0" fmla="*/ 129 w 138"/>
                <a:gd name="T1" fmla="*/ 4 h 638"/>
                <a:gd name="T2" fmla="*/ 138 w 138"/>
                <a:gd name="T3" fmla="*/ 345 h 638"/>
                <a:gd name="T4" fmla="*/ 52 w 138"/>
                <a:gd name="T5" fmla="*/ 638 h 638"/>
                <a:gd name="T6" fmla="*/ 0 w 138"/>
                <a:gd name="T7" fmla="*/ 620 h 638"/>
                <a:gd name="T8" fmla="*/ 43 w 138"/>
                <a:gd name="T9" fmla="*/ 357 h 638"/>
                <a:gd name="T10" fmla="*/ 5 w 138"/>
                <a:gd name="T11" fmla="*/ 0 h 638"/>
                <a:gd name="T12" fmla="*/ 129 w 138"/>
                <a:gd name="T13" fmla="*/ 4 h 638"/>
              </a:gdLst>
              <a:ahLst/>
              <a:cxnLst>
                <a:cxn ang="0">
                  <a:pos x="T0" y="T1"/>
                </a:cxn>
                <a:cxn ang="0">
                  <a:pos x="T2" y="T3"/>
                </a:cxn>
                <a:cxn ang="0">
                  <a:pos x="T4" y="T5"/>
                </a:cxn>
                <a:cxn ang="0">
                  <a:pos x="T6" y="T7"/>
                </a:cxn>
                <a:cxn ang="0">
                  <a:pos x="T8" y="T9"/>
                </a:cxn>
                <a:cxn ang="0">
                  <a:pos x="T10" y="T11"/>
                </a:cxn>
                <a:cxn ang="0">
                  <a:pos x="T12" y="T13"/>
                </a:cxn>
              </a:cxnLst>
              <a:rect l="0" t="0" r="r" b="b"/>
              <a:pathLst>
                <a:path w="138" h="638">
                  <a:moveTo>
                    <a:pt x="129" y="4"/>
                  </a:moveTo>
                  <a:lnTo>
                    <a:pt x="138" y="345"/>
                  </a:lnTo>
                  <a:lnTo>
                    <a:pt x="52" y="638"/>
                  </a:lnTo>
                  <a:lnTo>
                    <a:pt x="0" y="620"/>
                  </a:lnTo>
                  <a:lnTo>
                    <a:pt x="43" y="357"/>
                  </a:lnTo>
                  <a:lnTo>
                    <a:pt x="5" y="0"/>
                  </a:lnTo>
                  <a:lnTo>
                    <a:pt x="129" y="4"/>
                  </a:ln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1" name="ísļiďè"/>
            <p:cNvSpPr/>
            <p:nvPr/>
          </p:nvSpPr>
          <p:spPr bwMode="auto">
            <a:xfrm>
              <a:off x="5300663" y="4513263"/>
              <a:ext cx="219075" cy="1012825"/>
            </a:xfrm>
            <a:custGeom>
              <a:avLst/>
              <a:gdLst>
                <a:gd name="T0" fmla="*/ 129 w 138"/>
                <a:gd name="T1" fmla="*/ 4 h 638"/>
                <a:gd name="T2" fmla="*/ 138 w 138"/>
                <a:gd name="T3" fmla="*/ 345 h 638"/>
                <a:gd name="T4" fmla="*/ 52 w 138"/>
                <a:gd name="T5" fmla="*/ 638 h 638"/>
                <a:gd name="T6" fmla="*/ 0 w 138"/>
                <a:gd name="T7" fmla="*/ 620 h 638"/>
                <a:gd name="T8" fmla="*/ 43 w 138"/>
                <a:gd name="T9" fmla="*/ 357 h 638"/>
                <a:gd name="T10" fmla="*/ 5 w 138"/>
                <a:gd name="T11" fmla="*/ 0 h 638"/>
                <a:gd name="T12" fmla="*/ 129 w 138"/>
                <a:gd name="T13" fmla="*/ 4 h 638"/>
              </a:gdLst>
              <a:ahLst/>
              <a:cxnLst>
                <a:cxn ang="0">
                  <a:pos x="T0" y="T1"/>
                </a:cxn>
                <a:cxn ang="0">
                  <a:pos x="T2" y="T3"/>
                </a:cxn>
                <a:cxn ang="0">
                  <a:pos x="T4" y="T5"/>
                </a:cxn>
                <a:cxn ang="0">
                  <a:pos x="T6" y="T7"/>
                </a:cxn>
                <a:cxn ang="0">
                  <a:pos x="T8" y="T9"/>
                </a:cxn>
                <a:cxn ang="0">
                  <a:pos x="T10" y="T11"/>
                </a:cxn>
                <a:cxn ang="0">
                  <a:pos x="T12" y="T13"/>
                </a:cxn>
              </a:cxnLst>
              <a:rect l="0" t="0" r="r" b="b"/>
              <a:pathLst>
                <a:path w="138" h="638">
                  <a:moveTo>
                    <a:pt x="129" y="4"/>
                  </a:moveTo>
                  <a:lnTo>
                    <a:pt x="138" y="345"/>
                  </a:lnTo>
                  <a:lnTo>
                    <a:pt x="52" y="638"/>
                  </a:lnTo>
                  <a:lnTo>
                    <a:pt x="0" y="620"/>
                  </a:lnTo>
                  <a:lnTo>
                    <a:pt x="43" y="357"/>
                  </a:lnTo>
                  <a:lnTo>
                    <a:pt x="5" y="0"/>
                  </a:lnTo>
                  <a:lnTo>
                    <a:pt x="129"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2" name="íşḷîďê"/>
            <p:cNvSpPr/>
            <p:nvPr/>
          </p:nvSpPr>
          <p:spPr bwMode="auto">
            <a:xfrm>
              <a:off x="5062538" y="3830638"/>
              <a:ext cx="463550" cy="795338"/>
            </a:xfrm>
            <a:custGeom>
              <a:avLst/>
              <a:gdLst>
                <a:gd name="T0" fmla="*/ 20 w 285"/>
                <a:gd name="T1" fmla="*/ 89 h 490"/>
                <a:gd name="T2" fmla="*/ 8 w 285"/>
                <a:gd name="T3" fmla="*/ 146 h 490"/>
                <a:gd name="T4" fmla="*/ 1 w 285"/>
                <a:gd name="T5" fmla="*/ 254 h 490"/>
                <a:gd name="T6" fmla="*/ 5 w 285"/>
                <a:gd name="T7" fmla="*/ 380 h 490"/>
                <a:gd name="T8" fmla="*/ 11 w 285"/>
                <a:gd name="T9" fmla="*/ 442 h 490"/>
                <a:gd name="T10" fmla="*/ 19 w 285"/>
                <a:gd name="T11" fmla="*/ 487 h 490"/>
                <a:gd name="T12" fmla="*/ 41 w 285"/>
                <a:gd name="T13" fmla="*/ 488 h 490"/>
                <a:gd name="T14" fmla="*/ 235 w 285"/>
                <a:gd name="T15" fmla="*/ 468 h 490"/>
                <a:gd name="T16" fmla="*/ 265 w 285"/>
                <a:gd name="T17" fmla="*/ 461 h 490"/>
                <a:gd name="T18" fmla="*/ 281 w 285"/>
                <a:gd name="T19" fmla="*/ 419 h 490"/>
                <a:gd name="T20" fmla="*/ 285 w 285"/>
                <a:gd name="T21" fmla="*/ 360 h 490"/>
                <a:gd name="T22" fmla="*/ 275 w 285"/>
                <a:gd name="T23" fmla="*/ 239 h 490"/>
                <a:gd name="T24" fmla="*/ 248 w 285"/>
                <a:gd name="T25" fmla="*/ 96 h 490"/>
                <a:gd name="T26" fmla="*/ 216 w 285"/>
                <a:gd name="T27" fmla="*/ 49 h 490"/>
                <a:gd name="T28" fmla="*/ 158 w 285"/>
                <a:gd name="T29" fmla="*/ 23 h 490"/>
                <a:gd name="T30" fmla="*/ 155 w 285"/>
                <a:gd name="T31" fmla="*/ 22 h 490"/>
                <a:gd name="T32" fmla="*/ 153 w 285"/>
                <a:gd name="T33" fmla="*/ 20 h 490"/>
                <a:gd name="T34" fmla="*/ 149 w 285"/>
                <a:gd name="T35" fmla="*/ 6 h 490"/>
                <a:gd name="T36" fmla="*/ 146 w 285"/>
                <a:gd name="T37" fmla="*/ 1 h 490"/>
                <a:gd name="T38" fmla="*/ 140 w 285"/>
                <a:gd name="T39" fmla="*/ 1 h 490"/>
                <a:gd name="T40" fmla="*/ 92 w 285"/>
                <a:gd name="T41" fmla="*/ 12 h 490"/>
                <a:gd name="T42" fmla="*/ 93 w 285"/>
                <a:gd name="T43" fmla="*/ 23 h 490"/>
                <a:gd name="T44" fmla="*/ 86 w 285"/>
                <a:gd name="T45" fmla="*/ 32 h 490"/>
                <a:gd name="T46" fmla="*/ 40 w 285"/>
                <a:gd name="T47" fmla="*/ 63 h 490"/>
                <a:gd name="T48" fmla="*/ 20 w 285"/>
                <a:gd name="T49" fmla="*/ 89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5" h="490">
                  <a:moveTo>
                    <a:pt x="20" y="89"/>
                  </a:moveTo>
                  <a:cubicBezTo>
                    <a:pt x="12" y="106"/>
                    <a:pt x="10" y="125"/>
                    <a:pt x="8" y="146"/>
                  </a:cubicBezTo>
                  <a:cubicBezTo>
                    <a:pt x="3" y="182"/>
                    <a:pt x="1" y="218"/>
                    <a:pt x="1" y="254"/>
                  </a:cubicBezTo>
                  <a:cubicBezTo>
                    <a:pt x="0" y="296"/>
                    <a:pt x="2" y="338"/>
                    <a:pt x="5" y="380"/>
                  </a:cubicBezTo>
                  <a:cubicBezTo>
                    <a:pt x="7" y="401"/>
                    <a:pt x="9" y="422"/>
                    <a:pt x="11" y="442"/>
                  </a:cubicBezTo>
                  <a:cubicBezTo>
                    <a:pt x="12" y="453"/>
                    <a:pt x="8" y="481"/>
                    <a:pt x="19" y="487"/>
                  </a:cubicBezTo>
                  <a:cubicBezTo>
                    <a:pt x="26" y="490"/>
                    <a:pt x="34" y="489"/>
                    <a:pt x="41" y="488"/>
                  </a:cubicBezTo>
                  <a:cubicBezTo>
                    <a:pt x="106" y="481"/>
                    <a:pt x="170" y="475"/>
                    <a:pt x="235" y="468"/>
                  </a:cubicBezTo>
                  <a:cubicBezTo>
                    <a:pt x="246" y="467"/>
                    <a:pt x="256" y="466"/>
                    <a:pt x="265" y="461"/>
                  </a:cubicBezTo>
                  <a:cubicBezTo>
                    <a:pt x="281" y="452"/>
                    <a:pt x="279" y="434"/>
                    <a:pt x="281" y="419"/>
                  </a:cubicBezTo>
                  <a:cubicBezTo>
                    <a:pt x="284" y="400"/>
                    <a:pt x="285" y="380"/>
                    <a:pt x="285" y="360"/>
                  </a:cubicBezTo>
                  <a:cubicBezTo>
                    <a:pt x="284" y="320"/>
                    <a:pt x="278" y="279"/>
                    <a:pt x="275" y="239"/>
                  </a:cubicBezTo>
                  <a:cubicBezTo>
                    <a:pt x="272" y="195"/>
                    <a:pt x="265" y="137"/>
                    <a:pt x="248" y="96"/>
                  </a:cubicBezTo>
                  <a:cubicBezTo>
                    <a:pt x="241" y="78"/>
                    <a:pt x="230" y="62"/>
                    <a:pt x="216" y="49"/>
                  </a:cubicBezTo>
                  <a:cubicBezTo>
                    <a:pt x="198" y="32"/>
                    <a:pt x="182" y="28"/>
                    <a:pt x="158" y="23"/>
                  </a:cubicBezTo>
                  <a:cubicBezTo>
                    <a:pt x="157" y="23"/>
                    <a:pt x="156" y="23"/>
                    <a:pt x="155" y="22"/>
                  </a:cubicBezTo>
                  <a:cubicBezTo>
                    <a:pt x="154" y="22"/>
                    <a:pt x="154" y="21"/>
                    <a:pt x="153" y="20"/>
                  </a:cubicBezTo>
                  <a:cubicBezTo>
                    <a:pt x="152" y="15"/>
                    <a:pt x="150" y="10"/>
                    <a:pt x="149" y="6"/>
                  </a:cubicBezTo>
                  <a:cubicBezTo>
                    <a:pt x="148" y="4"/>
                    <a:pt x="148" y="2"/>
                    <a:pt x="146" y="1"/>
                  </a:cubicBezTo>
                  <a:cubicBezTo>
                    <a:pt x="144" y="0"/>
                    <a:pt x="142" y="1"/>
                    <a:pt x="140" y="1"/>
                  </a:cubicBezTo>
                  <a:cubicBezTo>
                    <a:pt x="124" y="5"/>
                    <a:pt x="108" y="8"/>
                    <a:pt x="92" y="12"/>
                  </a:cubicBezTo>
                  <a:cubicBezTo>
                    <a:pt x="93" y="16"/>
                    <a:pt x="94" y="20"/>
                    <a:pt x="93" y="23"/>
                  </a:cubicBezTo>
                  <a:cubicBezTo>
                    <a:pt x="93" y="27"/>
                    <a:pt x="90" y="31"/>
                    <a:pt x="86" y="32"/>
                  </a:cubicBezTo>
                  <a:cubicBezTo>
                    <a:pt x="70" y="38"/>
                    <a:pt x="53" y="51"/>
                    <a:pt x="40" y="63"/>
                  </a:cubicBezTo>
                  <a:cubicBezTo>
                    <a:pt x="30" y="71"/>
                    <a:pt x="24" y="80"/>
                    <a:pt x="20" y="89"/>
                  </a:cubicBezTo>
                </a:path>
              </a:pathLst>
            </a:custGeom>
            <a:solidFill>
              <a:srgbClr val="1455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3" name="íŝḷîdè"/>
            <p:cNvSpPr/>
            <p:nvPr/>
          </p:nvSpPr>
          <p:spPr bwMode="auto">
            <a:xfrm>
              <a:off x="5262563" y="3822700"/>
              <a:ext cx="639763" cy="904875"/>
            </a:xfrm>
            <a:custGeom>
              <a:avLst/>
              <a:gdLst>
                <a:gd name="T0" fmla="*/ 372 w 394"/>
                <a:gd name="T1" fmla="*/ 239 h 558"/>
                <a:gd name="T2" fmla="*/ 116 w 394"/>
                <a:gd name="T3" fmla="*/ 558 h 558"/>
                <a:gd name="T4" fmla="*/ 22 w 394"/>
                <a:gd name="T5" fmla="*/ 160 h 558"/>
                <a:gd name="T6" fmla="*/ 238 w 394"/>
                <a:gd name="T7" fmla="*/ 22 h 558"/>
                <a:gd name="T8" fmla="*/ 372 w 394"/>
                <a:gd name="T9" fmla="*/ 239 h 558"/>
              </a:gdLst>
              <a:ahLst/>
              <a:cxnLst>
                <a:cxn ang="0">
                  <a:pos x="T0" y="T1"/>
                </a:cxn>
                <a:cxn ang="0">
                  <a:pos x="T2" y="T3"/>
                </a:cxn>
                <a:cxn ang="0">
                  <a:pos x="T4" y="T5"/>
                </a:cxn>
                <a:cxn ang="0">
                  <a:pos x="T6" y="T7"/>
                </a:cxn>
                <a:cxn ang="0">
                  <a:pos x="T8" y="T9"/>
                </a:cxn>
              </a:cxnLst>
              <a:rect l="0" t="0" r="r" b="b"/>
              <a:pathLst>
                <a:path w="394" h="558">
                  <a:moveTo>
                    <a:pt x="372" y="239"/>
                  </a:moveTo>
                  <a:cubicBezTo>
                    <a:pt x="350" y="338"/>
                    <a:pt x="116" y="558"/>
                    <a:pt x="116" y="558"/>
                  </a:cubicBezTo>
                  <a:cubicBezTo>
                    <a:pt x="116" y="558"/>
                    <a:pt x="0" y="259"/>
                    <a:pt x="22" y="160"/>
                  </a:cubicBezTo>
                  <a:cubicBezTo>
                    <a:pt x="45" y="62"/>
                    <a:pt x="141" y="0"/>
                    <a:pt x="238" y="22"/>
                  </a:cubicBezTo>
                  <a:cubicBezTo>
                    <a:pt x="334" y="43"/>
                    <a:pt x="394" y="141"/>
                    <a:pt x="372" y="239"/>
                  </a:cubicBezTo>
                </a:path>
              </a:pathLst>
            </a:custGeom>
            <a:solidFill>
              <a:srgbClr val="3ABAB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4" name="îṣḷídê"/>
            <p:cNvSpPr/>
            <p:nvPr/>
          </p:nvSpPr>
          <p:spPr bwMode="auto">
            <a:xfrm>
              <a:off x="5434013" y="3981450"/>
              <a:ext cx="303213" cy="304800"/>
            </a:xfrm>
            <a:custGeom>
              <a:avLst/>
              <a:gdLst>
                <a:gd name="T0" fmla="*/ 175 w 186"/>
                <a:gd name="T1" fmla="*/ 113 h 188"/>
                <a:gd name="T2" fmla="*/ 74 w 186"/>
                <a:gd name="T3" fmla="*/ 178 h 188"/>
                <a:gd name="T4" fmla="*/ 11 w 186"/>
                <a:gd name="T5" fmla="*/ 75 h 188"/>
                <a:gd name="T6" fmla="*/ 112 w 186"/>
                <a:gd name="T7" fmla="*/ 10 h 188"/>
                <a:gd name="T8" fmla="*/ 175 w 186"/>
                <a:gd name="T9" fmla="*/ 113 h 188"/>
              </a:gdLst>
              <a:ahLst/>
              <a:cxnLst>
                <a:cxn ang="0">
                  <a:pos x="T0" y="T1"/>
                </a:cxn>
                <a:cxn ang="0">
                  <a:pos x="T2" y="T3"/>
                </a:cxn>
                <a:cxn ang="0">
                  <a:pos x="T4" y="T5"/>
                </a:cxn>
                <a:cxn ang="0">
                  <a:pos x="T6" y="T7"/>
                </a:cxn>
                <a:cxn ang="0">
                  <a:pos x="T8" y="T9"/>
                </a:cxn>
              </a:cxnLst>
              <a:rect l="0" t="0" r="r" b="b"/>
              <a:pathLst>
                <a:path w="186" h="188">
                  <a:moveTo>
                    <a:pt x="175" y="113"/>
                  </a:moveTo>
                  <a:cubicBezTo>
                    <a:pt x="165" y="159"/>
                    <a:pt x="120" y="188"/>
                    <a:pt x="74" y="178"/>
                  </a:cubicBezTo>
                  <a:cubicBezTo>
                    <a:pt x="29" y="168"/>
                    <a:pt x="0" y="122"/>
                    <a:pt x="11" y="75"/>
                  </a:cubicBezTo>
                  <a:cubicBezTo>
                    <a:pt x="21" y="29"/>
                    <a:pt x="67" y="0"/>
                    <a:pt x="112" y="10"/>
                  </a:cubicBezTo>
                  <a:cubicBezTo>
                    <a:pt x="157" y="20"/>
                    <a:pt x="186" y="66"/>
                    <a:pt x="175" y="11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5" name="iSlíḋè"/>
            <p:cNvSpPr/>
            <p:nvPr/>
          </p:nvSpPr>
          <p:spPr bwMode="auto">
            <a:xfrm>
              <a:off x="5316538" y="3886200"/>
              <a:ext cx="503238" cy="366713"/>
            </a:xfrm>
            <a:custGeom>
              <a:avLst/>
              <a:gdLst>
                <a:gd name="T0" fmla="*/ 162 w 310"/>
                <a:gd name="T1" fmla="*/ 0 h 226"/>
                <a:gd name="T2" fmla="*/ 9 w 310"/>
                <a:gd name="T3" fmla="*/ 124 h 226"/>
                <a:gd name="T4" fmla="*/ 19 w 310"/>
                <a:gd name="T5" fmla="*/ 226 h 226"/>
                <a:gd name="T6" fmla="*/ 16 w 310"/>
                <a:gd name="T7" fmla="*/ 144 h 226"/>
                <a:gd name="T8" fmla="*/ 169 w 310"/>
                <a:gd name="T9" fmla="*/ 19 h 226"/>
                <a:gd name="T10" fmla="*/ 203 w 310"/>
                <a:gd name="T11" fmla="*/ 23 h 226"/>
                <a:gd name="T12" fmla="*/ 310 w 310"/>
                <a:gd name="T13" fmla="*/ 111 h 226"/>
                <a:gd name="T14" fmla="*/ 195 w 310"/>
                <a:gd name="T15" fmla="*/ 3 h 226"/>
                <a:gd name="T16" fmla="*/ 162 w 310"/>
                <a:gd name="T17" fmla="*/ 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26">
                  <a:moveTo>
                    <a:pt x="162" y="0"/>
                  </a:moveTo>
                  <a:cubicBezTo>
                    <a:pt x="90" y="0"/>
                    <a:pt x="25" y="50"/>
                    <a:pt x="9" y="124"/>
                  </a:cubicBezTo>
                  <a:cubicBezTo>
                    <a:pt x="0" y="160"/>
                    <a:pt x="5" y="195"/>
                    <a:pt x="19" y="226"/>
                  </a:cubicBezTo>
                  <a:cubicBezTo>
                    <a:pt x="11" y="200"/>
                    <a:pt x="10" y="172"/>
                    <a:pt x="16" y="144"/>
                  </a:cubicBezTo>
                  <a:cubicBezTo>
                    <a:pt x="33" y="70"/>
                    <a:pt x="98" y="19"/>
                    <a:pt x="169" y="19"/>
                  </a:cubicBezTo>
                  <a:cubicBezTo>
                    <a:pt x="180" y="19"/>
                    <a:pt x="191" y="21"/>
                    <a:pt x="203" y="23"/>
                  </a:cubicBezTo>
                  <a:cubicBezTo>
                    <a:pt x="252" y="34"/>
                    <a:pt x="290" y="68"/>
                    <a:pt x="310" y="111"/>
                  </a:cubicBezTo>
                  <a:cubicBezTo>
                    <a:pt x="294" y="59"/>
                    <a:pt x="252" y="16"/>
                    <a:pt x="195" y="3"/>
                  </a:cubicBezTo>
                  <a:cubicBezTo>
                    <a:pt x="184" y="1"/>
                    <a:pt x="173" y="0"/>
                    <a:pt x="162" y="0"/>
                  </a:cubicBezTo>
                </a:path>
              </a:pathLst>
            </a:custGeom>
            <a:solidFill>
              <a:srgbClr val="60C6C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6" name="íṧļíḍè"/>
            <p:cNvSpPr/>
            <p:nvPr/>
          </p:nvSpPr>
          <p:spPr bwMode="auto">
            <a:xfrm>
              <a:off x="5410201" y="4186238"/>
              <a:ext cx="461963" cy="541338"/>
            </a:xfrm>
            <a:custGeom>
              <a:avLst/>
              <a:gdLst>
                <a:gd name="T0" fmla="*/ 284 w 284"/>
                <a:gd name="T1" fmla="*/ 0 h 334"/>
                <a:gd name="T2" fmla="*/ 237 w 284"/>
                <a:gd name="T3" fmla="*/ 73 h 334"/>
                <a:gd name="T4" fmla="*/ 64 w 284"/>
                <a:gd name="T5" fmla="*/ 215 h 334"/>
                <a:gd name="T6" fmla="*/ 0 w 284"/>
                <a:gd name="T7" fmla="*/ 257 h 334"/>
                <a:gd name="T8" fmla="*/ 25 w 284"/>
                <a:gd name="T9" fmla="*/ 334 h 334"/>
                <a:gd name="T10" fmla="*/ 281 w 284"/>
                <a:gd name="T11" fmla="*/ 15 h 334"/>
                <a:gd name="T12" fmla="*/ 284 w 284"/>
                <a:gd name="T13" fmla="*/ 0 h 334"/>
              </a:gdLst>
              <a:ahLst/>
              <a:cxnLst>
                <a:cxn ang="0">
                  <a:pos x="T0" y="T1"/>
                </a:cxn>
                <a:cxn ang="0">
                  <a:pos x="T2" y="T3"/>
                </a:cxn>
                <a:cxn ang="0">
                  <a:pos x="T4" y="T5"/>
                </a:cxn>
                <a:cxn ang="0">
                  <a:pos x="T6" y="T7"/>
                </a:cxn>
                <a:cxn ang="0">
                  <a:pos x="T8" y="T9"/>
                </a:cxn>
                <a:cxn ang="0">
                  <a:pos x="T10" y="T11"/>
                </a:cxn>
                <a:cxn ang="0">
                  <a:pos x="T12" y="T13"/>
                </a:cxn>
              </a:cxnLst>
              <a:rect l="0" t="0" r="r" b="b"/>
              <a:pathLst>
                <a:path w="284" h="334">
                  <a:moveTo>
                    <a:pt x="284" y="0"/>
                  </a:moveTo>
                  <a:cubicBezTo>
                    <a:pt x="271" y="26"/>
                    <a:pt x="255" y="50"/>
                    <a:pt x="237" y="73"/>
                  </a:cubicBezTo>
                  <a:cubicBezTo>
                    <a:pt x="188" y="136"/>
                    <a:pt x="129" y="170"/>
                    <a:pt x="64" y="215"/>
                  </a:cubicBezTo>
                  <a:cubicBezTo>
                    <a:pt x="43" y="229"/>
                    <a:pt x="22" y="244"/>
                    <a:pt x="0" y="257"/>
                  </a:cubicBezTo>
                  <a:cubicBezTo>
                    <a:pt x="14" y="303"/>
                    <a:pt x="25" y="334"/>
                    <a:pt x="25" y="334"/>
                  </a:cubicBezTo>
                  <a:cubicBezTo>
                    <a:pt x="25" y="334"/>
                    <a:pt x="259" y="114"/>
                    <a:pt x="281" y="15"/>
                  </a:cubicBezTo>
                  <a:cubicBezTo>
                    <a:pt x="282" y="10"/>
                    <a:pt x="283" y="5"/>
                    <a:pt x="284" y="0"/>
                  </a:cubicBezTo>
                </a:path>
              </a:pathLst>
            </a:custGeom>
            <a:solidFill>
              <a:srgbClr val="3AA3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7" name="iŝḻîdé"/>
            <p:cNvSpPr/>
            <p:nvPr/>
          </p:nvSpPr>
          <p:spPr bwMode="auto">
            <a:xfrm>
              <a:off x="5322888" y="4313238"/>
              <a:ext cx="128588" cy="90488"/>
            </a:xfrm>
            <a:custGeom>
              <a:avLst/>
              <a:gdLst>
                <a:gd name="T0" fmla="*/ 22 w 79"/>
                <a:gd name="T1" fmla="*/ 42 h 56"/>
                <a:gd name="T2" fmla="*/ 43 w 79"/>
                <a:gd name="T3" fmla="*/ 53 h 56"/>
                <a:gd name="T4" fmla="*/ 48 w 79"/>
                <a:gd name="T5" fmla="*/ 55 h 56"/>
                <a:gd name="T6" fmla="*/ 55 w 79"/>
                <a:gd name="T7" fmla="*/ 55 h 56"/>
                <a:gd name="T8" fmla="*/ 64 w 79"/>
                <a:gd name="T9" fmla="*/ 52 h 56"/>
                <a:gd name="T10" fmla="*/ 70 w 79"/>
                <a:gd name="T11" fmla="*/ 50 h 56"/>
                <a:gd name="T12" fmla="*/ 78 w 79"/>
                <a:gd name="T13" fmla="*/ 37 h 56"/>
                <a:gd name="T14" fmla="*/ 78 w 79"/>
                <a:gd name="T15" fmla="*/ 33 h 56"/>
                <a:gd name="T16" fmla="*/ 74 w 79"/>
                <a:gd name="T17" fmla="*/ 30 h 56"/>
                <a:gd name="T18" fmla="*/ 61 w 79"/>
                <a:gd name="T19" fmla="*/ 28 h 56"/>
                <a:gd name="T20" fmla="*/ 47 w 79"/>
                <a:gd name="T21" fmla="*/ 19 h 56"/>
                <a:gd name="T22" fmla="*/ 54 w 79"/>
                <a:gd name="T23" fmla="*/ 16 h 56"/>
                <a:gd name="T24" fmla="*/ 59 w 79"/>
                <a:gd name="T25" fmla="*/ 13 h 56"/>
                <a:gd name="T26" fmla="*/ 54 w 79"/>
                <a:gd name="T27" fmla="*/ 7 h 56"/>
                <a:gd name="T28" fmla="*/ 37 w 79"/>
                <a:gd name="T29" fmla="*/ 6 h 56"/>
                <a:gd name="T30" fmla="*/ 8 w 79"/>
                <a:gd name="T31" fmla="*/ 8 h 56"/>
                <a:gd name="T32" fmla="*/ 0 w 79"/>
                <a:gd name="T33" fmla="*/ 24 h 56"/>
                <a:gd name="T34" fmla="*/ 15 w 79"/>
                <a:gd name="T35" fmla="*/ 37 h 56"/>
                <a:gd name="T36" fmla="*/ 22 w 79"/>
                <a:gd name="T37" fmla="*/ 4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9" h="56">
                  <a:moveTo>
                    <a:pt x="22" y="42"/>
                  </a:moveTo>
                  <a:cubicBezTo>
                    <a:pt x="29" y="47"/>
                    <a:pt x="36" y="50"/>
                    <a:pt x="43" y="53"/>
                  </a:cubicBezTo>
                  <a:cubicBezTo>
                    <a:pt x="44" y="54"/>
                    <a:pt x="46" y="55"/>
                    <a:pt x="48" y="55"/>
                  </a:cubicBezTo>
                  <a:cubicBezTo>
                    <a:pt x="50" y="56"/>
                    <a:pt x="53" y="55"/>
                    <a:pt x="55" y="55"/>
                  </a:cubicBezTo>
                  <a:cubicBezTo>
                    <a:pt x="58" y="54"/>
                    <a:pt x="61" y="53"/>
                    <a:pt x="64" y="52"/>
                  </a:cubicBezTo>
                  <a:cubicBezTo>
                    <a:pt x="66" y="52"/>
                    <a:pt x="69" y="51"/>
                    <a:pt x="70" y="50"/>
                  </a:cubicBezTo>
                  <a:cubicBezTo>
                    <a:pt x="75" y="47"/>
                    <a:pt x="77" y="42"/>
                    <a:pt x="78" y="37"/>
                  </a:cubicBezTo>
                  <a:cubicBezTo>
                    <a:pt x="78" y="36"/>
                    <a:pt x="79" y="34"/>
                    <a:pt x="78" y="33"/>
                  </a:cubicBezTo>
                  <a:cubicBezTo>
                    <a:pt x="78" y="32"/>
                    <a:pt x="76" y="30"/>
                    <a:pt x="74" y="30"/>
                  </a:cubicBezTo>
                  <a:cubicBezTo>
                    <a:pt x="69" y="30"/>
                    <a:pt x="67" y="31"/>
                    <a:pt x="61" y="28"/>
                  </a:cubicBezTo>
                  <a:cubicBezTo>
                    <a:pt x="56" y="25"/>
                    <a:pt x="51" y="22"/>
                    <a:pt x="47" y="19"/>
                  </a:cubicBezTo>
                  <a:cubicBezTo>
                    <a:pt x="48" y="17"/>
                    <a:pt x="51" y="17"/>
                    <a:pt x="54" y="16"/>
                  </a:cubicBezTo>
                  <a:cubicBezTo>
                    <a:pt x="56" y="16"/>
                    <a:pt x="58" y="15"/>
                    <a:pt x="59" y="13"/>
                  </a:cubicBezTo>
                  <a:cubicBezTo>
                    <a:pt x="60" y="10"/>
                    <a:pt x="57" y="8"/>
                    <a:pt x="54" y="7"/>
                  </a:cubicBezTo>
                  <a:cubicBezTo>
                    <a:pt x="48" y="5"/>
                    <a:pt x="42" y="7"/>
                    <a:pt x="37" y="6"/>
                  </a:cubicBezTo>
                  <a:cubicBezTo>
                    <a:pt x="28" y="6"/>
                    <a:pt x="14" y="0"/>
                    <a:pt x="8" y="8"/>
                  </a:cubicBezTo>
                  <a:cubicBezTo>
                    <a:pt x="5" y="12"/>
                    <a:pt x="3" y="19"/>
                    <a:pt x="0" y="24"/>
                  </a:cubicBezTo>
                  <a:cubicBezTo>
                    <a:pt x="5" y="29"/>
                    <a:pt x="10" y="33"/>
                    <a:pt x="15" y="37"/>
                  </a:cubicBezTo>
                  <a:cubicBezTo>
                    <a:pt x="17" y="39"/>
                    <a:pt x="20" y="41"/>
                    <a:pt x="22" y="42"/>
                  </a:cubicBezTo>
                  <a:close/>
                </a:path>
              </a:pathLst>
            </a:custGeom>
            <a:solidFill>
              <a:srgbClr val="C67D7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8" name="íśḷîḑè"/>
            <p:cNvSpPr/>
            <p:nvPr/>
          </p:nvSpPr>
          <p:spPr bwMode="auto">
            <a:xfrm>
              <a:off x="4968876" y="3895725"/>
              <a:ext cx="385763" cy="479425"/>
            </a:xfrm>
            <a:custGeom>
              <a:avLst/>
              <a:gdLst>
                <a:gd name="T0" fmla="*/ 63 w 238"/>
                <a:gd name="T1" fmla="*/ 60 h 295"/>
                <a:gd name="T2" fmla="*/ 79 w 238"/>
                <a:gd name="T3" fmla="*/ 38 h 295"/>
                <a:gd name="T4" fmla="*/ 129 w 238"/>
                <a:gd name="T5" fmla="*/ 5 h 295"/>
                <a:gd name="T6" fmla="*/ 151 w 238"/>
                <a:gd name="T7" fmla="*/ 54 h 295"/>
                <a:gd name="T8" fmla="*/ 92 w 238"/>
                <a:gd name="T9" fmla="*/ 160 h 295"/>
                <a:gd name="T10" fmla="*/ 238 w 238"/>
                <a:gd name="T11" fmla="*/ 258 h 295"/>
                <a:gd name="T12" fmla="*/ 223 w 238"/>
                <a:gd name="T13" fmla="*/ 285 h 295"/>
                <a:gd name="T14" fmla="*/ 123 w 238"/>
                <a:gd name="T15" fmla="*/ 254 h 295"/>
                <a:gd name="T16" fmla="*/ 8 w 238"/>
                <a:gd name="T17" fmla="*/ 184 h 295"/>
                <a:gd name="T18" fmla="*/ 2 w 238"/>
                <a:gd name="T19" fmla="*/ 176 h 295"/>
                <a:gd name="T20" fmla="*/ 4 w 238"/>
                <a:gd name="T21" fmla="*/ 163 h 295"/>
                <a:gd name="T22" fmla="*/ 63 w 238"/>
                <a:gd name="T23" fmla="*/ 6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8" h="295">
                  <a:moveTo>
                    <a:pt x="63" y="60"/>
                  </a:moveTo>
                  <a:cubicBezTo>
                    <a:pt x="69" y="53"/>
                    <a:pt x="74" y="45"/>
                    <a:pt x="79" y="38"/>
                  </a:cubicBezTo>
                  <a:cubicBezTo>
                    <a:pt x="91" y="22"/>
                    <a:pt x="108" y="0"/>
                    <a:pt x="129" y="5"/>
                  </a:cubicBezTo>
                  <a:cubicBezTo>
                    <a:pt x="154" y="10"/>
                    <a:pt x="157" y="34"/>
                    <a:pt x="151" y="54"/>
                  </a:cubicBezTo>
                  <a:cubicBezTo>
                    <a:pt x="145" y="76"/>
                    <a:pt x="98" y="138"/>
                    <a:pt x="92" y="160"/>
                  </a:cubicBezTo>
                  <a:cubicBezTo>
                    <a:pt x="92" y="160"/>
                    <a:pt x="183" y="221"/>
                    <a:pt x="238" y="258"/>
                  </a:cubicBezTo>
                  <a:cubicBezTo>
                    <a:pt x="234" y="265"/>
                    <a:pt x="231" y="280"/>
                    <a:pt x="223" y="285"/>
                  </a:cubicBezTo>
                  <a:cubicBezTo>
                    <a:pt x="205" y="295"/>
                    <a:pt x="141" y="262"/>
                    <a:pt x="123" y="254"/>
                  </a:cubicBezTo>
                  <a:cubicBezTo>
                    <a:pt x="82" y="237"/>
                    <a:pt x="43" y="213"/>
                    <a:pt x="8" y="184"/>
                  </a:cubicBezTo>
                  <a:cubicBezTo>
                    <a:pt x="6" y="182"/>
                    <a:pt x="3" y="180"/>
                    <a:pt x="2" y="176"/>
                  </a:cubicBezTo>
                  <a:cubicBezTo>
                    <a:pt x="0" y="172"/>
                    <a:pt x="2" y="167"/>
                    <a:pt x="4" y="163"/>
                  </a:cubicBezTo>
                  <a:cubicBezTo>
                    <a:pt x="21" y="127"/>
                    <a:pt x="41" y="93"/>
                    <a:pt x="63" y="60"/>
                  </a:cubicBezTo>
                  <a:close/>
                </a:path>
              </a:pathLst>
            </a:custGeom>
            <a:solidFill>
              <a:srgbClr val="1455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39" name="ïṧ1îḓe"/>
            <p:cNvSpPr/>
            <p:nvPr/>
          </p:nvSpPr>
          <p:spPr bwMode="auto">
            <a:xfrm>
              <a:off x="5638801" y="4437063"/>
              <a:ext cx="92075" cy="123825"/>
            </a:xfrm>
            <a:custGeom>
              <a:avLst/>
              <a:gdLst>
                <a:gd name="T0" fmla="*/ 40 w 56"/>
                <a:gd name="T1" fmla="*/ 70 h 76"/>
                <a:gd name="T2" fmla="*/ 22 w 56"/>
                <a:gd name="T3" fmla="*/ 73 h 76"/>
                <a:gd name="T4" fmla="*/ 12 w 56"/>
                <a:gd name="T5" fmla="*/ 62 h 76"/>
                <a:gd name="T6" fmla="*/ 4 w 56"/>
                <a:gd name="T7" fmla="*/ 40 h 76"/>
                <a:gd name="T8" fmla="*/ 36 w 56"/>
                <a:gd name="T9" fmla="*/ 13 h 76"/>
                <a:gd name="T10" fmla="*/ 40 w 56"/>
                <a:gd name="T11" fmla="*/ 70 h 76"/>
              </a:gdLst>
              <a:ahLst/>
              <a:cxnLst>
                <a:cxn ang="0">
                  <a:pos x="T0" y="T1"/>
                </a:cxn>
                <a:cxn ang="0">
                  <a:pos x="T2" y="T3"/>
                </a:cxn>
                <a:cxn ang="0">
                  <a:pos x="T4" y="T5"/>
                </a:cxn>
                <a:cxn ang="0">
                  <a:pos x="T6" y="T7"/>
                </a:cxn>
                <a:cxn ang="0">
                  <a:pos x="T8" y="T9"/>
                </a:cxn>
                <a:cxn ang="0">
                  <a:pos x="T10" y="T11"/>
                </a:cxn>
              </a:cxnLst>
              <a:rect l="0" t="0" r="r" b="b"/>
              <a:pathLst>
                <a:path w="56" h="76">
                  <a:moveTo>
                    <a:pt x="40" y="70"/>
                  </a:moveTo>
                  <a:cubicBezTo>
                    <a:pt x="35" y="74"/>
                    <a:pt x="27" y="76"/>
                    <a:pt x="22" y="73"/>
                  </a:cubicBezTo>
                  <a:cubicBezTo>
                    <a:pt x="17" y="71"/>
                    <a:pt x="15" y="67"/>
                    <a:pt x="12" y="62"/>
                  </a:cubicBezTo>
                  <a:cubicBezTo>
                    <a:pt x="9" y="55"/>
                    <a:pt x="6" y="48"/>
                    <a:pt x="4" y="40"/>
                  </a:cubicBezTo>
                  <a:cubicBezTo>
                    <a:pt x="0" y="20"/>
                    <a:pt x="16" y="0"/>
                    <a:pt x="36" y="13"/>
                  </a:cubicBezTo>
                  <a:cubicBezTo>
                    <a:pt x="53" y="25"/>
                    <a:pt x="56" y="57"/>
                    <a:pt x="40" y="70"/>
                  </a:cubicBezTo>
                  <a:close/>
                </a:path>
              </a:pathLst>
            </a:custGeom>
            <a:solidFill>
              <a:srgbClr val="1455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0" name="îşḻîďê"/>
            <p:cNvSpPr/>
            <p:nvPr/>
          </p:nvSpPr>
          <p:spPr bwMode="auto">
            <a:xfrm>
              <a:off x="5597526" y="4468813"/>
              <a:ext cx="104775" cy="90488"/>
            </a:xfrm>
            <a:custGeom>
              <a:avLst/>
              <a:gdLst>
                <a:gd name="T0" fmla="*/ 15 w 65"/>
                <a:gd name="T1" fmla="*/ 52 h 56"/>
                <a:gd name="T2" fmla="*/ 2 w 65"/>
                <a:gd name="T3" fmla="*/ 42 h 56"/>
                <a:gd name="T4" fmla="*/ 3 w 65"/>
                <a:gd name="T5" fmla="*/ 23 h 56"/>
                <a:gd name="T6" fmla="*/ 16 w 65"/>
                <a:gd name="T7" fmla="*/ 19 h 56"/>
                <a:gd name="T8" fmla="*/ 28 w 65"/>
                <a:gd name="T9" fmla="*/ 22 h 56"/>
                <a:gd name="T10" fmla="*/ 21 w 65"/>
                <a:gd name="T11" fmla="*/ 9 h 56"/>
                <a:gd name="T12" fmla="*/ 22 w 65"/>
                <a:gd name="T13" fmla="*/ 2 h 56"/>
                <a:gd name="T14" fmla="*/ 24 w 65"/>
                <a:gd name="T15" fmla="*/ 0 h 56"/>
                <a:gd name="T16" fmla="*/ 25 w 65"/>
                <a:gd name="T17" fmla="*/ 0 h 56"/>
                <a:gd name="T18" fmla="*/ 55 w 65"/>
                <a:gd name="T19" fmla="*/ 12 h 56"/>
                <a:gd name="T20" fmla="*/ 56 w 65"/>
                <a:gd name="T21" fmla="*/ 43 h 56"/>
                <a:gd name="T22" fmla="*/ 17 w 65"/>
                <a:gd name="T23" fmla="*/ 52 h 56"/>
                <a:gd name="T24" fmla="*/ 15 w 65"/>
                <a:gd name="T25" fmla="*/ 5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 h="56">
                  <a:moveTo>
                    <a:pt x="15" y="52"/>
                  </a:moveTo>
                  <a:cubicBezTo>
                    <a:pt x="10" y="50"/>
                    <a:pt x="4" y="47"/>
                    <a:pt x="2" y="42"/>
                  </a:cubicBezTo>
                  <a:cubicBezTo>
                    <a:pt x="0" y="36"/>
                    <a:pt x="2" y="28"/>
                    <a:pt x="3" y="23"/>
                  </a:cubicBezTo>
                  <a:cubicBezTo>
                    <a:pt x="5" y="17"/>
                    <a:pt x="11" y="18"/>
                    <a:pt x="16" y="19"/>
                  </a:cubicBezTo>
                  <a:cubicBezTo>
                    <a:pt x="20" y="21"/>
                    <a:pt x="24" y="22"/>
                    <a:pt x="28" y="22"/>
                  </a:cubicBezTo>
                  <a:cubicBezTo>
                    <a:pt x="28" y="16"/>
                    <a:pt x="22" y="14"/>
                    <a:pt x="21" y="9"/>
                  </a:cubicBezTo>
                  <a:cubicBezTo>
                    <a:pt x="21" y="6"/>
                    <a:pt x="22" y="4"/>
                    <a:pt x="22" y="2"/>
                  </a:cubicBezTo>
                  <a:cubicBezTo>
                    <a:pt x="23" y="1"/>
                    <a:pt x="23" y="0"/>
                    <a:pt x="24" y="0"/>
                  </a:cubicBezTo>
                  <a:cubicBezTo>
                    <a:pt x="24" y="0"/>
                    <a:pt x="25" y="0"/>
                    <a:pt x="25" y="0"/>
                  </a:cubicBezTo>
                  <a:cubicBezTo>
                    <a:pt x="35" y="6"/>
                    <a:pt x="46" y="4"/>
                    <a:pt x="55" y="12"/>
                  </a:cubicBezTo>
                  <a:cubicBezTo>
                    <a:pt x="65" y="21"/>
                    <a:pt x="65" y="33"/>
                    <a:pt x="56" y="43"/>
                  </a:cubicBezTo>
                  <a:cubicBezTo>
                    <a:pt x="46" y="53"/>
                    <a:pt x="29" y="56"/>
                    <a:pt x="17" y="52"/>
                  </a:cubicBezTo>
                  <a:cubicBezTo>
                    <a:pt x="16" y="52"/>
                    <a:pt x="15" y="52"/>
                    <a:pt x="15" y="52"/>
                  </a:cubicBezTo>
                  <a:close/>
                </a:path>
              </a:pathLst>
            </a:custGeom>
            <a:solidFill>
              <a:srgbClr val="C67D7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1" name="isḷíḋe"/>
            <p:cNvSpPr/>
            <p:nvPr/>
          </p:nvSpPr>
          <p:spPr bwMode="auto">
            <a:xfrm>
              <a:off x="6176963" y="3394075"/>
              <a:ext cx="101600" cy="149225"/>
            </a:xfrm>
            <a:custGeom>
              <a:avLst/>
              <a:gdLst>
                <a:gd name="T0" fmla="*/ 59 w 62"/>
                <a:gd name="T1" fmla="*/ 57 h 92"/>
                <a:gd name="T2" fmla="*/ 53 w 62"/>
                <a:gd name="T3" fmla="*/ 37 h 92"/>
                <a:gd name="T4" fmla="*/ 54 w 62"/>
                <a:gd name="T5" fmla="*/ 20 h 92"/>
                <a:gd name="T6" fmla="*/ 45 w 62"/>
                <a:gd name="T7" fmla="*/ 0 h 92"/>
                <a:gd name="T8" fmla="*/ 33 w 62"/>
                <a:gd name="T9" fmla="*/ 15 h 92"/>
                <a:gd name="T10" fmla="*/ 36 w 62"/>
                <a:gd name="T11" fmla="*/ 21 h 92"/>
                <a:gd name="T12" fmla="*/ 32 w 62"/>
                <a:gd name="T13" fmla="*/ 33 h 92"/>
                <a:gd name="T14" fmla="*/ 7 w 62"/>
                <a:gd name="T15" fmla="*/ 52 h 92"/>
                <a:gd name="T16" fmla="*/ 2 w 62"/>
                <a:gd name="T17" fmla="*/ 56 h 92"/>
                <a:gd name="T18" fmla="*/ 1 w 62"/>
                <a:gd name="T19" fmla="*/ 63 h 92"/>
                <a:gd name="T20" fmla="*/ 9 w 62"/>
                <a:gd name="T21" fmla="*/ 66 h 92"/>
                <a:gd name="T22" fmla="*/ 40 w 62"/>
                <a:gd name="T23" fmla="*/ 90 h 92"/>
                <a:gd name="T24" fmla="*/ 61 w 62"/>
                <a:gd name="T25" fmla="*/ 68 h 92"/>
                <a:gd name="T26" fmla="*/ 59 w 62"/>
                <a:gd name="T27" fmla="*/ 5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 h="92">
                  <a:moveTo>
                    <a:pt x="59" y="57"/>
                  </a:moveTo>
                  <a:cubicBezTo>
                    <a:pt x="58" y="50"/>
                    <a:pt x="54" y="43"/>
                    <a:pt x="53" y="37"/>
                  </a:cubicBezTo>
                  <a:cubicBezTo>
                    <a:pt x="52" y="31"/>
                    <a:pt x="55" y="25"/>
                    <a:pt x="54" y="20"/>
                  </a:cubicBezTo>
                  <a:cubicBezTo>
                    <a:pt x="54" y="14"/>
                    <a:pt x="53" y="0"/>
                    <a:pt x="45" y="0"/>
                  </a:cubicBezTo>
                  <a:cubicBezTo>
                    <a:pt x="38" y="0"/>
                    <a:pt x="32" y="8"/>
                    <a:pt x="33" y="15"/>
                  </a:cubicBezTo>
                  <a:cubicBezTo>
                    <a:pt x="33" y="18"/>
                    <a:pt x="36" y="18"/>
                    <a:pt x="36" y="21"/>
                  </a:cubicBezTo>
                  <a:cubicBezTo>
                    <a:pt x="38" y="26"/>
                    <a:pt x="35" y="30"/>
                    <a:pt x="32" y="33"/>
                  </a:cubicBezTo>
                  <a:cubicBezTo>
                    <a:pt x="25" y="41"/>
                    <a:pt x="15" y="46"/>
                    <a:pt x="7" y="52"/>
                  </a:cubicBezTo>
                  <a:cubicBezTo>
                    <a:pt x="5" y="53"/>
                    <a:pt x="3" y="55"/>
                    <a:pt x="2" y="56"/>
                  </a:cubicBezTo>
                  <a:cubicBezTo>
                    <a:pt x="1" y="58"/>
                    <a:pt x="0" y="61"/>
                    <a:pt x="1" y="63"/>
                  </a:cubicBezTo>
                  <a:cubicBezTo>
                    <a:pt x="3" y="65"/>
                    <a:pt x="6" y="65"/>
                    <a:pt x="9" y="66"/>
                  </a:cubicBezTo>
                  <a:cubicBezTo>
                    <a:pt x="24" y="68"/>
                    <a:pt x="26" y="86"/>
                    <a:pt x="40" y="90"/>
                  </a:cubicBezTo>
                  <a:cubicBezTo>
                    <a:pt x="50" y="92"/>
                    <a:pt x="62" y="79"/>
                    <a:pt x="61" y="68"/>
                  </a:cubicBezTo>
                  <a:cubicBezTo>
                    <a:pt x="61" y="64"/>
                    <a:pt x="60" y="60"/>
                    <a:pt x="59" y="57"/>
                  </a:cubicBezTo>
                  <a:close/>
                </a:path>
              </a:pathLst>
            </a:custGeom>
            <a:solidFill>
              <a:srgbClr val="EFBFA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2" name="išlíḑè"/>
            <p:cNvSpPr/>
            <p:nvPr/>
          </p:nvSpPr>
          <p:spPr bwMode="auto">
            <a:xfrm>
              <a:off x="6189663" y="3486150"/>
              <a:ext cx="533400" cy="719138"/>
            </a:xfrm>
            <a:custGeom>
              <a:avLst/>
              <a:gdLst>
                <a:gd name="T0" fmla="*/ 137 w 328"/>
                <a:gd name="T1" fmla="*/ 133 h 443"/>
                <a:gd name="T2" fmla="*/ 129 w 328"/>
                <a:gd name="T3" fmla="*/ 117 h 443"/>
                <a:gd name="T4" fmla="*/ 95 w 328"/>
                <a:gd name="T5" fmla="*/ 63 h 443"/>
                <a:gd name="T6" fmla="*/ 67 w 328"/>
                <a:gd name="T7" fmla="*/ 15 h 443"/>
                <a:gd name="T8" fmla="*/ 17 w 328"/>
                <a:gd name="T9" fmla="*/ 23 h 443"/>
                <a:gd name="T10" fmla="*/ 11 w 328"/>
                <a:gd name="T11" fmla="*/ 53 h 443"/>
                <a:gd name="T12" fmla="*/ 203 w 328"/>
                <a:gd name="T13" fmla="*/ 404 h 443"/>
                <a:gd name="T14" fmla="*/ 216 w 328"/>
                <a:gd name="T15" fmla="*/ 415 h 443"/>
                <a:gd name="T16" fmla="*/ 328 w 328"/>
                <a:gd name="T17" fmla="*/ 260 h 443"/>
                <a:gd name="T18" fmla="*/ 326 w 328"/>
                <a:gd name="T19" fmla="*/ 253 h 443"/>
                <a:gd name="T20" fmla="*/ 320 w 328"/>
                <a:gd name="T21" fmla="*/ 248 h 443"/>
                <a:gd name="T22" fmla="*/ 194 w 328"/>
                <a:gd name="T23" fmla="*/ 205 h 443"/>
                <a:gd name="T24" fmla="*/ 137 w 328"/>
                <a:gd name="T25" fmla="*/ 133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43">
                  <a:moveTo>
                    <a:pt x="137" y="133"/>
                  </a:moveTo>
                  <a:cubicBezTo>
                    <a:pt x="134" y="128"/>
                    <a:pt x="131" y="122"/>
                    <a:pt x="129" y="117"/>
                  </a:cubicBezTo>
                  <a:cubicBezTo>
                    <a:pt x="119" y="98"/>
                    <a:pt x="106" y="80"/>
                    <a:pt x="95" y="63"/>
                  </a:cubicBezTo>
                  <a:cubicBezTo>
                    <a:pt x="85" y="48"/>
                    <a:pt x="80" y="27"/>
                    <a:pt x="67" y="15"/>
                  </a:cubicBezTo>
                  <a:cubicBezTo>
                    <a:pt x="52" y="0"/>
                    <a:pt x="34" y="16"/>
                    <a:pt x="17" y="23"/>
                  </a:cubicBezTo>
                  <a:cubicBezTo>
                    <a:pt x="0" y="30"/>
                    <a:pt x="4" y="36"/>
                    <a:pt x="11" y="53"/>
                  </a:cubicBezTo>
                  <a:cubicBezTo>
                    <a:pt x="68" y="181"/>
                    <a:pt x="106" y="303"/>
                    <a:pt x="203" y="404"/>
                  </a:cubicBezTo>
                  <a:cubicBezTo>
                    <a:pt x="207" y="408"/>
                    <a:pt x="211" y="412"/>
                    <a:pt x="216" y="415"/>
                  </a:cubicBezTo>
                  <a:cubicBezTo>
                    <a:pt x="275" y="443"/>
                    <a:pt x="327" y="296"/>
                    <a:pt x="328" y="260"/>
                  </a:cubicBezTo>
                  <a:cubicBezTo>
                    <a:pt x="328" y="258"/>
                    <a:pt x="328" y="255"/>
                    <a:pt x="326" y="253"/>
                  </a:cubicBezTo>
                  <a:cubicBezTo>
                    <a:pt x="325" y="251"/>
                    <a:pt x="323" y="249"/>
                    <a:pt x="320" y="248"/>
                  </a:cubicBezTo>
                  <a:cubicBezTo>
                    <a:pt x="279" y="231"/>
                    <a:pt x="231" y="230"/>
                    <a:pt x="194" y="205"/>
                  </a:cubicBezTo>
                  <a:cubicBezTo>
                    <a:pt x="168" y="187"/>
                    <a:pt x="152" y="161"/>
                    <a:pt x="137" y="133"/>
                  </a:cubicBezTo>
                  <a:close/>
                </a:path>
              </a:pathLst>
            </a:custGeom>
            <a:solidFill>
              <a:srgbClr val="EB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3" name="íşļidê"/>
            <p:cNvSpPr/>
            <p:nvPr/>
          </p:nvSpPr>
          <p:spPr bwMode="auto">
            <a:xfrm>
              <a:off x="6699251" y="5530850"/>
              <a:ext cx="174625" cy="104775"/>
            </a:xfrm>
            <a:custGeom>
              <a:avLst/>
              <a:gdLst>
                <a:gd name="T0" fmla="*/ 107 w 108"/>
                <a:gd name="T1" fmla="*/ 23 h 64"/>
                <a:gd name="T2" fmla="*/ 103 w 108"/>
                <a:gd name="T3" fmla="*/ 14 h 64"/>
                <a:gd name="T4" fmla="*/ 99 w 108"/>
                <a:gd name="T5" fmla="*/ 11 h 64"/>
                <a:gd name="T6" fmla="*/ 86 w 108"/>
                <a:gd name="T7" fmla="*/ 1 h 64"/>
                <a:gd name="T8" fmla="*/ 56 w 108"/>
                <a:gd name="T9" fmla="*/ 4 h 64"/>
                <a:gd name="T10" fmla="*/ 55 w 108"/>
                <a:gd name="T11" fmla="*/ 4 h 64"/>
                <a:gd name="T12" fmla="*/ 55 w 108"/>
                <a:gd name="T13" fmla="*/ 6 h 64"/>
                <a:gd name="T14" fmla="*/ 53 w 108"/>
                <a:gd name="T15" fmla="*/ 16 h 64"/>
                <a:gd name="T16" fmla="*/ 36 w 108"/>
                <a:gd name="T17" fmla="*/ 30 h 64"/>
                <a:gd name="T18" fmla="*/ 31 w 108"/>
                <a:gd name="T19" fmla="*/ 33 h 64"/>
                <a:gd name="T20" fmla="*/ 11 w 108"/>
                <a:gd name="T21" fmla="*/ 57 h 64"/>
                <a:gd name="T22" fmla="*/ 29 w 108"/>
                <a:gd name="T23" fmla="*/ 63 h 64"/>
                <a:gd name="T24" fmla="*/ 47 w 108"/>
                <a:gd name="T25" fmla="*/ 62 h 64"/>
                <a:gd name="T26" fmla="*/ 102 w 108"/>
                <a:gd name="T27" fmla="*/ 47 h 64"/>
                <a:gd name="T28" fmla="*/ 108 w 108"/>
                <a:gd name="T29" fmla="*/ 28 h 64"/>
                <a:gd name="T30" fmla="*/ 107 w 108"/>
                <a:gd name="T31" fmla="*/ 2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8" h="64">
                  <a:moveTo>
                    <a:pt x="107" y="23"/>
                  </a:moveTo>
                  <a:cubicBezTo>
                    <a:pt x="106" y="19"/>
                    <a:pt x="105" y="16"/>
                    <a:pt x="103" y="14"/>
                  </a:cubicBezTo>
                  <a:cubicBezTo>
                    <a:pt x="101" y="13"/>
                    <a:pt x="100" y="12"/>
                    <a:pt x="99" y="11"/>
                  </a:cubicBezTo>
                  <a:cubicBezTo>
                    <a:pt x="93" y="5"/>
                    <a:pt x="94" y="0"/>
                    <a:pt x="86" y="1"/>
                  </a:cubicBezTo>
                  <a:cubicBezTo>
                    <a:pt x="76" y="2"/>
                    <a:pt x="66" y="3"/>
                    <a:pt x="56" y="4"/>
                  </a:cubicBezTo>
                  <a:cubicBezTo>
                    <a:pt x="56" y="4"/>
                    <a:pt x="56" y="4"/>
                    <a:pt x="55" y="4"/>
                  </a:cubicBezTo>
                  <a:cubicBezTo>
                    <a:pt x="55" y="5"/>
                    <a:pt x="55" y="5"/>
                    <a:pt x="55" y="6"/>
                  </a:cubicBezTo>
                  <a:cubicBezTo>
                    <a:pt x="54" y="9"/>
                    <a:pt x="54" y="13"/>
                    <a:pt x="53" y="16"/>
                  </a:cubicBezTo>
                  <a:cubicBezTo>
                    <a:pt x="51" y="25"/>
                    <a:pt x="43" y="27"/>
                    <a:pt x="36" y="30"/>
                  </a:cubicBezTo>
                  <a:cubicBezTo>
                    <a:pt x="35" y="31"/>
                    <a:pt x="33" y="32"/>
                    <a:pt x="31" y="33"/>
                  </a:cubicBezTo>
                  <a:cubicBezTo>
                    <a:pt x="23" y="37"/>
                    <a:pt x="0" y="44"/>
                    <a:pt x="11" y="57"/>
                  </a:cubicBezTo>
                  <a:cubicBezTo>
                    <a:pt x="15" y="62"/>
                    <a:pt x="23" y="62"/>
                    <a:pt x="29" y="63"/>
                  </a:cubicBezTo>
                  <a:cubicBezTo>
                    <a:pt x="35" y="64"/>
                    <a:pt x="41" y="63"/>
                    <a:pt x="47" y="62"/>
                  </a:cubicBezTo>
                  <a:cubicBezTo>
                    <a:pt x="66" y="60"/>
                    <a:pt x="84" y="55"/>
                    <a:pt x="102" y="47"/>
                  </a:cubicBezTo>
                  <a:cubicBezTo>
                    <a:pt x="108" y="44"/>
                    <a:pt x="108" y="34"/>
                    <a:pt x="108" y="28"/>
                  </a:cubicBezTo>
                  <a:cubicBezTo>
                    <a:pt x="108" y="26"/>
                    <a:pt x="108" y="24"/>
                    <a:pt x="107" y="23"/>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4" name="iṥľïḍè"/>
            <p:cNvSpPr/>
            <p:nvPr/>
          </p:nvSpPr>
          <p:spPr bwMode="auto">
            <a:xfrm>
              <a:off x="6607176" y="4611688"/>
              <a:ext cx="295275" cy="942975"/>
            </a:xfrm>
            <a:custGeom>
              <a:avLst/>
              <a:gdLst>
                <a:gd name="T0" fmla="*/ 169 w 186"/>
                <a:gd name="T1" fmla="*/ 0 h 594"/>
                <a:gd name="T2" fmla="*/ 186 w 186"/>
                <a:gd name="T3" fmla="*/ 78 h 594"/>
                <a:gd name="T4" fmla="*/ 153 w 186"/>
                <a:gd name="T5" fmla="*/ 297 h 594"/>
                <a:gd name="T6" fmla="*/ 164 w 186"/>
                <a:gd name="T7" fmla="*/ 592 h 594"/>
                <a:gd name="T8" fmla="*/ 106 w 186"/>
                <a:gd name="T9" fmla="*/ 594 h 594"/>
                <a:gd name="T10" fmla="*/ 44 w 186"/>
                <a:gd name="T11" fmla="*/ 310 h 594"/>
                <a:gd name="T12" fmla="*/ 0 w 186"/>
                <a:gd name="T13" fmla="*/ 0 h 594"/>
                <a:gd name="T14" fmla="*/ 169 w 186"/>
                <a:gd name="T15" fmla="*/ 0 h 5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6" h="594">
                  <a:moveTo>
                    <a:pt x="169" y="0"/>
                  </a:moveTo>
                  <a:lnTo>
                    <a:pt x="186" y="78"/>
                  </a:lnTo>
                  <a:lnTo>
                    <a:pt x="153" y="297"/>
                  </a:lnTo>
                  <a:lnTo>
                    <a:pt x="164" y="592"/>
                  </a:lnTo>
                  <a:lnTo>
                    <a:pt x="106" y="594"/>
                  </a:lnTo>
                  <a:lnTo>
                    <a:pt x="44" y="310"/>
                  </a:lnTo>
                  <a:lnTo>
                    <a:pt x="0" y="0"/>
                  </a:lnTo>
                  <a:lnTo>
                    <a:pt x="169" y="0"/>
                  </a:lnTo>
                  <a:close/>
                </a:path>
              </a:pathLst>
            </a:custGeom>
            <a:solidFill>
              <a:srgbClr val="1455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5" name="iŝḻîďè"/>
            <p:cNvSpPr/>
            <p:nvPr/>
          </p:nvSpPr>
          <p:spPr bwMode="auto">
            <a:xfrm>
              <a:off x="6265863" y="5534025"/>
              <a:ext cx="177800" cy="93663"/>
            </a:xfrm>
            <a:custGeom>
              <a:avLst/>
              <a:gdLst>
                <a:gd name="T0" fmla="*/ 109 w 109"/>
                <a:gd name="T1" fmla="*/ 31 h 57"/>
                <a:gd name="T2" fmla="*/ 107 w 109"/>
                <a:gd name="T3" fmla="*/ 21 h 57"/>
                <a:gd name="T4" fmla="*/ 104 w 109"/>
                <a:gd name="T5" fmla="*/ 17 h 57"/>
                <a:gd name="T6" fmla="*/ 94 w 109"/>
                <a:gd name="T7" fmla="*/ 4 h 57"/>
                <a:gd name="T8" fmla="*/ 64 w 109"/>
                <a:gd name="T9" fmla="*/ 0 h 57"/>
                <a:gd name="T10" fmla="*/ 63 w 109"/>
                <a:gd name="T11" fmla="*/ 1 h 57"/>
                <a:gd name="T12" fmla="*/ 62 w 109"/>
                <a:gd name="T13" fmla="*/ 2 h 57"/>
                <a:gd name="T14" fmla="*/ 58 w 109"/>
                <a:gd name="T15" fmla="*/ 11 h 57"/>
                <a:gd name="T16" fmla="*/ 39 w 109"/>
                <a:gd name="T17" fmla="*/ 21 h 57"/>
                <a:gd name="T18" fmla="*/ 33 w 109"/>
                <a:gd name="T19" fmla="*/ 22 h 57"/>
                <a:gd name="T20" fmla="*/ 7 w 109"/>
                <a:gd name="T21" fmla="*/ 41 h 57"/>
                <a:gd name="T22" fmla="*/ 24 w 109"/>
                <a:gd name="T23" fmla="*/ 51 h 57"/>
                <a:gd name="T24" fmla="*/ 42 w 109"/>
                <a:gd name="T25" fmla="*/ 55 h 57"/>
                <a:gd name="T26" fmla="*/ 98 w 109"/>
                <a:gd name="T27" fmla="*/ 53 h 57"/>
                <a:gd name="T28" fmla="*/ 109 w 109"/>
                <a:gd name="T29" fmla="*/ 36 h 57"/>
                <a:gd name="T30" fmla="*/ 109 w 109"/>
                <a:gd name="T31" fmla="*/ 3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57">
                  <a:moveTo>
                    <a:pt x="109" y="31"/>
                  </a:moveTo>
                  <a:cubicBezTo>
                    <a:pt x="109" y="27"/>
                    <a:pt x="109" y="24"/>
                    <a:pt x="107" y="21"/>
                  </a:cubicBezTo>
                  <a:cubicBezTo>
                    <a:pt x="106" y="20"/>
                    <a:pt x="105" y="19"/>
                    <a:pt x="104" y="17"/>
                  </a:cubicBezTo>
                  <a:cubicBezTo>
                    <a:pt x="100" y="10"/>
                    <a:pt x="102" y="6"/>
                    <a:pt x="94" y="4"/>
                  </a:cubicBezTo>
                  <a:cubicBezTo>
                    <a:pt x="84" y="3"/>
                    <a:pt x="74" y="2"/>
                    <a:pt x="64" y="0"/>
                  </a:cubicBezTo>
                  <a:cubicBezTo>
                    <a:pt x="64" y="0"/>
                    <a:pt x="64" y="0"/>
                    <a:pt x="63" y="1"/>
                  </a:cubicBezTo>
                  <a:cubicBezTo>
                    <a:pt x="63" y="1"/>
                    <a:pt x="63" y="1"/>
                    <a:pt x="62" y="2"/>
                  </a:cubicBezTo>
                  <a:cubicBezTo>
                    <a:pt x="61" y="5"/>
                    <a:pt x="60" y="8"/>
                    <a:pt x="58" y="11"/>
                  </a:cubicBezTo>
                  <a:cubicBezTo>
                    <a:pt x="55" y="19"/>
                    <a:pt x="46" y="20"/>
                    <a:pt x="39" y="21"/>
                  </a:cubicBezTo>
                  <a:cubicBezTo>
                    <a:pt x="37" y="22"/>
                    <a:pt x="35" y="22"/>
                    <a:pt x="33" y="22"/>
                  </a:cubicBezTo>
                  <a:cubicBezTo>
                    <a:pt x="24" y="24"/>
                    <a:pt x="0" y="26"/>
                    <a:pt x="7" y="41"/>
                  </a:cubicBezTo>
                  <a:cubicBezTo>
                    <a:pt x="10" y="47"/>
                    <a:pt x="18" y="49"/>
                    <a:pt x="24" y="51"/>
                  </a:cubicBezTo>
                  <a:cubicBezTo>
                    <a:pt x="30" y="54"/>
                    <a:pt x="36" y="54"/>
                    <a:pt x="42" y="55"/>
                  </a:cubicBezTo>
                  <a:cubicBezTo>
                    <a:pt x="61" y="57"/>
                    <a:pt x="79" y="57"/>
                    <a:pt x="98" y="53"/>
                  </a:cubicBezTo>
                  <a:cubicBezTo>
                    <a:pt x="105" y="51"/>
                    <a:pt x="107" y="42"/>
                    <a:pt x="109" y="36"/>
                  </a:cubicBezTo>
                  <a:cubicBezTo>
                    <a:pt x="109" y="34"/>
                    <a:pt x="109" y="32"/>
                    <a:pt x="109" y="31"/>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6" name="íṩḻiḍê"/>
            <p:cNvSpPr/>
            <p:nvPr/>
          </p:nvSpPr>
          <p:spPr bwMode="auto">
            <a:xfrm>
              <a:off x="6353176" y="4592638"/>
              <a:ext cx="361950" cy="973138"/>
            </a:xfrm>
            <a:custGeom>
              <a:avLst/>
              <a:gdLst>
                <a:gd name="T0" fmla="*/ 204 w 228"/>
                <a:gd name="T1" fmla="*/ 40 h 613"/>
                <a:gd name="T2" fmla="*/ 228 w 228"/>
                <a:gd name="T3" fmla="*/ 98 h 613"/>
                <a:gd name="T4" fmla="*/ 116 w 228"/>
                <a:gd name="T5" fmla="*/ 325 h 613"/>
                <a:gd name="T6" fmla="*/ 56 w 228"/>
                <a:gd name="T7" fmla="*/ 613 h 613"/>
                <a:gd name="T8" fmla="*/ 0 w 228"/>
                <a:gd name="T9" fmla="*/ 602 h 613"/>
                <a:gd name="T10" fmla="*/ 8 w 228"/>
                <a:gd name="T11" fmla="*/ 311 h 613"/>
                <a:gd name="T12" fmla="*/ 40 w 228"/>
                <a:gd name="T13" fmla="*/ 0 h 613"/>
                <a:gd name="T14" fmla="*/ 204 w 228"/>
                <a:gd name="T15" fmla="*/ 40 h 6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8" h="613">
                  <a:moveTo>
                    <a:pt x="204" y="40"/>
                  </a:moveTo>
                  <a:lnTo>
                    <a:pt x="228" y="98"/>
                  </a:lnTo>
                  <a:lnTo>
                    <a:pt x="116" y="325"/>
                  </a:lnTo>
                  <a:lnTo>
                    <a:pt x="56" y="613"/>
                  </a:lnTo>
                  <a:lnTo>
                    <a:pt x="0" y="602"/>
                  </a:lnTo>
                  <a:lnTo>
                    <a:pt x="8" y="311"/>
                  </a:lnTo>
                  <a:lnTo>
                    <a:pt x="40" y="0"/>
                  </a:lnTo>
                  <a:lnTo>
                    <a:pt x="204" y="40"/>
                  </a:lnTo>
                  <a:close/>
                </a:path>
              </a:pathLst>
            </a:custGeom>
            <a:solidFill>
              <a:srgbClr val="1455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7" name="ïšḻîḍê"/>
            <p:cNvSpPr/>
            <p:nvPr/>
          </p:nvSpPr>
          <p:spPr bwMode="auto">
            <a:xfrm>
              <a:off x="6370638" y="3832225"/>
              <a:ext cx="611188" cy="919163"/>
            </a:xfrm>
            <a:custGeom>
              <a:avLst/>
              <a:gdLst>
                <a:gd name="T0" fmla="*/ 373 w 376"/>
                <a:gd name="T1" fmla="*/ 487 h 566"/>
                <a:gd name="T2" fmla="*/ 370 w 376"/>
                <a:gd name="T3" fmla="*/ 457 h 566"/>
                <a:gd name="T4" fmla="*/ 355 w 376"/>
                <a:gd name="T5" fmla="*/ 343 h 566"/>
                <a:gd name="T6" fmla="*/ 333 w 376"/>
                <a:gd name="T7" fmla="*/ 239 h 566"/>
                <a:gd name="T8" fmla="*/ 286 w 376"/>
                <a:gd name="T9" fmla="*/ 86 h 566"/>
                <a:gd name="T10" fmla="*/ 257 w 376"/>
                <a:gd name="T11" fmla="*/ 35 h 566"/>
                <a:gd name="T12" fmla="*/ 210 w 376"/>
                <a:gd name="T13" fmla="*/ 7 h 566"/>
                <a:gd name="T14" fmla="*/ 185 w 376"/>
                <a:gd name="T15" fmla="*/ 1 h 566"/>
                <a:gd name="T16" fmla="*/ 163 w 376"/>
                <a:gd name="T17" fmla="*/ 8 h 566"/>
                <a:gd name="T18" fmla="*/ 144 w 376"/>
                <a:gd name="T19" fmla="*/ 14 h 566"/>
                <a:gd name="T20" fmla="*/ 80 w 376"/>
                <a:gd name="T21" fmla="*/ 91 h 566"/>
                <a:gd name="T22" fmla="*/ 54 w 376"/>
                <a:gd name="T23" fmla="*/ 179 h 566"/>
                <a:gd name="T24" fmla="*/ 35 w 376"/>
                <a:gd name="T25" fmla="*/ 252 h 566"/>
                <a:gd name="T26" fmla="*/ 7 w 376"/>
                <a:gd name="T27" fmla="*/ 447 h 566"/>
                <a:gd name="T28" fmla="*/ 1 w 376"/>
                <a:gd name="T29" fmla="*/ 545 h 566"/>
                <a:gd name="T30" fmla="*/ 23 w 376"/>
                <a:gd name="T31" fmla="*/ 550 h 566"/>
                <a:gd name="T32" fmla="*/ 89 w 376"/>
                <a:gd name="T33" fmla="*/ 520 h 566"/>
                <a:gd name="T34" fmla="*/ 125 w 376"/>
                <a:gd name="T35" fmla="*/ 517 h 566"/>
                <a:gd name="T36" fmla="*/ 340 w 376"/>
                <a:gd name="T37" fmla="*/ 543 h 566"/>
                <a:gd name="T38" fmla="*/ 352 w 376"/>
                <a:gd name="T39" fmla="*/ 549 h 566"/>
                <a:gd name="T40" fmla="*/ 369 w 376"/>
                <a:gd name="T41" fmla="*/ 556 h 566"/>
                <a:gd name="T42" fmla="*/ 374 w 376"/>
                <a:gd name="T43" fmla="*/ 539 h 566"/>
                <a:gd name="T44" fmla="*/ 373 w 376"/>
                <a:gd name="T45" fmla="*/ 487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76" h="566">
                  <a:moveTo>
                    <a:pt x="373" y="487"/>
                  </a:moveTo>
                  <a:cubicBezTo>
                    <a:pt x="372" y="473"/>
                    <a:pt x="371" y="462"/>
                    <a:pt x="370" y="457"/>
                  </a:cubicBezTo>
                  <a:cubicBezTo>
                    <a:pt x="368" y="419"/>
                    <a:pt x="362" y="381"/>
                    <a:pt x="355" y="343"/>
                  </a:cubicBezTo>
                  <a:cubicBezTo>
                    <a:pt x="349" y="309"/>
                    <a:pt x="341" y="274"/>
                    <a:pt x="333" y="239"/>
                  </a:cubicBezTo>
                  <a:cubicBezTo>
                    <a:pt x="320" y="185"/>
                    <a:pt x="309" y="137"/>
                    <a:pt x="286" y="86"/>
                  </a:cubicBezTo>
                  <a:cubicBezTo>
                    <a:pt x="278" y="68"/>
                    <a:pt x="270" y="49"/>
                    <a:pt x="257" y="35"/>
                  </a:cubicBezTo>
                  <a:cubicBezTo>
                    <a:pt x="245" y="21"/>
                    <a:pt x="227" y="12"/>
                    <a:pt x="210" y="7"/>
                  </a:cubicBezTo>
                  <a:cubicBezTo>
                    <a:pt x="202" y="5"/>
                    <a:pt x="193" y="3"/>
                    <a:pt x="185" y="1"/>
                  </a:cubicBezTo>
                  <a:cubicBezTo>
                    <a:pt x="176" y="0"/>
                    <a:pt x="171" y="4"/>
                    <a:pt x="163" y="8"/>
                  </a:cubicBezTo>
                  <a:cubicBezTo>
                    <a:pt x="157" y="11"/>
                    <a:pt x="150" y="12"/>
                    <a:pt x="144" y="14"/>
                  </a:cubicBezTo>
                  <a:cubicBezTo>
                    <a:pt x="109" y="29"/>
                    <a:pt x="90" y="55"/>
                    <a:pt x="80" y="91"/>
                  </a:cubicBezTo>
                  <a:cubicBezTo>
                    <a:pt x="71" y="121"/>
                    <a:pt x="63" y="150"/>
                    <a:pt x="54" y="179"/>
                  </a:cubicBezTo>
                  <a:cubicBezTo>
                    <a:pt x="48" y="204"/>
                    <a:pt x="41" y="228"/>
                    <a:pt x="35" y="252"/>
                  </a:cubicBezTo>
                  <a:cubicBezTo>
                    <a:pt x="20" y="316"/>
                    <a:pt x="12" y="381"/>
                    <a:pt x="7" y="447"/>
                  </a:cubicBezTo>
                  <a:cubicBezTo>
                    <a:pt x="5" y="480"/>
                    <a:pt x="3" y="512"/>
                    <a:pt x="1" y="545"/>
                  </a:cubicBezTo>
                  <a:cubicBezTo>
                    <a:pt x="0" y="566"/>
                    <a:pt x="11" y="557"/>
                    <a:pt x="23" y="550"/>
                  </a:cubicBezTo>
                  <a:cubicBezTo>
                    <a:pt x="44" y="538"/>
                    <a:pt x="65" y="525"/>
                    <a:pt x="89" y="520"/>
                  </a:cubicBezTo>
                  <a:cubicBezTo>
                    <a:pt x="101" y="518"/>
                    <a:pt x="113" y="517"/>
                    <a:pt x="125" y="517"/>
                  </a:cubicBezTo>
                  <a:cubicBezTo>
                    <a:pt x="197" y="514"/>
                    <a:pt x="271" y="522"/>
                    <a:pt x="340" y="543"/>
                  </a:cubicBezTo>
                  <a:cubicBezTo>
                    <a:pt x="344" y="545"/>
                    <a:pt x="348" y="546"/>
                    <a:pt x="352" y="549"/>
                  </a:cubicBezTo>
                  <a:cubicBezTo>
                    <a:pt x="356" y="552"/>
                    <a:pt x="363" y="560"/>
                    <a:pt x="369" y="556"/>
                  </a:cubicBezTo>
                  <a:cubicBezTo>
                    <a:pt x="373" y="553"/>
                    <a:pt x="373" y="543"/>
                    <a:pt x="374" y="539"/>
                  </a:cubicBezTo>
                  <a:cubicBezTo>
                    <a:pt x="376" y="522"/>
                    <a:pt x="375" y="504"/>
                    <a:pt x="373" y="487"/>
                  </a:cubicBezTo>
                  <a:close/>
                </a:path>
              </a:pathLst>
            </a:custGeom>
            <a:solidFill>
              <a:srgbClr val="EB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8" name="iṩ1îḋê"/>
            <p:cNvSpPr/>
            <p:nvPr/>
          </p:nvSpPr>
          <p:spPr bwMode="auto">
            <a:xfrm>
              <a:off x="6591301" y="3560763"/>
              <a:ext cx="107950" cy="131763"/>
            </a:xfrm>
            <a:custGeom>
              <a:avLst/>
              <a:gdLst>
                <a:gd name="T0" fmla="*/ 34 w 66"/>
                <a:gd name="T1" fmla="*/ 28 h 81"/>
                <a:gd name="T2" fmla="*/ 16 w 66"/>
                <a:gd name="T3" fmla="*/ 65 h 81"/>
                <a:gd name="T4" fmla="*/ 11 w 66"/>
                <a:gd name="T5" fmla="*/ 74 h 81"/>
                <a:gd name="T6" fmla="*/ 8 w 66"/>
                <a:gd name="T7" fmla="*/ 78 h 81"/>
                <a:gd name="T8" fmla="*/ 1 w 66"/>
                <a:gd name="T9" fmla="*/ 58 h 81"/>
                <a:gd name="T10" fmla="*/ 5 w 66"/>
                <a:gd name="T11" fmla="*/ 32 h 81"/>
                <a:gd name="T12" fmla="*/ 17 w 66"/>
                <a:gd name="T13" fmla="*/ 11 h 81"/>
                <a:gd name="T14" fmla="*/ 29 w 66"/>
                <a:gd name="T15" fmla="*/ 5 h 81"/>
                <a:gd name="T16" fmla="*/ 48 w 66"/>
                <a:gd name="T17" fmla="*/ 0 h 81"/>
                <a:gd name="T18" fmla="*/ 55 w 66"/>
                <a:gd name="T19" fmla="*/ 11 h 81"/>
                <a:gd name="T20" fmla="*/ 34 w 66"/>
                <a:gd name="T21" fmla="*/ 28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81">
                  <a:moveTo>
                    <a:pt x="34" y="28"/>
                  </a:moveTo>
                  <a:cubicBezTo>
                    <a:pt x="25" y="38"/>
                    <a:pt x="19" y="51"/>
                    <a:pt x="16" y="65"/>
                  </a:cubicBezTo>
                  <a:cubicBezTo>
                    <a:pt x="16" y="68"/>
                    <a:pt x="15" y="72"/>
                    <a:pt x="11" y="74"/>
                  </a:cubicBezTo>
                  <a:cubicBezTo>
                    <a:pt x="8" y="76"/>
                    <a:pt x="10" y="81"/>
                    <a:pt x="8" y="78"/>
                  </a:cubicBezTo>
                  <a:cubicBezTo>
                    <a:pt x="6" y="74"/>
                    <a:pt x="0" y="62"/>
                    <a:pt x="1" y="58"/>
                  </a:cubicBezTo>
                  <a:cubicBezTo>
                    <a:pt x="1" y="49"/>
                    <a:pt x="3" y="40"/>
                    <a:pt x="5" y="32"/>
                  </a:cubicBezTo>
                  <a:cubicBezTo>
                    <a:pt x="8" y="24"/>
                    <a:pt x="11" y="16"/>
                    <a:pt x="17" y="11"/>
                  </a:cubicBezTo>
                  <a:cubicBezTo>
                    <a:pt x="20" y="8"/>
                    <a:pt x="25" y="6"/>
                    <a:pt x="29" y="5"/>
                  </a:cubicBezTo>
                  <a:cubicBezTo>
                    <a:pt x="35" y="2"/>
                    <a:pt x="42" y="0"/>
                    <a:pt x="48" y="0"/>
                  </a:cubicBezTo>
                  <a:cubicBezTo>
                    <a:pt x="60" y="0"/>
                    <a:pt x="66" y="5"/>
                    <a:pt x="55" y="11"/>
                  </a:cubicBezTo>
                  <a:cubicBezTo>
                    <a:pt x="47" y="15"/>
                    <a:pt x="40" y="21"/>
                    <a:pt x="34" y="28"/>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49" name="îṩḻiḍè"/>
            <p:cNvSpPr/>
            <p:nvPr/>
          </p:nvSpPr>
          <p:spPr bwMode="auto">
            <a:xfrm>
              <a:off x="6594476" y="3565525"/>
              <a:ext cx="228600" cy="307975"/>
            </a:xfrm>
            <a:custGeom>
              <a:avLst/>
              <a:gdLst>
                <a:gd name="T0" fmla="*/ 74 w 140"/>
                <a:gd name="T1" fmla="*/ 189 h 189"/>
                <a:gd name="T2" fmla="*/ 27 w 140"/>
                <a:gd name="T3" fmla="*/ 186 h 189"/>
                <a:gd name="T4" fmla="*/ 30 w 140"/>
                <a:gd name="T5" fmla="*/ 144 h 189"/>
                <a:gd name="T6" fmla="*/ 0 w 140"/>
                <a:gd name="T7" fmla="*/ 117 h 189"/>
                <a:gd name="T8" fmla="*/ 1 w 140"/>
                <a:gd name="T9" fmla="*/ 103 h 189"/>
                <a:gd name="T10" fmla="*/ 11 w 140"/>
                <a:gd name="T11" fmla="*/ 43 h 189"/>
                <a:gd name="T12" fmla="*/ 17 w 140"/>
                <a:gd name="T13" fmla="*/ 24 h 189"/>
                <a:gd name="T14" fmla="*/ 45 w 140"/>
                <a:gd name="T15" fmla="*/ 6 h 189"/>
                <a:gd name="T16" fmla="*/ 124 w 140"/>
                <a:gd name="T17" fmla="*/ 25 h 189"/>
                <a:gd name="T18" fmla="*/ 137 w 140"/>
                <a:gd name="T19" fmla="*/ 44 h 189"/>
                <a:gd name="T20" fmla="*/ 134 w 140"/>
                <a:gd name="T21" fmla="*/ 82 h 189"/>
                <a:gd name="T22" fmla="*/ 125 w 140"/>
                <a:gd name="T23" fmla="*/ 116 h 189"/>
                <a:gd name="T24" fmla="*/ 106 w 140"/>
                <a:gd name="T25" fmla="*/ 149 h 189"/>
                <a:gd name="T26" fmla="*/ 87 w 140"/>
                <a:gd name="T27" fmla="*/ 155 h 189"/>
                <a:gd name="T28" fmla="*/ 74 w 140"/>
                <a:gd name="T29"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189">
                  <a:moveTo>
                    <a:pt x="74" y="189"/>
                  </a:moveTo>
                  <a:cubicBezTo>
                    <a:pt x="58" y="188"/>
                    <a:pt x="42" y="187"/>
                    <a:pt x="27" y="186"/>
                  </a:cubicBezTo>
                  <a:cubicBezTo>
                    <a:pt x="27" y="172"/>
                    <a:pt x="28" y="158"/>
                    <a:pt x="30" y="144"/>
                  </a:cubicBezTo>
                  <a:cubicBezTo>
                    <a:pt x="17" y="139"/>
                    <a:pt x="2" y="132"/>
                    <a:pt x="0" y="117"/>
                  </a:cubicBezTo>
                  <a:cubicBezTo>
                    <a:pt x="0" y="112"/>
                    <a:pt x="0" y="107"/>
                    <a:pt x="1" y="103"/>
                  </a:cubicBezTo>
                  <a:cubicBezTo>
                    <a:pt x="5" y="83"/>
                    <a:pt x="8" y="63"/>
                    <a:pt x="11" y="43"/>
                  </a:cubicBezTo>
                  <a:cubicBezTo>
                    <a:pt x="13" y="37"/>
                    <a:pt x="14" y="30"/>
                    <a:pt x="17" y="24"/>
                  </a:cubicBezTo>
                  <a:cubicBezTo>
                    <a:pt x="23" y="13"/>
                    <a:pt x="35" y="9"/>
                    <a:pt x="45" y="6"/>
                  </a:cubicBezTo>
                  <a:cubicBezTo>
                    <a:pt x="73" y="0"/>
                    <a:pt x="103" y="6"/>
                    <a:pt x="124" y="25"/>
                  </a:cubicBezTo>
                  <a:cubicBezTo>
                    <a:pt x="129" y="30"/>
                    <a:pt x="134" y="36"/>
                    <a:pt x="137" y="44"/>
                  </a:cubicBezTo>
                  <a:cubicBezTo>
                    <a:pt x="140" y="56"/>
                    <a:pt x="137" y="69"/>
                    <a:pt x="134" y="82"/>
                  </a:cubicBezTo>
                  <a:cubicBezTo>
                    <a:pt x="131" y="93"/>
                    <a:pt x="128" y="104"/>
                    <a:pt x="125" y="116"/>
                  </a:cubicBezTo>
                  <a:cubicBezTo>
                    <a:pt x="122" y="129"/>
                    <a:pt x="117" y="144"/>
                    <a:pt x="106" y="149"/>
                  </a:cubicBezTo>
                  <a:cubicBezTo>
                    <a:pt x="100" y="152"/>
                    <a:pt x="93" y="151"/>
                    <a:pt x="87" y="155"/>
                  </a:cubicBezTo>
                  <a:cubicBezTo>
                    <a:pt x="78" y="162"/>
                    <a:pt x="79" y="178"/>
                    <a:pt x="74" y="189"/>
                  </a:cubicBezTo>
                  <a:close/>
                </a:path>
              </a:pathLst>
            </a:custGeom>
            <a:solidFill>
              <a:srgbClr val="EFBFA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0" name="îṡļíḋé"/>
            <p:cNvSpPr/>
            <p:nvPr/>
          </p:nvSpPr>
          <p:spPr bwMode="auto">
            <a:xfrm>
              <a:off x="6588126" y="3695700"/>
              <a:ext cx="212725" cy="149225"/>
            </a:xfrm>
            <a:custGeom>
              <a:avLst/>
              <a:gdLst>
                <a:gd name="T0" fmla="*/ 0 w 131"/>
                <a:gd name="T1" fmla="*/ 34 h 92"/>
                <a:gd name="T2" fmla="*/ 12 w 131"/>
                <a:gd name="T3" fmla="*/ 68 h 92"/>
                <a:gd name="T4" fmla="*/ 49 w 131"/>
                <a:gd name="T5" fmla="*/ 83 h 92"/>
                <a:gd name="T6" fmla="*/ 71 w 131"/>
                <a:gd name="T7" fmla="*/ 87 h 92"/>
                <a:gd name="T8" fmla="*/ 120 w 131"/>
                <a:gd name="T9" fmla="*/ 74 h 92"/>
                <a:gd name="T10" fmla="*/ 131 w 131"/>
                <a:gd name="T11" fmla="*/ 45 h 92"/>
                <a:gd name="T12" fmla="*/ 130 w 131"/>
                <a:gd name="T13" fmla="*/ 37 h 92"/>
                <a:gd name="T14" fmla="*/ 125 w 131"/>
                <a:gd name="T15" fmla="*/ 32 h 92"/>
                <a:gd name="T16" fmla="*/ 116 w 131"/>
                <a:gd name="T17" fmla="*/ 37 h 92"/>
                <a:gd name="T18" fmla="*/ 96 w 131"/>
                <a:gd name="T19" fmla="*/ 40 h 92"/>
                <a:gd name="T20" fmla="*/ 91 w 131"/>
                <a:gd name="T21" fmla="*/ 35 h 92"/>
                <a:gd name="T22" fmla="*/ 90 w 131"/>
                <a:gd name="T23" fmla="*/ 33 h 92"/>
                <a:gd name="T24" fmla="*/ 68 w 131"/>
                <a:gd name="T25" fmla="*/ 20 h 92"/>
                <a:gd name="T26" fmla="*/ 44 w 131"/>
                <a:gd name="T27" fmla="*/ 18 h 92"/>
                <a:gd name="T28" fmla="*/ 32 w 131"/>
                <a:gd name="T29" fmla="*/ 27 h 92"/>
                <a:gd name="T30" fmla="*/ 27 w 131"/>
                <a:gd name="T31" fmla="*/ 31 h 92"/>
                <a:gd name="T32" fmla="*/ 21 w 131"/>
                <a:gd name="T33" fmla="*/ 31 h 92"/>
                <a:gd name="T34" fmla="*/ 11 w 131"/>
                <a:gd name="T35" fmla="*/ 22 h 92"/>
                <a:gd name="T36" fmla="*/ 11 w 131"/>
                <a:gd name="T37" fmla="*/ 15 h 92"/>
                <a:gd name="T38" fmla="*/ 10 w 131"/>
                <a:gd name="T39" fmla="*/ 8 h 92"/>
                <a:gd name="T40" fmla="*/ 2 w 131"/>
                <a:gd name="T41" fmla="*/ 14 h 92"/>
                <a:gd name="T42" fmla="*/ 0 w 131"/>
                <a:gd name="T43" fmla="*/ 34 h 92"/>
                <a:gd name="T44" fmla="*/ 49 w 131"/>
                <a:gd name="T45" fmla="*/ 46 h 92"/>
                <a:gd name="T46" fmla="*/ 67 w 131"/>
                <a:gd name="T47" fmla="*/ 51 h 92"/>
                <a:gd name="T48" fmla="*/ 67 w 131"/>
                <a:gd name="T49" fmla="*/ 57 h 92"/>
                <a:gd name="T50" fmla="*/ 45 w 131"/>
                <a:gd name="T51" fmla="*/ 50 h 92"/>
                <a:gd name="T52" fmla="*/ 49 w 131"/>
                <a:gd name="T53" fmla="*/ 4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1" h="92">
                  <a:moveTo>
                    <a:pt x="0" y="34"/>
                  </a:moveTo>
                  <a:cubicBezTo>
                    <a:pt x="0" y="46"/>
                    <a:pt x="4" y="59"/>
                    <a:pt x="12" y="68"/>
                  </a:cubicBezTo>
                  <a:cubicBezTo>
                    <a:pt x="22" y="77"/>
                    <a:pt x="36" y="80"/>
                    <a:pt x="49" y="83"/>
                  </a:cubicBezTo>
                  <a:cubicBezTo>
                    <a:pt x="56" y="85"/>
                    <a:pt x="63" y="86"/>
                    <a:pt x="71" y="87"/>
                  </a:cubicBezTo>
                  <a:cubicBezTo>
                    <a:pt x="89" y="91"/>
                    <a:pt x="107" y="92"/>
                    <a:pt x="120" y="74"/>
                  </a:cubicBezTo>
                  <a:cubicBezTo>
                    <a:pt x="126" y="66"/>
                    <a:pt x="130" y="56"/>
                    <a:pt x="131" y="45"/>
                  </a:cubicBezTo>
                  <a:cubicBezTo>
                    <a:pt x="131" y="42"/>
                    <a:pt x="131" y="39"/>
                    <a:pt x="130" y="37"/>
                  </a:cubicBezTo>
                  <a:cubicBezTo>
                    <a:pt x="129" y="34"/>
                    <a:pt x="127" y="32"/>
                    <a:pt x="125" y="32"/>
                  </a:cubicBezTo>
                  <a:cubicBezTo>
                    <a:pt x="121" y="32"/>
                    <a:pt x="119" y="35"/>
                    <a:pt x="116" y="37"/>
                  </a:cubicBezTo>
                  <a:cubicBezTo>
                    <a:pt x="111" y="43"/>
                    <a:pt x="102" y="44"/>
                    <a:pt x="96" y="40"/>
                  </a:cubicBezTo>
                  <a:cubicBezTo>
                    <a:pt x="94" y="39"/>
                    <a:pt x="93" y="37"/>
                    <a:pt x="91" y="35"/>
                  </a:cubicBezTo>
                  <a:cubicBezTo>
                    <a:pt x="91" y="35"/>
                    <a:pt x="90" y="34"/>
                    <a:pt x="90" y="33"/>
                  </a:cubicBezTo>
                  <a:cubicBezTo>
                    <a:pt x="84" y="26"/>
                    <a:pt x="76" y="22"/>
                    <a:pt x="68" y="20"/>
                  </a:cubicBezTo>
                  <a:cubicBezTo>
                    <a:pt x="61" y="17"/>
                    <a:pt x="50" y="13"/>
                    <a:pt x="44" y="18"/>
                  </a:cubicBezTo>
                  <a:cubicBezTo>
                    <a:pt x="40" y="21"/>
                    <a:pt x="36" y="24"/>
                    <a:pt x="32" y="27"/>
                  </a:cubicBezTo>
                  <a:cubicBezTo>
                    <a:pt x="31" y="29"/>
                    <a:pt x="29" y="30"/>
                    <a:pt x="27" y="31"/>
                  </a:cubicBezTo>
                  <a:cubicBezTo>
                    <a:pt x="25" y="31"/>
                    <a:pt x="23" y="31"/>
                    <a:pt x="21" y="31"/>
                  </a:cubicBezTo>
                  <a:cubicBezTo>
                    <a:pt x="16" y="30"/>
                    <a:pt x="11" y="27"/>
                    <a:pt x="11" y="22"/>
                  </a:cubicBezTo>
                  <a:cubicBezTo>
                    <a:pt x="10" y="19"/>
                    <a:pt x="11" y="17"/>
                    <a:pt x="11" y="15"/>
                  </a:cubicBezTo>
                  <a:cubicBezTo>
                    <a:pt x="11" y="12"/>
                    <a:pt x="12" y="10"/>
                    <a:pt x="10" y="8"/>
                  </a:cubicBezTo>
                  <a:cubicBezTo>
                    <a:pt x="6" y="0"/>
                    <a:pt x="3" y="10"/>
                    <a:pt x="2" y="14"/>
                  </a:cubicBezTo>
                  <a:cubicBezTo>
                    <a:pt x="0" y="20"/>
                    <a:pt x="0" y="27"/>
                    <a:pt x="0" y="34"/>
                  </a:cubicBezTo>
                  <a:close/>
                  <a:moveTo>
                    <a:pt x="49" y="46"/>
                  </a:moveTo>
                  <a:cubicBezTo>
                    <a:pt x="54" y="51"/>
                    <a:pt x="60" y="52"/>
                    <a:pt x="67" y="51"/>
                  </a:cubicBezTo>
                  <a:cubicBezTo>
                    <a:pt x="70" y="51"/>
                    <a:pt x="71" y="57"/>
                    <a:pt x="67" y="57"/>
                  </a:cubicBezTo>
                  <a:cubicBezTo>
                    <a:pt x="59" y="58"/>
                    <a:pt x="51" y="56"/>
                    <a:pt x="45" y="50"/>
                  </a:cubicBezTo>
                  <a:cubicBezTo>
                    <a:pt x="43" y="48"/>
                    <a:pt x="46" y="43"/>
                    <a:pt x="49" y="46"/>
                  </a:cubicBezTo>
                  <a:close/>
                </a:path>
              </a:pathLst>
            </a:custGeom>
            <a:solidFill>
              <a:srgbClr val="29294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1" name="iṣḻïde"/>
            <p:cNvSpPr/>
            <p:nvPr/>
          </p:nvSpPr>
          <p:spPr bwMode="auto">
            <a:xfrm>
              <a:off x="6604001" y="3508375"/>
              <a:ext cx="242888" cy="231775"/>
            </a:xfrm>
            <a:custGeom>
              <a:avLst/>
              <a:gdLst>
                <a:gd name="T0" fmla="*/ 8 w 149"/>
                <a:gd name="T1" fmla="*/ 23 h 143"/>
                <a:gd name="T2" fmla="*/ 8 w 149"/>
                <a:gd name="T3" fmla="*/ 8 h 143"/>
                <a:gd name="T4" fmla="*/ 22 w 149"/>
                <a:gd name="T5" fmla="*/ 11 h 143"/>
                <a:gd name="T6" fmla="*/ 23 w 149"/>
                <a:gd name="T7" fmla="*/ 3 h 143"/>
                <a:gd name="T8" fmla="*/ 58 w 149"/>
                <a:gd name="T9" fmla="*/ 5 h 143"/>
                <a:gd name="T10" fmla="*/ 124 w 149"/>
                <a:gd name="T11" fmla="*/ 26 h 143"/>
                <a:gd name="T12" fmla="*/ 148 w 149"/>
                <a:gd name="T13" fmla="*/ 81 h 143"/>
                <a:gd name="T14" fmla="*/ 121 w 149"/>
                <a:gd name="T15" fmla="*/ 143 h 143"/>
                <a:gd name="T16" fmla="*/ 127 w 149"/>
                <a:gd name="T17" fmla="*/ 120 h 143"/>
                <a:gd name="T18" fmla="*/ 124 w 149"/>
                <a:gd name="T19" fmla="*/ 104 h 143"/>
                <a:gd name="T20" fmla="*/ 107 w 149"/>
                <a:gd name="T21" fmla="*/ 77 h 143"/>
                <a:gd name="T22" fmla="*/ 64 w 149"/>
                <a:gd name="T23" fmla="*/ 53 h 143"/>
                <a:gd name="T24" fmla="*/ 16 w 149"/>
                <a:gd name="T25" fmla="*/ 45 h 143"/>
                <a:gd name="T26" fmla="*/ 4 w 149"/>
                <a:gd name="T27" fmla="*/ 39 h 143"/>
                <a:gd name="T28" fmla="*/ 1 w 149"/>
                <a:gd name="T29" fmla="*/ 21 h 143"/>
                <a:gd name="T30" fmla="*/ 8 w 149"/>
                <a:gd name="T31" fmla="*/ 23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143">
                  <a:moveTo>
                    <a:pt x="8" y="23"/>
                  </a:moveTo>
                  <a:cubicBezTo>
                    <a:pt x="8" y="18"/>
                    <a:pt x="8" y="13"/>
                    <a:pt x="8" y="8"/>
                  </a:cubicBezTo>
                  <a:cubicBezTo>
                    <a:pt x="12" y="10"/>
                    <a:pt x="17" y="11"/>
                    <a:pt x="22" y="11"/>
                  </a:cubicBezTo>
                  <a:cubicBezTo>
                    <a:pt x="22" y="9"/>
                    <a:pt x="23" y="6"/>
                    <a:pt x="23" y="3"/>
                  </a:cubicBezTo>
                  <a:cubicBezTo>
                    <a:pt x="24" y="0"/>
                    <a:pt x="56" y="4"/>
                    <a:pt x="58" y="5"/>
                  </a:cubicBezTo>
                  <a:cubicBezTo>
                    <a:pt x="82" y="7"/>
                    <a:pt x="105" y="9"/>
                    <a:pt x="124" y="26"/>
                  </a:cubicBezTo>
                  <a:cubicBezTo>
                    <a:pt x="140" y="40"/>
                    <a:pt x="149" y="59"/>
                    <a:pt x="148" y="81"/>
                  </a:cubicBezTo>
                  <a:cubicBezTo>
                    <a:pt x="147" y="102"/>
                    <a:pt x="135" y="128"/>
                    <a:pt x="121" y="143"/>
                  </a:cubicBezTo>
                  <a:cubicBezTo>
                    <a:pt x="122" y="137"/>
                    <a:pt x="127" y="125"/>
                    <a:pt x="127" y="120"/>
                  </a:cubicBezTo>
                  <a:cubicBezTo>
                    <a:pt x="127" y="114"/>
                    <a:pt x="126" y="109"/>
                    <a:pt x="124" y="104"/>
                  </a:cubicBezTo>
                  <a:cubicBezTo>
                    <a:pt x="121" y="94"/>
                    <a:pt x="115" y="84"/>
                    <a:pt x="107" y="77"/>
                  </a:cubicBezTo>
                  <a:cubicBezTo>
                    <a:pt x="95" y="66"/>
                    <a:pt x="80" y="58"/>
                    <a:pt x="64" y="53"/>
                  </a:cubicBezTo>
                  <a:cubicBezTo>
                    <a:pt x="49" y="48"/>
                    <a:pt x="31" y="43"/>
                    <a:pt x="16" y="45"/>
                  </a:cubicBezTo>
                  <a:cubicBezTo>
                    <a:pt x="9" y="45"/>
                    <a:pt x="7" y="47"/>
                    <a:pt x="4" y="39"/>
                  </a:cubicBezTo>
                  <a:cubicBezTo>
                    <a:pt x="4" y="37"/>
                    <a:pt x="0" y="21"/>
                    <a:pt x="1" y="21"/>
                  </a:cubicBezTo>
                  <a:cubicBezTo>
                    <a:pt x="3" y="22"/>
                    <a:pt x="6" y="22"/>
                    <a:pt x="8" y="23"/>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2" name="îṩļîḋe"/>
            <p:cNvSpPr/>
            <p:nvPr/>
          </p:nvSpPr>
          <p:spPr bwMode="auto">
            <a:xfrm>
              <a:off x="7094538" y="3852863"/>
              <a:ext cx="101600" cy="163513"/>
            </a:xfrm>
            <a:custGeom>
              <a:avLst/>
              <a:gdLst>
                <a:gd name="T0" fmla="*/ 55 w 62"/>
                <a:gd name="T1" fmla="*/ 54 h 100"/>
                <a:gd name="T2" fmla="*/ 61 w 62"/>
                <a:gd name="T3" fmla="*/ 45 h 100"/>
                <a:gd name="T4" fmla="*/ 58 w 62"/>
                <a:gd name="T5" fmla="*/ 30 h 100"/>
                <a:gd name="T6" fmla="*/ 46 w 62"/>
                <a:gd name="T7" fmla="*/ 10 h 100"/>
                <a:gd name="T8" fmla="*/ 24 w 62"/>
                <a:gd name="T9" fmla="*/ 1 h 100"/>
                <a:gd name="T10" fmla="*/ 16 w 62"/>
                <a:gd name="T11" fmla="*/ 25 h 100"/>
                <a:gd name="T12" fmla="*/ 10 w 62"/>
                <a:gd name="T13" fmla="*/ 23 h 100"/>
                <a:gd name="T14" fmla="*/ 5 w 62"/>
                <a:gd name="T15" fmla="*/ 21 h 100"/>
                <a:gd name="T16" fmla="*/ 4 w 62"/>
                <a:gd name="T17" fmla="*/ 23 h 100"/>
                <a:gd name="T18" fmla="*/ 1 w 62"/>
                <a:gd name="T19" fmla="*/ 47 h 100"/>
                <a:gd name="T20" fmla="*/ 0 w 62"/>
                <a:gd name="T21" fmla="*/ 79 h 100"/>
                <a:gd name="T22" fmla="*/ 1 w 62"/>
                <a:gd name="T23" fmla="*/ 85 h 100"/>
                <a:gd name="T24" fmla="*/ 5 w 62"/>
                <a:gd name="T25" fmla="*/ 88 h 100"/>
                <a:gd name="T26" fmla="*/ 25 w 62"/>
                <a:gd name="T27" fmla="*/ 100 h 100"/>
                <a:gd name="T28" fmla="*/ 55 w 62"/>
                <a:gd name="T29" fmla="*/ 5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2" h="100">
                  <a:moveTo>
                    <a:pt x="55" y="54"/>
                  </a:moveTo>
                  <a:cubicBezTo>
                    <a:pt x="57" y="51"/>
                    <a:pt x="60" y="49"/>
                    <a:pt x="61" y="45"/>
                  </a:cubicBezTo>
                  <a:cubicBezTo>
                    <a:pt x="62" y="40"/>
                    <a:pt x="60" y="35"/>
                    <a:pt x="58" y="30"/>
                  </a:cubicBezTo>
                  <a:cubicBezTo>
                    <a:pt x="55" y="23"/>
                    <a:pt x="51" y="15"/>
                    <a:pt x="46" y="10"/>
                  </a:cubicBezTo>
                  <a:cubicBezTo>
                    <a:pt x="40" y="4"/>
                    <a:pt x="32" y="0"/>
                    <a:pt x="24" y="1"/>
                  </a:cubicBezTo>
                  <a:cubicBezTo>
                    <a:pt x="21" y="8"/>
                    <a:pt x="18" y="17"/>
                    <a:pt x="16" y="25"/>
                  </a:cubicBezTo>
                  <a:cubicBezTo>
                    <a:pt x="14" y="27"/>
                    <a:pt x="12" y="25"/>
                    <a:pt x="10" y="23"/>
                  </a:cubicBezTo>
                  <a:cubicBezTo>
                    <a:pt x="9" y="21"/>
                    <a:pt x="6" y="19"/>
                    <a:pt x="5" y="21"/>
                  </a:cubicBezTo>
                  <a:cubicBezTo>
                    <a:pt x="4" y="21"/>
                    <a:pt x="4" y="22"/>
                    <a:pt x="4" y="23"/>
                  </a:cubicBezTo>
                  <a:cubicBezTo>
                    <a:pt x="1" y="30"/>
                    <a:pt x="1" y="39"/>
                    <a:pt x="1" y="47"/>
                  </a:cubicBezTo>
                  <a:cubicBezTo>
                    <a:pt x="0" y="57"/>
                    <a:pt x="0" y="68"/>
                    <a:pt x="0" y="79"/>
                  </a:cubicBezTo>
                  <a:cubicBezTo>
                    <a:pt x="0" y="81"/>
                    <a:pt x="0" y="83"/>
                    <a:pt x="1" y="85"/>
                  </a:cubicBezTo>
                  <a:cubicBezTo>
                    <a:pt x="2" y="86"/>
                    <a:pt x="4" y="87"/>
                    <a:pt x="5" y="88"/>
                  </a:cubicBezTo>
                  <a:cubicBezTo>
                    <a:pt x="12" y="92"/>
                    <a:pt x="18" y="97"/>
                    <a:pt x="25" y="100"/>
                  </a:cubicBezTo>
                  <a:cubicBezTo>
                    <a:pt x="38" y="88"/>
                    <a:pt x="43" y="68"/>
                    <a:pt x="55" y="54"/>
                  </a:cubicBezTo>
                  <a:close/>
                </a:path>
              </a:pathLst>
            </a:custGeom>
            <a:solidFill>
              <a:srgbClr val="EFBFA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3" name="ïṩ1îḑe"/>
            <p:cNvSpPr/>
            <p:nvPr/>
          </p:nvSpPr>
          <p:spPr bwMode="auto">
            <a:xfrm>
              <a:off x="6692901" y="3908425"/>
              <a:ext cx="481013" cy="433388"/>
            </a:xfrm>
            <a:custGeom>
              <a:avLst/>
              <a:gdLst>
                <a:gd name="T0" fmla="*/ 62 w 296"/>
                <a:gd name="T1" fmla="*/ 234 h 267"/>
                <a:gd name="T2" fmla="*/ 100 w 296"/>
                <a:gd name="T3" fmla="*/ 261 h 267"/>
                <a:gd name="T4" fmla="*/ 121 w 296"/>
                <a:gd name="T5" fmla="*/ 267 h 267"/>
                <a:gd name="T6" fmla="*/ 153 w 296"/>
                <a:gd name="T7" fmla="*/ 248 h 267"/>
                <a:gd name="T8" fmla="*/ 240 w 296"/>
                <a:gd name="T9" fmla="*/ 153 h 267"/>
                <a:gd name="T10" fmla="*/ 296 w 296"/>
                <a:gd name="T11" fmla="*/ 47 h 267"/>
                <a:gd name="T12" fmla="*/ 240 w 296"/>
                <a:gd name="T13" fmla="*/ 22 h 267"/>
                <a:gd name="T14" fmla="*/ 175 w 296"/>
                <a:gd name="T15" fmla="*/ 106 h 267"/>
                <a:gd name="T16" fmla="*/ 123 w 296"/>
                <a:gd name="T17" fmla="*/ 79 h 267"/>
                <a:gd name="T18" fmla="*/ 94 w 296"/>
                <a:gd name="T19" fmla="*/ 29 h 267"/>
                <a:gd name="T20" fmla="*/ 46 w 296"/>
                <a:gd name="T21" fmla="*/ 1 h 267"/>
                <a:gd name="T22" fmla="*/ 11 w 296"/>
                <a:gd name="T23" fmla="*/ 27 h 267"/>
                <a:gd name="T24" fmla="*/ 2 w 296"/>
                <a:gd name="T25" fmla="*/ 71 h 267"/>
                <a:gd name="T26" fmla="*/ 62 w 296"/>
                <a:gd name="T27" fmla="*/ 234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6" h="267">
                  <a:moveTo>
                    <a:pt x="62" y="234"/>
                  </a:moveTo>
                  <a:cubicBezTo>
                    <a:pt x="73" y="245"/>
                    <a:pt x="86" y="254"/>
                    <a:pt x="100" y="261"/>
                  </a:cubicBezTo>
                  <a:cubicBezTo>
                    <a:pt x="106" y="264"/>
                    <a:pt x="114" y="267"/>
                    <a:pt x="121" y="267"/>
                  </a:cubicBezTo>
                  <a:cubicBezTo>
                    <a:pt x="134" y="266"/>
                    <a:pt x="144" y="257"/>
                    <a:pt x="153" y="248"/>
                  </a:cubicBezTo>
                  <a:cubicBezTo>
                    <a:pt x="183" y="218"/>
                    <a:pt x="214" y="187"/>
                    <a:pt x="240" y="153"/>
                  </a:cubicBezTo>
                  <a:cubicBezTo>
                    <a:pt x="263" y="122"/>
                    <a:pt x="278" y="82"/>
                    <a:pt x="296" y="47"/>
                  </a:cubicBezTo>
                  <a:cubicBezTo>
                    <a:pt x="240" y="22"/>
                    <a:pt x="240" y="22"/>
                    <a:pt x="240" y="22"/>
                  </a:cubicBezTo>
                  <a:cubicBezTo>
                    <a:pt x="237" y="20"/>
                    <a:pt x="181" y="99"/>
                    <a:pt x="175" y="106"/>
                  </a:cubicBezTo>
                  <a:cubicBezTo>
                    <a:pt x="149" y="135"/>
                    <a:pt x="135" y="108"/>
                    <a:pt x="123" y="79"/>
                  </a:cubicBezTo>
                  <a:cubicBezTo>
                    <a:pt x="116" y="61"/>
                    <a:pt x="106" y="45"/>
                    <a:pt x="94" y="29"/>
                  </a:cubicBezTo>
                  <a:cubicBezTo>
                    <a:pt x="82" y="14"/>
                    <a:pt x="65" y="0"/>
                    <a:pt x="46" y="1"/>
                  </a:cubicBezTo>
                  <a:cubicBezTo>
                    <a:pt x="31" y="2"/>
                    <a:pt x="18" y="14"/>
                    <a:pt x="11" y="27"/>
                  </a:cubicBezTo>
                  <a:cubicBezTo>
                    <a:pt x="4" y="41"/>
                    <a:pt x="2" y="56"/>
                    <a:pt x="2" y="71"/>
                  </a:cubicBezTo>
                  <a:cubicBezTo>
                    <a:pt x="0" y="131"/>
                    <a:pt x="20" y="194"/>
                    <a:pt x="62" y="234"/>
                  </a:cubicBezTo>
                  <a:close/>
                </a:path>
              </a:pathLst>
            </a:custGeom>
            <a:solidFill>
              <a:srgbClr val="EB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4" name="iṥľidé"/>
            <p:cNvSpPr/>
            <p:nvPr/>
          </p:nvSpPr>
          <p:spPr bwMode="auto">
            <a:xfrm>
              <a:off x="4271963" y="2894013"/>
              <a:ext cx="554038" cy="754063"/>
            </a:xfrm>
            <a:custGeom>
              <a:avLst/>
              <a:gdLst>
                <a:gd name="T0" fmla="*/ 312 w 341"/>
                <a:gd name="T1" fmla="*/ 224 h 464"/>
                <a:gd name="T2" fmla="*/ 66 w 341"/>
                <a:gd name="T3" fmla="*/ 464 h 464"/>
                <a:gd name="T4" fmla="*/ 29 w 341"/>
                <a:gd name="T5" fmla="*/ 122 h 464"/>
                <a:gd name="T6" fmla="*/ 223 w 341"/>
                <a:gd name="T7" fmla="*/ 28 h 464"/>
                <a:gd name="T8" fmla="*/ 312 w 341"/>
                <a:gd name="T9" fmla="*/ 224 h 464"/>
              </a:gdLst>
              <a:ahLst/>
              <a:cxnLst>
                <a:cxn ang="0">
                  <a:pos x="T0" y="T1"/>
                </a:cxn>
                <a:cxn ang="0">
                  <a:pos x="T2" y="T3"/>
                </a:cxn>
                <a:cxn ang="0">
                  <a:pos x="T4" y="T5"/>
                </a:cxn>
                <a:cxn ang="0">
                  <a:pos x="T6" y="T7"/>
                </a:cxn>
                <a:cxn ang="0">
                  <a:pos x="T8" y="T9"/>
                </a:cxn>
              </a:cxnLst>
              <a:rect l="0" t="0" r="r" b="b"/>
              <a:pathLst>
                <a:path w="341" h="464">
                  <a:moveTo>
                    <a:pt x="312" y="224"/>
                  </a:moveTo>
                  <a:cubicBezTo>
                    <a:pt x="284" y="304"/>
                    <a:pt x="66" y="464"/>
                    <a:pt x="66" y="464"/>
                  </a:cubicBezTo>
                  <a:cubicBezTo>
                    <a:pt x="66" y="464"/>
                    <a:pt x="0" y="202"/>
                    <a:pt x="29" y="122"/>
                  </a:cubicBezTo>
                  <a:cubicBezTo>
                    <a:pt x="57" y="42"/>
                    <a:pt x="144" y="0"/>
                    <a:pt x="223" y="28"/>
                  </a:cubicBezTo>
                  <a:cubicBezTo>
                    <a:pt x="301" y="57"/>
                    <a:pt x="341" y="144"/>
                    <a:pt x="312" y="224"/>
                  </a:cubicBezTo>
                </a:path>
              </a:pathLst>
            </a:custGeom>
            <a:solidFill>
              <a:srgbClr val="3ABAB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5" name="î$ḻîḍe"/>
            <p:cNvSpPr/>
            <p:nvPr/>
          </p:nvSpPr>
          <p:spPr bwMode="auto">
            <a:xfrm>
              <a:off x="4422776" y="3033713"/>
              <a:ext cx="258763" cy="263525"/>
            </a:xfrm>
            <a:custGeom>
              <a:avLst/>
              <a:gdLst>
                <a:gd name="T0" fmla="*/ 147 w 160"/>
                <a:gd name="T1" fmla="*/ 105 h 162"/>
                <a:gd name="T2" fmla="*/ 55 w 160"/>
                <a:gd name="T3" fmla="*/ 149 h 162"/>
                <a:gd name="T4" fmla="*/ 13 w 160"/>
                <a:gd name="T5" fmla="*/ 57 h 162"/>
                <a:gd name="T6" fmla="*/ 104 w 160"/>
                <a:gd name="T7" fmla="*/ 13 h 162"/>
                <a:gd name="T8" fmla="*/ 147 w 160"/>
                <a:gd name="T9" fmla="*/ 105 h 162"/>
              </a:gdLst>
              <a:ahLst/>
              <a:cxnLst>
                <a:cxn ang="0">
                  <a:pos x="T0" y="T1"/>
                </a:cxn>
                <a:cxn ang="0">
                  <a:pos x="T2" y="T3"/>
                </a:cxn>
                <a:cxn ang="0">
                  <a:pos x="T4" y="T5"/>
                </a:cxn>
                <a:cxn ang="0">
                  <a:pos x="T6" y="T7"/>
                </a:cxn>
                <a:cxn ang="0">
                  <a:pos x="T8" y="T9"/>
                </a:cxn>
              </a:cxnLst>
              <a:rect l="0" t="0" r="r" b="b"/>
              <a:pathLst>
                <a:path w="160" h="162">
                  <a:moveTo>
                    <a:pt x="147" y="105"/>
                  </a:moveTo>
                  <a:cubicBezTo>
                    <a:pt x="133" y="142"/>
                    <a:pt x="92" y="162"/>
                    <a:pt x="55" y="149"/>
                  </a:cubicBezTo>
                  <a:cubicBezTo>
                    <a:pt x="19" y="136"/>
                    <a:pt x="0" y="94"/>
                    <a:pt x="13" y="57"/>
                  </a:cubicBezTo>
                  <a:cubicBezTo>
                    <a:pt x="27" y="19"/>
                    <a:pt x="67" y="0"/>
                    <a:pt x="104" y="13"/>
                  </a:cubicBezTo>
                  <a:cubicBezTo>
                    <a:pt x="141" y="26"/>
                    <a:pt x="160" y="67"/>
                    <a:pt x="147" y="10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6" name="íṡḷíḑê"/>
            <p:cNvSpPr/>
            <p:nvPr/>
          </p:nvSpPr>
          <p:spPr bwMode="auto">
            <a:xfrm>
              <a:off x="4378326" y="3648075"/>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path>
              </a:pathLst>
            </a:custGeom>
            <a:solidFill>
              <a:srgbClr val="D8DAD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7" name="ïśľïdê"/>
            <p:cNvSpPr/>
            <p:nvPr/>
          </p:nvSpPr>
          <p:spPr bwMode="auto">
            <a:xfrm>
              <a:off x="4356101" y="3238500"/>
              <a:ext cx="428625" cy="409575"/>
            </a:xfrm>
            <a:custGeom>
              <a:avLst/>
              <a:gdLst>
                <a:gd name="T0" fmla="*/ 264 w 264"/>
                <a:gd name="T1" fmla="*/ 0 h 252"/>
                <a:gd name="T2" fmla="*/ 218 w 264"/>
                <a:gd name="T3" fmla="*/ 56 h 252"/>
                <a:gd name="T4" fmla="*/ 59 w 264"/>
                <a:gd name="T5" fmla="*/ 156 h 252"/>
                <a:gd name="T6" fmla="*/ 0 w 264"/>
                <a:gd name="T7" fmla="*/ 185 h 252"/>
                <a:gd name="T8" fmla="*/ 14 w 264"/>
                <a:gd name="T9" fmla="*/ 252 h 252"/>
                <a:gd name="T10" fmla="*/ 14 w 264"/>
                <a:gd name="T11" fmla="*/ 252 h 252"/>
                <a:gd name="T12" fmla="*/ 14 w 264"/>
                <a:gd name="T13" fmla="*/ 252 h 252"/>
                <a:gd name="T14" fmla="*/ 260 w 264"/>
                <a:gd name="T15" fmla="*/ 12 h 252"/>
                <a:gd name="T16" fmla="*/ 264 w 264"/>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4" h="252">
                  <a:moveTo>
                    <a:pt x="264" y="0"/>
                  </a:moveTo>
                  <a:cubicBezTo>
                    <a:pt x="251" y="20"/>
                    <a:pt x="235" y="39"/>
                    <a:pt x="218" y="56"/>
                  </a:cubicBezTo>
                  <a:cubicBezTo>
                    <a:pt x="171" y="103"/>
                    <a:pt x="118" y="125"/>
                    <a:pt x="59" y="156"/>
                  </a:cubicBezTo>
                  <a:cubicBezTo>
                    <a:pt x="40" y="166"/>
                    <a:pt x="20" y="176"/>
                    <a:pt x="0" y="185"/>
                  </a:cubicBezTo>
                  <a:cubicBezTo>
                    <a:pt x="8" y="225"/>
                    <a:pt x="14" y="252"/>
                    <a:pt x="14" y="252"/>
                  </a:cubicBezTo>
                  <a:cubicBezTo>
                    <a:pt x="14" y="252"/>
                    <a:pt x="14" y="252"/>
                    <a:pt x="14" y="252"/>
                  </a:cubicBezTo>
                  <a:cubicBezTo>
                    <a:pt x="14" y="252"/>
                    <a:pt x="14" y="252"/>
                    <a:pt x="14" y="252"/>
                  </a:cubicBezTo>
                  <a:cubicBezTo>
                    <a:pt x="14" y="252"/>
                    <a:pt x="232" y="92"/>
                    <a:pt x="260" y="12"/>
                  </a:cubicBezTo>
                  <a:cubicBezTo>
                    <a:pt x="262" y="8"/>
                    <a:pt x="263" y="4"/>
                    <a:pt x="264" y="0"/>
                  </a:cubicBezTo>
                </a:path>
              </a:pathLst>
            </a:custGeom>
            <a:solidFill>
              <a:srgbClr val="3AA3A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8" name="íş1îḍê"/>
            <p:cNvSpPr/>
            <p:nvPr/>
          </p:nvSpPr>
          <p:spPr bwMode="auto">
            <a:xfrm>
              <a:off x="3981451" y="5486400"/>
              <a:ext cx="112713" cy="82550"/>
            </a:xfrm>
            <a:custGeom>
              <a:avLst/>
              <a:gdLst>
                <a:gd name="T0" fmla="*/ 1 w 69"/>
                <a:gd name="T1" fmla="*/ 35 h 51"/>
                <a:gd name="T2" fmla="*/ 3 w 69"/>
                <a:gd name="T3" fmla="*/ 28 h 51"/>
                <a:gd name="T4" fmla="*/ 16 w 69"/>
                <a:gd name="T5" fmla="*/ 6 h 51"/>
                <a:gd name="T6" fmla="*/ 36 w 69"/>
                <a:gd name="T7" fmla="*/ 2 h 51"/>
                <a:gd name="T8" fmla="*/ 66 w 69"/>
                <a:gd name="T9" fmla="*/ 6 h 51"/>
                <a:gd name="T10" fmla="*/ 68 w 69"/>
                <a:gd name="T11" fmla="*/ 7 h 51"/>
                <a:gd name="T12" fmla="*/ 68 w 69"/>
                <a:gd name="T13" fmla="*/ 10 h 51"/>
                <a:gd name="T14" fmla="*/ 51 w 69"/>
                <a:gd name="T15" fmla="*/ 43 h 51"/>
                <a:gd name="T16" fmla="*/ 47 w 69"/>
                <a:gd name="T17" fmla="*/ 49 h 51"/>
                <a:gd name="T18" fmla="*/ 40 w 69"/>
                <a:gd name="T19" fmla="*/ 51 h 51"/>
                <a:gd name="T20" fmla="*/ 9 w 69"/>
                <a:gd name="T21" fmla="*/ 45 h 51"/>
                <a:gd name="T22" fmla="*/ 1 w 69"/>
                <a:gd name="T23" fmla="*/ 3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9" h="51">
                  <a:moveTo>
                    <a:pt x="1" y="35"/>
                  </a:moveTo>
                  <a:cubicBezTo>
                    <a:pt x="1" y="33"/>
                    <a:pt x="2" y="31"/>
                    <a:pt x="3" y="28"/>
                  </a:cubicBezTo>
                  <a:cubicBezTo>
                    <a:pt x="7" y="21"/>
                    <a:pt x="11" y="12"/>
                    <a:pt x="16" y="6"/>
                  </a:cubicBezTo>
                  <a:cubicBezTo>
                    <a:pt x="20" y="0"/>
                    <a:pt x="29" y="2"/>
                    <a:pt x="36" y="2"/>
                  </a:cubicBezTo>
                  <a:cubicBezTo>
                    <a:pt x="46" y="4"/>
                    <a:pt x="56" y="5"/>
                    <a:pt x="66" y="6"/>
                  </a:cubicBezTo>
                  <a:cubicBezTo>
                    <a:pt x="67" y="7"/>
                    <a:pt x="67" y="7"/>
                    <a:pt x="68" y="7"/>
                  </a:cubicBezTo>
                  <a:cubicBezTo>
                    <a:pt x="69" y="8"/>
                    <a:pt x="68" y="9"/>
                    <a:pt x="68" y="10"/>
                  </a:cubicBezTo>
                  <a:cubicBezTo>
                    <a:pt x="62" y="21"/>
                    <a:pt x="57" y="32"/>
                    <a:pt x="51" y="43"/>
                  </a:cubicBezTo>
                  <a:cubicBezTo>
                    <a:pt x="50" y="45"/>
                    <a:pt x="49" y="47"/>
                    <a:pt x="47" y="49"/>
                  </a:cubicBezTo>
                  <a:cubicBezTo>
                    <a:pt x="45" y="50"/>
                    <a:pt x="43" y="51"/>
                    <a:pt x="40" y="51"/>
                  </a:cubicBezTo>
                  <a:cubicBezTo>
                    <a:pt x="29" y="51"/>
                    <a:pt x="19" y="49"/>
                    <a:pt x="9" y="45"/>
                  </a:cubicBezTo>
                  <a:cubicBezTo>
                    <a:pt x="3" y="43"/>
                    <a:pt x="0" y="40"/>
                    <a:pt x="1" y="35"/>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59" name="išḷîḋé"/>
            <p:cNvSpPr/>
            <p:nvPr/>
          </p:nvSpPr>
          <p:spPr bwMode="auto">
            <a:xfrm>
              <a:off x="3883026" y="4733925"/>
              <a:ext cx="273050" cy="833438"/>
            </a:xfrm>
            <a:custGeom>
              <a:avLst/>
              <a:gdLst>
                <a:gd name="T0" fmla="*/ 0 w 172"/>
                <a:gd name="T1" fmla="*/ 16 h 525"/>
                <a:gd name="T2" fmla="*/ 63 w 172"/>
                <a:gd name="T3" fmla="*/ 265 h 525"/>
                <a:gd name="T4" fmla="*/ 64 w 172"/>
                <a:gd name="T5" fmla="*/ 516 h 525"/>
                <a:gd name="T6" fmla="*/ 91 w 172"/>
                <a:gd name="T7" fmla="*/ 525 h 525"/>
                <a:gd name="T8" fmla="*/ 109 w 172"/>
                <a:gd name="T9" fmla="*/ 515 h 525"/>
                <a:gd name="T10" fmla="*/ 147 w 172"/>
                <a:gd name="T11" fmla="*/ 256 h 525"/>
                <a:gd name="T12" fmla="*/ 172 w 172"/>
                <a:gd name="T13" fmla="*/ 0 h 525"/>
                <a:gd name="T14" fmla="*/ 0 w 172"/>
                <a:gd name="T15" fmla="*/ 16 h 5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2" h="525">
                  <a:moveTo>
                    <a:pt x="0" y="16"/>
                  </a:moveTo>
                  <a:lnTo>
                    <a:pt x="63" y="265"/>
                  </a:lnTo>
                  <a:lnTo>
                    <a:pt x="64" y="516"/>
                  </a:lnTo>
                  <a:lnTo>
                    <a:pt x="91" y="525"/>
                  </a:lnTo>
                  <a:lnTo>
                    <a:pt x="109" y="515"/>
                  </a:lnTo>
                  <a:lnTo>
                    <a:pt x="147" y="256"/>
                  </a:lnTo>
                  <a:lnTo>
                    <a:pt x="172" y="0"/>
                  </a:lnTo>
                  <a:lnTo>
                    <a:pt x="0" y="16"/>
                  </a:lnTo>
                  <a:close/>
                </a:path>
              </a:pathLst>
            </a:custGeom>
            <a:solidFill>
              <a:srgbClr val="1455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0" name="iSļíḋê"/>
            <p:cNvSpPr/>
            <p:nvPr/>
          </p:nvSpPr>
          <p:spPr bwMode="auto">
            <a:xfrm>
              <a:off x="3587751" y="5480050"/>
              <a:ext cx="120650" cy="88900"/>
            </a:xfrm>
            <a:custGeom>
              <a:avLst/>
              <a:gdLst>
                <a:gd name="T0" fmla="*/ 2 w 75"/>
                <a:gd name="T1" fmla="*/ 28 h 55"/>
                <a:gd name="T2" fmla="*/ 7 w 75"/>
                <a:gd name="T3" fmla="*/ 22 h 55"/>
                <a:gd name="T4" fmla="*/ 24 w 75"/>
                <a:gd name="T5" fmla="*/ 4 h 55"/>
                <a:gd name="T6" fmla="*/ 44 w 75"/>
                <a:gd name="T7" fmla="*/ 6 h 55"/>
                <a:gd name="T8" fmla="*/ 73 w 75"/>
                <a:gd name="T9" fmla="*/ 19 h 55"/>
                <a:gd name="T10" fmla="*/ 74 w 75"/>
                <a:gd name="T11" fmla="*/ 19 h 55"/>
                <a:gd name="T12" fmla="*/ 73 w 75"/>
                <a:gd name="T13" fmla="*/ 23 h 55"/>
                <a:gd name="T14" fmla="*/ 48 w 75"/>
                <a:gd name="T15" fmla="*/ 50 h 55"/>
                <a:gd name="T16" fmla="*/ 43 w 75"/>
                <a:gd name="T17" fmla="*/ 54 h 55"/>
                <a:gd name="T18" fmla="*/ 35 w 75"/>
                <a:gd name="T19" fmla="*/ 54 h 55"/>
                <a:gd name="T20" fmla="*/ 7 w 75"/>
                <a:gd name="T21" fmla="*/ 40 h 55"/>
                <a:gd name="T22" fmla="*/ 2 w 75"/>
                <a:gd name="T23" fmla="*/ 28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 h="55">
                  <a:moveTo>
                    <a:pt x="2" y="28"/>
                  </a:moveTo>
                  <a:cubicBezTo>
                    <a:pt x="3" y="26"/>
                    <a:pt x="5" y="24"/>
                    <a:pt x="7" y="22"/>
                  </a:cubicBezTo>
                  <a:cubicBezTo>
                    <a:pt x="12" y="16"/>
                    <a:pt x="18" y="9"/>
                    <a:pt x="24" y="4"/>
                  </a:cubicBezTo>
                  <a:cubicBezTo>
                    <a:pt x="30" y="0"/>
                    <a:pt x="38" y="3"/>
                    <a:pt x="44" y="6"/>
                  </a:cubicBezTo>
                  <a:cubicBezTo>
                    <a:pt x="54" y="10"/>
                    <a:pt x="63" y="14"/>
                    <a:pt x="73" y="19"/>
                  </a:cubicBezTo>
                  <a:cubicBezTo>
                    <a:pt x="73" y="19"/>
                    <a:pt x="74" y="19"/>
                    <a:pt x="74" y="19"/>
                  </a:cubicBezTo>
                  <a:cubicBezTo>
                    <a:pt x="75" y="20"/>
                    <a:pt x="74" y="22"/>
                    <a:pt x="73" y="23"/>
                  </a:cubicBezTo>
                  <a:cubicBezTo>
                    <a:pt x="65" y="32"/>
                    <a:pt x="57" y="41"/>
                    <a:pt x="48" y="50"/>
                  </a:cubicBezTo>
                  <a:cubicBezTo>
                    <a:pt x="47" y="51"/>
                    <a:pt x="45" y="53"/>
                    <a:pt x="43" y="54"/>
                  </a:cubicBezTo>
                  <a:cubicBezTo>
                    <a:pt x="41" y="55"/>
                    <a:pt x="38" y="54"/>
                    <a:pt x="35" y="54"/>
                  </a:cubicBezTo>
                  <a:cubicBezTo>
                    <a:pt x="25" y="51"/>
                    <a:pt x="16" y="47"/>
                    <a:pt x="7" y="40"/>
                  </a:cubicBezTo>
                  <a:cubicBezTo>
                    <a:pt x="2" y="36"/>
                    <a:pt x="0" y="32"/>
                    <a:pt x="2" y="28"/>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1" name="işḻîḋê"/>
            <p:cNvSpPr/>
            <p:nvPr/>
          </p:nvSpPr>
          <p:spPr bwMode="auto">
            <a:xfrm>
              <a:off x="3594101" y="4729163"/>
              <a:ext cx="390525" cy="815975"/>
            </a:xfrm>
            <a:custGeom>
              <a:avLst/>
              <a:gdLst>
                <a:gd name="T0" fmla="*/ 76 w 246"/>
                <a:gd name="T1" fmla="*/ 0 h 514"/>
                <a:gd name="T2" fmla="*/ 59 w 246"/>
                <a:gd name="T3" fmla="*/ 251 h 514"/>
                <a:gd name="T4" fmla="*/ 0 w 246"/>
                <a:gd name="T5" fmla="*/ 498 h 514"/>
                <a:gd name="T6" fmla="*/ 22 w 246"/>
                <a:gd name="T7" fmla="*/ 514 h 514"/>
                <a:gd name="T8" fmla="*/ 44 w 246"/>
                <a:gd name="T9" fmla="*/ 511 h 514"/>
                <a:gd name="T10" fmla="*/ 151 w 246"/>
                <a:gd name="T11" fmla="*/ 271 h 514"/>
                <a:gd name="T12" fmla="*/ 246 w 246"/>
                <a:gd name="T13" fmla="*/ 33 h 514"/>
                <a:gd name="T14" fmla="*/ 76 w 246"/>
                <a:gd name="T15" fmla="*/ 0 h 5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514">
                  <a:moveTo>
                    <a:pt x="76" y="0"/>
                  </a:moveTo>
                  <a:lnTo>
                    <a:pt x="59" y="251"/>
                  </a:lnTo>
                  <a:lnTo>
                    <a:pt x="0" y="498"/>
                  </a:lnTo>
                  <a:lnTo>
                    <a:pt x="22" y="514"/>
                  </a:lnTo>
                  <a:lnTo>
                    <a:pt x="44" y="511"/>
                  </a:lnTo>
                  <a:lnTo>
                    <a:pt x="151" y="271"/>
                  </a:lnTo>
                  <a:lnTo>
                    <a:pt x="246" y="33"/>
                  </a:lnTo>
                  <a:lnTo>
                    <a:pt x="76" y="0"/>
                  </a:lnTo>
                  <a:close/>
                </a:path>
              </a:pathLst>
            </a:custGeom>
            <a:solidFill>
              <a:srgbClr val="14556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2" name="íṩḻíḓè"/>
            <p:cNvSpPr/>
            <p:nvPr/>
          </p:nvSpPr>
          <p:spPr bwMode="auto">
            <a:xfrm>
              <a:off x="3581401" y="3841750"/>
              <a:ext cx="781050" cy="1109663"/>
            </a:xfrm>
            <a:custGeom>
              <a:avLst/>
              <a:gdLst>
                <a:gd name="T0" fmla="*/ 247 w 481"/>
                <a:gd name="T1" fmla="*/ 16 h 684"/>
                <a:gd name="T2" fmla="*/ 276 w 481"/>
                <a:gd name="T3" fmla="*/ 78 h 684"/>
                <a:gd name="T4" fmla="*/ 389 w 481"/>
                <a:gd name="T5" fmla="*/ 371 h 684"/>
                <a:gd name="T6" fmla="*/ 441 w 481"/>
                <a:gd name="T7" fmla="*/ 519 h 684"/>
                <a:gd name="T8" fmla="*/ 481 w 481"/>
                <a:gd name="T9" fmla="*/ 638 h 684"/>
                <a:gd name="T10" fmla="*/ 26 w 481"/>
                <a:gd name="T11" fmla="*/ 667 h 684"/>
                <a:gd name="T12" fmla="*/ 6 w 481"/>
                <a:gd name="T13" fmla="*/ 535 h 684"/>
                <a:gd name="T14" fmla="*/ 8 w 481"/>
                <a:gd name="T15" fmla="*/ 313 h 684"/>
                <a:gd name="T16" fmla="*/ 46 w 481"/>
                <a:gd name="T17" fmla="*/ 152 h 684"/>
                <a:gd name="T18" fmla="*/ 126 w 481"/>
                <a:gd name="T19" fmla="*/ 17 h 684"/>
                <a:gd name="T20" fmla="*/ 244 w 481"/>
                <a:gd name="T21" fmla="*/ 13 h 684"/>
                <a:gd name="T22" fmla="*/ 247 w 481"/>
                <a:gd name="T23" fmla="*/ 16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1" h="684">
                  <a:moveTo>
                    <a:pt x="247" y="16"/>
                  </a:moveTo>
                  <a:cubicBezTo>
                    <a:pt x="261" y="29"/>
                    <a:pt x="269" y="63"/>
                    <a:pt x="276" y="78"/>
                  </a:cubicBezTo>
                  <a:cubicBezTo>
                    <a:pt x="318" y="174"/>
                    <a:pt x="354" y="272"/>
                    <a:pt x="389" y="371"/>
                  </a:cubicBezTo>
                  <a:cubicBezTo>
                    <a:pt x="406" y="420"/>
                    <a:pt x="423" y="470"/>
                    <a:pt x="441" y="519"/>
                  </a:cubicBezTo>
                  <a:cubicBezTo>
                    <a:pt x="444" y="528"/>
                    <a:pt x="479" y="638"/>
                    <a:pt x="481" y="638"/>
                  </a:cubicBezTo>
                  <a:cubicBezTo>
                    <a:pt x="317" y="657"/>
                    <a:pt x="191" y="684"/>
                    <a:pt x="26" y="667"/>
                  </a:cubicBezTo>
                  <a:cubicBezTo>
                    <a:pt x="7" y="665"/>
                    <a:pt x="7" y="549"/>
                    <a:pt x="6" y="535"/>
                  </a:cubicBezTo>
                  <a:cubicBezTo>
                    <a:pt x="0" y="461"/>
                    <a:pt x="0" y="386"/>
                    <a:pt x="8" y="313"/>
                  </a:cubicBezTo>
                  <a:cubicBezTo>
                    <a:pt x="15" y="258"/>
                    <a:pt x="27" y="204"/>
                    <a:pt x="46" y="152"/>
                  </a:cubicBezTo>
                  <a:cubicBezTo>
                    <a:pt x="61" y="111"/>
                    <a:pt x="84" y="38"/>
                    <a:pt x="126" y="17"/>
                  </a:cubicBezTo>
                  <a:cubicBezTo>
                    <a:pt x="149" y="6"/>
                    <a:pt x="222" y="0"/>
                    <a:pt x="244" y="13"/>
                  </a:cubicBezTo>
                  <a:cubicBezTo>
                    <a:pt x="245" y="14"/>
                    <a:pt x="246" y="15"/>
                    <a:pt x="247" y="16"/>
                  </a:cubicBezTo>
                  <a:close/>
                </a:path>
              </a:pathLst>
            </a:custGeom>
            <a:solidFill>
              <a:srgbClr val="D1E7F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3" name="îśľîďe"/>
            <p:cNvSpPr/>
            <p:nvPr/>
          </p:nvSpPr>
          <p:spPr bwMode="auto">
            <a:xfrm>
              <a:off x="3524251" y="3540125"/>
              <a:ext cx="592138" cy="533400"/>
            </a:xfrm>
            <a:custGeom>
              <a:avLst/>
              <a:gdLst>
                <a:gd name="T0" fmla="*/ 346 w 365"/>
                <a:gd name="T1" fmla="*/ 137 h 329"/>
                <a:gd name="T2" fmla="*/ 297 w 365"/>
                <a:gd name="T3" fmla="*/ 197 h 329"/>
                <a:gd name="T4" fmla="*/ 162 w 365"/>
                <a:gd name="T5" fmla="*/ 323 h 329"/>
                <a:gd name="T6" fmla="*/ 155 w 365"/>
                <a:gd name="T7" fmla="*/ 328 h 329"/>
                <a:gd name="T8" fmla="*/ 142 w 365"/>
                <a:gd name="T9" fmla="*/ 328 h 329"/>
                <a:gd name="T10" fmla="*/ 0 w 365"/>
                <a:gd name="T11" fmla="*/ 296 h 329"/>
                <a:gd name="T12" fmla="*/ 73 w 365"/>
                <a:gd name="T13" fmla="*/ 146 h 329"/>
                <a:gd name="T14" fmla="*/ 149 w 365"/>
                <a:gd name="T15" fmla="*/ 53 h 329"/>
                <a:gd name="T16" fmla="*/ 295 w 365"/>
                <a:gd name="T17" fmla="*/ 12 h 329"/>
                <a:gd name="T18" fmla="*/ 346 w 365"/>
                <a:gd name="T19" fmla="*/ 13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5" h="329">
                  <a:moveTo>
                    <a:pt x="346" y="137"/>
                  </a:moveTo>
                  <a:cubicBezTo>
                    <a:pt x="336" y="161"/>
                    <a:pt x="316" y="179"/>
                    <a:pt x="297" y="197"/>
                  </a:cubicBezTo>
                  <a:cubicBezTo>
                    <a:pt x="252" y="239"/>
                    <a:pt x="207" y="281"/>
                    <a:pt x="162" y="323"/>
                  </a:cubicBezTo>
                  <a:cubicBezTo>
                    <a:pt x="160" y="325"/>
                    <a:pt x="158" y="327"/>
                    <a:pt x="155" y="328"/>
                  </a:cubicBezTo>
                  <a:cubicBezTo>
                    <a:pt x="151" y="329"/>
                    <a:pt x="146" y="329"/>
                    <a:pt x="142" y="328"/>
                  </a:cubicBezTo>
                  <a:cubicBezTo>
                    <a:pt x="94" y="317"/>
                    <a:pt x="47" y="307"/>
                    <a:pt x="0" y="296"/>
                  </a:cubicBezTo>
                  <a:cubicBezTo>
                    <a:pt x="21" y="245"/>
                    <a:pt x="46" y="194"/>
                    <a:pt x="73" y="146"/>
                  </a:cubicBezTo>
                  <a:cubicBezTo>
                    <a:pt x="93" y="111"/>
                    <a:pt x="116" y="76"/>
                    <a:pt x="149" y="53"/>
                  </a:cubicBezTo>
                  <a:cubicBezTo>
                    <a:pt x="181" y="30"/>
                    <a:pt x="255" y="0"/>
                    <a:pt x="295" y="12"/>
                  </a:cubicBezTo>
                  <a:cubicBezTo>
                    <a:pt x="344" y="26"/>
                    <a:pt x="365" y="94"/>
                    <a:pt x="346" y="137"/>
                  </a:cubicBezTo>
                  <a:close/>
                </a:path>
              </a:pathLst>
            </a:custGeom>
            <a:solidFill>
              <a:srgbClr val="1A315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4" name="íṧḻiḍé"/>
            <p:cNvSpPr/>
            <p:nvPr/>
          </p:nvSpPr>
          <p:spPr bwMode="auto">
            <a:xfrm>
              <a:off x="4368801" y="3533775"/>
              <a:ext cx="171450" cy="173038"/>
            </a:xfrm>
            <a:custGeom>
              <a:avLst/>
              <a:gdLst>
                <a:gd name="T0" fmla="*/ 100 w 106"/>
                <a:gd name="T1" fmla="*/ 17 h 107"/>
                <a:gd name="T2" fmla="*/ 92 w 106"/>
                <a:gd name="T3" fmla="*/ 2 h 107"/>
                <a:gd name="T4" fmla="*/ 90 w 106"/>
                <a:gd name="T5" fmla="*/ 0 h 107"/>
                <a:gd name="T6" fmla="*/ 86 w 106"/>
                <a:gd name="T7" fmla="*/ 3 h 107"/>
                <a:gd name="T8" fmla="*/ 64 w 106"/>
                <a:gd name="T9" fmla="*/ 28 h 107"/>
                <a:gd name="T10" fmla="*/ 55 w 106"/>
                <a:gd name="T11" fmla="*/ 18 h 107"/>
                <a:gd name="T12" fmla="*/ 45 w 106"/>
                <a:gd name="T13" fmla="*/ 26 h 107"/>
                <a:gd name="T14" fmla="*/ 44 w 106"/>
                <a:gd name="T15" fmla="*/ 29 h 107"/>
                <a:gd name="T16" fmla="*/ 46 w 106"/>
                <a:gd name="T17" fmla="*/ 33 h 107"/>
                <a:gd name="T18" fmla="*/ 38 w 106"/>
                <a:gd name="T19" fmla="*/ 103 h 107"/>
                <a:gd name="T20" fmla="*/ 51 w 106"/>
                <a:gd name="T21" fmla="*/ 104 h 107"/>
                <a:gd name="T22" fmla="*/ 53 w 106"/>
                <a:gd name="T23" fmla="*/ 100 h 107"/>
                <a:gd name="T24" fmla="*/ 74 w 106"/>
                <a:gd name="T25" fmla="*/ 76 h 107"/>
                <a:gd name="T26" fmla="*/ 98 w 106"/>
                <a:gd name="T27" fmla="*/ 61 h 107"/>
                <a:gd name="T28" fmla="*/ 101 w 106"/>
                <a:gd name="T29" fmla="*/ 19 h 107"/>
                <a:gd name="T30" fmla="*/ 100 w 106"/>
                <a:gd name="T31" fmla="*/ 1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6" h="107">
                  <a:moveTo>
                    <a:pt x="100" y="17"/>
                  </a:moveTo>
                  <a:cubicBezTo>
                    <a:pt x="99" y="11"/>
                    <a:pt x="96" y="6"/>
                    <a:pt x="92" y="2"/>
                  </a:cubicBezTo>
                  <a:cubicBezTo>
                    <a:pt x="92" y="1"/>
                    <a:pt x="91" y="1"/>
                    <a:pt x="90" y="0"/>
                  </a:cubicBezTo>
                  <a:cubicBezTo>
                    <a:pt x="88" y="0"/>
                    <a:pt x="87" y="2"/>
                    <a:pt x="86" y="3"/>
                  </a:cubicBezTo>
                  <a:cubicBezTo>
                    <a:pt x="79" y="11"/>
                    <a:pt x="72" y="19"/>
                    <a:pt x="64" y="28"/>
                  </a:cubicBezTo>
                  <a:cubicBezTo>
                    <a:pt x="60" y="26"/>
                    <a:pt x="59" y="20"/>
                    <a:pt x="55" y="18"/>
                  </a:cubicBezTo>
                  <a:cubicBezTo>
                    <a:pt x="51" y="17"/>
                    <a:pt x="47" y="22"/>
                    <a:pt x="45" y="26"/>
                  </a:cubicBezTo>
                  <a:cubicBezTo>
                    <a:pt x="44" y="27"/>
                    <a:pt x="44" y="28"/>
                    <a:pt x="44" y="29"/>
                  </a:cubicBezTo>
                  <a:cubicBezTo>
                    <a:pt x="44" y="31"/>
                    <a:pt x="45" y="32"/>
                    <a:pt x="46" y="33"/>
                  </a:cubicBezTo>
                  <a:cubicBezTo>
                    <a:pt x="63" y="60"/>
                    <a:pt x="0" y="81"/>
                    <a:pt x="38" y="103"/>
                  </a:cubicBezTo>
                  <a:cubicBezTo>
                    <a:pt x="42" y="105"/>
                    <a:pt x="48" y="107"/>
                    <a:pt x="51" y="104"/>
                  </a:cubicBezTo>
                  <a:cubicBezTo>
                    <a:pt x="52" y="103"/>
                    <a:pt x="53" y="101"/>
                    <a:pt x="53" y="100"/>
                  </a:cubicBezTo>
                  <a:cubicBezTo>
                    <a:pt x="58" y="91"/>
                    <a:pt x="65" y="81"/>
                    <a:pt x="74" y="76"/>
                  </a:cubicBezTo>
                  <a:cubicBezTo>
                    <a:pt x="83" y="71"/>
                    <a:pt x="92" y="70"/>
                    <a:pt x="98" y="61"/>
                  </a:cubicBezTo>
                  <a:cubicBezTo>
                    <a:pt x="106" y="49"/>
                    <a:pt x="104" y="33"/>
                    <a:pt x="101" y="19"/>
                  </a:cubicBezTo>
                  <a:cubicBezTo>
                    <a:pt x="100" y="18"/>
                    <a:pt x="100" y="18"/>
                    <a:pt x="100" y="17"/>
                  </a:cubicBezTo>
                  <a:close/>
                </a:path>
              </a:pathLst>
            </a:custGeom>
            <a:solidFill>
              <a:srgbClr val="EFBFA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165" name="iŝ1iḋè"/>
            <p:cNvSpPr/>
            <p:nvPr/>
          </p:nvSpPr>
          <p:spPr bwMode="auto">
            <a:xfrm>
              <a:off x="3805238" y="3640138"/>
              <a:ext cx="679450" cy="565150"/>
            </a:xfrm>
            <a:custGeom>
              <a:avLst/>
              <a:gdLst>
                <a:gd name="T0" fmla="*/ 135 w 428"/>
                <a:gd name="T1" fmla="*/ 356 h 356"/>
                <a:gd name="T2" fmla="*/ 305 w 428"/>
                <a:gd name="T3" fmla="*/ 248 h 356"/>
                <a:gd name="T4" fmla="*/ 428 w 428"/>
                <a:gd name="T5" fmla="*/ 21 h 356"/>
                <a:gd name="T6" fmla="*/ 390 w 428"/>
                <a:gd name="T7" fmla="*/ 0 h 356"/>
                <a:gd name="T8" fmla="*/ 197 w 428"/>
                <a:gd name="T9" fmla="*/ 164 h 356"/>
                <a:gd name="T10" fmla="*/ 94 w 428"/>
                <a:gd name="T11" fmla="*/ 163 h 356"/>
                <a:gd name="T12" fmla="*/ 0 w 428"/>
                <a:gd name="T13" fmla="*/ 274 h 356"/>
                <a:gd name="T14" fmla="*/ 135 w 428"/>
                <a:gd name="T15" fmla="*/ 356 h 3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8" h="356">
                  <a:moveTo>
                    <a:pt x="135" y="356"/>
                  </a:moveTo>
                  <a:lnTo>
                    <a:pt x="305" y="248"/>
                  </a:lnTo>
                  <a:lnTo>
                    <a:pt x="428" y="21"/>
                  </a:lnTo>
                  <a:lnTo>
                    <a:pt x="390" y="0"/>
                  </a:lnTo>
                  <a:lnTo>
                    <a:pt x="197" y="164"/>
                  </a:lnTo>
                  <a:lnTo>
                    <a:pt x="94" y="163"/>
                  </a:lnTo>
                  <a:lnTo>
                    <a:pt x="0" y="274"/>
                  </a:lnTo>
                  <a:lnTo>
                    <a:pt x="135" y="356"/>
                  </a:lnTo>
                  <a:close/>
                </a:path>
              </a:pathLst>
            </a:custGeom>
            <a:solidFill>
              <a:srgbClr val="D1E7F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sp>
        <p:nvSpPr>
          <p:cNvPr id="3" name="文本框 2"/>
          <p:cNvSpPr txBox="1"/>
          <p:nvPr/>
        </p:nvSpPr>
        <p:spPr>
          <a:xfrm>
            <a:off x="482264" y="1224944"/>
            <a:ext cx="3039081" cy="461665"/>
          </a:xfrm>
          <a:prstGeom prst="rect">
            <a:avLst/>
          </a:prstGeom>
          <a:noFill/>
        </p:spPr>
        <p:txBody>
          <a:bodyPr wrap="square" rtlCol="0">
            <a:spAutoFit/>
          </a:bodyPr>
          <a:lstStyle/>
          <a:p>
            <a:r>
              <a:rPr kumimoji="1" lang="zh-CN" altLang="en-US" sz="2400" dirty="0">
                <a:solidFill>
                  <a:srgbClr val="0045D4"/>
                </a:solidFill>
                <a:latin typeface="微软雅黑" panose="020B0503020204020204" pitchFamily="34" charset="-122"/>
                <a:ea typeface="微软雅黑" panose="020B0503020204020204" pitchFamily="34" charset="-122"/>
              </a:rPr>
              <a:t>全球安全事件频发</a:t>
            </a:r>
          </a:p>
        </p:txBody>
      </p:sp>
      <p:sp>
        <p:nvSpPr>
          <p:cNvPr id="168" name="文本框 167"/>
          <p:cNvSpPr txBox="1"/>
          <p:nvPr/>
        </p:nvSpPr>
        <p:spPr>
          <a:xfrm>
            <a:off x="726275" y="494395"/>
            <a:ext cx="3877985" cy="584775"/>
          </a:xfrm>
          <a:prstGeom prst="rect">
            <a:avLst/>
          </a:prstGeom>
          <a:noFill/>
        </p:spPr>
        <p:txBody>
          <a:bodyPr wrap="none" rtlCol="0">
            <a:spAutoFit/>
          </a:bodyPr>
          <a:lstStyle/>
          <a:p>
            <a:r>
              <a:rPr kumimoji="1" lang="zh-CN" altLang="en-US" sz="3200" dirty="0">
                <a:solidFill>
                  <a:srgbClr val="0045D4"/>
                </a:solidFill>
                <a:latin typeface="微软雅黑" panose="020B0503020204020204" pitchFamily="34" charset="-122"/>
                <a:ea typeface="微软雅黑" panose="020B0503020204020204" pitchFamily="34" charset="-122"/>
              </a:rPr>
              <a:t>为什么需要重视安全</a:t>
            </a:r>
          </a:p>
        </p:txBody>
      </p:sp>
      <p:sp>
        <p:nvSpPr>
          <p:cNvPr id="4" name="标题 1"/>
          <p:cNvSpPr txBox="1"/>
          <p:nvPr/>
        </p:nvSpPr>
        <p:spPr>
          <a:xfrm>
            <a:off x="324256" y="626624"/>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62842" y="1195964"/>
            <a:ext cx="7070692" cy="5262979"/>
          </a:xfrm>
          <a:prstGeom prst="rect">
            <a:avLst/>
          </a:prstGeom>
          <a:noFill/>
        </p:spPr>
        <p:txBody>
          <a:bodyPr wrap="square" rtlCol="0">
            <a:spAutoFit/>
          </a:bodyPr>
          <a:lstStyle/>
          <a:p>
            <a:pPr>
              <a:lnSpc>
                <a:spcPct val="150000"/>
              </a:lnSpc>
            </a:pPr>
            <a:r>
              <a:rPr kumimoji="1" lang="zh-CN" altLang="en-US" dirty="0">
                <a:solidFill>
                  <a:srgbClr val="0045D4"/>
                </a:solidFill>
                <a:latin typeface="KaiTi" panose="02010609060101010101" pitchFamily="49" charset="-122"/>
                <a:ea typeface="KaiTi" panose="02010609060101010101" pitchFamily="49" charset="-122"/>
              </a:rPr>
              <a:t>数据安全法</a:t>
            </a:r>
            <a:endParaRPr lang="en-US" altLang="zh-CN" dirty="0">
              <a:solidFill>
                <a:schemeClr val="tx2"/>
              </a:solidFill>
              <a:latin typeface="KaiTi" panose="02010609060101010101" pitchFamily="49" charset="-122"/>
              <a:ea typeface="KaiTi" panose="02010609060101010101" pitchFamily="49" charset="-122"/>
            </a:endParaRPr>
          </a:p>
          <a:p>
            <a:pPr>
              <a:lnSpc>
                <a:spcPct val="150000"/>
              </a:lnSpc>
            </a:pPr>
            <a:r>
              <a:rPr lang="zh-CN" altLang="zh-CN" sz="1600" dirty="0">
                <a:solidFill>
                  <a:schemeClr val="tx2"/>
                </a:solidFill>
                <a:latin typeface="KaiTi" panose="02010609060101010101" pitchFamily="49" charset="-122"/>
                <a:ea typeface="KaiTi" panose="02010609060101010101" pitchFamily="49" charset="-122"/>
              </a:rPr>
              <a:t>第五十一条　窃取或者以其他非法方式获取数据，开展数据处理活动排除、限制竞争，或者损害个人、组织合法权益的，</a:t>
            </a:r>
            <a:r>
              <a:rPr lang="zh-CN" altLang="zh-CN" sz="1600" b="1" dirty="0">
                <a:solidFill>
                  <a:srgbClr val="FF0000"/>
                </a:solidFill>
                <a:latin typeface="KaiTi" panose="02010609060101010101" pitchFamily="49" charset="-122"/>
                <a:ea typeface="KaiTi" panose="02010609060101010101" pitchFamily="49" charset="-122"/>
              </a:rPr>
              <a:t>依照有关法律、行政法规的规定处罚</a:t>
            </a:r>
            <a:r>
              <a:rPr lang="zh-CN" altLang="zh-CN" sz="1600" dirty="0">
                <a:solidFill>
                  <a:schemeClr val="tx2"/>
                </a:solidFill>
                <a:latin typeface="KaiTi" panose="02010609060101010101" pitchFamily="49" charset="-122"/>
                <a:ea typeface="KaiTi" panose="02010609060101010101" pitchFamily="49" charset="-122"/>
              </a:rPr>
              <a:t>。</a:t>
            </a:r>
            <a:endParaRPr kumimoji="1" lang="en-US" altLang="zh-CN" sz="1000" dirty="0">
              <a:solidFill>
                <a:srgbClr val="0045D4"/>
              </a:solidFill>
              <a:latin typeface="KaiTi" panose="02010609060101010101" pitchFamily="49" charset="-122"/>
              <a:ea typeface="KaiTi" panose="02010609060101010101" pitchFamily="49" charset="-122"/>
            </a:endParaRPr>
          </a:p>
          <a:p>
            <a:pPr>
              <a:lnSpc>
                <a:spcPct val="150000"/>
              </a:lnSpc>
            </a:pPr>
            <a:r>
              <a:rPr kumimoji="1" lang="zh-CN" altLang="en-US" dirty="0">
                <a:solidFill>
                  <a:srgbClr val="0045D4"/>
                </a:solidFill>
                <a:latin typeface="KaiTi" panose="02010609060101010101" pitchFamily="49" charset="-122"/>
                <a:ea typeface="KaiTi" panose="02010609060101010101" pitchFamily="49" charset="-122"/>
              </a:rPr>
              <a:t>个人信息保护法</a:t>
            </a:r>
          </a:p>
          <a:p>
            <a:pPr>
              <a:lnSpc>
                <a:spcPct val="150000"/>
              </a:lnSpc>
            </a:pPr>
            <a:r>
              <a:rPr lang="zh-CN" altLang="en-US" sz="1600" dirty="0">
                <a:solidFill>
                  <a:schemeClr val="tx2"/>
                </a:solidFill>
                <a:latin typeface="KaiTi" panose="02010609060101010101" pitchFamily="49" charset="-122"/>
                <a:ea typeface="KaiTi" panose="02010609060101010101" pitchFamily="49" charset="-122"/>
              </a:rPr>
              <a:t>第六十六条 违反本法规定处理个人信息，或者处理个人信息未履行本法规定的个人信息保护义务的，由履行个人信息保护职责的部门责令改正，</a:t>
            </a:r>
            <a:r>
              <a:rPr lang="zh-CN" altLang="en-US" sz="1600" b="1" dirty="0">
                <a:solidFill>
                  <a:srgbClr val="FF0000"/>
                </a:solidFill>
                <a:latin typeface="KaiTi" panose="02010609060101010101" pitchFamily="49" charset="-122"/>
                <a:ea typeface="KaiTi" panose="02010609060101010101" pitchFamily="49" charset="-122"/>
              </a:rPr>
              <a:t>给予警告，没收违法所得</a:t>
            </a:r>
            <a:r>
              <a:rPr lang="zh-CN" altLang="en-US" sz="1600" dirty="0">
                <a:solidFill>
                  <a:schemeClr val="tx2"/>
                </a:solidFill>
                <a:latin typeface="KaiTi" panose="02010609060101010101" pitchFamily="49" charset="-122"/>
                <a:ea typeface="KaiTi" panose="02010609060101010101" pitchFamily="49" charset="-122"/>
              </a:rPr>
              <a:t>，对违法处理个人信息的应用程序，责令暂停或者终止提供服务；</a:t>
            </a:r>
            <a:r>
              <a:rPr lang="zh-CN" altLang="en-US" sz="1600" b="1" dirty="0">
                <a:solidFill>
                  <a:srgbClr val="FF0000"/>
                </a:solidFill>
                <a:latin typeface="KaiTi" panose="02010609060101010101" pitchFamily="49" charset="-122"/>
                <a:ea typeface="KaiTi" panose="02010609060101010101" pitchFamily="49" charset="-122"/>
              </a:rPr>
              <a:t>拒不改正的，并处一百万元以下罚款；对直接负责的主管人员和其他直接责任人员处一万元以上十万元以下罚款</a:t>
            </a:r>
            <a:r>
              <a:rPr lang="zh-CN" altLang="en-US" sz="1600" dirty="0">
                <a:solidFill>
                  <a:schemeClr val="tx2"/>
                </a:solidFill>
                <a:latin typeface="KaiTi" panose="02010609060101010101" pitchFamily="49" charset="-122"/>
                <a:ea typeface="KaiTi" panose="02010609060101010101" pitchFamily="49" charset="-122"/>
              </a:rPr>
              <a:t>。</a:t>
            </a:r>
            <a:endParaRPr lang="en-US" altLang="zh-CN" sz="1600" dirty="0">
              <a:solidFill>
                <a:schemeClr val="tx2"/>
              </a:solidFill>
              <a:latin typeface="KaiTi" panose="02010609060101010101" pitchFamily="49" charset="-122"/>
              <a:ea typeface="KaiTi" panose="02010609060101010101" pitchFamily="49" charset="-122"/>
            </a:endParaRPr>
          </a:p>
          <a:p>
            <a:pPr>
              <a:lnSpc>
                <a:spcPct val="150000"/>
              </a:lnSpc>
            </a:pPr>
            <a:r>
              <a:rPr lang="en-US" altLang="zh-CN" sz="1600" b="1" dirty="0">
                <a:solidFill>
                  <a:schemeClr val="accent1"/>
                </a:solidFill>
                <a:latin typeface="KaiTi" panose="02010609060101010101" pitchFamily="49" charset="-122"/>
                <a:ea typeface="KaiTi" panose="02010609060101010101" pitchFamily="49" charset="-122"/>
              </a:rPr>
              <a:t>《</a:t>
            </a:r>
            <a:r>
              <a:rPr lang="zh-CN" altLang="en-US" sz="1600" b="1" dirty="0">
                <a:solidFill>
                  <a:schemeClr val="accent1"/>
                </a:solidFill>
                <a:latin typeface="KaiTi" panose="02010609060101010101" pitchFamily="49" charset="-122"/>
                <a:ea typeface="KaiTi" panose="02010609060101010101" pitchFamily="49" charset="-122"/>
              </a:rPr>
              <a:t>中华人民共和国民法典</a:t>
            </a:r>
            <a:r>
              <a:rPr lang="en-US" altLang="zh-CN" sz="1600" b="1" dirty="0">
                <a:solidFill>
                  <a:schemeClr val="accent1"/>
                </a:solidFill>
                <a:latin typeface="KaiTi" panose="02010609060101010101" pitchFamily="49" charset="-122"/>
                <a:ea typeface="KaiTi" panose="02010609060101010101" pitchFamily="49" charset="-122"/>
              </a:rPr>
              <a:t>》</a:t>
            </a:r>
          </a:p>
          <a:p>
            <a:pPr>
              <a:lnSpc>
                <a:spcPct val="150000"/>
              </a:lnSpc>
            </a:pPr>
            <a:r>
              <a:rPr lang="zh-CN" altLang="en-US" sz="1600" dirty="0">
                <a:solidFill>
                  <a:schemeClr val="tx2"/>
                </a:solidFill>
                <a:latin typeface="KaiTi" panose="02010609060101010101" pitchFamily="49" charset="-122"/>
                <a:ea typeface="KaiTi" panose="02010609060101010101" pitchFamily="49" charset="-122"/>
              </a:rPr>
              <a:t>自然人享有隐私权，任何组织或者个人不得以刺探、侵扰、泄露、公开等方式侵害他人的隐私权。</a:t>
            </a:r>
            <a:endParaRPr lang="zh-CN" altLang="zh-CN" sz="1600" i="1" dirty="0">
              <a:solidFill>
                <a:srgbClr val="1856D7"/>
              </a:solidFill>
              <a:latin typeface="KaiTi" panose="02010609060101010101" pitchFamily="49" charset="-122"/>
              <a:ea typeface="KaiTi" panose="02010609060101010101" pitchFamily="49" charset="-122"/>
            </a:endParaRPr>
          </a:p>
          <a:p>
            <a:endParaRPr kumimoji="1" lang="zh-CN" altLang="en-US" dirty="0"/>
          </a:p>
        </p:txBody>
      </p:sp>
      <p:sp>
        <p:nvSpPr>
          <p:cNvPr id="7" name="矩形 6"/>
          <p:cNvSpPr/>
          <p:nvPr/>
        </p:nvSpPr>
        <p:spPr>
          <a:xfrm>
            <a:off x="7586504" y="1657630"/>
            <a:ext cx="3848633" cy="3367397"/>
          </a:xfrm>
          <a:prstGeom prst="rect">
            <a:avLst/>
          </a:prstGeom>
        </p:spPr>
        <p:txBody>
          <a:bodyPr wrap="square">
            <a:spAutoFit/>
          </a:bodyPr>
          <a:lstStyle/>
          <a:p>
            <a:pPr>
              <a:lnSpc>
                <a:spcPct val="150000"/>
              </a:lnSpc>
              <a:spcBef>
                <a:spcPct val="0"/>
              </a:spcBef>
            </a:pPr>
            <a:r>
              <a:rPr lang="en-US" altLang="zh-CN" sz="1400" i="1" dirty="0">
                <a:solidFill>
                  <a:srgbClr val="1856D7"/>
                </a:solidFill>
                <a:latin typeface="KaiTi" panose="02010609060101010101" pitchFamily="49" charset="-122"/>
                <a:ea typeface="KaiTi" panose="02010609060101010101" pitchFamily="49" charset="-122"/>
              </a:rPr>
              <a:t>【</a:t>
            </a:r>
            <a:r>
              <a:rPr lang="zh-CN" altLang="en-US" sz="1400" i="1" dirty="0">
                <a:solidFill>
                  <a:srgbClr val="1856D7"/>
                </a:solidFill>
                <a:latin typeface="KaiTi" panose="02010609060101010101" pitchFamily="49" charset="-122"/>
                <a:ea typeface="KaiTi" panose="02010609060101010101" pitchFamily="49" charset="-122"/>
              </a:rPr>
              <a:t>判例</a:t>
            </a:r>
            <a:r>
              <a:rPr lang="en-US" altLang="zh-CN" sz="1400" i="1" dirty="0">
                <a:solidFill>
                  <a:srgbClr val="1856D7"/>
                </a:solidFill>
                <a:latin typeface="KaiTi" panose="02010609060101010101" pitchFamily="49" charset="-122"/>
                <a:ea typeface="KaiTi" panose="02010609060101010101" pitchFamily="49" charset="-122"/>
              </a:rPr>
              <a:t>1】3·15</a:t>
            </a:r>
            <a:r>
              <a:rPr lang="zh-CN" altLang="en-US" sz="1400" i="1" dirty="0">
                <a:solidFill>
                  <a:srgbClr val="1856D7"/>
                </a:solidFill>
                <a:latin typeface="KaiTi" panose="02010609060101010101" pitchFamily="49" charset="-122"/>
                <a:ea typeface="KaiTi" panose="02010609060101010101" pitchFamily="49" charset="-122"/>
              </a:rPr>
              <a:t>晚会曝光个人信息“黑洞”：全新的大数据获客软件，都是使用了爬虫技术，通过嵌入到各大知名互联网平台上等偷取消费者个人信息。</a:t>
            </a:r>
          </a:p>
          <a:p>
            <a:pPr>
              <a:lnSpc>
                <a:spcPct val="150000"/>
              </a:lnSpc>
              <a:spcBef>
                <a:spcPct val="0"/>
              </a:spcBef>
            </a:pPr>
            <a:endParaRPr lang="en-US" altLang="zh-CN" sz="1400" i="1" dirty="0">
              <a:solidFill>
                <a:srgbClr val="1856D7"/>
              </a:solidFill>
              <a:latin typeface="KaiTi" panose="02010609060101010101" pitchFamily="49" charset="-122"/>
              <a:ea typeface="KaiTi" panose="02010609060101010101" pitchFamily="49" charset="-122"/>
            </a:endParaRPr>
          </a:p>
          <a:p>
            <a:pPr>
              <a:lnSpc>
                <a:spcPct val="150000"/>
              </a:lnSpc>
              <a:spcBef>
                <a:spcPct val="0"/>
              </a:spcBef>
            </a:pPr>
            <a:endParaRPr lang="en-US" altLang="zh-CN" sz="1400" i="1" dirty="0">
              <a:solidFill>
                <a:srgbClr val="1856D7"/>
              </a:solidFill>
              <a:latin typeface="KaiTi" panose="02010609060101010101" pitchFamily="49" charset="-122"/>
              <a:ea typeface="KaiTi" panose="02010609060101010101" pitchFamily="49" charset="-122"/>
            </a:endParaRPr>
          </a:p>
          <a:p>
            <a:pPr>
              <a:lnSpc>
                <a:spcPct val="150000"/>
              </a:lnSpc>
              <a:spcBef>
                <a:spcPct val="0"/>
              </a:spcBef>
            </a:pPr>
            <a:r>
              <a:rPr lang="en-US" altLang="zh-CN" sz="1400" i="1" dirty="0">
                <a:solidFill>
                  <a:srgbClr val="1856D7"/>
                </a:solidFill>
                <a:latin typeface="KaiTi" panose="02010609060101010101" pitchFamily="49" charset="-122"/>
                <a:ea typeface="KaiTi" panose="02010609060101010101" pitchFamily="49" charset="-122"/>
              </a:rPr>
              <a:t>【</a:t>
            </a:r>
            <a:r>
              <a:rPr lang="zh-CN" altLang="en-US" sz="1400" i="1" dirty="0">
                <a:solidFill>
                  <a:srgbClr val="1856D7"/>
                </a:solidFill>
                <a:latin typeface="KaiTi" panose="02010609060101010101" pitchFamily="49" charset="-122"/>
                <a:ea typeface="KaiTi" panose="02010609060101010101" pitchFamily="49" charset="-122"/>
              </a:rPr>
              <a:t>判例</a:t>
            </a:r>
            <a:r>
              <a:rPr lang="en-US" altLang="zh-CN" sz="1400" i="1" dirty="0">
                <a:solidFill>
                  <a:srgbClr val="1856D7"/>
                </a:solidFill>
                <a:latin typeface="KaiTi" panose="02010609060101010101" pitchFamily="49" charset="-122"/>
                <a:ea typeface="KaiTi" panose="02010609060101010101" pitchFamily="49" charset="-122"/>
              </a:rPr>
              <a:t>2】</a:t>
            </a:r>
            <a:r>
              <a:rPr lang="zh-CN" altLang="en-US" sz="1400" i="1" dirty="0">
                <a:solidFill>
                  <a:srgbClr val="1856D7"/>
                </a:solidFill>
                <a:latin typeface="KaiTi" panose="02010609060101010101" pitchFamily="49" charset="-122"/>
                <a:ea typeface="KaiTi" panose="02010609060101010101" pitchFamily="49" charset="-122"/>
              </a:rPr>
              <a:t> </a:t>
            </a:r>
            <a:r>
              <a:rPr lang="en-US" altLang="zh-CN" sz="1400" i="1" dirty="0">
                <a:solidFill>
                  <a:srgbClr val="1856D7"/>
                </a:solidFill>
                <a:latin typeface="KaiTi" panose="02010609060101010101" pitchFamily="49" charset="-122"/>
                <a:ea typeface="KaiTi" panose="02010609060101010101" pitchFamily="49" charset="-122"/>
              </a:rPr>
              <a:t>2021</a:t>
            </a:r>
            <a:r>
              <a:rPr lang="zh-CN" altLang="en-US" sz="1400" i="1" dirty="0">
                <a:solidFill>
                  <a:srgbClr val="1856D7"/>
                </a:solidFill>
                <a:latin typeface="KaiTi" panose="02010609060101010101" pitchFamily="49" charset="-122"/>
                <a:ea typeface="KaiTi" panose="02010609060101010101" pitchFamily="49" charset="-122"/>
              </a:rPr>
              <a:t>年</a:t>
            </a:r>
            <a:r>
              <a:rPr lang="en-US" altLang="zh-CN" sz="1400" i="1" dirty="0">
                <a:solidFill>
                  <a:srgbClr val="1856D7"/>
                </a:solidFill>
                <a:latin typeface="KaiTi" panose="02010609060101010101" pitchFamily="49" charset="-122"/>
                <a:ea typeface="KaiTi" panose="02010609060101010101" pitchFamily="49" charset="-122"/>
              </a:rPr>
              <a:t>8</a:t>
            </a:r>
            <a:r>
              <a:rPr lang="zh-CN" altLang="en-US" sz="1400" i="1" dirty="0">
                <a:solidFill>
                  <a:srgbClr val="1856D7"/>
                </a:solidFill>
                <a:latin typeface="KaiTi" panose="02010609060101010101" pitchFamily="49" charset="-122"/>
                <a:ea typeface="KaiTi" panose="02010609060101010101" pitchFamily="49" charset="-122"/>
              </a:rPr>
              <a:t>月</a:t>
            </a:r>
            <a:r>
              <a:rPr lang="en-US" altLang="zh-CN" sz="1400" i="1" dirty="0">
                <a:solidFill>
                  <a:srgbClr val="1856D7"/>
                </a:solidFill>
                <a:latin typeface="KaiTi" panose="02010609060101010101" pitchFamily="49" charset="-122"/>
                <a:ea typeface="KaiTi" panose="02010609060101010101" pitchFamily="49" charset="-122"/>
              </a:rPr>
              <a:t>25</a:t>
            </a:r>
            <a:r>
              <a:rPr lang="zh-CN" altLang="en-US" sz="1400" i="1" dirty="0">
                <a:solidFill>
                  <a:srgbClr val="1856D7"/>
                </a:solidFill>
                <a:latin typeface="KaiTi" panose="02010609060101010101" pitchFamily="49" charset="-122"/>
                <a:ea typeface="KaiTi" panose="02010609060101010101" pitchFamily="49" charset="-122"/>
              </a:rPr>
              <a:t>日，韩国监管机构以违反个人信息保护法为由，对</a:t>
            </a:r>
            <a:r>
              <a:rPr lang="en-US" altLang="zh-CN" sz="1400" i="1" dirty="0">
                <a:solidFill>
                  <a:srgbClr val="1856D7"/>
                </a:solidFill>
                <a:latin typeface="KaiTi" panose="02010609060101010101" pitchFamily="49" charset="-122"/>
                <a:ea typeface="KaiTi" panose="02010609060101010101" pitchFamily="49" charset="-122"/>
              </a:rPr>
              <a:t>Facebook</a:t>
            </a:r>
            <a:r>
              <a:rPr lang="zh-CN" altLang="en-US" sz="1400" i="1" dirty="0">
                <a:solidFill>
                  <a:srgbClr val="1856D7"/>
                </a:solidFill>
                <a:latin typeface="KaiTi" panose="02010609060101010101" pitchFamily="49" charset="-122"/>
                <a:ea typeface="KaiTi" panose="02010609060101010101" pitchFamily="49" charset="-122"/>
              </a:rPr>
              <a:t>和</a:t>
            </a:r>
            <a:r>
              <a:rPr lang="en-US" altLang="zh-CN" sz="1400" i="1" dirty="0">
                <a:solidFill>
                  <a:srgbClr val="1856D7"/>
                </a:solidFill>
                <a:latin typeface="KaiTi" panose="02010609060101010101" pitchFamily="49" charset="-122"/>
                <a:ea typeface="KaiTi" panose="02010609060101010101" pitchFamily="49" charset="-122"/>
              </a:rPr>
              <a:t>Netflix</a:t>
            </a:r>
            <a:r>
              <a:rPr lang="zh-CN" altLang="en-US" sz="1400" i="1" dirty="0">
                <a:solidFill>
                  <a:srgbClr val="1856D7"/>
                </a:solidFill>
                <a:latin typeface="KaiTi" panose="02010609060101010101" pitchFamily="49" charset="-122"/>
                <a:ea typeface="KaiTi" panose="02010609060101010101" pitchFamily="49" charset="-122"/>
              </a:rPr>
              <a:t>总共罚款</a:t>
            </a:r>
            <a:r>
              <a:rPr lang="en-US" altLang="zh-CN" sz="1400" i="1" dirty="0">
                <a:solidFill>
                  <a:srgbClr val="1856D7"/>
                </a:solidFill>
                <a:latin typeface="KaiTi" panose="02010609060101010101" pitchFamily="49" charset="-122"/>
                <a:ea typeface="KaiTi" panose="02010609060101010101" pitchFamily="49" charset="-122"/>
              </a:rPr>
              <a:t>66.9</a:t>
            </a:r>
            <a:r>
              <a:rPr lang="zh-CN" altLang="en-US" sz="1400" i="1" dirty="0">
                <a:solidFill>
                  <a:srgbClr val="1856D7"/>
                </a:solidFill>
                <a:latin typeface="KaiTi" panose="02010609060101010101" pitchFamily="49" charset="-122"/>
                <a:ea typeface="KaiTi" panose="02010609060101010101" pitchFamily="49" charset="-122"/>
              </a:rPr>
              <a:t>亿韩元（</a:t>
            </a:r>
            <a:r>
              <a:rPr lang="en-US" altLang="zh-CN" sz="1400" i="1" dirty="0">
                <a:solidFill>
                  <a:srgbClr val="1856D7"/>
                </a:solidFill>
                <a:latin typeface="KaiTi" panose="02010609060101010101" pitchFamily="49" charset="-122"/>
                <a:ea typeface="KaiTi" panose="02010609060101010101" pitchFamily="49" charset="-122"/>
              </a:rPr>
              <a:t>570</a:t>
            </a:r>
            <a:r>
              <a:rPr lang="zh-CN" altLang="en-US" sz="1400" i="1" dirty="0">
                <a:solidFill>
                  <a:srgbClr val="1856D7"/>
                </a:solidFill>
                <a:latin typeface="KaiTi" panose="02010609060101010101" pitchFamily="49" charset="-122"/>
                <a:ea typeface="KaiTi" panose="02010609060101010101" pitchFamily="49" charset="-122"/>
              </a:rPr>
              <a:t>万美元）。</a:t>
            </a:r>
          </a:p>
          <a:p>
            <a:pPr>
              <a:lnSpc>
                <a:spcPct val="150000"/>
              </a:lnSpc>
              <a:spcBef>
                <a:spcPct val="0"/>
              </a:spcBef>
            </a:pPr>
            <a:endParaRPr lang="en-US" altLang="zh-CN" i="1" dirty="0">
              <a:solidFill>
                <a:srgbClr val="1856D7"/>
              </a:solidFill>
              <a:latin typeface="微软雅黑" panose="020B0503020204020204" pitchFamily="34" charset="-122"/>
              <a:ea typeface="微软雅黑" panose="020B0503020204020204" pitchFamily="34" charset="-122"/>
            </a:endParaRPr>
          </a:p>
        </p:txBody>
      </p:sp>
      <p:sp>
        <p:nvSpPr>
          <p:cNvPr id="2" name="标题 1"/>
          <p:cNvSpPr txBox="1"/>
          <p:nvPr/>
        </p:nvSpPr>
        <p:spPr>
          <a:xfrm>
            <a:off x="411424" y="373380"/>
            <a:ext cx="10951794"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r>
              <a:rPr kumimoji="1" lang="zh-CN" altLang="en-US" sz="1800" dirty="0">
                <a:solidFill>
                  <a:srgbClr val="0045D4"/>
                </a:solidFill>
                <a:latin typeface="微软雅黑" panose="020B0503020204020204" pitchFamily="34" charset="-122"/>
                <a:ea typeface="微软雅黑" panose="020B0503020204020204" pitchFamily="34" charset="-122"/>
              </a:rPr>
              <a:t>      </a:t>
            </a:r>
            <a:endParaRPr kumimoji="1" lang="en-US" altLang="zh-CN" sz="1800" dirty="0">
              <a:solidFill>
                <a:srgbClr val="0045D4"/>
              </a:solidFill>
              <a:latin typeface="微软雅黑" panose="020B0503020204020204" pitchFamily="34" charset="-122"/>
              <a:ea typeface="微软雅黑" panose="020B0503020204020204" pitchFamily="34" charset="-122"/>
            </a:endParaRPr>
          </a:p>
          <a:p>
            <a:r>
              <a:rPr kumimoji="1" lang="zh-CN" altLang="en-US" dirty="0">
                <a:solidFill>
                  <a:srgbClr val="0045D4"/>
                </a:solidFill>
                <a:latin typeface="微软雅黑" panose="020B0503020204020204" pitchFamily="34" charset="-122"/>
                <a:ea typeface="微软雅黑" panose="020B0503020204020204" pitchFamily="34" charset="-122"/>
              </a:rPr>
              <a:t>       </a:t>
            </a:r>
            <a:r>
              <a:rPr kumimoji="1" lang="zh-CN" altLang="en-US" sz="3200" dirty="0">
                <a:solidFill>
                  <a:srgbClr val="0045D4"/>
                </a:solidFill>
                <a:latin typeface="微软雅黑" panose="020B0503020204020204" pitchFamily="34" charset="-122"/>
                <a:ea typeface="微软雅黑" panose="020B0503020204020204" pitchFamily="34" charset="-122"/>
              </a:rPr>
              <a:t>为什么需要重视安全</a:t>
            </a:r>
          </a:p>
        </p:txBody>
      </p:sp>
      <p:sp>
        <p:nvSpPr>
          <p:cNvPr id="3" name="标题 1"/>
          <p:cNvSpPr txBox="1"/>
          <p:nvPr/>
        </p:nvSpPr>
        <p:spPr>
          <a:xfrm>
            <a:off x="414204" y="626624"/>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08091" y="357747"/>
            <a:ext cx="10109439"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 name="文本框 3"/>
          <p:cNvSpPr txBox="1"/>
          <p:nvPr/>
        </p:nvSpPr>
        <p:spPr>
          <a:xfrm>
            <a:off x="733897" y="475954"/>
            <a:ext cx="5064001" cy="584775"/>
          </a:xfrm>
          <a:prstGeom prst="rect">
            <a:avLst/>
          </a:prstGeom>
          <a:noFill/>
        </p:spPr>
        <p:txBody>
          <a:bodyPr wrap="square" rtlCol="0">
            <a:spAutoFit/>
          </a:bodyPr>
          <a:lstStyle/>
          <a:p>
            <a:r>
              <a:rPr kumimoji="1" lang="zh-CN" altLang="en-US" sz="3200" dirty="0">
                <a:solidFill>
                  <a:srgbClr val="0045D4"/>
                </a:solidFill>
                <a:latin typeface="微软雅黑" panose="020B0503020204020204" pitchFamily="34" charset="-122"/>
                <a:ea typeface="微软雅黑" panose="020B0503020204020204" pitchFamily="34" charset="-122"/>
              </a:rPr>
              <a:t>     为什么需要重视安全</a:t>
            </a:r>
          </a:p>
        </p:txBody>
      </p:sp>
      <p:sp>
        <p:nvSpPr>
          <p:cNvPr id="6" name="文本框 5"/>
          <p:cNvSpPr txBox="1"/>
          <p:nvPr/>
        </p:nvSpPr>
        <p:spPr>
          <a:xfrm>
            <a:off x="512466" y="1178936"/>
            <a:ext cx="10415558" cy="1169551"/>
          </a:xfrm>
          <a:prstGeom prst="rect">
            <a:avLst/>
          </a:prstGeom>
          <a:noFill/>
        </p:spPr>
        <p:txBody>
          <a:bodyPr wrap="square" rtlCol="0">
            <a:spAutoFit/>
          </a:bodyPr>
          <a:lstStyle/>
          <a:p>
            <a:r>
              <a:rPr kumimoji="1" lang="zh-CN" altLang="en-US" sz="2400" dirty="0">
                <a:solidFill>
                  <a:srgbClr val="0045D4"/>
                </a:solidFill>
                <a:latin typeface="微软雅黑" panose="020B0503020204020204" pitchFamily="34" charset="-122"/>
                <a:ea typeface="微软雅黑" panose="020B0503020204020204" pitchFamily="34" charset="-122"/>
              </a:rPr>
              <a:t>信息安全奖惩管理规范</a:t>
            </a:r>
            <a:endParaRPr kumimoji="1" lang="en-US" altLang="zh-CN" sz="2400" dirty="0">
              <a:solidFill>
                <a:srgbClr val="0045D4"/>
              </a:solidFill>
              <a:latin typeface="微软雅黑" panose="020B0503020204020204" pitchFamily="34" charset="-122"/>
              <a:ea typeface="微软雅黑" panose="020B0503020204020204" pitchFamily="34" charset="-122"/>
            </a:endParaRPr>
          </a:p>
          <a:p>
            <a:endParaRPr kumimoji="1" lang="en-US" altLang="zh-CN" sz="1400" dirty="0">
              <a:solidFill>
                <a:schemeClr val="accent1"/>
              </a:solidFill>
              <a:latin typeface="微软雅黑" panose="020B0503020204020204" pitchFamily="34" charset="-122"/>
              <a:ea typeface="微软雅黑" panose="020B0503020204020204" pitchFamily="34" charset="-122"/>
            </a:endParaRPr>
          </a:p>
          <a:p>
            <a:r>
              <a:rPr kumimoji="1" lang="zh-CN" altLang="en-US" sz="1600" dirty="0">
                <a:solidFill>
                  <a:schemeClr val="accent1"/>
                </a:solidFill>
                <a:latin typeface="KaiTi" panose="02010609060101010101" pitchFamily="49" charset="-122"/>
                <a:ea typeface="KaiTi" panose="02010609060101010101" pitchFamily="49" charset="-122"/>
              </a:rPr>
              <a:t>为建立健全千寻位置网络有限公司信息安全管理机制，明确信息安全贡献奖励与违规处罚的操作原则和要求，切实提升全体员工的信息安全意识，特制定本规范</a:t>
            </a:r>
            <a:endParaRPr kumimoji="1" lang="en-US" altLang="zh-CN" sz="1600" dirty="0">
              <a:solidFill>
                <a:schemeClr val="accent1"/>
              </a:solidFill>
              <a:latin typeface="KaiTi" panose="02010609060101010101" pitchFamily="49" charset="-122"/>
              <a:ea typeface="KaiTi" panose="02010609060101010101" pitchFamily="49" charset="-122"/>
            </a:endParaRPr>
          </a:p>
        </p:txBody>
      </p:sp>
      <p:graphicFrame>
        <p:nvGraphicFramePr>
          <p:cNvPr id="3" name="表格 8"/>
          <p:cNvGraphicFramePr>
            <a:graphicFrameLocks noGrp="1"/>
          </p:cNvGraphicFramePr>
          <p:nvPr>
            <p:extLst>
              <p:ext uri="{D42A27DB-BD31-4B8C-83A1-F6EECF244321}">
                <p14:modId xmlns:p14="http://schemas.microsoft.com/office/powerpoint/2010/main" val="2730245132"/>
              </p:ext>
            </p:extLst>
          </p:nvPr>
        </p:nvGraphicFramePr>
        <p:xfrm>
          <a:off x="608330" y="2464121"/>
          <a:ext cx="10109200" cy="3378200"/>
        </p:xfrm>
        <a:graphic>
          <a:graphicData uri="http://schemas.openxmlformats.org/drawingml/2006/table">
            <a:tbl>
              <a:tblPr firstRow="1" bandRow="1">
                <a:tableStyleId>{5C22544A-7EE6-4342-B048-85BDC9FD1C3A}</a:tableStyleId>
              </a:tblPr>
              <a:tblGrid>
                <a:gridCol w="1507874">
                  <a:extLst>
                    <a:ext uri="{9D8B030D-6E8A-4147-A177-3AD203B41FA5}">
                      <a16:colId xmlns:a16="http://schemas.microsoft.com/office/drawing/2014/main" val="20000"/>
                    </a:ext>
                  </a:extLst>
                </a:gridCol>
                <a:gridCol w="2574130">
                  <a:extLst>
                    <a:ext uri="{9D8B030D-6E8A-4147-A177-3AD203B41FA5}">
                      <a16:colId xmlns:a16="http://schemas.microsoft.com/office/drawing/2014/main" val="20001"/>
                    </a:ext>
                  </a:extLst>
                </a:gridCol>
                <a:gridCol w="4424555">
                  <a:extLst>
                    <a:ext uri="{9D8B030D-6E8A-4147-A177-3AD203B41FA5}">
                      <a16:colId xmlns:a16="http://schemas.microsoft.com/office/drawing/2014/main" val="20002"/>
                    </a:ext>
                  </a:extLst>
                </a:gridCol>
                <a:gridCol w="1602641">
                  <a:extLst>
                    <a:ext uri="{9D8B030D-6E8A-4147-A177-3AD203B41FA5}">
                      <a16:colId xmlns:a16="http://schemas.microsoft.com/office/drawing/2014/main" val="20003"/>
                    </a:ext>
                  </a:extLst>
                </a:gridCol>
              </a:tblGrid>
              <a:tr h="675640">
                <a:tc>
                  <a:txBody>
                    <a:bodyPr/>
                    <a:lstStyle/>
                    <a:p>
                      <a:pPr algn="ctr"/>
                      <a:r>
                        <a:rPr lang="zh-CN" altLang="en-US" sz="1400" dirty="0">
                          <a:latin typeface="KaiTi" panose="02010609060101010101" pitchFamily="49" charset="-122"/>
                          <a:ea typeface="KaiTi" panose="02010609060101010101" pitchFamily="49" charset="-122"/>
                        </a:rPr>
                        <a:t>违规等级</a:t>
                      </a:r>
                    </a:p>
                  </a:txBody>
                  <a:tcPr anchor="ctr"/>
                </a:tc>
                <a:tc>
                  <a:txBody>
                    <a:bodyPr/>
                    <a:lstStyle/>
                    <a:p>
                      <a:pPr algn="ctr">
                        <a:buNone/>
                      </a:pPr>
                      <a:r>
                        <a:rPr lang="zh-CN" altLang="en-US" sz="1400" dirty="0">
                          <a:latin typeface="KaiTi" panose="02010609060101010101" pitchFamily="49" charset="-122"/>
                          <a:ea typeface="KaiTi" panose="02010609060101010101" pitchFamily="49" charset="-122"/>
                          <a:sym typeface="+mn-ea"/>
                        </a:rPr>
                        <a:t>泄露数据等级</a:t>
                      </a:r>
                    </a:p>
                  </a:txBody>
                  <a:tcPr anchor="ctr"/>
                </a:tc>
                <a:tc>
                  <a:txBody>
                    <a:bodyPr/>
                    <a:lstStyle/>
                    <a:p>
                      <a:pPr algn="ctr"/>
                      <a:r>
                        <a:rPr lang="zh-CN" altLang="en-US" sz="1400" dirty="0">
                          <a:latin typeface="KaiTi" panose="02010609060101010101" pitchFamily="49" charset="-122"/>
                          <a:ea typeface="KaiTi" panose="02010609060101010101" pitchFamily="49" charset="-122"/>
                        </a:rPr>
                        <a:t>处罚措施</a:t>
                      </a:r>
                    </a:p>
                  </a:txBody>
                  <a:tcPr anchor="ctr"/>
                </a:tc>
                <a:tc>
                  <a:txBody>
                    <a:bodyPr/>
                    <a:lstStyle/>
                    <a:p>
                      <a:pPr algn="ctr"/>
                      <a:r>
                        <a:rPr lang="zh-CN" altLang="en-US" sz="1400" dirty="0">
                          <a:latin typeface="KaiTi" panose="02010609060101010101" pitchFamily="49" charset="-122"/>
                          <a:ea typeface="KaiTi" panose="02010609060101010101" pitchFamily="49" charset="-122"/>
                        </a:rPr>
                        <a:t>通报层级</a:t>
                      </a:r>
                    </a:p>
                  </a:txBody>
                  <a:tcPr anchor="ctr"/>
                </a:tc>
                <a:extLst>
                  <a:ext uri="{0D108BD9-81ED-4DB2-BD59-A6C34878D82A}">
                    <a16:rowId xmlns:a16="http://schemas.microsoft.com/office/drawing/2014/main" val="10000"/>
                  </a:ext>
                </a:extLst>
              </a:tr>
              <a:tr h="675640">
                <a:tc>
                  <a:txBody>
                    <a:bodyPr/>
                    <a:lstStyle/>
                    <a:p>
                      <a:pPr algn="ctr"/>
                      <a:r>
                        <a:rPr lang="zh-CN" altLang="en-US" sz="1400" b="0" dirty="0">
                          <a:latin typeface="KaiTi" panose="02010609060101010101" pitchFamily="49" charset="-122"/>
                          <a:ea typeface="KaiTi" panose="02010609060101010101" pitchFamily="49" charset="-122"/>
                        </a:rPr>
                        <a:t>一级</a:t>
                      </a:r>
                    </a:p>
                  </a:txBody>
                  <a:tcPr anchor="ctr"/>
                </a:tc>
                <a:tc>
                  <a:txBody>
                    <a:bodyPr/>
                    <a:lstStyle/>
                    <a:p>
                      <a:pPr algn="l"/>
                      <a:r>
                        <a:rPr lang="zh-CN" altLang="en-US" sz="1400" b="0" dirty="0">
                          <a:latin typeface="KaiTi" panose="02010609060101010101" pitchFamily="49" charset="-122"/>
                          <a:ea typeface="KaiTi" panose="02010609060101010101" pitchFamily="49" charset="-122"/>
                          <a:cs typeface="微软雅黑" charset="0"/>
                        </a:rPr>
                        <a:t>泄露大量</a:t>
                      </a:r>
                      <a:r>
                        <a:rPr lang="en-US" altLang="zh-CN" sz="1400" b="0" dirty="0">
                          <a:latin typeface="KaiTi" panose="02010609060101010101" pitchFamily="49" charset="-122"/>
                          <a:ea typeface="KaiTi" panose="02010609060101010101" pitchFamily="49" charset="-122"/>
                          <a:cs typeface="微软雅黑" charset="0"/>
                        </a:rPr>
                        <a:t>L3/L4</a:t>
                      </a:r>
                      <a:r>
                        <a:rPr lang="zh-CN" altLang="en-US" sz="1400" b="0" dirty="0">
                          <a:latin typeface="KaiTi" panose="02010609060101010101" pitchFamily="49" charset="-122"/>
                          <a:ea typeface="KaiTi" panose="02010609060101010101" pitchFamily="49" charset="-122"/>
                          <a:cs typeface="微软雅黑" charset="0"/>
                        </a:rPr>
                        <a:t>敏感数据</a:t>
                      </a:r>
                    </a:p>
                  </a:txBody>
                  <a:tcPr anchor="ctr"/>
                </a:tc>
                <a:tc>
                  <a:txBody>
                    <a:bodyPr/>
                    <a:lstStyle/>
                    <a:p>
                      <a:pPr algn="l"/>
                      <a:r>
                        <a:rPr lang="zh-CN" altLang="en-US" sz="1400" b="0" dirty="0">
                          <a:latin typeface="KaiTi" panose="02010609060101010101" pitchFamily="49" charset="-122"/>
                          <a:ea typeface="KaiTi" panose="02010609060101010101" pitchFamily="49" charset="-122"/>
                          <a:cs typeface="微软雅黑" charset="0"/>
                        </a:rPr>
                        <a:t>辞退处分并永不录用</a:t>
                      </a:r>
                      <a:r>
                        <a:rPr lang="en-US" altLang="zh-CN" sz="1400" b="0" dirty="0">
                          <a:latin typeface="KaiTi" panose="02010609060101010101" pitchFamily="49" charset="-122"/>
                          <a:ea typeface="KaiTi" panose="02010609060101010101" pitchFamily="49" charset="-122"/>
                          <a:cs typeface="微软雅黑" charset="0"/>
                        </a:rPr>
                        <a:t>+</a:t>
                      </a:r>
                      <a:r>
                        <a:rPr lang="zh-CN" altLang="en-US" sz="1400" b="0" dirty="0">
                          <a:latin typeface="KaiTi" panose="02010609060101010101" pitchFamily="49" charset="-122"/>
                          <a:ea typeface="KaiTi" panose="02010609060101010101" pitchFamily="49" charset="-122"/>
                          <a:cs typeface="微软雅黑" charset="0"/>
                        </a:rPr>
                        <a:t>主管连带责任</a:t>
                      </a:r>
                    </a:p>
                  </a:txBody>
                  <a:tcPr anchor="ctr"/>
                </a:tc>
                <a:tc>
                  <a:txBody>
                    <a:bodyPr/>
                    <a:lstStyle/>
                    <a:p>
                      <a:pPr algn="ctr"/>
                      <a:r>
                        <a:rPr lang="zh-CN" altLang="en-US" sz="1400" b="0" dirty="0">
                          <a:latin typeface="KaiTi" panose="02010609060101010101" pitchFamily="49" charset="-122"/>
                          <a:ea typeface="KaiTi" panose="02010609060101010101" pitchFamily="49" charset="-122"/>
                        </a:rPr>
                        <a:t>公司</a:t>
                      </a:r>
                    </a:p>
                  </a:txBody>
                  <a:tcPr anchor="ctr"/>
                </a:tc>
                <a:extLst>
                  <a:ext uri="{0D108BD9-81ED-4DB2-BD59-A6C34878D82A}">
                    <a16:rowId xmlns:a16="http://schemas.microsoft.com/office/drawing/2014/main" val="10001"/>
                  </a:ext>
                </a:extLst>
              </a:tr>
              <a:tr h="675640">
                <a:tc>
                  <a:txBody>
                    <a:bodyPr/>
                    <a:lstStyle/>
                    <a:p>
                      <a:pPr algn="ctr"/>
                      <a:r>
                        <a:rPr lang="zh-CN" altLang="en-US" sz="1400" b="0" dirty="0">
                          <a:latin typeface="KaiTi" panose="02010609060101010101" pitchFamily="49" charset="-122"/>
                          <a:ea typeface="KaiTi" panose="02010609060101010101" pitchFamily="49" charset="-122"/>
                        </a:rPr>
                        <a:t>二级</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latin typeface="KaiTi" panose="02010609060101010101" pitchFamily="49" charset="-122"/>
                          <a:ea typeface="KaiTi" panose="02010609060101010101" pitchFamily="49" charset="-122"/>
                          <a:cs typeface="微软雅黑" charset="0"/>
                        </a:rPr>
                        <a:t>泄露较多</a:t>
                      </a:r>
                      <a:r>
                        <a:rPr lang="en-US" altLang="zh-CN" sz="1400" b="0" dirty="0">
                          <a:latin typeface="KaiTi" panose="02010609060101010101" pitchFamily="49" charset="-122"/>
                          <a:ea typeface="KaiTi" panose="02010609060101010101" pitchFamily="49" charset="-122"/>
                          <a:cs typeface="微软雅黑" charset="0"/>
                        </a:rPr>
                        <a:t>L3/L4</a:t>
                      </a:r>
                      <a:r>
                        <a:rPr lang="zh-CN" altLang="en-US" sz="1400" b="0" dirty="0">
                          <a:latin typeface="KaiTi" panose="02010609060101010101" pitchFamily="49" charset="-122"/>
                          <a:ea typeface="KaiTi" panose="02010609060101010101" pitchFamily="49" charset="-122"/>
                          <a:cs typeface="微软雅黑" charset="0"/>
                        </a:rPr>
                        <a:t>敏感数据</a:t>
                      </a:r>
                    </a:p>
                  </a:txBody>
                  <a:tcPr anchor="ctr"/>
                </a:tc>
                <a:tc>
                  <a:txBody>
                    <a:bodyPr/>
                    <a:lstStyle/>
                    <a:p>
                      <a:pPr algn="l"/>
                      <a:r>
                        <a:rPr lang="zh-CN" altLang="en-US" sz="1400" b="0" dirty="0">
                          <a:latin typeface="KaiTi" panose="02010609060101010101" pitchFamily="49" charset="-122"/>
                          <a:ea typeface="KaiTi" panose="02010609060101010101" pitchFamily="49" charset="-122"/>
                          <a:cs typeface="微软雅黑" charset="0"/>
                        </a:rPr>
                        <a:t>记过且一年内无法晋升并取消年度期权奖励（如有），严重者降级降薪</a:t>
                      </a:r>
                      <a:r>
                        <a:rPr lang="en-US" altLang="zh-CN" sz="1400" b="0" dirty="0">
                          <a:latin typeface="KaiTi" panose="02010609060101010101" pitchFamily="49" charset="-122"/>
                          <a:ea typeface="KaiTi" panose="02010609060101010101" pitchFamily="49" charset="-122"/>
                          <a:cs typeface="微软雅黑" charset="0"/>
                        </a:rPr>
                        <a:t>+</a:t>
                      </a:r>
                      <a:r>
                        <a:rPr lang="zh-CN" altLang="en-US" sz="1400" b="0" dirty="0">
                          <a:latin typeface="KaiTi" panose="02010609060101010101" pitchFamily="49" charset="-122"/>
                          <a:ea typeface="KaiTi" panose="02010609060101010101" pitchFamily="49" charset="-122"/>
                          <a:cs typeface="微软雅黑" charset="0"/>
                        </a:rPr>
                        <a:t>主管连带责任</a:t>
                      </a:r>
                    </a:p>
                  </a:txBody>
                  <a:tcPr anchor="ctr"/>
                </a:tc>
                <a:tc>
                  <a:txBody>
                    <a:bodyPr/>
                    <a:lstStyle/>
                    <a:p>
                      <a:pPr algn="ctr"/>
                      <a:r>
                        <a:rPr lang="zh-CN" altLang="en-US" sz="1400" b="0" dirty="0">
                          <a:latin typeface="KaiTi" panose="02010609060101010101" pitchFamily="49" charset="-122"/>
                          <a:ea typeface="KaiTi" panose="02010609060101010101" pitchFamily="49" charset="-122"/>
                        </a:rPr>
                        <a:t>公司</a:t>
                      </a:r>
                    </a:p>
                  </a:txBody>
                  <a:tcPr anchor="ctr"/>
                </a:tc>
                <a:extLst>
                  <a:ext uri="{0D108BD9-81ED-4DB2-BD59-A6C34878D82A}">
                    <a16:rowId xmlns:a16="http://schemas.microsoft.com/office/drawing/2014/main" val="10002"/>
                  </a:ext>
                </a:extLst>
              </a:tr>
              <a:tr h="675640">
                <a:tc>
                  <a:txBody>
                    <a:bodyPr/>
                    <a:lstStyle/>
                    <a:p>
                      <a:pPr algn="ctr"/>
                      <a:r>
                        <a:rPr lang="zh-CN" altLang="en-US" sz="1400" b="0" kern="1200" dirty="0">
                          <a:solidFill>
                            <a:schemeClr val="dk1"/>
                          </a:solidFill>
                          <a:latin typeface="KaiTi" panose="02010609060101010101" pitchFamily="49" charset="-122"/>
                          <a:ea typeface="KaiTi" panose="02010609060101010101" pitchFamily="49" charset="-122"/>
                          <a:cs typeface="+mn-cs"/>
                        </a:rPr>
                        <a:t>三级</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latin typeface="KaiTi" panose="02010609060101010101" pitchFamily="49" charset="-122"/>
                          <a:ea typeface="KaiTi" panose="02010609060101010101" pitchFamily="49" charset="-122"/>
                          <a:cs typeface="微软雅黑" charset="0"/>
                        </a:rPr>
                        <a:t>泄露少量</a:t>
                      </a:r>
                      <a:r>
                        <a:rPr lang="en-US" altLang="zh-CN" sz="1400" b="0" dirty="0">
                          <a:latin typeface="KaiTi" panose="02010609060101010101" pitchFamily="49" charset="-122"/>
                          <a:ea typeface="KaiTi" panose="02010609060101010101" pitchFamily="49" charset="-122"/>
                          <a:cs typeface="微软雅黑" charset="0"/>
                        </a:rPr>
                        <a:t>L2/L3</a:t>
                      </a:r>
                      <a:r>
                        <a:rPr lang="zh-CN" altLang="en-US" sz="1400" b="0" dirty="0">
                          <a:latin typeface="KaiTi" panose="02010609060101010101" pitchFamily="49" charset="-122"/>
                          <a:ea typeface="KaiTi" panose="02010609060101010101" pitchFamily="49" charset="-122"/>
                          <a:cs typeface="微软雅黑" charset="0"/>
                        </a:rPr>
                        <a:t>敏感数据</a:t>
                      </a:r>
                    </a:p>
                  </a:txBody>
                  <a:tcPr anchor="ctr"/>
                </a:tc>
                <a:tc>
                  <a:txBody>
                    <a:bodyPr/>
                    <a:lstStyle/>
                    <a:p>
                      <a:pPr algn="l"/>
                      <a:r>
                        <a:rPr lang="zh-CN" altLang="en-US" sz="1400" b="0" kern="1200" dirty="0">
                          <a:solidFill>
                            <a:schemeClr val="dk1"/>
                          </a:solidFill>
                          <a:latin typeface="KaiTi" panose="02010609060101010101" pitchFamily="49" charset="-122"/>
                          <a:ea typeface="KaiTi" panose="02010609060101010101" pitchFamily="49" charset="-122"/>
                          <a:cs typeface="+mn-cs"/>
                        </a:rPr>
                        <a:t>予以书面警告处分</a:t>
                      </a:r>
                      <a:r>
                        <a:rPr lang="en-US" altLang="zh-CN" sz="1400" b="0" kern="1200" dirty="0">
                          <a:solidFill>
                            <a:schemeClr val="dk1"/>
                          </a:solidFill>
                          <a:latin typeface="KaiTi" panose="02010609060101010101" pitchFamily="49" charset="-122"/>
                          <a:ea typeface="KaiTi" panose="02010609060101010101" pitchFamily="49" charset="-122"/>
                          <a:cs typeface="+mn-cs"/>
                        </a:rPr>
                        <a:t>+</a:t>
                      </a:r>
                      <a:r>
                        <a:rPr lang="zh-CN" altLang="en-US" sz="1400" b="0" kern="1200" dirty="0">
                          <a:solidFill>
                            <a:schemeClr val="dk1"/>
                          </a:solidFill>
                          <a:latin typeface="KaiTi" panose="02010609060101010101" pitchFamily="49" charset="-122"/>
                          <a:ea typeface="KaiTi" panose="02010609060101010101" pitchFamily="49" charset="-122"/>
                          <a:cs typeface="+mn-cs"/>
                        </a:rPr>
                        <a:t>部门内部通报</a:t>
                      </a:r>
                    </a:p>
                    <a:p>
                      <a:pPr algn="l"/>
                      <a:endParaRPr lang="zh-CN" altLang="en-US" sz="1400" b="0" kern="1200" dirty="0">
                        <a:solidFill>
                          <a:schemeClr val="dk1"/>
                        </a:solidFill>
                        <a:latin typeface="KaiTi" panose="02010609060101010101" pitchFamily="49" charset="-122"/>
                        <a:ea typeface="KaiTi" panose="02010609060101010101" pitchFamily="49" charset="-122"/>
                        <a:cs typeface="+mn-cs"/>
                      </a:endParaRPr>
                    </a:p>
                  </a:txBody>
                  <a:tcPr anchor="ctr"/>
                </a:tc>
                <a:tc>
                  <a:txBody>
                    <a:bodyPr/>
                    <a:lstStyle/>
                    <a:p>
                      <a:pPr algn="ctr"/>
                      <a:r>
                        <a:rPr lang="zh-CN" altLang="en-US" sz="1400" b="0" dirty="0">
                          <a:latin typeface="KaiTi" panose="02010609060101010101" pitchFamily="49" charset="-122"/>
                          <a:ea typeface="KaiTi" panose="02010609060101010101" pitchFamily="49" charset="-122"/>
                        </a:rPr>
                        <a:t>部门内部</a:t>
                      </a:r>
                    </a:p>
                  </a:txBody>
                  <a:tcPr anchor="ctr"/>
                </a:tc>
                <a:extLst>
                  <a:ext uri="{0D108BD9-81ED-4DB2-BD59-A6C34878D82A}">
                    <a16:rowId xmlns:a16="http://schemas.microsoft.com/office/drawing/2014/main" val="10003"/>
                  </a:ext>
                </a:extLst>
              </a:tr>
              <a:tr h="675640">
                <a:tc>
                  <a:txBody>
                    <a:bodyPr/>
                    <a:lstStyle/>
                    <a:p>
                      <a:pPr algn="ctr"/>
                      <a:r>
                        <a:rPr lang="zh-CN" altLang="en-US" sz="1400" b="0" dirty="0">
                          <a:latin typeface="KaiTi" panose="02010609060101010101" pitchFamily="49" charset="-122"/>
                          <a:ea typeface="KaiTi" panose="02010609060101010101" pitchFamily="49" charset="-122"/>
                        </a:rPr>
                        <a:t>四级</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dirty="0">
                          <a:latin typeface="KaiTi" panose="02010609060101010101" pitchFamily="49" charset="-122"/>
                          <a:ea typeface="KaiTi" panose="02010609060101010101" pitchFamily="49" charset="-122"/>
                          <a:cs typeface="微软雅黑" charset="0"/>
                        </a:rPr>
                        <a:t>泄露较少</a:t>
                      </a:r>
                      <a:r>
                        <a:rPr lang="en-US" altLang="zh-CN" sz="1400" b="0" dirty="0">
                          <a:latin typeface="KaiTi" panose="02010609060101010101" pitchFamily="49" charset="-122"/>
                          <a:ea typeface="KaiTi" panose="02010609060101010101" pitchFamily="49" charset="-122"/>
                          <a:cs typeface="微软雅黑" charset="0"/>
                        </a:rPr>
                        <a:t>L2/L3</a:t>
                      </a:r>
                      <a:r>
                        <a:rPr lang="zh-CN" altLang="en-US" sz="1400" b="0" dirty="0">
                          <a:latin typeface="KaiTi" panose="02010609060101010101" pitchFamily="49" charset="-122"/>
                          <a:ea typeface="KaiTi" panose="02010609060101010101" pitchFamily="49" charset="-122"/>
                          <a:cs typeface="微软雅黑" charset="0"/>
                        </a:rPr>
                        <a:t>敏感数据</a:t>
                      </a:r>
                    </a:p>
                  </a:txBody>
                  <a:tcPr anchor="ctr"/>
                </a:tc>
                <a:tc>
                  <a:txBody>
                    <a:bodyPr/>
                    <a:lstStyle/>
                    <a:p>
                      <a:pPr algn="l"/>
                      <a:r>
                        <a:rPr lang="zh-CN" altLang="en-US" sz="1400" b="0" dirty="0">
                          <a:latin typeface="KaiTi" panose="02010609060101010101" pitchFamily="49" charset="-122"/>
                          <a:ea typeface="KaiTi" panose="02010609060101010101" pitchFamily="49" charset="-122"/>
                        </a:rPr>
                        <a:t>口头训诫、书面警告</a:t>
                      </a:r>
                    </a:p>
                  </a:txBody>
                  <a:tcPr anchor="ctr"/>
                </a:tc>
                <a:tc>
                  <a:txBody>
                    <a:bodyPr/>
                    <a:lstStyle/>
                    <a:p>
                      <a:pPr algn="ctr"/>
                      <a:r>
                        <a:rPr lang="zh-CN" altLang="en-US" sz="1400" b="0" dirty="0">
                          <a:latin typeface="KaiTi" panose="02010609060101010101" pitchFamily="49" charset="-122"/>
                          <a:ea typeface="KaiTi" panose="02010609060101010101" pitchFamily="49" charset="-122"/>
                        </a:rPr>
                        <a:t>部门内部</a:t>
                      </a:r>
                    </a:p>
                  </a:txBody>
                  <a:tcPr anchor="ctr"/>
                </a:tc>
                <a:extLst>
                  <a:ext uri="{0D108BD9-81ED-4DB2-BD59-A6C34878D82A}">
                    <a16:rowId xmlns:a16="http://schemas.microsoft.com/office/drawing/2014/main" val="10004"/>
                  </a:ext>
                </a:extLst>
              </a:tr>
            </a:tbl>
          </a:graphicData>
        </a:graphic>
      </p:graphicFrame>
      <p:sp>
        <p:nvSpPr>
          <p:cNvPr id="5" name="标题 1"/>
          <p:cNvSpPr txBox="1"/>
          <p:nvPr/>
        </p:nvSpPr>
        <p:spPr>
          <a:xfrm>
            <a:off x="608092" y="599671"/>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19"/>
          <p:cNvSpPr txBox="1"/>
          <p:nvPr/>
        </p:nvSpPr>
        <p:spPr>
          <a:xfrm>
            <a:off x="3351513" y="1501795"/>
            <a:ext cx="6516547" cy="3503310"/>
          </a:xfrm>
          <a:prstGeom prst="rect">
            <a:avLst/>
          </a:prstGeom>
          <a:ln w="12700">
            <a:miter lim="400000"/>
          </a:ln>
        </p:spPr>
        <p:txBody>
          <a:bodyPr lIns="50800" tIns="50800" rIns="50800" bIns="50800" anchor="ctr">
            <a:normAutofit/>
          </a:bodyPr>
          <a:lstStyle>
            <a:lvl1pPr marL="0" marR="0" indent="0" algn="ctr" defTabSz="647700" rtl="0" latinLnBrk="0">
              <a:lnSpc>
                <a:spcPct val="100000"/>
              </a:lnSpc>
              <a:spcBef>
                <a:spcPts val="0"/>
              </a:spcBef>
              <a:spcAft>
                <a:spcPts val="0"/>
              </a:spcAft>
              <a:buClrTx/>
              <a:buSzTx/>
              <a:buFontTx/>
              <a:buNone/>
              <a:defRPr sz="10000" b="0" i="0" u="none" strike="noStrike" cap="none" spc="0" baseline="0">
                <a:ln>
                  <a:noFill/>
                </a:ln>
                <a:solidFill>
                  <a:srgbClr val="FFFFFF"/>
                </a:solidFill>
                <a:uFillTx/>
                <a:latin typeface="+mn-lt"/>
                <a:ea typeface="+mn-ea"/>
                <a:cs typeface="+mn-cs"/>
                <a:sym typeface="Chalkduster" panose="03050602040202020205"/>
              </a:defRPr>
            </a:lvl1pPr>
            <a:lvl2pPr marL="0" marR="0" indent="228600" algn="ctr" defTabSz="647700" rtl="0" latinLnBrk="0">
              <a:lnSpc>
                <a:spcPct val="100000"/>
              </a:lnSpc>
              <a:spcBef>
                <a:spcPts val="0"/>
              </a:spcBef>
              <a:spcAft>
                <a:spcPts val="0"/>
              </a:spcAft>
              <a:buClrTx/>
              <a:buSzTx/>
              <a:buFontTx/>
              <a:buNone/>
              <a:defRPr sz="10000" b="0" i="0" u="none" strike="noStrike" cap="none" spc="0" baseline="0">
                <a:ln>
                  <a:noFill/>
                </a:ln>
                <a:solidFill>
                  <a:srgbClr val="FFFFFF"/>
                </a:solidFill>
                <a:uFillTx/>
                <a:latin typeface="+mn-lt"/>
                <a:ea typeface="+mn-ea"/>
                <a:cs typeface="+mn-cs"/>
                <a:sym typeface="Chalkduster" panose="03050602040202020205"/>
              </a:defRPr>
            </a:lvl2pPr>
            <a:lvl3pPr marL="0" marR="0" indent="457200" algn="ctr" defTabSz="647700" rtl="0" latinLnBrk="0">
              <a:lnSpc>
                <a:spcPct val="100000"/>
              </a:lnSpc>
              <a:spcBef>
                <a:spcPts val="0"/>
              </a:spcBef>
              <a:spcAft>
                <a:spcPts val="0"/>
              </a:spcAft>
              <a:buClrTx/>
              <a:buSzTx/>
              <a:buFontTx/>
              <a:buNone/>
              <a:defRPr sz="10000" b="0" i="0" u="none" strike="noStrike" cap="none" spc="0" baseline="0">
                <a:ln>
                  <a:noFill/>
                </a:ln>
                <a:solidFill>
                  <a:srgbClr val="FFFFFF"/>
                </a:solidFill>
                <a:uFillTx/>
                <a:latin typeface="+mn-lt"/>
                <a:ea typeface="+mn-ea"/>
                <a:cs typeface="+mn-cs"/>
                <a:sym typeface="Chalkduster" panose="03050602040202020205"/>
              </a:defRPr>
            </a:lvl3pPr>
            <a:lvl4pPr marL="0" marR="0" indent="685800" algn="ctr" defTabSz="647700" rtl="0" latinLnBrk="0">
              <a:lnSpc>
                <a:spcPct val="100000"/>
              </a:lnSpc>
              <a:spcBef>
                <a:spcPts val="0"/>
              </a:spcBef>
              <a:spcAft>
                <a:spcPts val="0"/>
              </a:spcAft>
              <a:buClrTx/>
              <a:buSzTx/>
              <a:buFontTx/>
              <a:buNone/>
              <a:defRPr sz="10000" b="0" i="0" u="none" strike="noStrike" cap="none" spc="0" baseline="0">
                <a:ln>
                  <a:noFill/>
                </a:ln>
                <a:solidFill>
                  <a:srgbClr val="FFFFFF"/>
                </a:solidFill>
                <a:uFillTx/>
                <a:latin typeface="+mn-lt"/>
                <a:ea typeface="+mn-ea"/>
                <a:cs typeface="+mn-cs"/>
                <a:sym typeface="Chalkduster" panose="03050602040202020205"/>
              </a:defRPr>
            </a:lvl4pPr>
            <a:lvl5pPr marL="0" marR="0" indent="914400" algn="ctr" defTabSz="647700" rtl="0" latinLnBrk="0">
              <a:lnSpc>
                <a:spcPct val="100000"/>
              </a:lnSpc>
              <a:spcBef>
                <a:spcPts val="0"/>
              </a:spcBef>
              <a:spcAft>
                <a:spcPts val="0"/>
              </a:spcAft>
              <a:buClrTx/>
              <a:buSzTx/>
              <a:buFontTx/>
              <a:buNone/>
              <a:defRPr sz="10000" b="0" i="0" u="none" strike="noStrike" cap="none" spc="0" baseline="0">
                <a:ln>
                  <a:noFill/>
                </a:ln>
                <a:solidFill>
                  <a:srgbClr val="FFFFFF"/>
                </a:solidFill>
                <a:uFillTx/>
                <a:latin typeface="+mn-lt"/>
                <a:ea typeface="+mn-ea"/>
                <a:cs typeface="+mn-cs"/>
                <a:sym typeface="Chalkduster" panose="03050602040202020205"/>
              </a:defRPr>
            </a:lvl5pPr>
            <a:lvl6pPr marL="0" marR="0" indent="1143000" algn="ctr" defTabSz="647700" rtl="0" latinLnBrk="0">
              <a:lnSpc>
                <a:spcPct val="100000"/>
              </a:lnSpc>
              <a:spcBef>
                <a:spcPts val="0"/>
              </a:spcBef>
              <a:spcAft>
                <a:spcPts val="0"/>
              </a:spcAft>
              <a:buClrTx/>
              <a:buSzTx/>
              <a:buFontTx/>
              <a:buNone/>
              <a:defRPr sz="10000" b="0" i="0" u="none" strike="noStrike" cap="none" spc="0" baseline="0">
                <a:ln>
                  <a:noFill/>
                </a:ln>
                <a:solidFill>
                  <a:srgbClr val="FFFFFF"/>
                </a:solidFill>
                <a:uFillTx/>
                <a:latin typeface="+mn-lt"/>
                <a:ea typeface="+mn-ea"/>
                <a:cs typeface="+mn-cs"/>
                <a:sym typeface="Chalkduster" panose="03050602040202020205"/>
              </a:defRPr>
            </a:lvl6pPr>
            <a:lvl7pPr marL="0" marR="0" indent="1371600" algn="ctr" defTabSz="647700" rtl="0" latinLnBrk="0">
              <a:lnSpc>
                <a:spcPct val="100000"/>
              </a:lnSpc>
              <a:spcBef>
                <a:spcPts val="0"/>
              </a:spcBef>
              <a:spcAft>
                <a:spcPts val="0"/>
              </a:spcAft>
              <a:buClrTx/>
              <a:buSzTx/>
              <a:buFontTx/>
              <a:buNone/>
              <a:defRPr sz="10000" b="0" i="0" u="none" strike="noStrike" cap="none" spc="0" baseline="0">
                <a:ln>
                  <a:noFill/>
                </a:ln>
                <a:solidFill>
                  <a:srgbClr val="FFFFFF"/>
                </a:solidFill>
                <a:uFillTx/>
                <a:latin typeface="+mn-lt"/>
                <a:ea typeface="+mn-ea"/>
                <a:cs typeface="+mn-cs"/>
                <a:sym typeface="Chalkduster" panose="03050602040202020205"/>
              </a:defRPr>
            </a:lvl7pPr>
            <a:lvl8pPr marL="0" marR="0" indent="1600200" algn="ctr" defTabSz="647700" rtl="0" latinLnBrk="0">
              <a:lnSpc>
                <a:spcPct val="100000"/>
              </a:lnSpc>
              <a:spcBef>
                <a:spcPts val="0"/>
              </a:spcBef>
              <a:spcAft>
                <a:spcPts val="0"/>
              </a:spcAft>
              <a:buClrTx/>
              <a:buSzTx/>
              <a:buFontTx/>
              <a:buNone/>
              <a:defRPr sz="10000" b="0" i="0" u="none" strike="noStrike" cap="none" spc="0" baseline="0">
                <a:ln>
                  <a:noFill/>
                </a:ln>
                <a:solidFill>
                  <a:srgbClr val="FFFFFF"/>
                </a:solidFill>
                <a:uFillTx/>
                <a:latin typeface="+mn-lt"/>
                <a:ea typeface="+mn-ea"/>
                <a:cs typeface="+mn-cs"/>
                <a:sym typeface="Chalkduster" panose="03050602040202020205"/>
              </a:defRPr>
            </a:lvl8pPr>
            <a:lvl9pPr marL="0" marR="0" indent="1828800" algn="ctr" defTabSz="647700" rtl="0" latinLnBrk="0">
              <a:lnSpc>
                <a:spcPct val="100000"/>
              </a:lnSpc>
              <a:spcBef>
                <a:spcPts val="0"/>
              </a:spcBef>
              <a:spcAft>
                <a:spcPts val="0"/>
              </a:spcAft>
              <a:buClrTx/>
              <a:buSzTx/>
              <a:buFontTx/>
              <a:buNone/>
              <a:defRPr sz="10000" b="0" i="0" u="none" strike="noStrike" cap="none" spc="0" baseline="0">
                <a:ln>
                  <a:noFill/>
                </a:ln>
                <a:solidFill>
                  <a:srgbClr val="FFFFFF"/>
                </a:solidFill>
                <a:uFillTx/>
                <a:latin typeface="+mn-lt"/>
                <a:ea typeface="+mn-ea"/>
                <a:cs typeface="+mn-cs"/>
                <a:sym typeface="Chalkduster" panose="03050602040202020205"/>
              </a:defRPr>
            </a:lvl9pPr>
          </a:lstStyle>
          <a:p>
            <a:pPr marL="1143000" indent="-1143000" algn="l" hangingPunct="1">
              <a:lnSpc>
                <a:spcPct val="170000"/>
              </a:lnSpc>
              <a:buFont typeface="Arial" panose="020B0604020202020204" pitchFamily="34" charset="0"/>
              <a:buChar char="•"/>
              <a:defRPr>
                <a:latin typeface="Kaiti SC Regular" panose="02010600040101010101" charset="-122"/>
                <a:ea typeface="Kaiti SC Regular" panose="02010600040101010101" charset="-122"/>
                <a:cs typeface="Kaiti SC Regular" panose="02010600040101010101" charset="-122"/>
                <a:sym typeface="Kaiti SC Regular" panose="02010600040101010101" charset="-122"/>
              </a:defRPr>
            </a:pPr>
            <a:r>
              <a:rPr lang="zh-CN" altLang="en-US" sz="2800" b="1" dirty="0">
                <a:solidFill>
                  <a:srgbClr val="0045D4"/>
                </a:solidFill>
                <a:latin typeface="微软雅黑 Light" panose="020B0502040204020203" pitchFamily="34" charset="-122"/>
                <a:ea typeface="微软雅黑 Light" panose="020B0502040204020203" pitchFamily="34" charset="-122"/>
                <a:cs typeface="Kaiti SC Regular" panose="02010600040101010101" charset="-122"/>
                <a:sym typeface="Kaiti SC Regular" panose="02010600040101010101" charset="-122"/>
              </a:rPr>
              <a:t>数据安全规范</a:t>
            </a:r>
            <a:endParaRPr lang="en-US" altLang="zh-CN" sz="2800" b="1" dirty="0">
              <a:solidFill>
                <a:srgbClr val="0045D4"/>
              </a:solidFill>
              <a:latin typeface="微软雅黑 Light" panose="020B0502040204020203" pitchFamily="34" charset="-122"/>
              <a:ea typeface="微软雅黑 Light" panose="020B0502040204020203" pitchFamily="34" charset="-122"/>
              <a:cs typeface="Kaiti SC Regular" panose="02010600040101010101" charset="-122"/>
              <a:sym typeface="Kaiti SC Regular" panose="02010600040101010101" charset="-122"/>
            </a:endParaRPr>
          </a:p>
          <a:p>
            <a:pPr marL="1143000" indent="-1143000" algn="l" hangingPunct="1">
              <a:lnSpc>
                <a:spcPct val="170000"/>
              </a:lnSpc>
              <a:buFont typeface="Arial" panose="020B0604020202020204" pitchFamily="34" charset="0"/>
              <a:buChar char="•"/>
              <a:defRPr>
                <a:latin typeface="Kaiti SC Regular" panose="02010600040101010101" charset="-122"/>
                <a:ea typeface="Kaiti SC Regular" panose="02010600040101010101" charset="-122"/>
                <a:cs typeface="Kaiti SC Regular" panose="02010600040101010101" charset="-122"/>
                <a:sym typeface="Kaiti SC Regular" panose="02010600040101010101" charset="-122"/>
              </a:defRPr>
            </a:pPr>
            <a:r>
              <a:rPr lang="zh-CN" altLang="en-US" sz="2800" b="1" dirty="0">
                <a:solidFill>
                  <a:srgbClr val="0045D4"/>
                </a:solidFill>
                <a:latin typeface="微软雅黑 Light" panose="020B0502040204020203" pitchFamily="34" charset="-122"/>
                <a:ea typeface="微软雅黑 Light" panose="020B0502040204020203" pitchFamily="34" charset="-122"/>
                <a:cs typeface="Kaiti SC Regular" panose="02010600040101010101" charset="-122"/>
                <a:sym typeface="Kaiti SC Regular" panose="02010600040101010101" charset="-122"/>
              </a:rPr>
              <a:t>日常信息安全规范</a:t>
            </a:r>
            <a:endParaRPr lang="en-US" altLang="zh-CN" sz="2800" b="1" dirty="0">
              <a:solidFill>
                <a:srgbClr val="0045D4"/>
              </a:solidFill>
              <a:latin typeface="微软雅黑 Light" panose="020B0502040204020203" pitchFamily="34" charset="-122"/>
              <a:ea typeface="微软雅黑 Light" panose="020B0502040204020203" pitchFamily="34" charset="-122"/>
              <a:cs typeface="Kaiti SC Regular" panose="02010600040101010101" charset="-122"/>
              <a:sym typeface="Kaiti SC Regular" panose="02010600040101010101" charset="-122"/>
            </a:endParaRPr>
          </a:p>
          <a:p>
            <a:pPr marL="1143000" indent="-1143000" algn="l" hangingPunct="1">
              <a:lnSpc>
                <a:spcPct val="170000"/>
              </a:lnSpc>
              <a:buFont typeface="Arial" panose="020B0604020202020204" pitchFamily="34" charset="0"/>
              <a:buChar char="•"/>
              <a:defRPr>
                <a:latin typeface="Kaiti SC Regular" panose="02010600040101010101" charset="-122"/>
                <a:ea typeface="Kaiti SC Regular" panose="02010600040101010101" charset="-122"/>
                <a:cs typeface="Kaiti SC Regular" panose="02010600040101010101" charset="-122"/>
                <a:sym typeface="Kaiti SC Regular" panose="02010600040101010101" charset="-122"/>
              </a:defRPr>
            </a:pPr>
            <a:r>
              <a:rPr lang="zh-CN" altLang="en-US" sz="2800" b="1" dirty="0">
                <a:solidFill>
                  <a:srgbClr val="0045D4"/>
                </a:solidFill>
                <a:latin typeface="微软雅黑 Light" panose="020B0502040204020203" pitchFamily="34" charset="-122"/>
                <a:ea typeface="微软雅黑 Light" panose="020B0502040204020203" pitchFamily="34" charset="-122"/>
                <a:cs typeface="Kaiti SC Regular" panose="02010600040101010101" charset="-122"/>
                <a:sym typeface="Kaiti SC Regular" panose="02010600040101010101" charset="-122"/>
              </a:rPr>
              <a:t>新员工任务</a:t>
            </a:r>
            <a:endParaRPr lang="en-US" altLang="zh-CN" sz="2800" b="1" dirty="0">
              <a:solidFill>
                <a:srgbClr val="0045D4"/>
              </a:solidFill>
              <a:latin typeface="微软雅黑 Light" panose="020B0502040204020203" pitchFamily="34" charset="-122"/>
              <a:ea typeface="微软雅黑 Light" panose="020B0502040204020203" pitchFamily="34" charset="-122"/>
              <a:cs typeface="Kaiti SC Regular" panose="02010600040101010101" charset="-122"/>
              <a:sym typeface="Kaiti SC Regular" panose="02010600040101010101" charset="-122"/>
            </a:endParaRPr>
          </a:p>
        </p:txBody>
      </p:sp>
      <p:sp>
        <p:nvSpPr>
          <p:cNvPr id="6" name="文本框 5"/>
          <p:cNvSpPr txBox="1"/>
          <p:nvPr/>
        </p:nvSpPr>
        <p:spPr>
          <a:xfrm>
            <a:off x="2973600" y="958056"/>
            <a:ext cx="2580835" cy="5437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25400" tIns="25400" rIns="25400" bIns="25400" numCol="1" spcCol="38100" rtlCol="0" anchor="ctr">
            <a:spAutoFit/>
          </a:bodyPr>
          <a:lstStyle/>
          <a:p>
            <a:r>
              <a:rPr lang="zh-CN" altLang="en-US" sz="3200" b="1" dirty="0">
                <a:solidFill>
                  <a:srgbClr val="0045D4"/>
                </a:solidFill>
                <a:latin typeface="微软雅黑 Light" panose="020B0502040204020203" pitchFamily="34" charset="-122"/>
                <a:ea typeface="微软雅黑 Light" panose="020B0502040204020203" pitchFamily="34" charset="-122"/>
                <a:sym typeface="Helvetica Neue" panose="02000503000000020004"/>
              </a:rPr>
              <a:t>培训内容</a:t>
            </a:r>
            <a:r>
              <a:rPr lang="en-US" altLang="zh-CN" sz="3200" dirty="0">
                <a:solidFill>
                  <a:srgbClr val="0045D4"/>
                </a:solidFill>
                <a:latin typeface="微软雅黑 Light" panose="020B0502040204020203" pitchFamily="34" charset="-122"/>
                <a:ea typeface="微软雅黑 Light" panose="020B0502040204020203" pitchFamily="34" charset="-122"/>
                <a:sym typeface="Helvetica Neue" panose="02000503000000020004"/>
              </a:rPr>
              <a:t>——</a:t>
            </a:r>
            <a:endParaRPr lang="zh-CN" altLang="en-US" sz="3200" dirty="0">
              <a:solidFill>
                <a:srgbClr val="0045D4"/>
              </a:solidFill>
              <a:latin typeface="微软雅黑 Light" panose="020B0502040204020203" pitchFamily="34" charset="-122"/>
              <a:ea typeface="微软雅黑 Light" panose="020B0502040204020203" pitchFamily="34" charset="-122"/>
              <a:sym typeface="Helvetica Neue" panose="02000503000000020004"/>
            </a:endParaRPr>
          </a:p>
        </p:txBody>
      </p:sp>
      <p:sp>
        <p:nvSpPr>
          <p:cNvPr id="2" name="标题 1"/>
          <p:cNvSpPr txBox="1"/>
          <p:nvPr/>
        </p:nvSpPr>
        <p:spPr>
          <a:xfrm>
            <a:off x="0" y="0"/>
            <a:ext cx="2973600" cy="3606885"/>
          </a:xfrm>
          <a:custGeom>
            <a:avLst/>
            <a:gdLst>
              <a:gd name="connsiteX0" fmla="*/ 1879493 w 3069366"/>
              <a:gd name="connsiteY0" fmla="*/ 0 h 3723046"/>
              <a:gd name="connsiteX1" fmla="*/ 3069366 w 3069366"/>
              <a:gd name="connsiteY1" fmla="*/ 0 h 3723046"/>
              <a:gd name="connsiteX2" fmla="*/ 40957 w 3069366"/>
              <a:gd name="connsiteY2" fmla="*/ 3715732 h 3723046"/>
              <a:gd name="connsiteX3" fmla="*/ 0 w 3069366"/>
              <a:gd name="connsiteY3" fmla="*/ 3723046 h 3723046"/>
              <a:gd name="connsiteX4" fmla="*/ 0 w 3069366"/>
              <a:gd name="connsiteY4" fmla="*/ 2498905 h 3723046"/>
              <a:gd name="connsiteX5" fmla="*/ 50605 w 3069366"/>
              <a:gd name="connsiteY5" fmla="*/ 2485893 h 3723046"/>
              <a:gd name="connsiteX6" fmla="*/ 1879493 w 3069366"/>
              <a:gd name="connsiteY6" fmla="*/ 0 h 3723046"/>
            </a:gdLst>
            <a:ahLst/>
            <a:cxnLst/>
            <a:rect l="l" t="t" r="r" b="b"/>
            <a:pathLst>
              <a:path w="3069366" h="3723046">
                <a:moveTo>
                  <a:pt x="1879493" y="0"/>
                </a:moveTo>
                <a:lnTo>
                  <a:pt x="3069366" y="0"/>
                </a:lnTo>
                <a:cubicBezTo>
                  <a:pt x="3069366" y="1832862"/>
                  <a:pt x="1769267" y="3362069"/>
                  <a:pt x="40957" y="3715732"/>
                </a:cubicBezTo>
                <a:lnTo>
                  <a:pt x="0" y="3723046"/>
                </a:lnTo>
                <a:lnTo>
                  <a:pt x="0" y="2498905"/>
                </a:lnTo>
                <a:lnTo>
                  <a:pt x="50605" y="2485893"/>
                </a:lnTo>
                <a:cubicBezTo>
                  <a:pt x="1110170" y="2156334"/>
                  <a:pt x="1879493" y="1168010"/>
                  <a:pt x="1879493" y="0"/>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917484" y="1028700"/>
            <a:ext cx="3987800" cy="1244600"/>
          </a:xfrm>
          <a:prstGeom prst="rect">
            <a:avLst/>
          </a:prstGeom>
          <a:noFill/>
          <a:ln>
            <a:noFill/>
          </a:ln>
        </p:spPr>
        <p:txBody>
          <a:bodyPr vert="horz" wrap="square" lIns="0" tIns="0" rIns="0" bIns="0" rtlCol="0" anchor="t">
            <a:spAutoFit/>
          </a:bodyPr>
          <a:lstStyle/>
          <a:p>
            <a:pPr algn="l"/>
            <a:r>
              <a:rPr kumimoji="1" lang="en-US" altLang="zh-CN" sz="9850">
                <a:ln w="19050">
                  <a:solidFill>
                    <a:srgbClr val="457EFF">
                      <a:alpha val="100000"/>
                    </a:srgbClr>
                  </a:solidFill>
                </a:ln>
                <a:noFill/>
                <a:latin typeface="OPPOSans H"/>
                <a:ea typeface="OPPOSans H"/>
                <a:cs typeface="OPPOSans H"/>
              </a:rPr>
              <a:t>01</a:t>
            </a:r>
            <a:endParaRPr kumimoji="1" lang="zh-CN" altLang="en-US"/>
          </a:p>
        </p:txBody>
      </p:sp>
      <p:sp>
        <p:nvSpPr>
          <p:cNvPr id="3" name="标题 1"/>
          <p:cNvSpPr txBox="1"/>
          <p:nvPr/>
        </p:nvSpPr>
        <p:spPr>
          <a:xfrm>
            <a:off x="660400" y="2658468"/>
            <a:ext cx="10858500" cy="2825521"/>
          </a:xfrm>
          <a:prstGeom prst="roundRect">
            <a:avLst>
              <a:gd name="adj" fmla="val 50000"/>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11343100" y="5954100"/>
            <a:ext cx="360000" cy="360000"/>
          </a:xfrm>
          <a:prstGeom prst="ellipse">
            <a:avLst/>
          </a:prstGeom>
          <a:noFill/>
          <a:ln w="19050" cap="sq">
            <a:solidFill>
              <a:schemeClr val="accent1"/>
            </a:solid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512446" y="-1401229"/>
            <a:ext cx="2429929" cy="2429929"/>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grpSp>
        <p:nvGrpSpPr>
          <p:cNvPr id="6" name="组合 5"/>
          <p:cNvGrpSpPr/>
          <p:nvPr/>
        </p:nvGrpSpPr>
        <p:grpSpPr>
          <a:xfrm>
            <a:off x="6732715" y="797009"/>
            <a:ext cx="4032000" cy="4420493"/>
            <a:chOff x="6732715" y="797009"/>
            <a:chExt cx="4032000" cy="4420493"/>
          </a:xfrm>
        </p:grpSpPr>
        <p:sp>
          <p:nvSpPr>
            <p:cNvPr id="7" name="标题 1"/>
            <p:cNvSpPr txBox="1"/>
            <p:nvPr/>
          </p:nvSpPr>
          <p:spPr>
            <a:xfrm>
              <a:off x="9029073" y="3000248"/>
              <a:ext cx="1031" cy="9406"/>
            </a:xfrm>
            <a:custGeom>
              <a:avLst/>
              <a:gdLst>
                <a:gd name="connsiteX0" fmla="*/ 580 w 1010"/>
                <a:gd name="connsiteY0" fmla="*/ 5107 h 9219"/>
                <a:gd name="connsiteX1" fmla="*/ 580 w 1010"/>
                <a:gd name="connsiteY1" fmla="*/ 5107 h 9219"/>
              </a:gdLst>
              <a:ahLst/>
              <a:cxnLst/>
              <a:rect l="l" t="t" r="r" b="b"/>
              <a:pathLst>
                <a:path w="1010" h="9219">
                  <a:moveTo>
                    <a:pt x="580" y="5107"/>
                  </a:moveTo>
                  <a:cubicBezTo>
                    <a:pt x="-1313" y="-11826"/>
                    <a:pt x="2173" y="20048"/>
                    <a:pt x="580" y="5107"/>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a:off x="6905378" y="4968716"/>
              <a:ext cx="3859337" cy="248786"/>
            </a:xfrm>
            <a:custGeom>
              <a:avLst/>
              <a:gdLst>
                <a:gd name="connsiteX0" fmla="*/ 3782556 w 3782556"/>
                <a:gd name="connsiteY0" fmla="*/ 121918 h 243836"/>
                <a:gd name="connsiteX1" fmla="*/ 1891278 w 3782556"/>
                <a:gd name="connsiteY1" fmla="*/ 243836 h 243836"/>
                <a:gd name="connsiteX2" fmla="*/ 0 w 3782556"/>
                <a:gd name="connsiteY2" fmla="*/ 121918 h 243836"/>
                <a:gd name="connsiteX3" fmla="*/ 1891278 w 3782556"/>
                <a:gd name="connsiteY3" fmla="*/ 0 h 243836"/>
                <a:gd name="connsiteX4" fmla="*/ 3782556 w 3782556"/>
                <a:gd name="connsiteY4" fmla="*/ 121918 h 243836"/>
              </a:gdLst>
              <a:ahLst/>
              <a:cxnLst/>
              <a:rect l="l" t="t" r="r" b="b"/>
              <a:pathLst>
                <a:path w="3782556" h="243836">
                  <a:moveTo>
                    <a:pt x="3782556" y="121918"/>
                  </a:moveTo>
                  <a:cubicBezTo>
                    <a:pt x="3782556" y="189252"/>
                    <a:pt x="2935802" y="243836"/>
                    <a:pt x="1891278" y="243836"/>
                  </a:cubicBezTo>
                  <a:cubicBezTo>
                    <a:pt x="846754" y="243836"/>
                    <a:pt x="0" y="189252"/>
                    <a:pt x="0" y="121918"/>
                  </a:cubicBezTo>
                  <a:cubicBezTo>
                    <a:pt x="0" y="54584"/>
                    <a:pt x="846754" y="0"/>
                    <a:pt x="1891278" y="0"/>
                  </a:cubicBezTo>
                  <a:cubicBezTo>
                    <a:pt x="2935802" y="0"/>
                    <a:pt x="3782556" y="54585"/>
                    <a:pt x="3782556" y="121918"/>
                  </a:cubicBezTo>
                  <a:close/>
                </a:path>
              </a:pathLst>
            </a:custGeom>
            <a:solidFill>
              <a:schemeClr val="bg1">
                <a:lumMod val="85000"/>
              </a:schemeClr>
            </a:solidFill>
            <a:ln w="4973"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8189013" y="4795999"/>
              <a:ext cx="363995" cy="329753"/>
            </a:xfrm>
            <a:custGeom>
              <a:avLst/>
              <a:gdLst>
                <a:gd name="connsiteX0" fmla="*/ 21746 w 356753"/>
                <a:gd name="connsiteY0" fmla="*/ 0 h 323193"/>
                <a:gd name="connsiteX1" fmla="*/ 1825 w 356753"/>
                <a:gd name="connsiteY1" fmla="*/ 169331 h 323193"/>
                <a:gd name="connsiteX2" fmla="*/ 7552 w 356753"/>
                <a:gd name="connsiteY2" fmla="*/ 228248 h 323193"/>
                <a:gd name="connsiteX3" fmla="*/ 64229 w 356753"/>
                <a:gd name="connsiteY3" fmla="*/ 257283 h 323193"/>
                <a:gd name="connsiteX4" fmla="*/ 331921 w 356753"/>
                <a:gd name="connsiteY4" fmla="*/ 322725 h 323193"/>
                <a:gd name="connsiteX5" fmla="*/ 356524 w 356753"/>
                <a:gd name="connsiteY5" fmla="*/ 313113 h 323193"/>
                <a:gd name="connsiteX6" fmla="*/ 340637 w 356753"/>
                <a:gd name="connsiteY6" fmla="*/ 289855 h 323193"/>
                <a:gd name="connsiteX7" fmla="*/ 197851 w 356753"/>
                <a:gd name="connsiteY7" fmla="*/ 186065 h 323193"/>
                <a:gd name="connsiteX8" fmla="*/ 137390 w 356753"/>
                <a:gd name="connsiteY8" fmla="*/ 124508 h 323193"/>
                <a:gd name="connsiteX9" fmla="*/ 115476 w 356753"/>
                <a:gd name="connsiteY9" fmla="*/ 31526 h 323193"/>
                <a:gd name="connsiteX10" fmla="*/ 21746 w 356753"/>
                <a:gd name="connsiteY10" fmla="*/ 0 h 323193"/>
              </a:gdLst>
              <a:ahLst/>
              <a:cxnLst/>
              <a:rect l="l" t="t" r="r" b="b"/>
              <a:pathLst>
                <a:path w="356753" h="323193">
                  <a:moveTo>
                    <a:pt x="21746" y="0"/>
                  </a:moveTo>
                  <a:cubicBezTo>
                    <a:pt x="15521" y="53240"/>
                    <a:pt x="8200" y="115992"/>
                    <a:pt x="1825" y="169331"/>
                  </a:cubicBezTo>
                  <a:cubicBezTo>
                    <a:pt x="-416" y="188804"/>
                    <a:pt x="-2408" y="210020"/>
                    <a:pt x="7552" y="228248"/>
                  </a:cubicBezTo>
                  <a:cubicBezTo>
                    <a:pt x="18908" y="249066"/>
                    <a:pt x="43062" y="249564"/>
                    <a:pt x="64229" y="257283"/>
                  </a:cubicBezTo>
                  <a:cubicBezTo>
                    <a:pt x="150468" y="289900"/>
                    <a:pt x="240363" y="311878"/>
                    <a:pt x="331921" y="322725"/>
                  </a:cubicBezTo>
                  <a:cubicBezTo>
                    <a:pt x="341882" y="324020"/>
                    <a:pt x="354681" y="323173"/>
                    <a:pt x="356524" y="313113"/>
                  </a:cubicBezTo>
                  <a:cubicBezTo>
                    <a:pt x="358366" y="303053"/>
                    <a:pt x="348754" y="295433"/>
                    <a:pt x="340637" y="289855"/>
                  </a:cubicBezTo>
                  <a:cubicBezTo>
                    <a:pt x="285853" y="251855"/>
                    <a:pt x="249198" y="229842"/>
                    <a:pt x="197851" y="186065"/>
                  </a:cubicBezTo>
                  <a:cubicBezTo>
                    <a:pt x="176037" y="167488"/>
                    <a:pt x="154323" y="148115"/>
                    <a:pt x="137390" y="124508"/>
                  </a:cubicBezTo>
                  <a:cubicBezTo>
                    <a:pt x="120456" y="100901"/>
                    <a:pt x="114679" y="59266"/>
                    <a:pt x="115476" y="31526"/>
                  </a:cubicBezTo>
                  <a:cubicBezTo>
                    <a:pt x="87736" y="21266"/>
                    <a:pt x="49586" y="10558"/>
                    <a:pt x="21746" y="0"/>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a:off x="7290972" y="4704532"/>
              <a:ext cx="307866" cy="370053"/>
            </a:xfrm>
            <a:custGeom>
              <a:avLst/>
              <a:gdLst>
                <a:gd name="connsiteX0" fmla="*/ 180122 w 301741"/>
                <a:gd name="connsiteY0" fmla="*/ 16337 h 362691"/>
                <a:gd name="connsiteX1" fmla="*/ 39228 w 301741"/>
                <a:gd name="connsiteY1" fmla="*/ 285274 h 362691"/>
                <a:gd name="connsiteX2" fmla="*/ 10243 w 301741"/>
                <a:gd name="connsiteY2" fmla="*/ 310624 h 362691"/>
                <a:gd name="connsiteX3" fmla="*/ 1726 w 301741"/>
                <a:gd name="connsiteY3" fmla="*/ 343544 h 362691"/>
                <a:gd name="connsiteX4" fmla="*/ 20602 w 301741"/>
                <a:gd name="connsiteY4" fmla="*/ 354999 h 362691"/>
                <a:gd name="connsiteX5" fmla="*/ 166774 w 301741"/>
                <a:gd name="connsiteY5" fmla="*/ 351114 h 362691"/>
                <a:gd name="connsiteX6" fmla="*/ 236997 w 301741"/>
                <a:gd name="connsiteY6" fmla="*/ 309927 h 362691"/>
                <a:gd name="connsiteX7" fmla="*/ 260006 w 301741"/>
                <a:gd name="connsiteY7" fmla="*/ 258181 h 362691"/>
                <a:gd name="connsiteX8" fmla="*/ 301741 w 301741"/>
                <a:gd name="connsiteY8" fmla="*/ 1 h 362691"/>
                <a:gd name="connsiteX9" fmla="*/ 180122 w 301741"/>
                <a:gd name="connsiteY9" fmla="*/ 16337 h 362691"/>
              </a:gdLst>
              <a:ahLst/>
              <a:cxnLst/>
              <a:rect l="l" t="t" r="r" b="b"/>
              <a:pathLst>
                <a:path w="301741" h="362691">
                  <a:moveTo>
                    <a:pt x="180122" y="16337"/>
                  </a:moveTo>
                  <a:cubicBezTo>
                    <a:pt x="182014" y="110415"/>
                    <a:pt x="124890" y="219484"/>
                    <a:pt x="39228" y="285274"/>
                  </a:cubicBezTo>
                  <a:cubicBezTo>
                    <a:pt x="28600" y="292555"/>
                    <a:pt x="18874" y="301062"/>
                    <a:pt x="10243" y="310624"/>
                  </a:cubicBezTo>
                  <a:cubicBezTo>
                    <a:pt x="2125" y="320585"/>
                    <a:pt x="-2806" y="334480"/>
                    <a:pt x="1726" y="343544"/>
                  </a:cubicBezTo>
                  <a:cubicBezTo>
                    <a:pt x="5163" y="350367"/>
                    <a:pt x="12982" y="353056"/>
                    <a:pt x="20602" y="354999"/>
                  </a:cubicBezTo>
                  <a:cubicBezTo>
                    <a:pt x="65425" y="366553"/>
                    <a:pt x="116025" y="364959"/>
                    <a:pt x="166774" y="351114"/>
                  </a:cubicBezTo>
                  <a:cubicBezTo>
                    <a:pt x="191975" y="344141"/>
                    <a:pt x="219267" y="332537"/>
                    <a:pt x="236997" y="309927"/>
                  </a:cubicBezTo>
                  <a:cubicBezTo>
                    <a:pt x="249149" y="294388"/>
                    <a:pt x="254976" y="275911"/>
                    <a:pt x="260006" y="258181"/>
                  </a:cubicBezTo>
                  <a:cubicBezTo>
                    <a:pt x="284021" y="174063"/>
                    <a:pt x="298031" y="87401"/>
                    <a:pt x="301741" y="1"/>
                  </a:cubicBezTo>
                  <a:cubicBezTo>
                    <a:pt x="260649" y="-89"/>
                    <a:pt x="219735" y="5410"/>
                    <a:pt x="180122" y="16337"/>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11" name="标题 1"/>
            <p:cNvSpPr txBox="1"/>
            <p:nvPr/>
          </p:nvSpPr>
          <p:spPr>
            <a:xfrm>
              <a:off x="7414216" y="3003122"/>
              <a:ext cx="1014650" cy="1888330"/>
            </a:xfrm>
            <a:custGeom>
              <a:avLst/>
              <a:gdLst>
                <a:gd name="connsiteX0" fmla="*/ 931783 w 994464"/>
                <a:gd name="connsiteY0" fmla="*/ 1803824 h 1850762"/>
                <a:gd name="connsiteX1" fmla="*/ 908275 w 994464"/>
                <a:gd name="connsiteY1" fmla="*/ 1836943 h 1850762"/>
                <a:gd name="connsiteX2" fmla="*/ 762253 w 994464"/>
                <a:gd name="connsiteY2" fmla="*/ 1844662 h 1850762"/>
                <a:gd name="connsiteX3" fmla="*/ 730179 w 994464"/>
                <a:gd name="connsiteY3" fmla="*/ 1813386 h 1850762"/>
                <a:gd name="connsiteX4" fmla="*/ 675396 w 994464"/>
                <a:gd name="connsiteY4" fmla="*/ 389910 h 1850762"/>
                <a:gd name="connsiteX5" fmla="*/ 188220 w 994464"/>
                <a:gd name="connsiteY5" fmla="*/ 1801682 h 1850762"/>
                <a:gd name="connsiteX6" fmla="*/ 156994 w 994464"/>
                <a:gd name="connsiteY6" fmla="*/ 1827879 h 1850762"/>
                <a:gd name="connsiteX7" fmla="*/ 34428 w 994464"/>
                <a:gd name="connsiteY7" fmla="*/ 1831913 h 1850762"/>
                <a:gd name="connsiteX8" fmla="*/ 338 w 994464"/>
                <a:gd name="connsiteY8" fmla="*/ 1787583 h 1850762"/>
                <a:gd name="connsiteX9" fmla="*/ 362 w 994464"/>
                <a:gd name="connsiteY9" fmla="*/ 1787389 h 1850762"/>
                <a:gd name="connsiteX10" fmla="*/ 338477 w 994464"/>
                <a:gd name="connsiteY10" fmla="*/ 119976 h 1850762"/>
                <a:gd name="connsiteX11" fmla="*/ 360888 w 994464"/>
                <a:gd name="connsiteY11" fmla="*/ 56676 h 1850762"/>
                <a:gd name="connsiteX12" fmla="*/ 965748 w 994464"/>
                <a:gd name="connsiteY12" fmla="*/ 0 h 1850762"/>
                <a:gd name="connsiteX13" fmla="*/ 991646 w 994464"/>
                <a:gd name="connsiteY13" fmla="*/ 291598 h 1850762"/>
                <a:gd name="connsiteX14" fmla="*/ 931783 w 994464"/>
                <a:gd name="connsiteY14" fmla="*/ 1803824 h 1850762"/>
              </a:gdLst>
              <a:ahLst/>
              <a:cxnLst/>
              <a:rect l="l" t="t" r="r" b="b"/>
              <a:pathLst>
                <a:path w="994464" h="1850762">
                  <a:moveTo>
                    <a:pt x="931783" y="1803824"/>
                  </a:moveTo>
                  <a:cubicBezTo>
                    <a:pt x="930582" y="1818326"/>
                    <a:pt x="921573" y="1831026"/>
                    <a:pt x="908275" y="1836943"/>
                  </a:cubicBezTo>
                  <a:cubicBezTo>
                    <a:pt x="862606" y="1857312"/>
                    <a:pt x="798111" y="1850838"/>
                    <a:pt x="762253" y="1844662"/>
                  </a:cubicBezTo>
                  <a:cubicBezTo>
                    <a:pt x="746081" y="1841948"/>
                    <a:pt x="733297" y="1829482"/>
                    <a:pt x="730179" y="1813386"/>
                  </a:cubicBezTo>
                  <a:cubicBezTo>
                    <a:pt x="609108" y="1193136"/>
                    <a:pt x="675396" y="389910"/>
                    <a:pt x="675396" y="389910"/>
                  </a:cubicBezTo>
                  <a:lnTo>
                    <a:pt x="188220" y="1801682"/>
                  </a:lnTo>
                  <a:cubicBezTo>
                    <a:pt x="183404" y="1815482"/>
                    <a:pt x="171422" y="1825533"/>
                    <a:pt x="156994" y="1827879"/>
                  </a:cubicBezTo>
                  <a:cubicBezTo>
                    <a:pt x="116523" y="1834891"/>
                    <a:pt x="75271" y="1836245"/>
                    <a:pt x="34428" y="1831913"/>
                  </a:cubicBezTo>
                  <a:cubicBezTo>
                    <a:pt x="12773" y="1829084"/>
                    <a:pt x="-2491" y="1809237"/>
                    <a:pt x="338" y="1787583"/>
                  </a:cubicBezTo>
                  <a:cubicBezTo>
                    <a:pt x="347" y="1787518"/>
                    <a:pt x="352" y="1787453"/>
                    <a:pt x="362" y="1787389"/>
                  </a:cubicBezTo>
                  <a:cubicBezTo>
                    <a:pt x="127859" y="809352"/>
                    <a:pt x="281701" y="289556"/>
                    <a:pt x="338477" y="119976"/>
                  </a:cubicBezTo>
                  <a:cubicBezTo>
                    <a:pt x="352770" y="77245"/>
                    <a:pt x="360888" y="56676"/>
                    <a:pt x="360888" y="56676"/>
                  </a:cubicBezTo>
                  <a:lnTo>
                    <a:pt x="965748" y="0"/>
                  </a:lnTo>
                  <a:cubicBezTo>
                    <a:pt x="979743" y="71866"/>
                    <a:pt x="987861" y="173166"/>
                    <a:pt x="991646" y="291598"/>
                  </a:cubicBezTo>
                  <a:cubicBezTo>
                    <a:pt x="1008729" y="812042"/>
                    <a:pt x="943038" y="1663478"/>
                    <a:pt x="931783" y="1803824"/>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12" name="标题 1"/>
            <p:cNvSpPr txBox="1"/>
            <p:nvPr/>
          </p:nvSpPr>
          <p:spPr>
            <a:xfrm>
              <a:off x="8020572" y="3219480"/>
              <a:ext cx="188257" cy="387965"/>
            </a:xfrm>
            <a:custGeom>
              <a:avLst/>
              <a:gdLst>
                <a:gd name="connsiteX0" fmla="*/ 162681 w 184512"/>
                <a:gd name="connsiteY0" fmla="*/ 85470 h 380246"/>
                <a:gd name="connsiteX1" fmla="*/ 86781 w 184512"/>
                <a:gd name="connsiteY1" fmla="*/ 181092 h 380246"/>
                <a:gd name="connsiteX2" fmla="*/ 133845 w 184512"/>
                <a:gd name="connsiteY2" fmla="*/ 14401 h 380246"/>
                <a:gd name="connsiteX3" fmla="*/ 111534 w 184512"/>
                <a:gd name="connsiteY3" fmla="*/ 8225 h 380246"/>
                <a:gd name="connsiteX4" fmla="*/ 721 w 184512"/>
                <a:gd name="connsiteY4" fmla="*/ 366261 h 380246"/>
                <a:gd name="connsiteX5" fmla="*/ 23033 w 184512"/>
                <a:gd name="connsiteY5" fmla="*/ 372437 h 380246"/>
                <a:gd name="connsiteX6" fmla="*/ 77269 w 184512"/>
                <a:gd name="connsiteY6" fmla="*/ 211572 h 380246"/>
                <a:gd name="connsiteX7" fmla="*/ 90865 w 184512"/>
                <a:gd name="connsiteY7" fmla="*/ 210028 h 380246"/>
                <a:gd name="connsiteX8" fmla="*/ 182653 w 184512"/>
                <a:gd name="connsiteY8" fmla="*/ 97124 h 380246"/>
                <a:gd name="connsiteX9" fmla="*/ 162681 w 184512"/>
                <a:gd name="connsiteY9" fmla="*/ 85470 h 380246"/>
              </a:gdLst>
              <a:ahLst/>
              <a:cxnLst/>
              <a:rect l="l" t="t" r="r" b="b"/>
              <a:pathLst>
                <a:path w="184512" h="380246">
                  <a:moveTo>
                    <a:pt x="162681" y="85470"/>
                  </a:moveTo>
                  <a:cubicBezTo>
                    <a:pt x="140748" y="119879"/>
                    <a:pt x="115314" y="151923"/>
                    <a:pt x="86781" y="181092"/>
                  </a:cubicBezTo>
                  <a:cubicBezTo>
                    <a:pt x="103615" y="125846"/>
                    <a:pt x="119303" y="70280"/>
                    <a:pt x="133845" y="14401"/>
                  </a:cubicBezTo>
                  <a:cubicBezTo>
                    <a:pt x="137581" y="-42"/>
                    <a:pt x="115269" y="-6218"/>
                    <a:pt x="111534" y="8225"/>
                  </a:cubicBezTo>
                  <a:cubicBezTo>
                    <a:pt x="80322" y="129347"/>
                    <a:pt x="43388" y="248690"/>
                    <a:pt x="721" y="366261"/>
                  </a:cubicBezTo>
                  <a:cubicBezTo>
                    <a:pt x="-4259" y="380305"/>
                    <a:pt x="18003" y="386182"/>
                    <a:pt x="23033" y="372437"/>
                  </a:cubicBezTo>
                  <a:cubicBezTo>
                    <a:pt x="42357" y="319311"/>
                    <a:pt x="60435" y="265693"/>
                    <a:pt x="77269" y="211572"/>
                  </a:cubicBezTo>
                  <a:cubicBezTo>
                    <a:pt x="81592" y="214356"/>
                    <a:pt x="87279" y="213713"/>
                    <a:pt x="90865" y="210028"/>
                  </a:cubicBezTo>
                  <a:cubicBezTo>
                    <a:pt x="125817" y="176157"/>
                    <a:pt x="156630" y="138257"/>
                    <a:pt x="182653" y="97124"/>
                  </a:cubicBezTo>
                  <a:cubicBezTo>
                    <a:pt x="190671" y="84524"/>
                    <a:pt x="170650" y="72870"/>
                    <a:pt x="162681" y="85470"/>
                  </a:cubicBezTo>
                  <a:close/>
                </a:path>
              </a:pathLst>
            </a:custGeom>
            <a:solidFill>
              <a:srgbClr val="235AE0">
                <a:alpha val="100000"/>
              </a:srgbClr>
            </a:solidFill>
            <a:ln w="4973" cap="flat">
              <a:noFill/>
              <a:miter/>
            </a:ln>
          </p:spPr>
          <p:txBody>
            <a:bodyPr vert="horz" wrap="square" lIns="91440" tIns="45720" rIns="91440" bIns="45720" rtlCol="0" anchor="ctr"/>
            <a:lstStyle/>
            <a:p>
              <a:pPr algn="l"/>
              <a:endParaRPr kumimoji="1" lang="zh-CN" altLang="en-US"/>
            </a:p>
          </p:txBody>
        </p:sp>
        <p:sp>
          <p:nvSpPr>
            <p:cNvPr id="13" name="标题 1"/>
            <p:cNvSpPr txBox="1"/>
            <p:nvPr/>
          </p:nvSpPr>
          <p:spPr>
            <a:xfrm>
              <a:off x="7759310" y="3003122"/>
              <a:ext cx="666885" cy="297516"/>
            </a:xfrm>
            <a:custGeom>
              <a:avLst/>
              <a:gdLst>
                <a:gd name="connsiteX0" fmla="*/ 653618 w 653617"/>
                <a:gd name="connsiteY0" fmla="*/ 291598 h 291597"/>
                <a:gd name="connsiteX1" fmla="*/ 0 w 653617"/>
                <a:gd name="connsiteY1" fmla="*/ 119976 h 291597"/>
                <a:gd name="connsiteX2" fmla="*/ 22411 w 653617"/>
                <a:gd name="connsiteY2" fmla="*/ 56676 h 291597"/>
                <a:gd name="connsiteX3" fmla="*/ 627521 w 653617"/>
                <a:gd name="connsiteY3" fmla="*/ 0 h 291597"/>
                <a:gd name="connsiteX4" fmla="*/ 653618 w 653617"/>
                <a:gd name="connsiteY4" fmla="*/ 291598 h 291597"/>
              </a:gdLst>
              <a:ahLst/>
              <a:cxnLst/>
              <a:rect l="l" t="t" r="r" b="b"/>
              <a:pathLst>
                <a:path w="653617" h="291597">
                  <a:moveTo>
                    <a:pt x="653618" y="291598"/>
                  </a:moveTo>
                  <a:cubicBezTo>
                    <a:pt x="551720" y="118681"/>
                    <a:pt x="32023" y="119777"/>
                    <a:pt x="0" y="119976"/>
                  </a:cubicBezTo>
                  <a:cubicBezTo>
                    <a:pt x="14294" y="77245"/>
                    <a:pt x="22411" y="56676"/>
                    <a:pt x="22411" y="56676"/>
                  </a:cubicBezTo>
                  <a:lnTo>
                    <a:pt x="627521" y="0"/>
                  </a:lnTo>
                  <a:cubicBezTo>
                    <a:pt x="641715" y="71866"/>
                    <a:pt x="649833" y="173166"/>
                    <a:pt x="653618" y="291598"/>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7808107" y="1812240"/>
              <a:ext cx="176919" cy="236086"/>
            </a:xfrm>
            <a:custGeom>
              <a:avLst/>
              <a:gdLst>
                <a:gd name="connsiteX0" fmla="*/ 36441 w 173399"/>
                <a:gd name="connsiteY0" fmla="*/ 0 h 231389"/>
                <a:gd name="connsiteX1" fmla="*/ 57607 w 173399"/>
                <a:gd name="connsiteY1" fmla="*/ 196424 h 231389"/>
                <a:gd name="connsiteX2" fmla="*/ 173400 w 173399"/>
                <a:gd name="connsiteY2" fmla="*/ 228298 h 231389"/>
                <a:gd name="connsiteX3" fmla="*/ 65675 w 173399"/>
                <a:gd name="connsiteY3" fmla="*/ 92684 h 231389"/>
                <a:gd name="connsiteX4" fmla="*/ 36441 w 173399"/>
                <a:gd name="connsiteY4" fmla="*/ 0 h 231389"/>
              </a:gdLst>
              <a:ahLst/>
              <a:cxnLst/>
              <a:rect l="l" t="t" r="r" b="b"/>
              <a:pathLst>
                <a:path w="173399" h="231389">
                  <a:moveTo>
                    <a:pt x="36441" y="0"/>
                  </a:moveTo>
                  <a:cubicBezTo>
                    <a:pt x="-35077" y="16037"/>
                    <a:pt x="13233" y="131431"/>
                    <a:pt x="57607" y="196424"/>
                  </a:cubicBezTo>
                  <a:cubicBezTo>
                    <a:pt x="79620" y="228696"/>
                    <a:pt x="144215" y="236665"/>
                    <a:pt x="173400" y="228298"/>
                  </a:cubicBezTo>
                  <a:cubicBezTo>
                    <a:pt x="133856" y="188754"/>
                    <a:pt x="81214" y="152597"/>
                    <a:pt x="65675" y="92684"/>
                  </a:cubicBezTo>
                  <a:cubicBezTo>
                    <a:pt x="53025" y="98112"/>
                    <a:pt x="50336" y="4582"/>
                    <a:pt x="36441" y="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7890868" y="1996899"/>
              <a:ext cx="162402" cy="187168"/>
            </a:xfrm>
            <a:custGeom>
              <a:avLst/>
              <a:gdLst>
                <a:gd name="connsiteX0" fmla="*/ 159171 w 159171"/>
                <a:gd name="connsiteY0" fmla="*/ 159321 h 183444"/>
                <a:gd name="connsiteX1" fmla="*/ 16186 w 159171"/>
                <a:gd name="connsiteY1" fmla="*/ 177549 h 183444"/>
                <a:gd name="connsiteX2" fmla="*/ 0 w 159171"/>
                <a:gd name="connsiteY2" fmla="*/ 0 h 183444"/>
                <a:gd name="connsiteX3" fmla="*/ 76647 w 159171"/>
                <a:gd name="connsiteY3" fmla="*/ 13696 h 183444"/>
                <a:gd name="connsiteX4" fmla="*/ 132477 w 159171"/>
                <a:gd name="connsiteY4" fmla="*/ 23955 h 183444"/>
                <a:gd name="connsiteX5" fmla="*/ 147418 w 159171"/>
                <a:gd name="connsiteY5" fmla="*/ 115195 h 183444"/>
                <a:gd name="connsiteX6" fmla="*/ 159171 w 159171"/>
                <a:gd name="connsiteY6" fmla="*/ 159321 h 183444"/>
              </a:gdLst>
              <a:ahLst/>
              <a:cxnLst/>
              <a:rect l="l" t="t" r="r" b="b"/>
              <a:pathLst>
                <a:path w="159171" h="183444">
                  <a:moveTo>
                    <a:pt x="159171" y="159321"/>
                  </a:moveTo>
                  <a:cubicBezTo>
                    <a:pt x="115469" y="183067"/>
                    <a:pt x="64450" y="189571"/>
                    <a:pt x="16186" y="177549"/>
                  </a:cubicBezTo>
                  <a:cubicBezTo>
                    <a:pt x="29583" y="127347"/>
                    <a:pt x="21465" y="47413"/>
                    <a:pt x="0" y="0"/>
                  </a:cubicBezTo>
                  <a:cubicBezTo>
                    <a:pt x="25649" y="5628"/>
                    <a:pt x="51148" y="9562"/>
                    <a:pt x="76647" y="13696"/>
                  </a:cubicBezTo>
                  <a:cubicBezTo>
                    <a:pt x="95274" y="16834"/>
                    <a:pt x="113900" y="19921"/>
                    <a:pt x="132477" y="23955"/>
                  </a:cubicBezTo>
                  <a:cubicBezTo>
                    <a:pt x="135704" y="54629"/>
                    <a:pt x="140689" y="85094"/>
                    <a:pt x="147418" y="115195"/>
                  </a:cubicBezTo>
                  <a:cubicBezTo>
                    <a:pt x="150560" y="130101"/>
                    <a:pt x="154485" y="144828"/>
                    <a:pt x="159171" y="159321"/>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16" name="标题 1"/>
            <p:cNvSpPr txBox="1"/>
            <p:nvPr/>
          </p:nvSpPr>
          <p:spPr>
            <a:xfrm>
              <a:off x="7910737" y="2010975"/>
              <a:ext cx="130541" cy="103457"/>
            </a:xfrm>
            <a:custGeom>
              <a:avLst/>
              <a:gdLst>
                <a:gd name="connsiteX0" fmla="*/ 127944 w 127944"/>
                <a:gd name="connsiteY0" fmla="*/ 101399 h 101399"/>
                <a:gd name="connsiteX1" fmla="*/ 0 w 127944"/>
                <a:gd name="connsiteY1" fmla="*/ 16734 h 101399"/>
                <a:gd name="connsiteX2" fmla="*/ 57174 w 127944"/>
                <a:gd name="connsiteY2" fmla="*/ 0 h 101399"/>
                <a:gd name="connsiteX3" fmla="*/ 113004 w 127944"/>
                <a:gd name="connsiteY3" fmla="*/ 10259 h 101399"/>
                <a:gd name="connsiteX4" fmla="*/ 127944 w 127944"/>
                <a:gd name="connsiteY4" fmla="*/ 101399 h 101399"/>
              </a:gdLst>
              <a:ahLst/>
              <a:cxnLst/>
              <a:rect l="l" t="t" r="r" b="b"/>
              <a:pathLst>
                <a:path w="127944" h="101399">
                  <a:moveTo>
                    <a:pt x="127944" y="101399"/>
                  </a:moveTo>
                  <a:cubicBezTo>
                    <a:pt x="74087" y="95597"/>
                    <a:pt x="26391" y="64037"/>
                    <a:pt x="0" y="16734"/>
                  </a:cubicBezTo>
                  <a:lnTo>
                    <a:pt x="57174" y="0"/>
                  </a:lnTo>
                  <a:cubicBezTo>
                    <a:pt x="75801" y="3138"/>
                    <a:pt x="94427" y="6225"/>
                    <a:pt x="113004" y="10259"/>
                  </a:cubicBezTo>
                  <a:cubicBezTo>
                    <a:pt x="116236" y="40898"/>
                    <a:pt x="121221" y="71333"/>
                    <a:pt x="127944" y="101399"/>
                  </a:cubicBezTo>
                  <a:close/>
                </a:path>
              </a:pathLst>
            </a:custGeom>
            <a:solidFill>
              <a:srgbClr val="C66745">
                <a:alpha val="100000"/>
              </a:srgbClr>
            </a:solidFill>
            <a:ln w="4973" cap="flat">
              <a:noFill/>
              <a:miter/>
            </a:ln>
          </p:spPr>
          <p:txBody>
            <a:bodyPr vert="horz" wrap="square" lIns="91440" tIns="45720" rIns="91440" bIns="45720" rtlCol="0" anchor="ctr"/>
            <a:lstStyle/>
            <a:p>
              <a:pPr algn="l"/>
              <a:endParaRPr kumimoji="1" lang="zh-CN" altLang="en-US"/>
            </a:p>
          </p:txBody>
        </p:sp>
        <p:sp>
          <p:nvSpPr>
            <p:cNvPr id="17" name="标题 1"/>
            <p:cNvSpPr txBox="1"/>
            <p:nvPr/>
          </p:nvSpPr>
          <p:spPr>
            <a:xfrm>
              <a:off x="8023290" y="1783124"/>
              <a:ext cx="38465" cy="127035"/>
            </a:xfrm>
            <a:custGeom>
              <a:avLst/>
              <a:gdLst>
                <a:gd name="connsiteX0" fmla="*/ 4731 w 37700"/>
                <a:gd name="connsiteY0" fmla="*/ 0 h 124508"/>
                <a:gd name="connsiteX1" fmla="*/ 36456 w 37700"/>
                <a:gd name="connsiteY1" fmla="*/ 75950 h 124508"/>
                <a:gd name="connsiteX2" fmla="*/ 11554 w 37700"/>
                <a:gd name="connsiteY2" fmla="*/ 124508 h 124508"/>
                <a:gd name="connsiteX3" fmla="*/ 0 w 37700"/>
                <a:gd name="connsiteY3" fmla="*/ 33567 h 124508"/>
                <a:gd name="connsiteX4" fmla="*/ 4731 w 37700"/>
                <a:gd name="connsiteY4" fmla="*/ 0 h 124508"/>
              </a:gdLst>
              <a:ahLst/>
              <a:cxnLst/>
              <a:rect l="l" t="t" r="r" b="b"/>
              <a:pathLst>
                <a:path w="37700" h="124508">
                  <a:moveTo>
                    <a:pt x="4731" y="0"/>
                  </a:moveTo>
                  <a:cubicBezTo>
                    <a:pt x="21913" y="10459"/>
                    <a:pt x="43080" y="36008"/>
                    <a:pt x="36456" y="75950"/>
                  </a:cubicBezTo>
                  <a:cubicBezTo>
                    <a:pt x="33453" y="94347"/>
                    <a:pt x="24742" y="111335"/>
                    <a:pt x="11554" y="124508"/>
                  </a:cubicBezTo>
                  <a:cubicBezTo>
                    <a:pt x="8018" y="94128"/>
                    <a:pt x="3536" y="63947"/>
                    <a:pt x="0" y="33567"/>
                  </a:cubicBezTo>
                  <a:cubicBezTo>
                    <a:pt x="9612" y="31326"/>
                    <a:pt x="-3436" y="5478"/>
                    <a:pt x="4731" y="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18" name="标题 1"/>
            <p:cNvSpPr txBox="1"/>
            <p:nvPr/>
          </p:nvSpPr>
          <p:spPr>
            <a:xfrm>
              <a:off x="7881138" y="1812323"/>
              <a:ext cx="195554" cy="263292"/>
            </a:xfrm>
            <a:custGeom>
              <a:avLst/>
              <a:gdLst>
                <a:gd name="connsiteX0" fmla="*/ 175232 w 191663"/>
                <a:gd name="connsiteY0" fmla="*/ 235837 h 258054"/>
                <a:gd name="connsiteX1" fmla="*/ 72737 w 191663"/>
                <a:gd name="connsiteY1" fmla="*/ 250778 h 258054"/>
                <a:gd name="connsiteX2" fmla="*/ 9537 w 191663"/>
                <a:gd name="connsiteY2" fmla="*/ 191014 h 258054"/>
                <a:gd name="connsiteX3" fmla="*/ 6897 w 191663"/>
                <a:gd name="connsiteY3" fmla="*/ 186034 h 258054"/>
                <a:gd name="connsiteX4" fmla="*/ 6897 w 191663"/>
                <a:gd name="connsiteY4" fmla="*/ 174031 h 258054"/>
                <a:gd name="connsiteX5" fmla="*/ 3162 w 191663"/>
                <a:gd name="connsiteY5" fmla="*/ 142058 h 258054"/>
                <a:gd name="connsiteX6" fmla="*/ 4407 w 191663"/>
                <a:gd name="connsiteY6" fmla="*/ 88718 h 258054"/>
                <a:gd name="connsiteX7" fmla="*/ 7893 w 191663"/>
                <a:gd name="connsiteY7" fmla="*/ 18546 h 258054"/>
                <a:gd name="connsiteX8" fmla="*/ 145151 w 191663"/>
                <a:gd name="connsiteY8" fmla="*/ 218 h 258054"/>
                <a:gd name="connsiteX9" fmla="*/ 150624 w 191663"/>
                <a:gd name="connsiteY9" fmla="*/ 2977 h 258054"/>
                <a:gd name="connsiteX10" fmla="*/ 150779 w 191663"/>
                <a:gd name="connsiteY10" fmla="*/ 3605 h 258054"/>
                <a:gd name="connsiteX11" fmla="*/ 158150 w 191663"/>
                <a:gd name="connsiteY11" fmla="*/ 44493 h 258054"/>
                <a:gd name="connsiteX12" fmla="*/ 158150 w 191663"/>
                <a:gd name="connsiteY12" fmla="*/ 44493 h 258054"/>
                <a:gd name="connsiteX13" fmla="*/ 161287 w 191663"/>
                <a:gd name="connsiteY13" fmla="*/ 62123 h 258054"/>
                <a:gd name="connsiteX14" fmla="*/ 187284 w 191663"/>
                <a:gd name="connsiteY14" fmla="*/ 149777 h 258054"/>
                <a:gd name="connsiteX15" fmla="*/ 175232 w 191663"/>
                <a:gd name="connsiteY15" fmla="*/ 235837 h 258054"/>
              </a:gdLst>
              <a:ahLst/>
              <a:cxnLst/>
              <a:rect l="l" t="t" r="r" b="b"/>
              <a:pathLst>
                <a:path w="191663" h="258054">
                  <a:moveTo>
                    <a:pt x="175232" y="235837"/>
                  </a:moveTo>
                  <a:cubicBezTo>
                    <a:pt x="152621" y="261486"/>
                    <a:pt x="102918" y="262681"/>
                    <a:pt x="72737" y="250778"/>
                  </a:cubicBezTo>
                  <a:cubicBezTo>
                    <a:pt x="42556" y="238875"/>
                    <a:pt x="25225" y="219801"/>
                    <a:pt x="9537" y="191014"/>
                  </a:cubicBezTo>
                  <a:cubicBezTo>
                    <a:pt x="8690" y="189321"/>
                    <a:pt x="7744" y="187578"/>
                    <a:pt x="6897" y="186034"/>
                  </a:cubicBezTo>
                  <a:cubicBezTo>
                    <a:pt x="6897" y="182050"/>
                    <a:pt x="6897" y="178065"/>
                    <a:pt x="6897" y="174031"/>
                  </a:cubicBezTo>
                  <a:cubicBezTo>
                    <a:pt x="6349" y="163373"/>
                    <a:pt x="4656" y="152666"/>
                    <a:pt x="3162" y="142058"/>
                  </a:cubicBezTo>
                  <a:cubicBezTo>
                    <a:pt x="771" y="124427"/>
                    <a:pt x="-972" y="106050"/>
                    <a:pt x="4407" y="88718"/>
                  </a:cubicBezTo>
                  <a:cubicBezTo>
                    <a:pt x="10981" y="67403"/>
                    <a:pt x="-11082" y="30698"/>
                    <a:pt x="7893" y="18546"/>
                  </a:cubicBezTo>
                  <a:cubicBezTo>
                    <a:pt x="45893" y="-131"/>
                    <a:pt x="130459" y="4750"/>
                    <a:pt x="145151" y="218"/>
                  </a:cubicBezTo>
                  <a:cubicBezTo>
                    <a:pt x="147422" y="-529"/>
                    <a:pt x="149872" y="706"/>
                    <a:pt x="150624" y="2977"/>
                  </a:cubicBezTo>
                  <a:cubicBezTo>
                    <a:pt x="150689" y="3181"/>
                    <a:pt x="150744" y="3390"/>
                    <a:pt x="150779" y="3605"/>
                  </a:cubicBezTo>
                  <a:lnTo>
                    <a:pt x="158150" y="44493"/>
                  </a:lnTo>
                  <a:lnTo>
                    <a:pt x="158150" y="44493"/>
                  </a:lnTo>
                  <a:cubicBezTo>
                    <a:pt x="158882" y="50420"/>
                    <a:pt x="159933" y="56306"/>
                    <a:pt x="161287" y="62123"/>
                  </a:cubicBezTo>
                  <a:cubicBezTo>
                    <a:pt x="168260" y="92005"/>
                    <a:pt x="181208" y="119696"/>
                    <a:pt x="187284" y="149777"/>
                  </a:cubicBezTo>
                  <a:cubicBezTo>
                    <a:pt x="193360" y="179858"/>
                    <a:pt x="196050" y="212031"/>
                    <a:pt x="175232" y="235837"/>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19" name="标题 1"/>
            <p:cNvSpPr txBox="1"/>
            <p:nvPr/>
          </p:nvSpPr>
          <p:spPr>
            <a:xfrm>
              <a:off x="7845569" y="1929546"/>
              <a:ext cx="51090" cy="77396"/>
            </a:xfrm>
            <a:custGeom>
              <a:avLst/>
              <a:gdLst>
                <a:gd name="connsiteX0" fmla="*/ 39068 w 50074"/>
                <a:gd name="connsiteY0" fmla="*/ 17953 h 75856"/>
                <a:gd name="connsiteX1" fmla="*/ 22683 w 50074"/>
                <a:gd name="connsiteY1" fmla="*/ 422 h 75856"/>
                <a:gd name="connsiteX2" fmla="*/ 6049 w 50074"/>
                <a:gd name="connsiteY2" fmla="*/ 8191 h 75856"/>
                <a:gd name="connsiteX3" fmla="*/ 8489 w 50074"/>
                <a:gd name="connsiteY3" fmla="*/ 57148 h 75856"/>
                <a:gd name="connsiteX4" fmla="*/ 50075 w 50074"/>
                <a:gd name="connsiteY4" fmla="*/ 74928 h 75856"/>
                <a:gd name="connsiteX5" fmla="*/ 39068 w 50074"/>
                <a:gd name="connsiteY5" fmla="*/ 17953 h 75856"/>
              </a:gdLst>
              <a:ahLst/>
              <a:cxnLst/>
              <a:rect l="l" t="t" r="r" b="b"/>
              <a:pathLst>
                <a:path w="50074" h="75856">
                  <a:moveTo>
                    <a:pt x="39068" y="17953"/>
                  </a:moveTo>
                  <a:cubicBezTo>
                    <a:pt x="36354" y="10039"/>
                    <a:pt x="30392" y="3664"/>
                    <a:pt x="22683" y="422"/>
                  </a:cubicBezTo>
                  <a:cubicBezTo>
                    <a:pt x="16707" y="-1421"/>
                    <a:pt x="10232" y="3062"/>
                    <a:pt x="6049" y="8191"/>
                  </a:cubicBezTo>
                  <a:cubicBezTo>
                    <a:pt x="-4559" y="21389"/>
                    <a:pt x="421" y="43054"/>
                    <a:pt x="8489" y="57148"/>
                  </a:cubicBezTo>
                  <a:cubicBezTo>
                    <a:pt x="17095" y="71387"/>
                    <a:pt x="33834" y="78544"/>
                    <a:pt x="50075" y="74928"/>
                  </a:cubicBezTo>
                  <a:cubicBezTo>
                    <a:pt x="47385" y="56202"/>
                    <a:pt x="41907" y="36679"/>
                    <a:pt x="39068" y="17953"/>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a:off x="7968894" y="1961506"/>
              <a:ext cx="86713" cy="56770"/>
            </a:xfrm>
            <a:custGeom>
              <a:avLst/>
              <a:gdLst>
                <a:gd name="connsiteX0" fmla="*/ 5752 w 84988"/>
                <a:gd name="connsiteY0" fmla="*/ 11232 h 55641"/>
                <a:gd name="connsiteX1" fmla="*/ 76174 w 84988"/>
                <a:gd name="connsiteY1" fmla="*/ 723 h 55641"/>
                <a:gd name="connsiteX2" fmla="*/ 84277 w 84988"/>
                <a:gd name="connsiteY2" fmla="*/ 3134 h 55641"/>
                <a:gd name="connsiteX3" fmla="*/ 84989 w 84988"/>
                <a:gd name="connsiteY3" fmla="*/ 5703 h 55641"/>
                <a:gd name="connsiteX4" fmla="*/ 871 w 84988"/>
                <a:gd name="connsiteY4" fmla="*/ 20246 h 55641"/>
                <a:gd name="connsiteX5" fmla="*/ 5752 w 84988"/>
                <a:gd name="connsiteY5" fmla="*/ 11232 h 55641"/>
              </a:gdLst>
              <a:ahLst/>
              <a:cxnLst/>
              <a:rect l="l" t="t" r="r" b="b"/>
              <a:pathLst>
                <a:path w="84988" h="55641">
                  <a:moveTo>
                    <a:pt x="5752" y="11232"/>
                  </a:moveTo>
                  <a:cubicBezTo>
                    <a:pt x="32646" y="13373"/>
                    <a:pt x="64171" y="6749"/>
                    <a:pt x="76174" y="723"/>
                  </a:cubicBezTo>
                  <a:cubicBezTo>
                    <a:pt x="79077" y="-851"/>
                    <a:pt x="82703" y="230"/>
                    <a:pt x="84277" y="3134"/>
                  </a:cubicBezTo>
                  <a:cubicBezTo>
                    <a:pt x="84705" y="3925"/>
                    <a:pt x="84949" y="4802"/>
                    <a:pt x="84989" y="5703"/>
                  </a:cubicBezTo>
                  <a:cubicBezTo>
                    <a:pt x="84391" y="86235"/>
                    <a:pt x="14866" y="52718"/>
                    <a:pt x="871" y="20246"/>
                  </a:cubicBezTo>
                  <a:cubicBezTo>
                    <a:pt x="-1221" y="15664"/>
                    <a:pt x="473" y="10783"/>
                    <a:pt x="5752" y="11232"/>
                  </a:cubicBezTo>
                  <a:close/>
                </a:path>
              </a:pathLst>
            </a:custGeom>
            <a:solidFill>
              <a:srgbClr val="FFFF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1" name="标题 1"/>
            <p:cNvSpPr txBox="1"/>
            <p:nvPr/>
          </p:nvSpPr>
          <p:spPr>
            <a:xfrm>
              <a:off x="7839452" y="1692217"/>
              <a:ext cx="218065" cy="239487"/>
            </a:xfrm>
            <a:custGeom>
              <a:avLst/>
              <a:gdLst>
                <a:gd name="connsiteX0" fmla="*/ 39586 w 213727"/>
                <a:gd name="connsiteY0" fmla="*/ 234723 h 234722"/>
                <a:gd name="connsiteX1" fmla="*/ 56071 w 213727"/>
                <a:gd name="connsiteY1" fmla="*/ 151750 h 234722"/>
                <a:gd name="connsiteX2" fmla="*/ 159661 w 213727"/>
                <a:gd name="connsiteY2" fmla="*/ 144031 h 234722"/>
                <a:gd name="connsiteX3" fmla="*/ 203488 w 213727"/>
                <a:gd name="connsiteY3" fmla="*/ 114547 h 234722"/>
                <a:gd name="connsiteX4" fmla="*/ 172560 w 213727"/>
                <a:gd name="connsiteY4" fmla="*/ 0 h 234722"/>
                <a:gd name="connsiteX5" fmla="*/ 118424 w 213727"/>
                <a:gd name="connsiteY5" fmla="*/ 41835 h 234722"/>
                <a:gd name="connsiteX6" fmla="*/ 48700 w 213727"/>
                <a:gd name="connsiteY6" fmla="*/ 57871 h 234722"/>
                <a:gd name="connsiteX7" fmla="*/ 440 w 213727"/>
                <a:gd name="connsiteY7" fmla="*/ 148214 h 234722"/>
                <a:gd name="connsiteX8" fmla="*/ 39586 w 213727"/>
                <a:gd name="connsiteY8" fmla="*/ 234723 h 234722"/>
              </a:gdLst>
              <a:ahLst/>
              <a:cxnLst/>
              <a:rect l="l" t="t" r="r" b="b"/>
              <a:pathLst>
                <a:path w="213727" h="234722">
                  <a:moveTo>
                    <a:pt x="39586" y="234723"/>
                  </a:moveTo>
                  <a:cubicBezTo>
                    <a:pt x="52036" y="207929"/>
                    <a:pt x="69468" y="178146"/>
                    <a:pt x="56071" y="151750"/>
                  </a:cubicBezTo>
                  <a:cubicBezTo>
                    <a:pt x="90793" y="154246"/>
                    <a:pt x="125690" y="151641"/>
                    <a:pt x="159661" y="144031"/>
                  </a:cubicBezTo>
                  <a:cubicBezTo>
                    <a:pt x="181973" y="139051"/>
                    <a:pt x="190141" y="133174"/>
                    <a:pt x="203488" y="114547"/>
                  </a:cubicBezTo>
                  <a:cubicBezTo>
                    <a:pt x="232424" y="74107"/>
                    <a:pt x="192930" y="10708"/>
                    <a:pt x="172560" y="0"/>
                  </a:cubicBezTo>
                  <a:cubicBezTo>
                    <a:pt x="165837" y="23059"/>
                    <a:pt x="141832" y="36655"/>
                    <a:pt x="118424" y="41835"/>
                  </a:cubicBezTo>
                  <a:cubicBezTo>
                    <a:pt x="95017" y="47014"/>
                    <a:pt x="70165" y="47413"/>
                    <a:pt x="48700" y="57871"/>
                  </a:cubicBezTo>
                  <a:cubicBezTo>
                    <a:pt x="15929" y="73659"/>
                    <a:pt x="-3195" y="112007"/>
                    <a:pt x="440" y="148214"/>
                  </a:cubicBezTo>
                  <a:cubicBezTo>
                    <a:pt x="4076" y="184421"/>
                    <a:pt x="7363" y="217889"/>
                    <a:pt x="39586" y="234723"/>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22" name="标题 1"/>
            <p:cNvSpPr txBox="1"/>
            <p:nvPr/>
          </p:nvSpPr>
          <p:spPr>
            <a:xfrm>
              <a:off x="7757837" y="2145586"/>
              <a:ext cx="651183" cy="984059"/>
            </a:xfrm>
            <a:custGeom>
              <a:avLst/>
              <a:gdLst>
                <a:gd name="connsiteX0" fmla="*/ 0 w 638228"/>
                <a:gd name="connsiteY0" fmla="*/ 960451 h 964481"/>
                <a:gd name="connsiteX1" fmla="*/ 638228 w 638228"/>
                <a:gd name="connsiteY1" fmla="*/ 897151 h 964481"/>
                <a:gd name="connsiteX2" fmla="*/ 341551 w 638228"/>
                <a:gd name="connsiteY2" fmla="*/ 1738 h 964481"/>
                <a:gd name="connsiteX3" fmla="*/ 2889 w 638228"/>
                <a:gd name="connsiteY3" fmla="*/ 83366 h 964481"/>
                <a:gd name="connsiteX4" fmla="*/ 0 w 638228"/>
                <a:gd name="connsiteY4" fmla="*/ 960451 h 964481"/>
              </a:gdLst>
              <a:ahLst/>
              <a:cxnLst/>
              <a:rect l="l" t="t" r="r" b="b"/>
              <a:pathLst>
                <a:path w="638228" h="964481">
                  <a:moveTo>
                    <a:pt x="0" y="960451"/>
                  </a:moveTo>
                  <a:cubicBezTo>
                    <a:pt x="0" y="960451"/>
                    <a:pt x="389511" y="988390"/>
                    <a:pt x="638228" y="897151"/>
                  </a:cubicBezTo>
                  <a:cubicBezTo>
                    <a:pt x="638228" y="897151"/>
                    <a:pt x="595796" y="263255"/>
                    <a:pt x="341551" y="1738"/>
                  </a:cubicBezTo>
                  <a:cubicBezTo>
                    <a:pt x="341551" y="1738"/>
                    <a:pt x="172518" y="-19079"/>
                    <a:pt x="2889" y="83366"/>
                  </a:cubicBezTo>
                  <a:cubicBezTo>
                    <a:pt x="3138" y="83366"/>
                    <a:pt x="99407" y="644001"/>
                    <a:pt x="0" y="960451"/>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3" name="标题 1"/>
            <p:cNvSpPr txBox="1"/>
            <p:nvPr/>
          </p:nvSpPr>
          <p:spPr>
            <a:xfrm>
              <a:off x="7306290" y="2239028"/>
              <a:ext cx="544150" cy="612681"/>
            </a:xfrm>
            <a:custGeom>
              <a:avLst/>
              <a:gdLst>
                <a:gd name="connsiteX0" fmla="*/ 533305 w 533324"/>
                <a:gd name="connsiteY0" fmla="*/ 580258 h 600492"/>
                <a:gd name="connsiteX1" fmla="*/ 524041 w 533324"/>
                <a:gd name="connsiteY1" fmla="*/ 590218 h 600492"/>
                <a:gd name="connsiteX2" fmla="*/ 511690 w 533324"/>
                <a:gd name="connsiteY2" fmla="*/ 595199 h 600492"/>
                <a:gd name="connsiteX3" fmla="*/ 493811 w 533324"/>
                <a:gd name="connsiteY3" fmla="*/ 598635 h 600492"/>
                <a:gd name="connsiteX4" fmla="*/ 444256 w 533324"/>
                <a:gd name="connsiteY4" fmla="*/ 599283 h 600492"/>
                <a:gd name="connsiteX5" fmla="*/ 380309 w 533324"/>
                <a:gd name="connsiteY5" fmla="*/ 586632 h 600492"/>
                <a:gd name="connsiteX6" fmla="*/ 229854 w 533324"/>
                <a:gd name="connsiteY6" fmla="*/ 527516 h 600492"/>
                <a:gd name="connsiteX7" fmla="*/ 149421 w 533324"/>
                <a:gd name="connsiteY7" fmla="*/ 493949 h 600492"/>
                <a:gd name="connsiteX8" fmla="*/ 76210 w 533324"/>
                <a:gd name="connsiteY8" fmla="*/ 476717 h 600492"/>
                <a:gd name="connsiteX9" fmla="*/ 51 w 533324"/>
                <a:gd name="connsiteY9" fmla="*/ 394900 h 600492"/>
                <a:gd name="connsiteX10" fmla="*/ 1506 w 533324"/>
                <a:gd name="connsiteY10" fmla="*/ 382389 h 600492"/>
                <a:gd name="connsiteX11" fmla="*/ 4095 w 533324"/>
                <a:gd name="connsiteY11" fmla="*/ 369441 h 600492"/>
                <a:gd name="connsiteX12" fmla="*/ 222184 w 533324"/>
                <a:gd name="connsiteY12" fmla="*/ 75352 h 600492"/>
                <a:gd name="connsiteX13" fmla="*/ 372291 w 533324"/>
                <a:gd name="connsiteY13" fmla="*/ 0 h 600492"/>
                <a:gd name="connsiteX14" fmla="*/ 437483 w 533324"/>
                <a:gd name="connsiteY14" fmla="*/ 236267 h 600492"/>
                <a:gd name="connsiteX15" fmla="*/ 222034 w 533324"/>
                <a:gd name="connsiteY15" fmla="*/ 352159 h 600492"/>
                <a:gd name="connsiteX16" fmla="*/ 301720 w 533324"/>
                <a:gd name="connsiteY16" fmla="*/ 411923 h 600492"/>
                <a:gd name="connsiteX17" fmla="*/ 417413 w 533324"/>
                <a:gd name="connsiteY17" fmla="*/ 509935 h 600492"/>
                <a:gd name="connsiteX18" fmla="*/ 462235 w 533324"/>
                <a:gd name="connsiteY18" fmla="*/ 540963 h 600492"/>
                <a:gd name="connsiteX19" fmla="*/ 498791 w 533324"/>
                <a:gd name="connsiteY19" fmla="*/ 560286 h 600492"/>
                <a:gd name="connsiteX20" fmla="*/ 523693 w 533324"/>
                <a:gd name="connsiteY20" fmla="*/ 571393 h 600492"/>
                <a:gd name="connsiteX21" fmla="*/ 533305 w 533324"/>
                <a:gd name="connsiteY21" fmla="*/ 580258 h 600492"/>
              </a:gdLst>
              <a:ahLst/>
              <a:cxnLst/>
              <a:rect l="l" t="t" r="r" b="b"/>
              <a:pathLst>
                <a:path w="533324" h="600492">
                  <a:moveTo>
                    <a:pt x="533305" y="580258"/>
                  </a:moveTo>
                  <a:cubicBezTo>
                    <a:pt x="533604" y="583345"/>
                    <a:pt x="530615" y="586632"/>
                    <a:pt x="524041" y="590218"/>
                  </a:cubicBezTo>
                  <a:cubicBezTo>
                    <a:pt x="520132" y="592355"/>
                    <a:pt x="515988" y="594028"/>
                    <a:pt x="511690" y="595199"/>
                  </a:cubicBezTo>
                  <a:cubicBezTo>
                    <a:pt x="505838" y="596847"/>
                    <a:pt x="499857" y="597998"/>
                    <a:pt x="493811" y="598635"/>
                  </a:cubicBezTo>
                  <a:cubicBezTo>
                    <a:pt x="477381" y="600871"/>
                    <a:pt x="460741" y="601090"/>
                    <a:pt x="444256" y="599283"/>
                  </a:cubicBezTo>
                  <a:cubicBezTo>
                    <a:pt x="422602" y="597007"/>
                    <a:pt x="401202" y="592773"/>
                    <a:pt x="380309" y="586632"/>
                  </a:cubicBezTo>
                  <a:cubicBezTo>
                    <a:pt x="334440" y="573733"/>
                    <a:pt x="282794" y="551272"/>
                    <a:pt x="229854" y="527516"/>
                  </a:cubicBezTo>
                  <a:cubicBezTo>
                    <a:pt x="203209" y="515663"/>
                    <a:pt x="176066" y="503760"/>
                    <a:pt x="149421" y="493949"/>
                  </a:cubicBezTo>
                  <a:cubicBezTo>
                    <a:pt x="122777" y="484137"/>
                    <a:pt x="96779" y="477514"/>
                    <a:pt x="76210" y="476717"/>
                  </a:cubicBezTo>
                  <a:cubicBezTo>
                    <a:pt x="32588" y="475153"/>
                    <a:pt x="-1507" y="438523"/>
                    <a:pt x="51" y="394900"/>
                  </a:cubicBezTo>
                  <a:cubicBezTo>
                    <a:pt x="206" y="390696"/>
                    <a:pt x="689" y="386513"/>
                    <a:pt x="1506" y="382389"/>
                  </a:cubicBezTo>
                  <a:lnTo>
                    <a:pt x="4095" y="369441"/>
                  </a:lnTo>
                  <a:cubicBezTo>
                    <a:pt x="39655" y="226605"/>
                    <a:pt x="136771" y="132726"/>
                    <a:pt x="222184" y="75352"/>
                  </a:cubicBezTo>
                  <a:cubicBezTo>
                    <a:pt x="268705" y="43772"/>
                    <a:pt x="319176" y="18442"/>
                    <a:pt x="372291" y="0"/>
                  </a:cubicBezTo>
                  <a:lnTo>
                    <a:pt x="437483" y="236267"/>
                  </a:lnTo>
                  <a:lnTo>
                    <a:pt x="222034" y="352159"/>
                  </a:lnTo>
                  <a:cubicBezTo>
                    <a:pt x="249835" y="370377"/>
                    <a:pt x="276449" y="390338"/>
                    <a:pt x="301720" y="411923"/>
                  </a:cubicBezTo>
                  <a:cubicBezTo>
                    <a:pt x="348037" y="450769"/>
                    <a:pt x="384841" y="485034"/>
                    <a:pt x="417413" y="509935"/>
                  </a:cubicBezTo>
                  <a:cubicBezTo>
                    <a:pt x="431741" y="521131"/>
                    <a:pt x="446712" y="531490"/>
                    <a:pt x="462235" y="540963"/>
                  </a:cubicBezTo>
                  <a:cubicBezTo>
                    <a:pt x="473979" y="548209"/>
                    <a:pt x="486191" y="554664"/>
                    <a:pt x="498791" y="560286"/>
                  </a:cubicBezTo>
                  <a:lnTo>
                    <a:pt x="523693" y="571393"/>
                  </a:lnTo>
                  <a:cubicBezTo>
                    <a:pt x="529520" y="574281"/>
                    <a:pt x="533105" y="577170"/>
                    <a:pt x="533305" y="580258"/>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4" name="标题 1"/>
            <p:cNvSpPr txBox="1"/>
            <p:nvPr/>
          </p:nvSpPr>
          <p:spPr>
            <a:xfrm>
              <a:off x="7711181" y="2762353"/>
              <a:ext cx="191215" cy="143135"/>
            </a:xfrm>
            <a:custGeom>
              <a:avLst/>
              <a:gdLst>
                <a:gd name="connsiteX0" fmla="*/ 176261 w 187411"/>
                <a:gd name="connsiteY0" fmla="*/ 11515 h 140287"/>
                <a:gd name="connsiteX1" fmla="*/ 148421 w 187411"/>
                <a:gd name="connsiteY1" fmla="*/ 1057 h 140287"/>
                <a:gd name="connsiteX2" fmla="*/ 97672 w 187411"/>
                <a:gd name="connsiteY2" fmla="*/ 3945 h 140287"/>
                <a:gd name="connsiteX3" fmla="*/ 27648 w 187411"/>
                <a:gd name="connsiteY3" fmla="*/ 22970 h 140287"/>
                <a:gd name="connsiteX4" fmla="*/ 2249 w 187411"/>
                <a:gd name="connsiteY4" fmla="*/ 52304 h 140287"/>
                <a:gd name="connsiteX5" fmla="*/ 17588 w 187411"/>
                <a:gd name="connsiteY5" fmla="*/ 80941 h 140287"/>
                <a:gd name="connsiteX6" fmla="*/ 106138 w 187411"/>
                <a:gd name="connsiteY6" fmla="*/ 132188 h 140287"/>
                <a:gd name="connsiteX7" fmla="*/ 131040 w 187411"/>
                <a:gd name="connsiteY7" fmla="*/ 137328 h 140287"/>
                <a:gd name="connsiteX8" fmla="*/ 135472 w 187411"/>
                <a:gd name="connsiteY8" fmla="*/ 133185 h 140287"/>
                <a:gd name="connsiteX9" fmla="*/ 185275 w 187411"/>
                <a:gd name="connsiteY9" fmla="*/ 43240 h 140287"/>
                <a:gd name="connsiteX10" fmla="*/ 176261 w 187411"/>
                <a:gd name="connsiteY10" fmla="*/ 11515 h 140287"/>
              </a:gdLst>
              <a:ahLst/>
              <a:cxnLst/>
              <a:rect l="l" t="t" r="r" b="b"/>
              <a:pathLst>
                <a:path w="187411" h="140287">
                  <a:moveTo>
                    <a:pt x="176261" y="11515"/>
                  </a:moveTo>
                  <a:cubicBezTo>
                    <a:pt x="167804" y="6142"/>
                    <a:pt x="158327" y="2581"/>
                    <a:pt x="148421" y="1057"/>
                  </a:cubicBezTo>
                  <a:cubicBezTo>
                    <a:pt x="131468" y="-1015"/>
                    <a:pt x="114281" y="-34"/>
                    <a:pt x="97672" y="3945"/>
                  </a:cubicBezTo>
                  <a:cubicBezTo>
                    <a:pt x="73856" y="8383"/>
                    <a:pt x="50438" y="14742"/>
                    <a:pt x="27648" y="22970"/>
                  </a:cubicBezTo>
                  <a:cubicBezTo>
                    <a:pt x="16642" y="27153"/>
                    <a:pt x="9420" y="40052"/>
                    <a:pt x="2249" y="52304"/>
                  </a:cubicBezTo>
                  <a:cubicBezTo>
                    <a:pt x="-4076" y="63161"/>
                    <a:pt x="3543" y="77704"/>
                    <a:pt x="17588" y="80941"/>
                  </a:cubicBezTo>
                  <a:cubicBezTo>
                    <a:pt x="53895" y="89358"/>
                    <a:pt x="87711" y="105594"/>
                    <a:pt x="106138" y="132188"/>
                  </a:cubicBezTo>
                  <a:cubicBezTo>
                    <a:pt x="111597" y="140486"/>
                    <a:pt x="122742" y="142782"/>
                    <a:pt x="131040" y="137328"/>
                  </a:cubicBezTo>
                  <a:cubicBezTo>
                    <a:pt x="132743" y="136208"/>
                    <a:pt x="134242" y="134808"/>
                    <a:pt x="135472" y="133185"/>
                  </a:cubicBezTo>
                  <a:cubicBezTo>
                    <a:pt x="155867" y="105464"/>
                    <a:pt x="172606" y="75234"/>
                    <a:pt x="185275" y="43240"/>
                  </a:cubicBezTo>
                  <a:cubicBezTo>
                    <a:pt x="190181" y="31865"/>
                    <a:pt x="186416" y="18612"/>
                    <a:pt x="176261" y="11515"/>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5" name="标题 1"/>
            <p:cNvSpPr txBox="1"/>
            <p:nvPr/>
          </p:nvSpPr>
          <p:spPr>
            <a:xfrm>
              <a:off x="7975982" y="2186954"/>
              <a:ext cx="195634" cy="658643"/>
            </a:xfrm>
            <a:custGeom>
              <a:avLst/>
              <a:gdLst>
                <a:gd name="connsiteX0" fmla="*/ 0 w 191742"/>
                <a:gd name="connsiteY0" fmla="*/ 17570 h 645539"/>
                <a:gd name="connsiteX1" fmla="*/ 44823 w 191742"/>
                <a:gd name="connsiteY1" fmla="*/ 76687 h 645539"/>
                <a:gd name="connsiteX2" fmla="*/ 50351 w 191742"/>
                <a:gd name="connsiteY2" fmla="*/ 600717 h 645539"/>
                <a:gd name="connsiteX3" fmla="*/ 144180 w 191742"/>
                <a:gd name="connsiteY3" fmla="*/ 645539 h 645539"/>
                <a:gd name="connsiteX4" fmla="*/ 191743 w 191742"/>
                <a:gd name="connsiteY4" fmla="*/ 558135 h 645539"/>
                <a:gd name="connsiteX5" fmla="*/ 63997 w 191742"/>
                <a:gd name="connsiteY5" fmla="*/ 77533 h 645539"/>
                <a:gd name="connsiteX6" fmla="*/ 72264 w 191742"/>
                <a:gd name="connsiteY6" fmla="*/ 1733 h 645539"/>
                <a:gd name="connsiteX7" fmla="*/ 0 w 191742"/>
                <a:gd name="connsiteY7" fmla="*/ 17570 h 645539"/>
              </a:gdLst>
              <a:ahLst/>
              <a:cxnLst/>
              <a:rect l="l" t="t" r="r" b="b"/>
              <a:pathLst>
                <a:path w="191742" h="645539">
                  <a:moveTo>
                    <a:pt x="0" y="17570"/>
                  </a:moveTo>
                  <a:lnTo>
                    <a:pt x="44823" y="76687"/>
                  </a:lnTo>
                  <a:cubicBezTo>
                    <a:pt x="44823" y="76687"/>
                    <a:pt x="31077" y="434872"/>
                    <a:pt x="50351" y="600717"/>
                  </a:cubicBezTo>
                  <a:lnTo>
                    <a:pt x="144180" y="645539"/>
                  </a:lnTo>
                  <a:lnTo>
                    <a:pt x="191743" y="558135"/>
                  </a:lnTo>
                  <a:cubicBezTo>
                    <a:pt x="191743" y="558135"/>
                    <a:pt x="141242" y="254883"/>
                    <a:pt x="63997" y="77533"/>
                  </a:cubicBezTo>
                  <a:lnTo>
                    <a:pt x="72264" y="1733"/>
                  </a:lnTo>
                  <a:cubicBezTo>
                    <a:pt x="72264" y="1733"/>
                    <a:pt x="45869" y="-7730"/>
                    <a:pt x="0" y="17570"/>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6" name="标题 1"/>
            <p:cNvSpPr txBox="1"/>
            <p:nvPr/>
          </p:nvSpPr>
          <p:spPr>
            <a:xfrm>
              <a:off x="7932992" y="2129320"/>
              <a:ext cx="116971" cy="59514"/>
            </a:xfrm>
            <a:custGeom>
              <a:avLst/>
              <a:gdLst>
                <a:gd name="connsiteX0" fmla="*/ 88749 w 114644"/>
                <a:gd name="connsiteY0" fmla="*/ 53738 h 58330"/>
                <a:gd name="connsiteX1" fmla="*/ 109069 w 114644"/>
                <a:gd name="connsiteY1" fmla="*/ 0 h 58330"/>
                <a:gd name="connsiteX2" fmla="*/ 0 w 114644"/>
                <a:gd name="connsiteY2" fmla="*/ 19374 h 58330"/>
                <a:gd name="connsiteX3" fmla="*/ 88749 w 114644"/>
                <a:gd name="connsiteY3" fmla="*/ 53738 h 58330"/>
              </a:gdLst>
              <a:ahLst/>
              <a:cxnLst/>
              <a:rect l="l" t="t" r="r" b="b"/>
              <a:pathLst>
                <a:path w="114644" h="58330">
                  <a:moveTo>
                    <a:pt x="88749" y="53738"/>
                  </a:moveTo>
                  <a:cubicBezTo>
                    <a:pt x="88749" y="53738"/>
                    <a:pt x="129090" y="36755"/>
                    <a:pt x="109069" y="0"/>
                  </a:cubicBezTo>
                  <a:lnTo>
                    <a:pt x="0" y="19374"/>
                  </a:lnTo>
                  <a:cubicBezTo>
                    <a:pt x="0" y="19374"/>
                    <a:pt x="7222" y="74257"/>
                    <a:pt x="88749" y="53738"/>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7" name="标题 1"/>
            <p:cNvSpPr txBox="1"/>
            <p:nvPr/>
          </p:nvSpPr>
          <p:spPr>
            <a:xfrm>
              <a:off x="7891122" y="2114584"/>
              <a:ext cx="189450" cy="145379"/>
            </a:xfrm>
            <a:custGeom>
              <a:avLst/>
              <a:gdLst>
                <a:gd name="connsiteX0" fmla="*/ 22461 w 185681"/>
                <a:gd name="connsiteY0" fmla="*/ 3436 h 142487"/>
                <a:gd name="connsiteX1" fmla="*/ 129538 w 185681"/>
                <a:gd name="connsiteY1" fmla="*/ 68181 h 142487"/>
                <a:gd name="connsiteX2" fmla="*/ 147169 w 185681"/>
                <a:gd name="connsiteY2" fmla="*/ 0 h 142487"/>
                <a:gd name="connsiteX3" fmla="*/ 174461 w 185681"/>
                <a:gd name="connsiteY3" fmla="*/ 30529 h 142487"/>
                <a:gd name="connsiteX4" fmla="*/ 167787 w 185681"/>
                <a:gd name="connsiteY4" fmla="*/ 131281 h 142487"/>
                <a:gd name="connsiteX5" fmla="*/ 129787 w 185681"/>
                <a:gd name="connsiteY5" fmla="*/ 75651 h 142487"/>
                <a:gd name="connsiteX6" fmla="*/ 101549 w 185681"/>
                <a:gd name="connsiteY6" fmla="*/ 142487 h 142487"/>
                <a:gd name="connsiteX7" fmla="*/ 0 w 185681"/>
                <a:gd name="connsiteY7" fmla="*/ 41187 h 142487"/>
              </a:gdLst>
              <a:ahLst/>
              <a:cxnLst/>
              <a:rect l="l" t="t" r="r" b="b"/>
              <a:pathLst>
                <a:path w="185681" h="142487">
                  <a:moveTo>
                    <a:pt x="22461" y="3436"/>
                  </a:moveTo>
                  <a:cubicBezTo>
                    <a:pt x="22461" y="3436"/>
                    <a:pt x="40938" y="68181"/>
                    <a:pt x="129538" y="68181"/>
                  </a:cubicBezTo>
                  <a:cubicBezTo>
                    <a:pt x="129538" y="68181"/>
                    <a:pt x="160117" y="48259"/>
                    <a:pt x="147169" y="0"/>
                  </a:cubicBezTo>
                  <a:lnTo>
                    <a:pt x="174461" y="30529"/>
                  </a:lnTo>
                  <a:cubicBezTo>
                    <a:pt x="174461" y="30529"/>
                    <a:pt x="203695" y="81578"/>
                    <a:pt x="167787" y="131281"/>
                  </a:cubicBezTo>
                  <a:lnTo>
                    <a:pt x="129787" y="75651"/>
                  </a:lnTo>
                  <a:lnTo>
                    <a:pt x="101549" y="142487"/>
                  </a:lnTo>
                  <a:cubicBezTo>
                    <a:pt x="101549" y="142487"/>
                    <a:pt x="34414" y="130136"/>
                    <a:pt x="0" y="41187"/>
                  </a:cubicBezTo>
                  <a:close/>
                </a:path>
              </a:pathLst>
            </a:custGeom>
            <a:solidFill>
              <a:srgbClr val="FFFF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8" name="标题 1"/>
            <p:cNvSpPr txBox="1"/>
            <p:nvPr/>
          </p:nvSpPr>
          <p:spPr>
            <a:xfrm>
              <a:off x="8012967" y="1748368"/>
              <a:ext cx="540606" cy="466167"/>
            </a:xfrm>
            <a:custGeom>
              <a:avLst/>
              <a:gdLst>
                <a:gd name="connsiteX0" fmla="*/ 520202 w 529851"/>
                <a:gd name="connsiteY0" fmla="*/ 212160 h 456893"/>
                <a:gd name="connsiteX1" fmla="*/ 520202 w 529851"/>
                <a:gd name="connsiteY1" fmla="*/ 212459 h 456893"/>
                <a:gd name="connsiteX2" fmla="*/ 464572 w 529851"/>
                <a:gd name="connsiteY2" fmla="*/ 307085 h 456893"/>
                <a:gd name="connsiteX3" fmla="*/ 397935 w 529851"/>
                <a:gd name="connsiteY3" fmla="*/ 386322 h 456893"/>
                <a:gd name="connsiteX4" fmla="*/ 325621 w 529851"/>
                <a:gd name="connsiteY4" fmla="*/ 447879 h 456893"/>
                <a:gd name="connsiteX5" fmla="*/ 312572 w 529851"/>
                <a:gd name="connsiteY5" fmla="*/ 456894 h 456893"/>
                <a:gd name="connsiteX6" fmla="*/ 171480 w 529851"/>
                <a:gd name="connsiteY6" fmla="*/ 316199 h 456893"/>
                <a:gd name="connsiteX7" fmla="*/ 189259 w 529851"/>
                <a:gd name="connsiteY7" fmla="*/ 300013 h 456893"/>
                <a:gd name="connsiteX8" fmla="*/ 244890 w 529851"/>
                <a:gd name="connsiteY8" fmla="*/ 249911 h 456893"/>
                <a:gd name="connsiteX9" fmla="*/ 305251 w 529851"/>
                <a:gd name="connsiteY9" fmla="*/ 193136 h 456893"/>
                <a:gd name="connsiteX10" fmla="*/ 330153 w 529851"/>
                <a:gd name="connsiteY10" fmla="*/ 167686 h 456893"/>
                <a:gd name="connsiteX11" fmla="*/ 263416 w 529851"/>
                <a:gd name="connsiteY11" fmla="*/ 136360 h 456893"/>
                <a:gd name="connsiteX12" fmla="*/ 126856 w 529851"/>
                <a:gd name="connsiteY12" fmla="*/ 75749 h 456893"/>
                <a:gd name="connsiteX13" fmla="*/ 33176 w 529851"/>
                <a:gd name="connsiteY13" fmla="*/ 35459 h 456893"/>
                <a:gd name="connsiteX14" fmla="*/ 7876 w 529851"/>
                <a:gd name="connsiteY14" fmla="*/ 21862 h 456893"/>
                <a:gd name="connsiteX15" fmla="*/ 57 w 529851"/>
                <a:gd name="connsiteY15" fmla="*/ 11553 h 456893"/>
                <a:gd name="connsiteX16" fmla="*/ 11362 w 529851"/>
                <a:gd name="connsiteY16" fmla="*/ 4481 h 456893"/>
                <a:gd name="connsiteX17" fmla="*/ 40796 w 529851"/>
                <a:gd name="connsiteY17" fmla="*/ 696 h 456893"/>
                <a:gd name="connsiteX18" fmla="*/ 147226 w 529851"/>
                <a:gd name="connsiteY18" fmla="*/ 3435 h 456893"/>
                <a:gd name="connsiteX19" fmla="*/ 304205 w 529851"/>
                <a:gd name="connsiteY19" fmla="*/ 24701 h 456893"/>
                <a:gd name="connsiteX20" fmla="*/ 439720 w 529851"/>
                <a:gd name="connsiteY20" fmla="*/ 57472 h 456893"/>
                <a:gd name="connsiteX21" fmla="*/ 520202 w 529851"/>
                <a:gd name="connsiteY21" fmla="*/ 212160 h 456893"/>
              </a:gdLst>
              <a:ahLst/>
              <a:cxnLst/>
              <a:rect l="l" t="t" r="r" b="b"/>
              <a:pathLst>
                <a:path w="529851" h="456893">
                  <a:moveTo>
                    <a:pt x="520202" y="212160"/>
                  </a:moveTo>
                  <a:cubicBezTo>
                    <a:pt x="520202" y="212160"/>
                    <a:pt x="520202" y="212160"/>
                    <a:pt x="520202" y="212459"/>
                  </a:cubicBezTo>
                  <a:cubicBezTo>
                    <a:pt x="504120" y="245384"/>
                    <a:pt x="485519" y="277019"/>
                    <a:pt x="464572" y="307085"/>
                  </a:cubicBezTo>
                  <a:cubicBezTo>
                    <a:pt x="444491" y="335219"/>
                    <a:pt x="422209" y="361715"/>
                    <a:pt x="397935" y="386322"/>
                  </a:cubicBezTo>
                  <a:cubicBezTo>
                    <a:pt x="375633" y="408868"/>
                    <a:pt x="351439" y="429462"/>
                    <a:pt x="325621" y="447879"/>
                  </a:cubicBezTo>
                  <a:cubicBezTo>
                    <a:pt x="321188" y="450917"/>
                    <a:pt x="316905" y="453955"/>
                    <a:pt x="312572" y="456894"/>
                  </a:cubicBezTo>
                  <a:cubicBezTo>
                    <a:pt x="275768" y="400750"/>
                    <a:pt x="227727" y="352845"/>
                    <a:pt x="171480" y="316199"/>
                  </a:cubicBezTo>
                  <a:lnTo>
                    <a:pt x="189259" y="300013"/>
                  </a:lnTo>
                  <a:lnTo>
                    <a:pt x="244890" y="249911"/>
                  </a:lnTo>
                  <a:cubicBezTo>
                    <a:pt x="264348" y="232181"/>
                    <a:pt x="284468" y="213256"/>
                    <a:pt x="305251" y="193136"/>
                  </a:cubicBezTo>
                  <a:cubicBezTo>
                    <a:pt x="313518" y="184918"/>
                    <a:pt x="321836" y="176352"/>
                    <a:pt x="330153" y="167686"/>
                  </a:cubicBezTo>
                  <a:cubicBezTo>
                    <a:pt x="307243" y="156829"/>
                    <a:pt x="284782" y="146271"/>
                    <a:pt x="263416" y="136360"/>
                  </a:cubicBezTo>
                  <a:cubicBezTo>
                    <a:pt x="212418" y="112803"/>
                    <a:pt x="166151" y="92334"/>
                    <a:pt x="126856" y="75749"/>
                  </a:cubicBezTo>
                  <a:cubicBezTo>
                    <a:pt x="87561" y="59165"/>
                    <a:pt x="55388" y="45867"/>
                    <a:pt x="33176" y="35459"/>
                  </a:cubicBezTo>
                  <a:cubicBezTo>
                    <a:pt x="24431" y="31534"/>
                    <a:pt x="15974" y="26992"/>
                    <a:pt x="7876" y="21862"/>
                  </a:cubicBezTo>
                  <a:cubicBezTo>
                    <a:pt x="2348" y="17828"/>
                    <a:pt x="-441" y="14392"/>
                    <a:pt x="57" y="11553"/>
                  </a:cubicBezTo>
                  <a:cubicBezTo>
                    <a:pt x="555" y="8714"/>
                    <a:pt x="4489" y="6324"/>
                    <a:pt x="11362" y="4481"/>
                  </a:cubicBezTo>
                  <a:cubicBezTo>
                    <a:pt x="21039" y="2319"/>
                    <a:pt x="30890" y="1054"/>
                    <a:pt x="40796" y="696"/>
                  </a:cubicBezTo>
                  <a:cubicBezTo>
                    <a:pt x="76296" y="-798"/>
                    <a:pt x="111850" y="113"/>
                    <a:pt x="147226" y="3435"/>
                  </a:cubicBezTo>
                  <a:cubicBezTo>
                    <a:pt x="199877" y="7887"/>
                    <a:pt x="252266" y="14989"/>
                    <a:pt x="304205" y="24701"/>
                  </a:cubicBezTo>
                  <a:cubicBezTo>
                    <a:pt x="330103" y="29681"/>
                    <a:pt x="385634" y="43377"/>
                    <a:pt x="439720" y="57472"/>
                  </a:cubicBezTo>
                  <a:cubicBezTo>
                    <a:pt x="511138" y="76148"/>
                    <a:pt x="548889" y="148611"/>
                    <a:pt x="520202" y="212160"/>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9" name="标题 1"/>
            <p:cNvSpPr txBox="1"/>
            <p:nvPr/>
          </p:nvSpPr>
          <p:spPr>
            <a:xfrm>
              <a:off x="7893419" y="1740586"/>
              <a:ext cx="195776" cy="67705"/>
            </a:xfrm>
            <a:custGeom>
              <a:avLst/>
              <a:gdLst>
                <a:gd name="connsiteX0" fmla="*/ 191881 w 191881"/>
                <a:gd name="connsiteY0" fmla="*/ 13503 h 66358"/>
                <a:gd name="connsiteX1" fmla="*/ 102235 w 191881"/>
                <a:gd name="connsiteY1" fmla="*/ 1252 h 66358"/>
                <a:gd name="connsiteX2" fmla="*/ 13137 w 191881"/>
                <a:gd name="connsiteY2" fmla="*/ 21820 h 66358"/>
                <a:gd name="connsiteX3" fmla="*/ 736 w 191881"/>
                <a:gd name="connsiteY3" fmla="*/ 29888 h 66358"/>
                <a:gd name="connsiteX4" fmla="*/ 14631 w 191881"/>
                <a:gd name="connsiteY4" fmla="*/ 48913 h 66358"/>
                <a:gd name="connsiteX5" fmla="*/ 177637 w 191881"/>
                <a:gd name="connsiteY5" fmla="*/ 52150 h 66358"/>
                <a:gd name="connsiteX6" fmla="*/ 191881 w 191881"/>
                <a:gd name="connsiteY6" fmla="*/ 13503 h 66358"/>
              </a:gdLst>
              <a:ahLst/>
              <a:cxnLst/>
              <a:rect l="l" t="t" r="r" b="b"/>
              <a:pathLst>
                <a:path w="191881" h="66358">
                  <a:moveTo>
                    <a:pt x="191881" y="13503"/>
                  </a:moveTo>
                  <a:cubicBezTo>
                    <a:pt x="164240" y="554"/>
                    <a:pt x="132665" y="-1936"/>
                    <a:pt x="102235" y="1252"/>
                  </a:cubicBezTo>
                  <a:cubicBezTo>
                    <a:pt x="71806" y="4439"/>
                    <a:pt x="42471" y="13155"/>
                    <a:pt x="13137" y="21820"/>
                  </a:cubicBezTo>
                  <a:cubicBezTo>
                    <a:pt x="8023" y="22567"/>
                    <a:pt x="3490" y="25516"/>
                    <a:pt x="736" y="29888"/>
                  </a:cubicBezTo>
                  <a:cubicBezTo>
                    <a:pt x="-2700" y="37957"/>
                    <a:pt x="6563" y="45427"/>
                    <a:pt x="14631" y="48913"/>
                  </a:cubicBezTo>
                  <a:cubicBezTo>
                    <a:pt x="66511" y="70996"/>
                    <a:pt x="124921" y="72156"/>
                    <a:pt x="177637" y="52150"/>
                  </a:cubicBezTo>
                  <a:cubicBezTo>
                    <a:pt x="182319" y="38455"/>
                    <a:pt x="187299" y="27249"/>
                    <a:pt x="191881" y="13503"/>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0" name="标题 1"/>
            <p:cNvSpPr txBox="1"/>
            <p:nvPr/>
          </p:nvSpPr>
          <p:spPr>
            <a:xfrm>
              <a:off x="8069277" y="2003301"/>
              <a:ext cx="315149" cy="370638"/>
            </a:xfrm>
            <a:custGeom>
              <a:avLst/>
              <a:gdLst>
                <a:gd name="connsiteX0" fmla="*/ 0 w 308879"/>
                <a:gd name="connsiteY0" fmla="*/ 139449 h 363264"/>
                <a:gd name="connsiteX1" fmla="*/ 189651 w 308879"/>
                <a:gd name="connsiteY1" fmla="*/ 0 h 363264"/>
                <a:gd name="connsiteX2" fmla="*/ 308880 w 308879"/>
                <a:gd name="connsiteY2" fmla="*/ 214154 h 363264"/>
                <a:gd name="connsiteX3" fmla="*/ 154490 w 308879"/>
                <a:gd name="connsiteY3" fmla="*/ 363265 h 363264"/>
                <a:gd name="connsiteX4" fmla="*/ 0 w 308879"/>
                <a:gd name="connsiteY4" fmla="*/ 139449 h 363264"/>
              </a:gdLst>
              <a:ahLst/>
              <a:cxnLst/>
              <a:rect l="l" t="t" r="r" b="b"/>
              <a:pathLst>
                <a:path w="308879" h="363264">
                  <a:moveTo>
                    <a:pt x="0" y="139449"/>
                  </a:moveTo>
                  <a:cubicBezTo>
                    <a:pt x="0" y="139449"/>
                    <a:pt x="98710" y="45470"/>
                    <a:pt x="189651" y="0"/>
                  </a:cubicBezTo>
                  <a:cubicBezTo>
                    <a:pt x="189651" y="0"/>
                    <a:pt x="279297" y="76448"/>
                    <a:pt x="308880" y="214154"/>
                  </a:cubicBezTo>
                  <a:lnTo>
                    <a:pt x="154490" y="363265"/>
                  </a:lnTo>
                  <a:cubicBezTo>
                    <a:pt x="154490" y="363265"/>
                    <a:pt x="81378" y="185168"/>
                    <a:pt x="0" y="139449"/>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31" name="标题 1"/>
            <p:cNvSpPr txBox="1"/>
            <p:nvPr/>
          </p:nvSpPr>
          <p:spPr>
            <a:xfrm>
              <a:off x="7542954" y="2170785"/>
              <a:ext cx="353960" cy="374551"/>
            </a:xfrm>
            <a:custGeom>
              <a:avLst/>
              <a:gdLst>
                <a:gd name="connsiteX0" fmla="*/ 346919 w 346918"/>
                <a:gd name="connsiteY0" fmla="*/ 0 h 367099"/>
                <a:gd name="connsiteX1" fmla="*/ 89 w 346918"/>
                <a:gd name="connsiteY1" fmla="*/ 135814 h 367099"/>
                <a:gd name="connsiteX2" fmla="*/ 106070 w 346918"/>
                <a:gd name="connsiteY2" fmla="*/ 367100 h 367099"/>
                <a:gd name="connsiteX3" fmla="*/ 311658 w 346918"/>
                <a:gd name="connsiteY3" fmla="*/ 282783 h 367099"/>
              </a:gdLst>
              <a:ahLst/>
              <a:cxnLst/>
              <a:rect l="l" t="t" r="r" b="b"/>
              <a:pathLst>
                <a:path w="346918" h="367099">
                  <a:moveTo>
                    <a:pt x="346919" y="0"/>
                  </a:moveTo>
                  <a:cubicBezTo>
                    <a:pt x="346919" y="0"/>
                    <a:pt x="141680" y="9413"/>
                    <a:pt x="89" y="135814"/>
                  </a:cubicBezTo>
                  <a:cubicBezTo>
                    <a:pt x="89" y="135814"/>
                    <a:pt x="-7033" y="264655"/>
                    <a:pt x="106070" y="367100"/>
                  </a:cubicBezTo>
                  <a:lnTo>
                    <a:pt x="311658" y="282783"/>
                  </a:ln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32" name="标题 1"/>
            <p:cNvSpPr txBox="1"/>
            <p:nvPr/>
          </p:nvSpPr>
          <p:spPr>
            <a:xfrm>
              <a:off x="7463298" y="2571766"/>
              <a:ext cx="139672" cy="81845"/>
            </a:xfrm>
            <a:custGeom>
              <a:avLst/>
              <a:gdLst>
                <a:gd name="connsiteX0" fmla="*/ 133193 w 136893"/>
                <a:gd name="connsiteY0" fmla="*/ 60803 h 80217"/>
                <a:gd name="connsiteX1" fmla="*/ 14462 w 136893"/>
                <a:gd name="connsiteY1" fmla="*/ 292 h 80217"/>
                <a:gd name="connsiteX2" fmla="*/ 8336 w 136893"/>
                <a:gd name="connsiteY2" fmla="*/ 22604 h 80217"/>
                <a:gd name="connsiteX3" fmla="*/ 116807 w 136893"/>
                <a:gd name="connsiteY3" fmla="*/ 77139 h 80217"/>
                <a:gd name="connsiteX4" fmla="*/ 133193 w 136893"/>
                <a:gd name="connsiteY4" fmla="*/ 60803 h 80217"/>
              </a:gdLst>
              <a:ahLst/>
              <a:cxnLst/>
              <a:rect l="l" t="t" r="r" b="b"/>
              <a:pathLst>
                <a:path w="136893" h="80217">
                  <a:moveTo>
                    <a:pt x="133193" y="60803"/>
                  </a:moveTo>
                  <a:cubicBezTo>
                    <a:pt x="99615" y="30558"/>
                    <a:pt x="58667" y="9685"/>
                    <a:pt x="14462" y="292"/>
                  </a:cubicBezTo>
                  <a:cubicBezTo>
                    <a:pt x="-81" y="-2795"/>
                    <a:pt x="-6256" y="19517"/>
                    <a:pt x="8336" y="22604"/>
                  </a:cubicBezTo>
                  <a:cubicBezTo>
                    <a:pt x="48677" y="30872"/>
                    <a:pt x="86109" y="49687"/>
                    <a:pt x="116807" y="77139"/>
                  </a:cubicBezTo>
                  <a:cubicBezTo>
                    <a:pt x="127913" y="87050"/>
                    <a:pt x="144299" y="70714"/>
                    <a:pt x="133193" y="60803"/>
                  </a:cubicBezTo>
                  <a:close/>
                </a:path>
              </a:pathLst>
            </a:custGeom>
            <a:solidFill>
              <a:srgbClr val="C66745">
                <a:alpha val="100000"/>
              </a:srgbClr>
            </a:solidFill>
            <a:ln w="4973" cap="flat">
              <a:noFill/>
              <a:miter/>
            </a:ln>
          </p:spPr>
          <p:txBody>
            <a:bodyPr vert="horz" wrap="square" lIns="91440" tIns="45720" rIns="91440" bIns="45720" rtlCol="0" anchor="ctr"/>
            <a:lstStyle/>
            <a:p>
              <a:pPr algn="l"/>
              <a:endParaRPr kumimoji="1" lang="zh-CN" altLang="en-US"/>
            </a:p>
          </p:txBody>
        </p:sp>
        <p:sp>
          <p:nvSpPr>
            <p:cNvPr id="33" name="标题 1"/>
            <p:cNvSpPr txBox="1"/>
            <p:nvPr/>
          </p:nvSpPr>
          <p:spPr>
            <a:xfrm>
              <a:off x="9252172" y="1881805"/>
              <a:ext cx="977621" cy="752964"/>
            </a:xfrm>
            <a:custGeom>
              <a:avLst/>
              <a:gdLst>
                <a:gd name="connsiteX0" fmla="*/ 958172 w 958171"/>
                <a:gd name="connsiteY0" fmla="*/ 379800 h 737984"/>
                <a:gd name="connsiteX1" fmla="*/ 837847 w 958171"/>
                <a:gd name="connsiteY1" fmla="*/ 543503 h 737984"/>
                <a:gd name="connsiteX2" fmla="*/ 541269 w 958171"/>
                <a:gd name="connsiteY2" fmla="*/ 737984 h 737984"/>
                <a:gd name="connsiteX3" fmla="*/ 182685 w 958171"/>
                <a:gd name="connsiteY3" fmla="*/ 531899 h 737984"/>
                <a:gd name="connsiteX4" fmla="*/ 143740 w 958171"/>
                <a:gd name="connsiteY4" fmla="*/ 463768 h 737984"/>
                <a:gd name="connsiteX5" fmla="*/ 118439 w 958171"/>
                <a:gd name="connsiteY5" fmla="*/ 97515 h 737984"/>
                <a:gd name="connsiteX6" fmla="*/ 247479 w 958171"/>
                <a:gd name="connsiteY6" fmla="*/ 0 h 737984"/>
                <a:gd name="connsiteX7" fmla="*/ 427319 w 958171"/>
                <a:gd name="connsiteY7" fmla="*/ 158125 h 737984"/>
                <a:gd name="connsiteX8" fmla="*/ 759606 w 958171"/>
                <a:gd name="connsiteY8" fmla="*/ 132377 h 737984"/>
                <a:gd name="connsiteX9" fmla="*/ 958172 w 958171"/>
                <a:gd name="connsiteY9" fmla="*/ 379800 h 737984"/>
              </a:gdLst>
              <a:ahLst/>
              <a:cxnLst/>
              <a:rect l="l" t="t" r="r" b="b"/>
              <a:pathLst>
                <a:path w="958171" h="737984">
                  <a:moveTo>
                    <a:pt x="958172" y="379800"/>
                  </a:moveTo>
                  <a:cubicBezTo>
                    <a:pt x="958172" y="450968"/>
                    <a:pt x="890489" y="490911"/>
                    <a:pt x="837847" y="543503"/>
                  </a:cubicBezTo>
                  <a:cubicBezTo>
                    <a:pt x="779677" y="601723"/>
                    <a:pt x="769019" y="737984"/>
                    <a:pt x="541269" y="737984"/>
                  </a:cubicBezTo>
                  <a:cubicBezTo>
                    <a:pt x="439172" y="737984"/>
                    <a:pt x="324575" y="691618"/>
                    <a:pt x="182685" y="531899"/>
                  </a:cubicBezTo>
                  <a:cubicBezTo>
                    <a:pt x="167246" y="514567"/>
                    <a:pt x="152156" y="484785"/>
                    <a:pt x="143740" y="463768"/>
                  </a:cubicBezTo>
                  <a:cubicBezTo>
                    <a:pt x="125412" y="418945"/>
                    <a:pt x="-153486" y="228248"/>
                    <a:pt x="118439" y="97515"/>
                  </a:cubicBezTo>
                  <a:cubicBezTo>
                    <a:pt x="136219" y="15738"/>
                    <a:pt x="163262" y="0"/>
                    <a:pt x="247479" y="0"/>
                  </a:cubicBezTo>
                  <a:cubicBezTo>
                    <a:pt x="343201" y="0"/>
                    <a:pt x="398632" y="152647"/>
                    <a:pt x="427319" y="158125"/>
                  </a:cubicBezTo>
                  <a:cubicBezTo>
                    <a:pt x="583054" y="188007"/>
                    <a:pt x="609350" y="123263"/>
                    <a:pt x="759606" y="132377"/>
                  </a:cubicBezTo>
                  <a:cubicBezTo>
                    <a:pt x="855726" y="138055"/>
                    <a:pt x="958172" y="240848"/>
                    <a:pt x="958172" y="37980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34" name="标题 1"/>
            <p:cNvSpPr txBox="1"/>
            <p:nvPr/>
          </p:nvSpPr>
          <p:spPr>
            <a:xfrm>
              <a:off x="9331275" y="3310831"/>
              <a:ext cx="1181067" cy="1064590"/>
            </a:xfrm>
            <a:custGeom>
              <a:avLst/>
              <a:gdLst>
                <a:gd name="connsiteX0" fmla="*/ 1148685 w 1157570"/>
                <a:gd name="connsiteY0" fmla="*/ 1029604 h 1043410"/>
                <a:gd name="connsiteX1" fmla="*/ 1120884 w 1157570"/>
                <a:gd name="connsiteY1" fmla="*/ 1041975 h 1043410"/>
                <a:gd name="connsiteX2" fmla="*/ 1114769 w 1157570"/>
                <a:gd name="connsiteY2" fmla="*/ 1038369 h 1043410"/>
                <a:gd name="connsiteX3" fmla="*/ 1097835 w 1157570"/>
                <a:gd name="connsiteY3" fmla="*/ 1016456 h 1043410"/>
                <a:gd name="connsiteX4" fmla="*/ 1076619 w 1157570"/>
                <a:gd name="connsiteY4" fmla="*/ 967151 h 1043410"/>
                <a:gd name="connsiteX5" fmla="*/ 1066659 w 1157570"/>
                <a:gd name="connsiteY5" fmla="*/ 947728 h 1043410"/>
                <a:gd name="connsiteX6" fmla="*/ 971086 w 1157570"/>
                <a:gd name="connsiteY6" fmla="*/ 860970 h 1043410"/>
                <a:gd name="connsiteX7" fmla="*/ 945437 w 1157570"/>
                <a:gd name="connsiteY7" fmla="*/ 851906 h 1043410"/>
                <a:gd name="connsiteX8" fmla="*/ 801008 w 1157570"/>
                <a:gd name="connsiteY8" fmla="*/ 866249 h 1043410"/>
                <a:gd name="connsiteX9" fmla="*/ 549950 w 1157570"/>
                <a:gd name="connsiteY9" fmla="*/ 878302 h 1043410"/>
                <a:gd name="connsiteX10" fmla="*/ 402084 w 1157570"/>
                <a:gd name="connsiteY10" fmla="*/ 880692 h 1043410"/>
                <a:gd name="connsiteX11" fmla="*/ 363138 w 1157570"/>
                <a:gd name="connsiteY11" fmla="*/ 880692 h 1043410"/>
                <a:gd name="connsiteX12" fmla="*/ 318763 w 1157570"/>
                <a:gd name="connsiteY12" fmla="*/ 878999 h 1043410"/>
                <a:gd name="connsiteX13" fmla="*/ 209595 w 1157570"/>
                <a:gd name="connsiteY13" fmla="*/ 857982 h 1043410"/>
                <a:gd name="connsiteX14" fmla="*/ 89220 w 1157570"/>
                <a:gd name="connsiteY14" fmla="*/ 773864 h 1043410"/>
                <a:gd name="connsiteX15" fmla="*/ 31349 w 1157570"/>
                <a:gd name="connsiteY15" fmla="*/ 656179 h 1043410"/>
                <a:gd name="connsiteX16" fmla="*/ 14515 w 1157570"/>
                <a:gd name="connsiteY16" fmla="*/ 567828 h 1043410"/>
                <a:gd name="connsiteX17" fmla="*/ 5700 w 1157570"/>
                <a:gd name="connsiteY17" fmla="*/ 492825 h 1043410"/>
                <a:gd name="connsiteX18" fmla="*/ 8738 w 1157570"/>
                <a:gd name="connsiteY18" fmla="*/ 231806 h 1043410"/>
                <a:gd name="connsiteX19" fmla="*/ 57844 w 1157570"/>
                <a:gd name="connsiteY19" fmla="*/ 58839 h 1043410"/>
                <a:gd name="connsiteX20" fmla="*/ 128067 w 1157570"/>
                <a:gd name="connsiteY20" fmla="*/ 71 h 1043410"/>
                <a:gd name="connsiteX21" fmla="*/ 192014 w 1157570"/>
                <a:gd name="connsiteY21" fmla="*/ 64318 h 1043410"/>
                <a:gd name="connsiteX22" fmla="*/ 237634 w 1157570"/>
                <a:gd name="connsiteY22" fmla="*/ 227224 h 1043410"/>
                <a:gd name="connsiteX23" fmla="*/ 273442 w 1157570"/>
                <a:gd name="connsiteY23" fmla="*/ 462993 h 1043410"/>
                <a:gd name="connsiteX24" fmla="*/ 282507 w 1157570"/>
                <a:gd name="connsiteY24" fmla="*/ 530875 h 1043410"/>
                <a:gd name="connsiteX25" fmla="*/ 291421 w 1157570"/>
                <a:gd name="connsiteY25" fmla="*/ 590290 h 1043410"/>
                <a:gd name="connsiteX26" fmla="*/ 297248 w 1157570"/>
                <a:gd name="connsiteY26" fmla="*/ 613448 h 1043410"/>
                <a:gd name="connsiteX27" fmla="*/ 304619 w 1157570"/>
                <a:gd name="connsiteY27" fmla="*/ 622413 h 1043410"/>
                <a:gd name="connsiteX28" fmla="*/ 350886 w 1157570"/>
                <a:gd name="connsiteY28" fmla="*/ 638649 h 1043410"/>
                <a:gd name="connsiteX29" fmla="*/ 384404 w 1157570"/>
                <a:gd name="connsiteY29" fmla="*/ 645621 h 1043410"/>
                <a:gd name="connsiteX30" fmla="*/ 422354 w 1157570"/>
                <a:gd name="connsiteY30" fmla="*/ 652394 h 1043410"/>
                <a:gd name="connsiteX31" fmla="*/ 567481 w 1157570"/>
                <a:gd name="connsiteY31" fmla="*/ 680583 h 1043410"/>
                <a:gd name="connsiteX32" fmla="*/ 812463 w 1157570"/>
                <a:gd name="connsiteY32" fmla="*/ 736612 h 1043410"/>
                <a:gd name="connsiteX33" fmla="*/ 908484 w 1157570"/>
                <a:gd name="connsiteY33" fmla="*/ 762808 h 1043410"/>
                <a:gd name="connsiteX34" fmla="*/ 1016457 w 1157570"/>
                <a:gd name="connsiteY34" fmla="*/ 751851 h 1043410"/>
                <a:gd name="connsiteX35" fmla="*/ 1042902 w 1157570"/>
                <a:gd name="connsiteY35" fmla="*/ 746523 h 1043410"/>
                <a:gd name="connsiteX36" fmla="*/ 1108742 w 1157570"/>
                <a:gd name="connsiteY36" fmla="*/ 749710 h 1043410"/>
                <a:gd name="connsiteX37" fmla="*/ 1130855 w 1157570"/>
                <a:gd name="connsiteY37" fmla="*/ 798019 h 1043410"/>
                <a:gd name="connsiteX38" fmla="*/ 1150776 w 1157570"/>
                <a:gd name="connsiteY38" fmla="*/ 910375 h 1043410"/>
                <a:gd name="connsiteX39" fmla="*/ 1148685 w 1157570"/>
                <a:gd name="connsiteY39" fmla="*/ 1029604 h 1043410"/>
              </a:gdLst>
              <a:ahLst/>
              <a:cxnLst/>
              <a:rect l="l" t="t" r="r" b="b"/>
              <a:pathLst>
                <a:path w="1157570" h="1043410">
                  <a:moveTo>
                    <a:pt x="1148685" y="1029604"/>
                  </a:moveTo>
                  <a:cubicBezTo>
                    <a:pt x="1144426" y="1040695"/>
                    <a:pt x="1131980" y="1046234"/>
                    <a:pt x="1120884" y="1041975"/>
                  </a:cubicBezTo>
                  <a:cubicBezTo>
                    <a:pt x="1118663" y="1041119"/>
                    <a:pt x="1116596" y="1039904"/>
                    <a:pt x="1114769" y="1038369"/>
                  </a:cubicBezTo>
                  <a:cubicBezTo>
                    <a:pt x="1107950" y="1032049"/>
                    <a:pt x="1102228" y="1024649"/>
                    <a:pt x="1097835" y="1016456"/>
                  </a:cubicBezTo>
                  <a:cubicBezTo>
                    <a:pt x="1089020" y="1000818"/>
                    <a:pt x="1083940" y="983437"/>
                    <a:pt x="1076619" y="967151"/>
                  </a:cubicBezTo>
                  <a:cubicBezTo>
                    <a:pt x="1073731" y="960462"/>
                    <a:pt x="1070404" y="953973"/>
                    <a:pt x="1066659" y="947728"/>
                  </a:cubicBezTo>
                  <a:cubicBezTo>
                    <a:pt x="1044690" y="909499"/>
                    <a:pt x="1011257" y="879149"/>
                    <a:pt x="971086" y="860970"/>
                  </a:cubicBezTo>
                  <a:cubicBezTo>
                    <a:pt x="962784" y="857290"/>
                    <a:pt x="954208" y="854262"/>
                    <a:pt x="945437" y="851906"/>
                  </a:cubicBezTo>
                  <a:cubicBezTo>
                    <a:pt x="907487" y="857385"/>
                    <a:pt x="858531" y="861867"/>
                    <a:pt x="801008" y="866249"/>
                  </a:cubicBezTo>
                  <a:cubicBezTo>
                    <a:pt x="729391" y="871230"/>
                    <a:pt x="644178" y="875712"/>
                    <a:pt x="549950" y="878302"/>
                  </a:cubicBezTo>
                  <a:cubicBezTo>
                    <a:pt x="502736" y="879696"/>
                    <a:pt x="453332" y="880493"/>
                    <a:pt x="402084" y="880692"/>
                  </a:cubicBezTo>
                  <a:cubicBezTo>
                    <a:pt x="389235" y="880692"/>
                    <a:pt x="376186" y="880692"/>
                    <a:pt x="363138" y="880692"/>
                  </a:cubicBezTo>
                  <a:cubicBezTo>
                    <a:pt x="350090" y="880692"/>
                    <a:pt x="334551" y="880095"/>
                    <a:pt x="318763" y="878999"/>
                  </a:cubicBezTo>
                  <a:cubicBezTo>
                    <a:pt x="281580" y="877062"/>
                    <a:pt x="244840" y="869990"/>
                    <a:pt x="209595" y="857982"/>
                  </a:cubicBezTo>
                  <a:cubicBezTo>
                    <a:pt x="162550" y="841447"/>
                    <a:pt x="120920" y="812357"/>
                    <a:pt x="89220" y="773864"/>
                  </a:cubicBezTo>
                  <a:cubicBezTo>
                    <a:pt x="62008" y="739052"/>
                    <a:pt x="42305" y="698985"/>
                    <a:pt x="31349" y="656179"/>
                  </a:cubicBezTo>
                  <a:cubicBezTo>
                    <a:pt x="23804" y="627129"/>
                    <a:pt x="18181" y="597616"/>
                    <a:pt x="14515" y="567828"/>
                  </a:cubicBezTo>
                  <a:cubicBezTo>
                    <a:pt x="10830" y="542329"/>
                    <a:pt x="7891" y="517378"/>
                    <a:pt x="5700" y="492825"/>
                  </a:cubicBezTo>
                  <a:cubicBezTo>
                    <a:pt x="-3215" y="394762"/>
                    <a:pt x="-1272" y="305864"/>
                    <a:pt x="8738" y="231806"/>
                  </a:cubicBezTo>
                  <a:cubicBezTo>
                    <a:pt x="18748" y="157749"/>
                    <a:pt x="36727" y="98582"/>
                    <a:pt x="57844" y="58839"/>
                  </a:cubicBezTo>
                  <a:cubicBezTo>
                    <a:pt x="78961" y="19096"/>
                    <a:pt x="103862" y="-1373"/>
                    <a:pt x="128067" y="71"/>
                  </a:cubicBezTo>
                  <a:cubicBezTo>
                    <a:pt x="152271" y="1516"/>
                    <a:pt x="173936" y="24973"/>
                    <a:pt x="192014" y="64318"/>
                  </a:cubicBezTo>
                  <a:cubicBezTo>
                    <a:pt x="210092" y="103662"/>
                    <a:pt x="224735" y="159492"/>
                    <a:pt x="237634" y="227224"/>
                  </a:cubicBezTo>
                  <a:cubicBezTo>
                    <a:pt x="250533" y="294957"/>
                    <a:pt x="261689" y="374692"/>
                    <a:pt x="273442" y="462993"/>
                  </a:cubicBezTo>
                  <a:cubicBezTo>
                    <a:pt x="276381" y="485105"/>
                    <a:pt x="279369" y="507816"/>
                    <a:pt x="282507" y="530875"/>
                  </a:cubicBezTo>
                  <a:cubicBezTo>
                    <a:pt x="285495" y="555029"/>
                    <a:pt x="288383" y="575697"/>
                    <a:pt x="291421" y="590290"/>
                  </a:cubicBezTo>
                  <a:cubicBezTo>
                    <a:pt x="294459" y="604882"/>
                    <a:pt x="297647" y="612203"/>
                    <a:pt x="297248" y="613448"/>
                  </a:cubicBezTo>
                  <a:cubicBezTo>
                    <a:pt x="296850" y="614693"/>
                    <a:pt x="295654" y="616636"/>
                    <a:pt x="304619" y="622413"/>
                  </a:cubicBezTo>
                  <a:cubicBezTo>
                    <a:pt x="319162" y="630058"/>
                    <a:pt x="334755" y="635531"/>
                    <a:pt x="350886" y="638649"/>
                  </a:cubicBezTo>
                  <a:cubicBezTo>
                    <a:pt x="361146" y="641089"/>
                    <a:pt x="372202" y="643280"/>
                    <a:pt x="384404" y="645621"/>
                  </a:cubicBezTo>
                  <a:cubicBezTo>
                    <a:pt x="396606" y="647962"/>
                    <a:pt x="409854" y="650004"/>
                    <a:pt x="422354" y="652394"/>
                  </a:cubicBezTo>
                  <a:cubicBezTo>
                    <a:pt x="472705" y="661508"/>
                    <a:pt x="521363" y="671070"/>
                    <a:pt x="567481" y="680583"/>
                  </a:cubicBezTo>
                  <a:cubicBezTo>
                    <a:pt x="659915" y="699757"/>
                    <a:pt x="742938" y="718932"/>
                    <a:pt x="812463" y="736612"/>
                  </a:cubicBezTo>
                  <a:cubicBezTo>
                    <a:pt x="848321" y="745711"/>
                    <a:pt x="880330" y="754441"/>
                    <a:pt x="908484" y="762808"/>
                  </a:cubicBezTo>
                  <a:cubicBezTo>
                    <a:pt x="944690" y="761777"/>
                    <a:pt x="980778" y="758117"/>
                    <a:pt x="1016457" y="751851"/>
                  </a:cubicBezTo>
                  <a:cubicBezTo>
                    <a:pt x="1025372" y="750357"/>
                    <a:pt x="1034137" y="748515"/>
                    <a:pt x="1042902" y="746523"/>
                  </a:cubicBezTo>
                  <a:cubicBezTo>
                    <a:pt x="1065065" y="741542"/>
                    <a:pt x="1090713" y="736014"/>
                    <a:pt x="1108742" y="749710"/>
                  </a:cubicBezTo>
                  <a:cubicBezTo>
                    <a:pt x="1123086" y="760667"/>
                    <a:pt x="1127518" y="780190"/>
                    <a:pt x="1130855" y="798019"/>
                  </a:cubicBezTo>
                  <a:cubicBezTo>
                    <a:pt x="1137678" y="835272"/>
                    <a:pt x="1144451" y="872724"/>
                    <a:pt x="1150776" y="910375"/>
                  </a:cubicBezTo>
                  <a:cubicBezTo>
                    <a:pt x="1157350" y="949819"/>
                    <a:pt x="1162878" y="993347"/>
                    <a:pt x="1148685" y="1029604"/>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5" name="标题 1"/>
            <p:cNvSpPr txBox="1"/>
            <p:nvPr/>
          </p:nvSpPr>
          <p:spPr>
            <a:xfrm>
              <a:off x="8862760" y="1690017"/>
              <a:ext cx="1027148" cy="844803"/>
            </a:xfrm>
            <a:custGeom>
              <a:avLst/>
              <a:gdLst>
                <a:gd name="connsiteX0" fmla="*/ 908092 w 1006713"/>
                <a:gd name="connsiteY0" fmla="*/ 146934 h 827996"/>
                <a:gd name="connsiteX1" fmla="*/ 856795 w 1006713"/>
                <a:gd name="connsiteY1" fmla="*/ 44190 h 827996"/>
                <a:gd name="connsiteX2" fmla="*/ 830698 w 1006713"/>
                <a:gd name="connsiteY2" fmla="*/ 10025 h 827996"/>
                <a:gd name="connsiteX3" fmla="*/ 856347 w 1006713"/>
                <a:gd name="connsiteY3" fmla="*/ 162522 h 827996"/>
                <a:gd name="connsiteX4" fmla="*/ 876268 w 1006713"/>
                <a:gd name="connsiteY4" fmla="*/ 325329 h 827996"/>
                <a:gd name="connsiteX5" fmla="*/ 881946 w 1006713"/>
                <a:gd name="connsiteY5" fmla="*/ 485198 h 827996"/>
                <a:gd name="connsiteX6" fmla="*/ 738711 w 1006713"/>
                <a:gd name="connsiteY6" fmla="*/ 574843 h 827996"/>
                <a:gd name="connsiteX7" fmla="*/ 606434 w 1006713"/>
                <a:gd name="connsiteY7" fmla="*/ 656272 h 827996"/>
                <a:gd name="connsiteX8" fmla="*/ 526998 w 1006713"/>
                <a:gd name="connsiteY8" fmla="*/ 722809 h 827996"/>
                <a:gd name="connsiteX9" fmla="*/ 525106 w 1006713"/>
                <a:gd name="connsiteY9" fmla="*/ 717430 h 827996"/>
                <a:gd name="connsiteX10" fmla="*/ 503042 w 1006713"/>
                <a:gd name="connsiteY10" fmla="*/ 685905 h 827996"/>
                <a:gd name="connsiteX11" fmla="*/ 412401 w 1006713"/>
                <a:gd name="connsiteY11" fmla="*/ 622107 h 827996"/>
                <a:gd name="connsiteX12" fmla="*/ 272952 w 1006713"/>
                <a:gd name="connsiteY12" fmla="*/ 553677 h 827996"/>
                <a:gd name="connsiteX13" fmla="*/ 121849 w 1006713"/>
                <a:gd name="connsiteY13" fmla="*/ 478076 h 827996"/>
                <a:gd name="connsiteX14" fmla="*/ 112286 w 1006713"/>
                <a:gd name="connsiteY14" fmla="*/ 318407 h 827996"/>
                <a:gd name="connsiteX15" fmla="*/ 116569 w 1006713"/>
                <a:gd name="connsiteY15" fmla="*/ 154454 h 827996"/>
                <a:gd name="connsiteX16" fmla="*/ 127576 w 1006713"/>
                <a:gd name="connsiteY16" fmla="*/ 64 h 827996"/>
                <a:gd name="connsiteX17" fmla="*/ 104816 w 1006713"/>
                <a:gd name="connsiteY17" fmla="*/ 36520 h 827996"/>
                <a:gd name="connsiteX18" fmla="*/ 63529 w 1006713"/>
                <a:gd name="connsiteY18" fmla="*/ 143697 h 827996"/>
                <a:gd name="connsiteX19" fmla="*/ 976 w 1006713"/>
                <a:gd name="connsiteY19" fmla="*/ 490925 h 827996"/>
                <a:gd name="connsiteX20" fmla="*/ 32103 w 1006713"/>
                <a:gd name="connsiteY20" fmla="*/ 580571 h 827996"/>
                <a:gd name="connsiteX21" fmla="*/ 102824 w 1006713"/>
                <a:gd name="connsiteY21" fmla="*/ 646062 h 827996"/>
                <a:gd name="connsiteX22" fmla="*/ 188485 w 1006713"/>
                <a:gd name="connsiteY22" fmla="*/ 707569 h 827996"/>
                <a:gd name="connsiteX23" fmla="*/ 351342 w 1006713"/>
                <a:gd name="connsiteY23" fmla="*/ 779784 h 827996"/>
                <a:gd name="connsiteX24" fmla="*/ 473908 w 1006713"/>
                <a:gd name="connsiteY24" fmla="*/ 787653 h 827996"/>
                <a:gd name="connsiteX25" fmla="*/ 500652 w 1006713"/>
                <a:gd name="connsiteY25" fmla="*/ 778340 h 827996"/>
                <a:gd name="connsiteX26" fmla="*/ 502943 w 1006713"/>
                <a:gd name="connsiteY26" fmla="*/ 792135 h 827996"/>
                <a:gd name="connsiteX27" fmla="*/ 522864 w 1006713"/>
                <a:gd name="connsiteY27" fmla="*/ 815045 h 827996"/>
                <a:gd name="connsiteX28" fmla="*/ 561113 w 1006713"/>
                <a:gd name="connsiteY28" fmla="*/ 826898 h 827996"/>
                <a:gd name="connsiteX29" fmla="*/ 682384 w 1006713"/>
                <a:gd name="connsiteY29" fmla="*/ 807425 h 827996"/>
                <a:gd name="connsiteX30" fmla="*/ 837621 w 1006713"/>
                <a:gd name="connsiteY30" fmla="*/ 720020 h 827996"/>
                <a:gd name="connsiteX31" fmla="*/ 917306 w 1006713"/>
                <a:gd name="connsiteY31" fmla="*/ 650744 h 827996"/>
                <a:gd name="connsiteX32" fmla="*/ 981502 w 1006713"/>
                <a:gd name="connsiteY32" fmla="*/ 578778 h 827996"/>
                <a:gd name="connsiteX33" fmla="*/ 1003914 w 1006713"/>
                <a:gd name="connsiteY33" fmla="*/ 486642 h 827996"/>
                <a:gd name="connsiteX34" fmla="*/ 908092 w 1006713"/>
                <a:gd name="connsiteY34" fmla="*/ 146934 h 827996"/>
              </a:gdLst>
              <a:ahLst/>
              <a:cxnLst/>
              <a:rect l="l" t="t" r="r" b="b"/>
              <a:pathLst>
                <a:path w="1006713" h="827996">
                  <a:moveTo>
                    <a:pt x="908092" y="146934"/>
                  </a:moveTo>
                  <a:cubicBezTo>
                    <a:pt x="892882" y="111778"/>
                    <a:pt x="875755" y="77478"/>
                    <a:pt x="856795" y="44190"/>
                  </a:cubicBezTo>
                  <a:cubicBezTo>
                    <a:pt x="843099" y="20782"/>
                    <a:pt x="834035" y="8630"/>
                    <a:pt x="830698" y="10025"/>
                  </a:cubicBezTo>
                  <a:cubicBezTo>
                    <a:pt x="823527" y="12913"/>
                    <a:pt x="840659" y="69789"/>
                    <a:pt x="856347" y="162522"/>
                  </a:cubicBezTo>
                  <a:cubicBezTo>
                    <a:pt x="864266" y="208889"/>
                    <a:pt x="871288" y="264221"/>
                    <a:pt x="876268" y="325329"/>
                  </a:cubicBezTo>
                  <a:cubicBezTo>
                    <a:pt x="880203" y="375132"/>
                    <a:pt x="882045" y="429269"/>
                    <a:pt x="881946" y="485198"/>
                  </a:cubicBezTo>
                  <a:cubicBezTo>
                    <a:pt x="831844" y="518964"/>
                    <a:pt x="783186" y="548498"/>
                    <a:pt x="738711" y="574843"/>
                  </a:cubicBezTo>
                  <a:cubicBezTo>
                    <a:pt x="688360" y="604725"/>
                    <a:pt x="643438" y="631221"/>
                    <a:pt x="606434" y="656272"/>
                  </a:cubicBezTo>
                  <a:cubicBezTo>
                    <a:pt x="572419" y="679281"/>
                    <a:pt x="545375" y="701543"/>
                    <a:pt x="526998" y="722809"/>
                  </a:cubicBezTo>
                  <a:cubicBezTo>
                    <a:pt x="526400" y="721016"/>
                    <a:pt x="525902" y="719223"/>
                    <a:pt x="525106" y="717430"/>
                  </a:cubicBezTo>
                  <a:cubicBezTo>
                    <a:pt x="519717" y="705672"/>
                    <a:pt x="512241" y="694994"/>
                    <a:pt x="503042" y="685905"/>
                  </a:cubicBezTo>
                  <a:cubicBezTo>
                    <a:pt x="482623" y="664788"/>
                    <a:pt x="451596" y="643472"/>
                    <a:pt x="412401" y="622107"/>
                  </a:cubicBezTo>
                  <a:cubicBezTo>
                    <a:pt x="373206" y="600741"/>
                    <a:pt x="325942" y="578579"/>
                    <a:pt x="272952" y="553677"/>
                  </a:cubicBezTo>
                  <a:cubicBezTo>
                    <a:pt x="226186" y="531714"/>
                    <a:pt x="174939" y="506912"/>
                    <a:pt x="121849" y="478076"/>
                  </a:cubicBezTo>
                  <a:cubicBezTo>
                    <a:pt x="116420" y="422396"/>
                    <a:pt x="113133" y="368509"/>
                    <a:pt x="112286" y="318407"/>
                  </a:cubicBezTo>
                  <a:cubicBezTo>
                    <a:pt x="111141" y="257099"/>
                    <a:pt x="113083" y="201319"/>
                    <a:pt x="116569" y="154454"/>
                  </a:cubicBezTo>
                  <a:cubicBezTo>
                    <a:pt x="123144" y="60525"/>
                    <a:pt x="134947" y="2405"/>
                    <a:pt x="127576" y="64"/>
                  </a:cubicBezTo>
                  <a:cubicBezTo>
                    <a:pt x="124090" y="-1031"/>
                    <a:pt x="116221" y="11917"/>
                    <a:pt x="104816" y="36520"/>
                  </a:cubicBezTo>
                  <a:cubicBezTo>
                    <a:pt x="89123" y="71472"/>
                    <a:pt x="75337" y="107251"/>
                    <a:pt x="63529" y="143697"/>
                  </a:cubicBezTo>
                  <a:cubicBezTo>
                    <a:pt x="40868" y="212027"/>
                    <a:pt x="13726" y="398988"/>
                    <a:pt x="976" y="490925"/>
                  </a:cubicBezTo>
                  <a:cubicBezTo>
                    <a:pt x="-3581" y="524064"/>
                    <a:pt x="7988" y="557387"/>
                    <a:pt x="32103" y="580571"/>
                  </a:cubicBezTo>
                  <a:cubicBezTo>
                    <a:pt x="57005" y="604526"/>
                    <a:pt x="87534" y="633561"/>
                    <a:pt x="102824" y="646062"/>
                  </a:cubicBezTo>
                  <a:cubicBezTo>
                    <a:pt x="130016" y="668394"/>
                    <a:pt x="158633" y="688943"/>
                    <a:pt x="188485" y="707569"/>
                  </a:cubicBezTo>
                  <a:cubicBezTo>
                    <a:pt x="245660" y="743079"/>
                    <a:pt x="301887" y="767333"/>
                    <a:pt x="351342" y="779784"/>
                  </a:cubicBezTo>
                  <a:cubicBezTo>
                    <a:pt x="400797" y="792235"/>
                    <a:pt x="443179" y="794376"/>
                    <a:pt x="473908" y="787653"/>
                  </a:cubicBezTo>
                  <a:cubicBezTo>
                    <a:pt x="483211" y="785805"/>
                    <a:pt x="492216" y="782672"/>
                    <a:pt x="500652" y="778340"/>
                  </a:cubicBezTo>
                  <a:cubicBezTo>
                    <a:pt x="500652" y="783031"/>
                    <a:pt x="501424" y="787693"/>
                    <a:pt x="502943" y="792135"/>
                  </a:cubicBezTo>
                  <a:cubicBezTo>
                    <a:pt x="506668" y="801887"/>
                    <a:pt x="513725" y="809999"/>
                    <a:pt x="522864" y="815045"/>
                  </a:cubicBezTo>
                  <a:cubicBezTo>
                    <a:pt x="534623" y="821678"/>
                    <a:pt x="547666" y="825722"/>
                    <a:pt x="561113" y="826898"/>
                  </a:cubicBezTo>
                  <a:cubicBezTo>
                    <a:pt x="592340" y="830683"/>
                    <a:pt x="634324" y="824806"/>
                    <a:pt x="682384" y="807425"/>
                  </a:cubicBezTo>
                  <a:cubicBezTo>
                    <a:pt x="730444" y="790043"/>
                    <a:pt x="784082" y="760809"/>
                    <a:pt x="837621" y="720020"/>
                  </a:cubicBezTo>
                  <a:cubicBezTo>
                    <a:pt x="865660" y="698684"/>
                    <a:pt x="892280" y="675546"/>
                    <a:pt x="917306" y="650744"/>
                  </a:cubicBezTo>
                  <a:cubicBezTo>
                    <a:pt x="931350" y="636799"/>
                    <a:pt x="959041" y="605024"/>
                    <a:pt x="981502" y="578778"/>
                  </a:cubicBezTo>
                  <a:cubicBezTo>
                    <a:pt x="1003266" y="553413"/>
                    <a:pt x="1011593" y="519168"/>
                    <a:pt x="1003914" y="486642"/>
                  </a:cubicBezTo>
                  <a:cubicBezTo>
                    <a:pt x="982150" y="396299"/>
                    <a:pt x="937178" y="212774"/>
                    <a:pt x="908092" y="146934"/>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6" name="标题 1"/>
            <p:cNvSpPr txBox="1"/>
            <p:nvPr/>
          </p:nvSpPr>
          <p:spPr>
            <a:xfrm>
              <a:off x="8961791" y="3105521"/>
              <a:ext cx="366439" cy="2051470"/>
            </a:xfrm>
            <a:custGeom>
              <a:avLst/>
              <a:gdLst>
                <a:gd name="connsiteX0" fmla="*/ 253783 w 359149"/>
                <a:gd name="connsiteY0" fmla="*/ 165985 h 2010656"/>
                <a:gd name="connsiteX1" fmla="*/ 260008 w 359149"/>
                <a:gd name="connsiteY1" fmla="*/ 273511 h 2010656"/>
                <a:gd name="connsiteX2" fmla="*/ 260905 w 359149"/>
                <a:gd name="connsiteY2" fmla="*/ 335416 h 2010656"/>
                <a:gd name="connsiteX3" fmla="*/ 261801 w 359149"/>
                <a:gd name="connsiteY3" fmla="*/ 402252 h 2010656"/>
                <a:gd name="connsiteX4" fmla="*/ 260855 w 359149"/>
                <a:gd name="connsiteY4" fmla="*/ 549371 h 2010656"/>
                <a:gd name="connsiteX5" fmla="*/ 260556 w 359149"/>
                <a:gd name="connsiteY5" fmla="*/ 629056 h 2010656"/>
                <a:gd name="connsiteX6" fmla="*/ 260058 w 359149"/>
                <a:gd name="connsiteY6" fmla="*/ 670442 h 2010656"/>
                <a:gd name="connsiteX7" fmla="*/ 260058 w 359149"/>
                <a:gd name="connsiteY7" fmla="*/ 712526 h 2010656"/>
                <a:gd name="connsiteX8" fmla="*/ 260357 w 359149"/>
                <a:gd name="connsiteY8" fmla="*/ 888929 h 2010656"/>
                <a:gd name="connsiteX9" fmla="*/ 263644 w 359149"/>
                <a:gd name="connsiteY9" fmla="*/ 1066827 h 2010656"/>
                <a:gd name="connsiteX10" fmla="*/ 265885 w 359149"/>
                <a:gd name="connsiteY10" fmla="*/ 1151940 h 2010656"/>
                <a:gd name="connsiteX11" fmla="*/ 268475 w 359149"/>
                <a:gd name="connsiteY11" fmla="*/ 1233916 h 2010656"/>
                <a:gd name="connsiteX12" fmla="*/ 280876 w 359149"/>
                <a:gd name="connsiteY12" fmla="*/ 1519339 h 2010656"/>
                <a:gd name="connsiteX13" fmla="*/ 285209 w 359149"/>
                <a:gd name="connsiteY13" fmla="*/ 1622232 h 2010656"/>
                <a:gd name="connsiteX14" fmla="*/ 285209 w 359149"/>
                <a:gd name="connsiteY14" fmla="*/ 1622232 h 2010656"/>
                <a:gd name="connsiteX15" fmla="*/ 335410 w 359149"/>
                <a:gd name="connsiteY15" fmla="*/ 1826425 h 2010656"/>
                <a:gd name="connsiteX16" fmla="*/ 345620 w 359149"/>
                <a:gd name="connsiteY16" fmla="*/ 1851327 h 2010656"/>
                <a:gd name="connsiteX17" fmla="*/ 354983 w 359149"/>
                <a:gd name="connsiteY17" fmla="*/ 1916619 h 2010656"/>
                <a:gd name="connsiteX18" fmla="*/ 311704 w 359149"/>
                <a:gd name="connsiteY18" fmla="*/ 1947447 h 2010656"/>
                <a:gd name="connsiteX19" fmla="*/ 205125 w 359149"/>
                <a:gd name="connsiteY19" fmla="*/ 1988236 h 2010656"/>
                <a:gd name="connsiteX20" fmla="*/ 87490 w 359149"/>
                <a:gd name="connsiteY20" fmla="*/ 2008705 h 2010656"/>
                <a:gd name="connsiteX21" fmla="*/ 70153 w 359149"/>
                <a:gd name="connsiteY21" fmla="*/ 1983699 h 2010656"/>
                <a:gd name="connsiteX22" fmla="*/ 72549 w 359149"/>
                <a:gd name="connsiteY22" fmla="*/ 1977030 h 2010656"/>
                <a:gd name="connsiteX23" fmla="*/ 90826 w 359149"/>
                <a:gd name="connsiteY23" fmla="*/ 1956263 h 2010656"/>
                <a:gd name="connsiteX24" fmla="*/ 135301 w 359149"/>
                <a:gd name="connsiteY24" fmla="*/ 1926132 h 2010656"/>
                <a:gd name="connsiteX25" fmla="*/ 152483 w 359149"/>
                <a:gd name="connsiteY25" fmla="*/ 1912784 h 2010656"/>
                <a:gd name="connsiteX26" fmla="*/ 219916 w 359149"/>
                <a:gd name="connsiteY26" fmla="*/ 1802271 h 2010656"/>
                <a:gd name="connsiteX27" fmla="*/ 215285 w 359149"/>
                <a:gd name="connsiteY27" fmla="*/ 1668699 h 2010656"/>
                <a:gd name="connsiteX28" fmla="*/ 215285 w 359149"/>
                <a:gd name="connsiteY28" fmla="*/ 1668201 h 2010656"/>
                <a:gd name="connsiteX29" fmla="*/ 197057 w 359149"/>
                <a:gd name="connsiteY29" fmla="*/ 1616505 h 2010656"/>
                <a:gd name="connsiteX30" fmla="*/ 197057 w 359149"/>
                <a:gd name="connsiteY30" fmla="*/ 1616057 h 2010656"/>
                <a:gd name="connsiteX31" fmla="*/ 171558 w 359149"/>
                <a:gd name="connsiteY31" fmla="*/ 1539061 h 2010656"/>
                <a:gd name="connsiteX32" fmla="*/ 91872 w 359149"/>
                <a:gd name="connsiteY32" fmla="*/ 1258967 h 2010656"/>
                <a:gd name="connsiteX33" fmla="*/ 72399 w 359149"/>
                <a:gd name="connsiteY33" fmla="*/ 1176693 h 2010656"/>
                <a:gd name="connsiteX34" fmla="*/ 54171 w 359149"/>
                <a:gd name="connsiteY34" fmla="*/ 1090334 h 2010656"/>
                <a:gd name="connsiteX35" fmla="*/ 22845 w 359149"/>
                <a:gd name="connsiteY35" fmla="*/ 906759 h 2010656"/>
                <a:gd name="connsiteX36" fmla="*/ 4318 w 359149"/>
                <a:gd name="connsiteY36" fmla="*/ 720395 h 2010656"/>
                <a:gd name="connsiteX37" fmla="*/ 1629 w 359149"/>
                <a:gd name="connsiteY37" fmla="*/ 675572 h 2010656"/>
                <a:gd name="connsiteX38" fmla="*/ 583 w 359149"/>
                <a:gd name="connsiteY38" fmla="*/ 631148 h 2010656"/>
                <a:gd name="connsiteX39" fmla="*/ 334 w 359149"/>
                <a:gd name="connsiteY39" fmla="*/ 545337 h 2010656"/>
                <a:gd name="connsiteX40" fmla="*/ 11838 w 359149"/>
                <a:gd name="connsiteY40" fmla="*/ 386614 h 2010656"/>
                <a:gd name="connsiteX41" fmla="*/ 21799 w 359149"/>
                <a:gd name="connsiteY41" fmla="*/ 315096 h 2010656"/>
                <a:gd name="connsiteX42" fmla="*/ 35644 w 359149"/>
                <a:gd name="connsiteY42" fmla="*/ 249655 h 2010656"/>
                <a:gd name="connsiteX43" fmla="*/ 69660 w 359149"/>
                <a:gd name="connsiteY43" fmla="*/ 138892 h 2010656"/>
                <a:gd name="connsiteX44" fmla="*/ 88536 w 359149"/>
                <a:gd name="connsiteY44" fmla="*/ 94717 h 2010656"/>
                <a:gd name="connsiteX45" fmla="*/ 109204 w 359149"/>
                <a:gd name="connsiteY45" fmla="*/ 58659 h 2010656"/>
                <a:gd name="connsiteX46" fmla="*/ 187993 w 359149"/>
                <a:gd name="connsiteY46" fmla="*/ 738 h 2010656"/>
                <a:gd name="connsiteX47" fmla="*/ 240933 w 359149"/>
                <a:gd name="connsiteY47" fmla="*/ 82167 h 2010656"/>
                <a:gd name="connsiteX48" fmla="*/ 247956 w 359149"/>
                <a:gd name="connsiteY48" fmla="*/ 120814 h 2010656"/>
                <a:gd name="connsiteX49" fmla="*/ 253783 w 359149"/>
                <a:gd name="connsiteY49" fmla="*/ 165985 h 2010656"/>
              </a:gdLst>
              <a:ahLst/>
              <a:cxnLst/>
              <a:rect l="l" t="t" r="r" b="b"/>
              <a:pathLst>
                <a:path w="359149" h="2010656">
                  <a:moveTo>
                    <a:pt x="253783" y="165985"/>
                  </a:moveTo>
                  <a:cubicBezTo>
                    <a:pt x="257219" y="198108"/>
                    <a:pt x="257966" y="233768"/>
                    <a:pt x="260008" y="273511"/>
                  </a:cubicBezTo>
                  <a:cubicBezTo>
                    <a:pt x="260705" y="293432"/>
                    <a:pt x="261004" y="314065"/>
                    <a:pt x="260905" y="335416"/>
                  </a:cubicBezTo>
                  <a:cubicBezTo>
                    <a:pt x="261303" y="356831"/>
                    <a:pt x="261452" y="379044"/>
                    <a:pt x="261801" y="402252"/>
                  </a:cubicBezTo>
                  <a:cubicBezTo>
                    <a:pt x="260954" y="448270"/>
                    <a:pt x="261801" y="497575"/>
                    <a:pt x="260855" y="549371"/>
                  </a:cubicBezTo>
                  <a:cubicBezTo>
                    <a:pt x="260855" y="575269"/>
                    <a:pt x="260855" y="601963"/>
                    <a:pt x="260556" y="629056"/>
                  </a:cubicBezTo>
                  <a:cubicBezTo>
                    <a:pt x="260556" y="642752"/>
                    <a:pt x="260207" y="656448"/>
                    <a:pt x="260058" y="670442"/>
                  </a:cubicBezTo>
                  <a:cubicBezTo>
                    <a:pt x="259908" y="684437"/>
                    <a:pt x="260058" y="698382"/>
                    <a:pt x="260058" y="712526"/>
                  </a:cubicBezTo>
                  <a:cubicBezTo>
                    <a:pt x="259361" y="769352"/>
                    <a:pt x="260506" y="828369"/>
                    <a:pt x="260357" y="888929"/>
                  </a:cubicBezTo>
                  <a:cubicBezTo>
                    <a:pt x="261452" y="949689"/>
                    <a:pt x="261851" y="1009104"/>
                    <a:pt x="263644" y="1066827"/>
                  </a:cubicBezTo>
                  <a:cubicBezTo>
                    <a:pt x="264042" y="1095712"/>
                    <a:pt x="264939" y="1124050"/>
                    <a:pt x="265885" y="1151940"/>
                  </a:cubicBezTo>
                  <a:cubicBezTo>
                    <a:pt x="266831" y="1179830"/>
                    <a:pt x="267628" y="1207271"/>
                    <a:pt x="268475" y="1233916"/>
                  </a:cubicBezTo>
                  <a:cubicBezTo>
                    <a:pt x="272558" y="1340645"/>
                    <a:pt x="276842" y="1437512"/>
                    <a:pt x="280876" y="1519339"/>
                  </a:cubicBezTo>
                  <a:cubicBezTo>
                    <a:pt x="282569" y="1556840"/>
                    <a:pt x="284113" y="1591055"/>
                    <a:pt x="285209" y="1622232"/>
                  </a:cubicBezTo>
                  <a:lnTo>
                    <a:pt x="285209" y="1622232"/>
                  </a:lnTo>
                  <a:cubicBezTo>
                    <a:pt x="295817" y="1689467"/>
                    <a:pt x="310409" y="1761681"/>
                    <a:pt x="335410" y="1826425"/>
                  </a:cubicBezTo>
                  <a:cubicBezTo>
                    <a:pt x="338548" y="1834892"/>
                    <a:pt x="342034" y="1843159"/>
                    <a:pt x="345620" y="1851327"/>
                  </a:cubicBezTo>
                  <a:cubicBezTo>
                    <a:pt x="354883" y="1872095"/>
                    <a:pt x="365043" y="1896150"/>
                    <a:pt x="354983" y="1916619"/>
                  </a:cubicBezTo>
                  <a:cubicBezTo>
                    <a:pt x="346915" y="1932756"/>
                    <a:pt x="328587" y="1940824"/>
                    <a:pt x="311704" y="1947447"/>
                  </a:cubicBezTo>
                  <a:cubicBezTo>
                    <a:pt x="276393" y="1961193"/>
                    <a:pt x="240784" y="1974939"/>
                    <a:pt x="205125" y="1988236"/>
                  </a:cubicBezTo>
                  <a:cubicBezTo>
                    <a:pt x="167474" y="2002181"/>
                    <a:pt x="125838" y="2015827"/>
                    <a:pt x="87490" y="2008705"/>
                  </a:cubicBezTo>
                  <a:cubicBezTo>
                    <a:pt x="75796" y="2006589"/>
                    <a:pt x="68036" y="1995393"/>
                    <a:pt x="70153" y="1983699"/>
                  </a:cubicBezTo>
                  <a:cubicBezTo>
                    <a:pt x="70576" y="1981358"/>
                    <a:pt x="71388" y="1979107"/>
                    <a:pt x="72549" y="1977030"/>
                  </a:cubicBezTo>
                  <a:cubicBezTo>
                    <a:pt x="77469" y="1969157"/>
                    <a:pt x="83645" y="1962144"/>
                    <a:pt x="90826" y="1956263"/>
                  </a:cubicBezTo>
                  <a:cubicBezTo>
                    <a:pt x="104572" y="1944658"/>
                    <a:pt x="120708" y="1936341"/>
                    <a:pt x="135301" y="1926132"/>
                  </a:cubicBezTo>
                  <a:cubicBezTo>
                    <a:pt x="141307" y="1922053"/>
                    <a:pt x="147044" y="1917595"/>
                    <a:pt x="152483" y="1912784"/>
                  </a:cubicBezTo>
                  <a:cubicBezTo>
                    <a:pt x="186020" y="1883953"/>
                    <a:pt x="209617" y="1845281"/>
                    <a:pt x="219916" y="1802271"/>
                  </a:cubicBezTo>
                  <a:cubicBezTo>
                    <a:pt x="227885" y="1768006"/>
                    <a:pt x="225594" y="1713671"/>
                    <a:pt x="215285" y="1668699"/>
                  </a:cubicBezTo>
                  <a:lnTo>
                    <a:pt x="215285" y="1668201"/>
                  </a:lnTo>
                  <a:cubicBezTo>
                    <a:pt x="211525" y="1650236"/>
                    <a:pt x="205394" y="1632855"/>
                    <a:pt x="197057" y="1616505"/>
                  </a:cubicBezTo>
                  <a:cubicBezTo>
                    <a:pt x="197057" y="1616505"/>
                    <a:pt x="197057" y="1616206"/>
                    <a:pt x="197057" y="1616057"/>
                  </a:cubicBezTo>
                  <a:cubicBezTo>
                    <a:pt x="188839" y="1592450"/>
                    <a:pt x="180273" y="1566702"/>
                    <a:pt x="171558" y="1539061"/>
                  </a:cubicBezTo>
                  <a:cubicBezTo>
                    <a:pt x="146208" y="1460322"/>
                    <a:pt x="118567" y="1365596"/>
                    <a:pt x="91872" y="1258967"/>
                  </a:cubicBezTo>
                  <a:cubicBezTo>
                    <a:pt x="84999" y="1232422"/>
                    <a:pt x="78973" y="1204881"/>
                    <a:pt x="72399" y="1176693"/>
                  </a:cubicBezTo>
                  <a:cubicBezTo>
                    <a:pt x="65825" y="1148504"/>
                    <a:pt x="59749" y="1119867"/>
                    <a:pt x="54171" y="1090334"/>
                  </a:cubicBezTo>
                  <a:cubicBezTo>
                    <a:pt x="42069" y="1031516"/>
                    <a:pt x="32158" y="969959"/>
                    <a:pt x="22845" y="906759"/>
                  </a:cubicBezTo>
                  <a:cubicBezTo>
                    <a:pt x="14976" y="843260"/>
                    <a:pt x="7655" y="781006"/>
                    <a:pt x="4318" y="720395"/>
                  </a:cubicBezTo>
                  <a:cubicBezTo>
                    <a:pt x="3422" y="705454"/>
                    <a:pt x="2525" y="690513"/>
                    <a:pt x="1629" y="675572"/>
                  </a:cubicBezTo>
                  <a:cubicBezTo>
                    <a:pt x="732" y="660631"/>
                    <a:pt x="981" y="645690"/>
                    <a:pt x="583" y="631148"/>
                  </a:cubicBezTo>
                  <a:cubicBezTo>
                    <a:pt x="284" y="601963"/>
                    <a:pt x="-413" y="573376"/>
                    <a:pt x="334" y="545337"/>
                  </a:cubicBezTo>
                  <a:cubicBezTo>
                    <a:pt x="2476" y="489358"/>
                    <a:pt x="4966" y="436367"/>
                    <a:pt x="11838" y="386614"/>
                  </a:cubicBezTo>
                  <a:cubicBezTo>
                    <a:pt x="14976" y="361712"/>
                    <a:pt x="17865" y="337906"/>
                    <a:pt x="21799" y="315096"/>
                  </a:cubicBezTo>
                  <a:cubicBezTo>
                    <a:pt x="25734" y="292286"/>
                    <a:pt x="30863" y="270273"/>
                    <a:pt x="35644" y="249655"/>
                  </a:cubicBezTo>
                  <a:cubicBezTo>
                    <a:pt x="44186" y="211934"/>
                    <a:pt x="55556" y="174905"/>
                    <a:pt x="69660" y="138892"/>
                  </a:cubicBezTo>
                  <a:cubicBezTo>
                    <a:pt x="75836" y="122906"/>
                    <a:pt x="81962" y="108064"/>
                    <a:pt x="88536" y="94717"/>
                  </a:cubicBezTo>
                  <a:cubicBezTo>
                    <a:pt x="95110" y="81370"/>
                    <a:pt x="102381" y="69317"/>
                    <a:pt x="109204" y="58659"/>
                  </a:cubicBezTo>
                  <a:cubicBezTo>
                    <a:pt x="136795" y="16078"/>
                    <a:pt x="163987" y="-4242"/>
                    <a:pt x="187993" y="738"/>
                  </a:cubicBezTo>
                  <a:cubicBezTo>
                    <a:pt x="211998" y="5719"/>
                    <a:pt x="229927" y="35053"/>
                    <a:pt x="240933" y="82167"/>
                  </a:cubicBezTo>
                  <a:cubicBezTo>
                    <a:pt x="243722" y="94020"/>
                    <a:pt x="245914" y="106819"/>
                    <a:pt x="247956" y="120814"/>
                  </a:cubicBezTo>
                  <a:cubicBezTo>
                    <a:pt x="249998" y="134809"/>
                    <a:pt x="252338" y="149899"/>
                    <a:pt x="253783" y="165985"/>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7" name="标题 1"/>
            <p:cNvSpPr txBox="1"/>
            <p:nvPr/>
          </p:nvSpPr>
          <p:spPr>
            <a:xfrm>
              <a:off x="9162747" y="4754839"/>
              <a:ext cx="18648" cy="52744"/>
            </a:xfrm>
            <a:custGeom>
              <a:avLst/>
              <a:gdLst>
                <a:gd name="connsiteX0" fmla="*/ 18278 w 18277"/>
                <a:gd name="connsiteY0" fmla="*/ 51696 h 51695"/>
                <a:gd name="connsiteX1" fmla="*/ 9961 w 18277"/>
                <a:gd name="connsiteY1" fmla="*/ 28338 h 51695"/>
                <a:gd name="connsiteX2" fmla="*/ 0 w 18277"/>
                <a:gd name="connsiteY2" fmla="*/ 0 h 51695"/>
                <a:gd name="connsiteX3" fmla="*/ 18278 w 18277"/>
                <a:gd name="connsiteY3" fmla="*/ 51696 h 51695"/>
              </a:gdLst>
              <a:ahLst/>
              <a:cxnLst/>
              <a:rect l="l" t="t" r="r" b="b"/>
              <a:pathLst>
                <a:path w="18277" h="51695">
                  <a:moveTo>
                    <a:pt x="18278" y="51696"/>
                  </a:moveTo>
                  <a:cubicBezTo>
                    <a:pt x="15539" y="44175"/>
                    <a:pt x="12750" y="36755"/>
                    <a:pt x="9961" y="28338"/>
                  </a:cubicBezTo>
                  <a:cubicBezTo>
                    <a:pt x="6723" y="19224"/>
                    <a:pt x="3486" y="9861"/>
                    <a:pt x="0" y="0"/>
                  </a:cubicBezTo>
                  <a:cubicBezTo>
                    <a:pt x="8352" y="16345"/>
                    <a:pt x="14498" y="33731"/>
                    <a:pt x="18278" y="51696"/>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8" name="标题 1"/>
            <p:cNvSpPr txBox="1"/>
            <p:nvPr/>
          </p:nvSpPr>
          <p:spPr>
            <a:xfrm>
              <a:off x="9317120" y="2141364"/>
              <a:ext cx="176274" cy="247969"/>
            </a:xfrm>
            <a:custGeom>
              <a:avLst/>
              <a:gdLst>
                <a:gd name="connsiteX0" fmla="*/ 0 w 172767"/>
                <a:gd name="connsiteY0" fmla="*/ 216246 h 243036"/>
                <a:gd name="connsiteX1" fmla="*/ 70970 w 172767"/>
                <a:gd name="connsiteY1" fmla="*/ 242990 h 243036"/>
                <a:gd name="connsiteX2" fmla="*/ 140196 w 172767"/>
                <a:gd name="connsiteY2" fmla="*/ 218935 h 243036"/>
                <a:gd name="connsiteX3" fmla="*/ 139100 w 172767"/>
                <a:gd name="connsiteY3" fmla="*/ 164152 h 243036"/>
                <a:gd name="connsiteX4" fmla="*/ 139598 w 172767"/>
                <a:gd name="connsiteY4" fmla="*/ 151502 h 243036"/>
                <a:gd name="connsiteX5" fmla="*/ 139598 w 172767"/>
                <a:gd name="connsiteY5" fmla="*/ 151103 h 243036"/>
                <a:gd name="connsiteX6" fmla="*/ 140594 w 172767"/>
                <a:gd name="connsiteY6" fmla="*/ 136511 h 243036"/>
                <a:gd name="connsiteX7" fmla="*/ 149061 w 172767"/>
                <a:gd name="connsiteY7" fmla="*/ 82175 h 243036"/>
                <a:gd name="connsiteX8" fmla="*/ 149858 w 172767"/>
                <a:gd name="connsiteY8" fmla="*/ 78341 h 243036"/>
                <a:gd name="connsiteX9" fmla="*/ 154041 w 172767"/>
                <a:gd name="connsiteY9" fmla="*/ 60113 h 243036"/>
                <a:gd name="connsiteX10" fmla="*/ 154041 w 172767"/>
                <a:gd name="connsiteY10" fmla="*/ 60113 h 243036"/>
                <a:gd name="connsiteX11" fmla="*/ 172767 w 172767"/>
                <a:gd name="connsiteY11" fmla="*/ 0 h 243036"/>
                <a:gd name="connsiteX12" fmla="*/ 70721 w 172767"/>
                <a:gd name="connsiteY12" fmla="*/ 44823 h 243036"/>
                <a:gd name="connsiteX13" fmla="*/ 66886 w 172767"/>
                <a:gd name="connsiteY13" fmla="*/ 63549 h 243036"/>
                <a:gd name="connsiteX14" fmla="*/ 62354 w 172767"/>
                <a:gd name="connsiteY14" fmla="*/ 82076 h 243036"/>
                <a:gd name="connsiteX15" fmla="*/ 60710 w 172767"/>
                <a:gd name="connsiteY15" fmla="*/ 88002 h 243036"/>
                <a:gd name="connsiteX16" fmla="*/ 54335 w 172767"/>
                <a:gd name="connsiteY16" fmla="*/ 109368 h 243036"/>
                <a:gd name="connsiteX17" fmla="*/ 53787 w 172767"/>
                <a:gd name="connsiteY17" fmla="*/ 111061 h 243036"/>
                <a:gd name="connsiteX18" fmla="*/ 48309 w 172767"/>
                <a:gd name="connsiteY18" fmla="*/ 127048 h 243036"/>
                <a:gd name="connsiteX19" fmla="*/ 43877 w 172767"/>
                <a:gd name="connsiteY19" fmla="*/ 138752 h 243036"/>
                <a:gd name="connsiteX20" fmla="*/ 43877 w 172767"/>
                <a:gd name="connsiteY20" fmla="*/ 139350 h 243036"/>
                <a:gd name="connsiteX21" fmla="*/ 0 w 172767"/>
                <a:gd name="connsiteY21" fmla="*/ 216246 h 243036"/>
              </a:gdLst>
              <a:ahLst/>
              <a:cxnLst/>
              <a:rect l="l" t="t" r="r" b="b"/>
              <a:pathLst>
                <a:path w="172767" h="243036">
                  <a:moveTo>
                    <a:pt x="0" y="216246"/>
                  </a:moveTo>
                  <a:cubicBezTo>
                    <a:pt x="20031" y="232795"/>
                    <a:pt x="44997" y="242203"/>
                    <a:pt x="70970" y="242990"/>
                  </a:cubicBezTo>
                  <a:cubicBezTo>
                    <a:pt x="96818" y="243787"/>
                    <a:pt x="119578" y="234324"/>
                    <a:pt x="140196" y="218935"/>
                  </a:cubicBezTo>
                  <a:cubicBezTo>
                    <a:pt x="138951" y="200657"/>
                    <a:pt x="138553" y="182330"/>
                    <a:pt x="139100" y="164152"/>
                  </a:cubicBezTo>
                  <a:cubicBezTo>
                    <a:pt x="139100" y="159918"/>
                    <a:pt x="139100" y="155635"/>
                    <a:pt x="139598" y="151502"/>
                  </a:cubicBezTo>
                  <a:lnTo>
                    <a:pt x="139598" y="151103"/>
                  </a:lnTo>
                  <a:cubicBezTo>
                    <a:pt x="139598" y="146123"/>
                    <a:pt x="140196" y="141143"/>
                    <a:pt x="140594" y="136511"/>
                  </a:cubicBezTo>
                  <a:cubicBezTo>
                    <a:pt x="142144" y="118223"/>
                    <a:pt x="144972" y="100065"/>
                    <a:pt x="149061" y="82175"/>
                  </a:cubicBezTo>
                  <a:cubicBezTo>
                    <a:pt x="149360" y="80930"/>
                    <a:pt x="149559" y="79586"/>
                    <a:pt x="149858" y="78341"/>
                  </a:cubicBezTo>
                  <a:cubicBezTo>
                    <a:pt x="151103" y="72265"/>
                    <a:pt x="152547" y="66189"/>
                    <a:pt x="154041" y="60113"/>
                  </a:cubicBezTo>
                  <a:lnTo>
                    <a:pt x="154041" y="60113"/>
                  </a:lnTo>
                  <a:cubicBezTo>
                    <a:pt x="159101" y="39728"/>
                    <a:pt x="165357" y="19652"/>
                    <a:pt x="172767" y="0"/>
                  </a:cubicBezTo>
                  <a:cubicBezTo>
                    <a:pt x="136560" y="9961"/>
                    <a:pt x="100553" y="22063"/>
                    <a:pt x="70721" y="44823"/>
                  </a:cubicBezTo>
                  <a:cubicBezTo>
                    <a:pt x="69575" y="51048"/>
                    <a:pt x="68280" y="57373"/>
                    <a:pt x="66886" y="63549"/>
                  </a:cubicBezTo>
                  <a:cubicBezTo>
                    <a:pt x="65491" y="69725"/>
                    <a:pt x="63997" y="75900"/>
                    <a:pt x="62354" y="82076"/>
                  </a:cubicBezTo>
                  <a:cubicBezTo>
                    <a:pt x="61806" y="84068"/>
                    <a:pt x="61308" y="86160"/>
                    <a:pt x="60710" y="88002"/>
                  </a:cubicBezTo>
                  <a:cubicBezTo>
                    <a:pt x="58768" y="95274"/>
                    <a:pt x="56626" y="102346"/>
                    <a:pt x="54335" y="109368"/>
                  </a:cubicBezTo>
                  <a:cubicBezTo>
                    <a:pt x="54335" y="109966"/>
                    <a:pt x="53937" y="110513"/>
                    <a:pt x="53787" y="111061"/>
                  </a:cubicBezTo>
                  <a:cubicBezTo>
                    <a:pt x="52044" y="116440"/>
                    <a:pt x="50251" y="121769"/>
                    <a:pt x="48309" y="127048"/>
                  </a:cubicBezTo>
                  <a:cubicBezTo>
                    <a:pt x="46865" y="131032"/>
                    <a:pt x="45421" y="134917"/>
                    <a:pt x="43877" y="138752"/>
                  </a:cubicBezTo>
                  <a:cubicBezTo>
                    <a:pt x="43896" y="138951"/>
                    <a:pt x="43896" y="139150"/>
                    <a:pt x="43877" y="139350"/>
                  </a:cubicBezTo>
                  <a:cubicBezTo>
                    <a:pt x="32023" y="169680"/>
                    <a:pt x="17780" y="188456"/>
                    <a:pt x="0" y="216246"/>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9" name="标题 1"/>
            <p:cNvSpPr txBox="1"/>
            <p:nvPr/>
          </p:nvSpPr>
          <p:spPr>
            <a:xfrm>
              <a:off x="9361735" y="2206152"/>
              <a:ext cx="101628" cy="77339"/>
            </a:xfrm>
            <a:custGeom>
              <a:avLst/>
              <a:gdLst>
                <a:gd name="connsiteX0" fmla="*/ 0 w 99606"/>
                <a:gd name="connsiteY0" fmla="*/ 75801 h 75800"/>
                <a:gd name="connsiteX1" fmla="*/ 99606 w 99606"/>
                <a:gd name="connsiteY1" fmla="*/ 9015 h 75800"/>
                <a:gd name="connsiteX2" fmla="*/ 23159 w 99606"/>
                <a:gd name="connsiteY2" fmla="*/ 0 h 75800"/>
                <a:gd name="connsiteX3" fmla="*/ 18627 w 99606"/>
                <a:gd name="connsiteY3" fmla="*/ 18527 h 75800"/>
                <a:gd name="connsiteX4" fmla="*/ 16983 w 99606"/>
                <a:gd name="connsiteY4" fmla="*/ 24453 h 75800"/>
                <a:gd name="connsiteX5" fmla="*/ 10608 w 99606"/>
                <a:gd name="connsiteY5" fmla="*/ 45819 h 75800"/>
                <a:gd name="connsiteX6" fmla="*/ 10060 w 99606"/>
                <a:gd name="connsiteY6" fmla="*/ 47512 h 75800"/>
                <a:gd name="connsiteX7" fmla="*/ 4582 w 99606"/>
                <a:gd name="connsiteY7" fmla="*/ 63499 h 75800"/>
                <a:gd name="connsiteX8" fmla="*/ 150 w 99606"/>
                <a:gd name="connsiteY8" fmla="*/ 75203 h 75800"/>
                <a:gd name="connsiteX9" fmla="*/ 0 w 99606"/>
                <a:gd name="connsiteY9" fmla="*/ 75801 h 75800"/>
              </a:gdLst>
              <a:ahLst/>
              <a:cxnLst/>
              <a:rect l="l" t="t" r="r" b="b"/>
              <a:pathLst>
                <a:path w="99606" h="75800">
                  <a:moveTo>
                    <a:pt x="0" y="75801"/>
                  </a:moveTo>
                  <a:cubicBezTo>
                    <a:pt x="70023" y="75801"/>
                    <a:pt x="99606" y="9015"/>
                    <a:pt x="99606" y="9015"/>
                  </a:cubicBezTo>
                  <a:lnTo>
                    <a:pt x="23159" y="0"/>
                  </a:lnTo>
                  <a:cubicBezTo>
                    <a:pt x="21764" y="6176"/>
                    <a:pt x="20270" y="12351"/>
                    <a:pt x="18627" y="18527"/>
                  </a:cubicBezTo>
                  <a:cubicBezTo>
                    <a:pt x="18079" y="20519"/>
                    <a:pt x="17581" y="22611"/>
                    <a:pt x="16983" y="24453"/>
                  </a:cubicBezTo>
                  <a:cubicBezTo>
                    <a:pt x="15041" y="31725"/>
                    <a:pt x="12899" y="38797"/>
                    <a:pt x="10608" y="45819"/>
                  </a:cubicBezTo>
                  <a:cubicBezTo>
                    <a:pt x="10608" y="46417"/>
                    <a:pt x="10210" y="46965"/>
                    <a:pt x="10060" y="47512"/>
                  </a:cubicBezTo>
                  <a:cubicBezTo>
                    <a:pt x="8317" y="52891"/>
                    <a:pt x="6524" y="58220"/>
                    <a:pt x="4582" y="63499"/>
                  </a:cubicBezTo>
                  <a:cubicBezTo>
                    <a:pt x="3138" y="67483"/>
                    <a:pt x="1693" y="71368"/>
                    <a:pt x="150" y="75203"/>
                  </a:cubicBezTo>
                  <a:cubicBezTo>
                    <a:pt x="120" y="75407"/>
                    <a:pt x="70" y="75606"/>
                    <a:pt x="0" y="75801"/>
                  </a:cubicBezTo>
                  <a:close/>
                </a:path>
              </a:pathLst>
            </a:custGeom>
            <a:solidFill>
              <a:srgbClr val="C66745">
                <a:alpha val="100000"/>
              </a:srgbClr>
            </a:solidFill>
            <a:ln w="4973" cap="flat">
              <a:noFill/>
              <a:miter/>
            </a:ln>
          </p:spPr>
          <p:txBody>
            <a:bodyPr vert="horz" wrap="square" lIns="91440" tIns="45720" rIns="91440" bIns="45720" rtlCol="0" anchor="ctr"/>
            <a:lstStyle/>
            <a:p>
              <a:pPr algn="l"/>
              <a:endParaRPr kumimoji="1" lang="zh-CN" altLang="en-US"/>
            </a:p>
          </p:txBody>
        </p:sp>
        <p:sp>
          <p:nvSpPr>
            <p:cNvPr id="40" name="标题 1"/>
            <p:cNvSpPr txBox="1"/>
            <p:nvPr/>
          </p:nvSpPr>
          <p:spPr>
            <a:xfrm>
              <a:off x="9310461" y="2005436"/>
              <a:ext cx="193396" cy="235031"/>
            </a:xfrm>
            <a:custGeom>
              <a:avLst/>
              <a:gdLst>
                <a:gd name="connsiteX0" fmla="*/ 6178 w 189548"/>
                <a:gd name="connsiteY0" fmla="*/ 198117 h 230355"/>
                <a:gd name="connsiteX1" fmla="*/ 93135 w 189548"/>
                <a:gd name="connsiteY1" fmla="*/ 229195 h 230355"/>
                <a:gd name="connsiteX2" fmla="*/ 162062 w 189548"/>
                <a:gd name="connsiteY2" fmla="*/ 189352 h 230355"/>
                <a:gd name="connsiteX3" fmla="*/ 165548 w 189548"/>
                <a:gd name="connsiteY3" fmla="*/ 185368 h 230355"/>
                <a:gd name="connsiteX4" fmla="*/ 168288 w 189548"/>
                <a:gd name="connsiteY4" fmla="*/ 175158 h 230355"/>
                <a:gd name="connsiteX5" fmla="*/ 178647 w 189548"/>
                <a:gd name="connsiteY5" fmla="*/ 148563 h 230355"/>
                <a:gd name="connsiteX6" fmla="*/ 189454 w 189548"/>
                <a:gd name="connsiteY6" fmla="*/ 102744 h 230355"/>
                <a:gd name="connsiteX7" fmla="*/ 163656 w 189548"/>
                <a:gd name="connsiteY7" fmla="*/ 52194 h 230355"/>
                <a:gd name="connsiteX8" fmla="*/ 81281 w 189548"/>
                <a:gd name="connsiteY8" fmla="*/ 0 h 230355"/>
                <a:gd name="connsiteX9" fmla="*/ 63850 w 189548"/>
                <a:gd name="connsiteY9" fmla="*/ 37601 h 230355"/>
                <a:gd name="connsiteX10" fmla="*/ 63850 w 189548"/>
                <a:gd name="connsiteY10" fmla="*/ 37601 h 230355"/>
                <a:gd name="connsiteX11" fmla="*/ 57127 w 189548"/>
                <a:gd name="connsiteY11" fmla="*/ 52094 h 230355"/>
                <a:gd name="connsiteX12" fmla="*/ 14794 w 189548"/>
                <a:gd name="connsiteY12" fmla="*/ 122317 h 230355"/>
                <a:gd name="connsiteX13" fmla="*/ 6178 w 189548"/>
                <a:gd name="connsiteY13" fmla="*/ 198117 h 230355"/>
              </a:gdLst>
              <a:ahLst/>
              <a:cxnLst/>
              <a:rect l="l" t="t" r="r" b="b"/>
              <a:pathLst>
                <a:path w="189548" h="230355">
                  <a:moveTo>
                    <a:pt x="6178" y="198117"/>
                  </a:moveTo>
                  <a:cubicBezTo>
                    <a:pt x="20422" y="224065"/>
                    <a:pt x="63950" y="233976"/>
                    <a:pt x="93135" y="229195"/>
                  </a:cubicBezTo>
                  <a:cubicBezTo>
                    <a:pt x="122319" y="224413"/>
                    <a:pt x="141892" y="211265"/>
                    <a:pt x="162062" y="189352"/>
                  </a:cubicBezTo>
                  <a:cubicBezTo>
                    <a:pt x="163208" y="188057"/>
                    <a:pt x="164403" y="186762"/>
                    <a:pt x="165548" y="185368"/>
                  </a:cubicBezTo>
                  <a:cubicBezTo>
                    <a:pt x="166296" y="181981"/>
                    <a:pt x="167192" y="178545"/>
                    <a:pt x="168288" y="175158"/>
                  </a:cubicBezTo>
                  <a:cubicBezTo>
                    <a:pt x="171126" y="166144"/>
                    <a:pt x="175061" y="157329"/>
                    <a:pt x="178647" y="148563"/>
                  </a:cubicBezTo>
                  <a:cubicBezTo>
                    <a:pt x="184723" y="133921"/>
                    <a:pt x="190350" y="118681"/>
                    <a:pt x="189454" y="102744"/>
                  </a:cubicBezTo>
                  <a:cubicBezTo>
                    <a:pt x="188408" y="83371"/>
                    <a:pt x="177651" y="65940"/>
                    <a:pt x="163656" y="52194"/>
                  </a:cubicBezTo>
                  <a:cubicBezTo>
                    <a:pt x="137529" y="32775"/>
                    <a:pt x="109998" y="15329"/>
                    <a:pt x="81281" y="0"/>
                  </a:cubicBezTo>
                  <a:lnTo>
                    <a:pt x="63850" y="37601"/>
                  </a:lnTo>
                  <a:lnTo>
                    <a:pt x="63850" y="37601"/>
                  </a:lnTo>
                  <a:cubicBezTo>
                    <a:pt x="61883" y="42557"/>
                    <a:pt x="59637" y="47393"/>
                    <a:pt x="57127" y="52094"/>
                  </a:cubicBezTo>
                  <a:cubicBezTo>
                    <a:pt x="44377" y="76299"/>
                    <a:pt x="26647" y="97664"/>
                    <a:pt x="14794" y="122317"/>
                  </a:cubicBezTo>
                  <a:cubicBezTo>
                    <a:pt x="2941" y="146969"/>
                    <a:pt x="-6820" y="174112"/>
                    <a:pt x="6178" y="198117"/>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41" name="标题 1"/>
            <p:cNvSpPr txBox="1"/>
            <p:nvPr/>
          </p:nvSpPr>
          <p:spPr>
            <a:xfrm>
              <a:off x="9471036" y="2137248"/>
              <a:ext cx="51772" cy="62641"/>
            </a:xfrm>
            <a:custGeom>
              <a:avLst/>
              <a:gdLst>
                <a:gd name="connsiteX0" fmla="*/ 22362 w 50742"/>
                <a:gd name="connsiteY0" fmla="*/ 11554 h 61395"/>
                <a:gd name="connsiteX1" fmla="*/ 34165 w 50742"/>
                <a:gd name="connsiteY1" fmla="*/ 0 h 61395"/>
                <a:gd name="connsiteX2" fmla="*/ 47064 w 50742"/>
                <a:gd name="connsiteY2" fmla="*/ 9612 h 61395"/>
                <a:gd name="connsiteX3" fmla="*/ 30604 w 50742"/>
                <a:gd name="connsiteY3" fmla="*/ 57727 h 61395"/>
                <a:gd name="connsiteX4" fmla="*/ 0 w 50742"/>
                <a:gd name="connsiteY4" fmla="*/ 58220 h 61395"/>
                <a:gd name="connsiteX5" fmla="*/ 22362 w 50742"/>
                <a:gd name="connsiteY5" fmla="*/ 11554 h 61395"/>
              </a:gdLst>
              <a:ahLst/>
              <a:cxnLst/>
              <a:rect l="l" t="t" r="r" b="b"/>
              <a:pathLst>
                <a:path w="50742" h="61395">
                  <a:moveTo>
                    <a:pt x="22362" y="11554"/>
                  </a:moveTo>
                  <a:cubicBezTo>
                    <a:pt x="24653" y="6225"/>
                    <a:pt x="28388" y="498"/>
                    <a:pt x="34165" y="0"/>
                  </a:cubicBezTo>
                  <a:cubicBezTo>
                    <a:pt x="39997" y="344"/>
                    <a:pt x="45067" y="4124"/>
                    <a:pt x="47064" y="9612"/>
                  </a:cubicBezTo>
                  <a:cubicBezTo>
                    <a:pt x="55805" y="27442"/>
                    <a:pt x="48434" y="48986"/>
                    <a:pt x="30604" y="57727"/>
                  </a:cubicBezTo>
                  <a:cubicBezTo>
                    <a:pt x="20982" y="62438"/>
                    <a:pt x="9766" y="62623"/>
                    <a:pt x="0" y="58220"/>
                  </a:cubicBezTo>
                  <a:cubicBezTo>
                    <a:pt x="6524" y="42681"/>
                    <a:pt x="15638" y="26993"/>
                    <a:pt x="22362" y="11554"/>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42" name="标题 1"/>
            <p:cNvSpPr txBox="1"/>
            <p:nvPr/>
          </p:nvSpPr>
          <p:spPr>
            <a:xfrm>
              <a:off x="9336718" y="2131293"/>
              <a:ext cx="76976" cy="54220"/>
            </a:xfrm>
            <a:custGeom>
              <a:avLst/>
              <a:gdLst>
                <a:gd name="connsiteX0" fmla="*/ 71434 w 75445"/>
                <a:gd name="connsiteY0" fmla="*/ 22720 h 53141"/>
                <a:gd name="connsiteX1" fmla="*/ 11670 w 75445"/>
                <a:gd name="connsiteY1" fmla="*/ 1205 h 53141"/>
                <a:gd name="connsiteX2" fmla="*/ 3766 w 75445"/>
                <a:gd name="connsiteY2" fmla="*/ 2146 h 53141"/>
                <a:gd name="connsiteX3" fmla="*/ 2805 w 75445"/>
                <a:gd name="connsiteY3" fmla="*/ 3994 h 53141"/>
                <a:gd name="connsiteX4" fmla="*/ 73625 w 75445"/>
                <a:gd name="connsiteY4" fmla="*/ 31436 h 53141"/>
                <a:gd name="connsiteX5" fmla="*/ 71434 w 75445"/>
                <a:gd name="connsiteY5" fmla="*/ 22720 h 53141"/>
              </a:gdLst>
              <a:ahLst/>
              <a:cxnLst/>
              <a:rect l="l" t="t" r="r" b="b"/>
              <a:pathLst>
                <a:path w="75445" h="53141">
                  <a:moveTo>
                    <a:pt x="71434" y="22720"/>
                  </a:moveTo>
                  <a:cubicBezTo>
                    <a:pt x="47229" y="19782"/>
                    <a:pt x="20983" y="8476"/>
                    <a:pt x="11670" y="1205"/>
                  </a:cubicBezTo>
                  <a:cubicBezTo>
                    <a:pt x="9230" y="-717"/>
                    <a:pt x="5688" y="-294"/>
                    <a:pt x="3766" y="2146"/>
                  </a:cubicBezTo>
                  <a:cubicBezTo>
                    <a:pt x="3333" y="2699"/>
                    <a:pt x="3009" y="3327"/>
                    <a:pt x="2805" y="3994"/>
                  </a:cubicBezTo>
                  <a:cubicBezTo>
                    <a:pt x="-14626" y="72872"/>
                    <a:pt x="54102" y="56686"/>
                    <a:pt x="73625" y="31436"/>
                  </a:cubicBezTo>
                  <a:cubicBezTo>
                    <a:pt x="76464" y="27750"/>
                    <a:pt x="76165" y="23318"/>
                    <a:pt x="71434" y="22720"/>
                  </a:cubicBezTo>
                  <a:close/>
                </a:path>
              </a:pathLst>
            </a:custGeom>
            <a:solidFill>
              <a:srgbClr val="FFFF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3" name="标题 1"/>
            <p:cNvSpPr txBox="1"/>
            <p:nvPr/>
          </p:nvSpPr>
          <p:spPr>
            <a:xfrm>
              <a:off x="9051718" y="2335962"/>
              <a:ext cx="562665" cy="721949"/>
            </a:xfrm>
            <a:custGeom>
              <a:avLst/>
              <a:gdLst>
                <a:gd name="connsiteX0" fmla="*/ 366851 w 551471"/>
                <a:gd name="connsiteY0" fmla="*/ 667185 h 707586"/>
                <a:gd name="connsiteX1" fmla="*/ 551123 w 551471"/>
                <a:gd name="connsiteY1" fmla="*/ 141910 h 707586"/>
                <a:gd name="connsiteX2" fmla="*/ 551471 w 551471"/>
                <a:gd name="connsiteY2" fmla="*/ 141910 h 707586"/>
                <a:gd name="connsiteX3" fmla="*/ 450371 w 551471"/>
                <a:gd name="connsiteY3" fmla="*/ 26416 h 707586"/>
                <a:gd name="connsiteX4" fmla="*/ 417999 w 551471"/>
                <a:gd name="connsiteY4" fmla="*/ 7889 h 707586"/>
                <a:gd name="connsiteX5" fmla="*/ 400269 w 551471"/>
                <a:gd name="connsiteY5" fmla="*/ 2909 h 707586"/>
                <a:gd name="connsiteX6" fmla="*/ 396633 w 551471"/>
                <a:gd name="connsiteY6" fmla="*/ 2013 h 707586"/>
                <a:gd name="connsiteX7" fmla="*/ 394392 w 551471"/>
                <a:gd name="connsiteY7" fmla="*/ 1714 h 707586"/>
                <a:gd name="connsiteX8" fmla="*/ 284426 w 551471"/>
                <a:gd name="connsiteY8" fmla="*/ 2760 h 707586"/>
                <a:gd name="connsiteX9" fmla="*/ 253548 w 551471"/>
                <a:gd name="connsiteY9" fmla="*/ 4005 h 707586"/>
                <a:gd name="connsiteX10" fmla="*/ 252403 w 551471"/>
                <a:gd name="connsiteY10" fmla="*/ 4005 h 707586"/>
                <a:gd name="connsiteX11" fmla="*/ 251955 w 551471"/>
                <a:gd name="connsiteY11" fmla="*/ 4005 h 707586"/>
                <a:gd name="connsiteX12" fmla="*/ 241994 w 551471"/>
                <a:gd name="connsiteY12" fmla="*/ 7391 h 707586"/>
                <a:gd name="connsiteX13" fmla="*/ 166691 w 551471"/>
                <a:gd name="connsiteY13" fmla="*/ 65462 h 707586"/>
                <a:gd name="connsiteX14" fmla="*/ 81478 w 551471"/>
                <a:gd name="connsiteY14" fmla="*/ 174780 h 707586"/>
                <a:gd name="connsiteX15" fmla="*/ 70173 w 551471"/>
                <a:gd name="connsiteY15" fmla="*/ 297495 h 707586"/>
                <a:gd name="connsiteX16" fmla="*/ 59216 w 551471"/>
                <a:gd name="connsiteY16" fmla="*/ 372200 h 707586"/>
                <a:gd name="connsiteX17" fmla="*/ 9961 w 551471"/>
                <a:gd name="connsiteY17" fmla="*/ 633617 h 707586"/>
                <a:gd name="connsiteX18" fmla="*/ 0 w 551471"/>
                <a:gd name="connsiteY18" fmla="*/ 664944 h 707586"/>
                <a:gd name="connsiteX19" fmla="*/ 386573 w 551471"/>
                <a:gd name="connsiteY19" fmla="*/ 689845 h 707586"/>
                <a:gd name="connsiteX20" fmla="*/ 366851 w 551471"/>
                <a:gd name="connsiteY20" fmla="*/ 667185 h 707586"/>
              </a:gdLst>
              <a:ahLst/>
              <a:cxnLst/>
              <a:rect l="l" t="t" r="r" b="b"/>
              <a:pathLst>
                <a:path w="551471" h="707586">
                  <a:moveTo>
                    <a:pt x="366851" y="667185"/>
                  </a:moveTo>
                  <a:cubicBezTo>
                    <a:pt x="309527" y="294457"/>
                    <a:pt x="540515" y="146940"/>
                    <a:pt x="551123" y="141910"/>
                  </a:cubicBezTo>
                  <a:cubicBezTo>
                    <a:pt x="551232" y="141865"/>
                    <a:pt x="551362" y="141865"/>
                    <a:pt x="551471" y="141910"/>
                  </a:cubicBezTo>
                  <a:cubicBezTo>
                    <a:pt x="514019" y="90463"/>
                    <a:pt x="476368" y="47284"/>
                    <a:pt x="450371" y="26416"/>
                  </a:cubicBezTo>
                  <a:cubicBezTo>
                    <a:pt x="440644" y="18542"/>
                    <a:pt x="429712" y="12287"/>
                    <a:pt x="417999" y="7889"/>
                  </a:cubicBezTo>
                  <a:cubicBezTo>
                    <a:pt x="412291" y="5578"/>
                    <a:pt x="406345" y="3910"/>
                    <a:pt x="400269" y="2909"/>
                  </a:cubicBezTo>
                  <a:cubicBezTo>
                    <a:pt x="399098" y="2466"/>
                    <a:pt x="397878" y="2162"/>
                    <a:pt x="396633" y="2013"/>
                  </a:cubicBezTo>
                  <a:cubicBezTo>
                    <a:pt x="395876" y="2003"/>
                    <a:pt x="395124" y="1903"/>
                    <a:pt x="394392" y="1714"/>
                  </a:cubicBezTo>
                  <a:cubicBezTo>
                    <a:pt x="356243" y="-3267"/>
                    <a:pt x="322625" y="4353"/>
                    <a:pt x="284426" y="2760"/>
                  </a:cubicBezTo>
                  <a:cubicBezTo>
                    <a:pt x="274117" y="2520"/>
                    <a:pt x="263803" y="2939"/>
                    <a:pt x="253548" y="4005"/>
                  </a:cubicBezTo>
                  <a:cubicBezTo>
                    <a:pt x="253170" y="4069"/>
                    <a:pt x="252781" y="4069"/>
                    <a:pt x="252403" y="4005"/>
                  </a:cubicBezTo>
                  <a:cubicBezTo>
                    <a:pt x="252258" y="4044"/>
                    <a:pt x="252099" y="4044"/>
                    <a:pt x="251955" y="4005"/>
                  </a:cubicBezTo>
                  <a:cubicBezTo>
                    <a:pt x="248548" y="4871"/>
                    <a:pt x="245221" y="6002"/>
                    <a:pt x="241994" y="7391"/>
                  </a:cubicBezTo>
                  <a:cubicBezTo>
                    <a:pt x="227053" y="12969"/>
                    <a:pt x="197868" y="28259"/>
                    <a:pt x="166691" y="65462"/>
                  </a:cubicBezTo>
                  <a:cubicBezTo>
                    <a:pt x="145575" y="90862"/>
                    <a:pt x="95224" y="122536"/>
                    <a:pt x="81478" y="174780"/>
                  </a:cubicBezTo>
                  <a:cubicBezTo>
                    <a:pt x="72115" y="209891"/>
                    <a:pt x="78490" y="257553"/>
                    <a:pt x="70173" y="297495"/>
                  </a:cubicBezTo>
                  <a:cubicBezTo>
                    <a:pt x="65222" y="322188"/>
                    <a:pt x="61567" y="347124"/>
                    <a:pt x="59216" y="372200"/>
                  </a:cubicBezTo>
                  <a:cubicBezTo>
                    <a:pt x="51098" y="460700"/>
                    <a:pt x="34603" y="548230"/>
                    <a:pt x="9961" y="633617"/>
                  </a:cubicBezTo>
                  <a:cubicBezTo>
                    <a:pt x="6923" y="644126"/>
                    <a:pt x="3486" y="654485"/>
                    <a:pt x="0" y="664944"/>
                  </a:cubicBezTo>
                  <a:cubicBezTo>
                    <a:pt x="128592" y="713053"/>
                    <a:pt x="231585" y="719129"/>
                    <a:pt x="386573" y="689845"/>
                  </a:cubicBezTo>
                  <a:cubicBezTo>
                    <a:pt x="374022" y="674705"/>
                    <a:pt x="366851" y="667185"/>
                    <a:pt x="366851" y="667185"/>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4" name="标题 1"/>
            <p:cNvSpPr txBox="1"/>
            <p:nvPr/>
          </p:nvSpPr>
          <p:spPr>
            <a:xfrm>
              <a:off x="9307687" y="2307323"/>
              <a:ext cx="152322" cy="107653"/>
            </a:xfrm>
            <a:custGeom>
              <a:avLst/>
              <a:gdLst>
                <a:gd name="connsiteX0" fmla="*/ 24286 w 149292"/>
                <a:gd name="connsiteY0" fmla="*/ 30430 h 105511"/>
                <a:gd name="connsiteX1" fmla="*/ 149292 w 149292"/>
                <a:gd name="connsiteY1" fmla="*/ 30878 h 105511"/>
                <a:gd name="connsiteX2" fmla="*/ 24286 w 149292"/>
                <a:gd name="connsiteY2" fmla="*/ 30430 h 105511"/>
              </a:gdLst>
              <a:ahLst/>
              <a:cxnLst/>
              <a:rect l="l" t="t" r="r" b="b"/>
              <a:pathLst>
                <a:path w="149292" h="105511">
                  <a:moveTo>
                    <a:pt x="24286" y="30430"/>
                  </a:moveTo>
                  <a:cubicBezTo>
                    <a:pt x="24286" y="30430"/>
                    <a:pt x="-81745" y="199064"/>
                    <a:pt x="149292" y="30878"/>
                  </a:cubicBezTo>
                  <a:cubicBezTo>
                    <a:pt x="149292" y="30878"/>
                    <a:pt x="136144" y="-38298"/>
                    <a:pt x="24286" y="30430"/>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45" name="标题 1"/>
            <p:cNvSpPr txBox="1"/>
            <p:nvPr/>
          </p:nvSpPr>
          <p:spPr>
            <a:xfrm>
              <a:off x="9460010" y="2290402"/>
              <a:ext cx="212759" cy="310423"/>
            </a:xfrm>
            <a:custGeom>
              <a:avLst/>
              <a:gdLst>
                <a:gd name="connsiteX0" fmla="*/ 0 w 208526"/>
                <a:gd name="connsiteY0" fmla="*/ 47462 h 304247"/>
                <a:gd name="connsiteX1" fmla="*/ 134070 w 208526"/>
                <a:gd name="connsiteY1" fmla="*/ 0 h 304247"/>
                <a:gd name="connsiteX2" fmla="*/ 208526 w 208526"/>
                <a:gd name="connsiteY2" fmla="*/ 177001 h 304247"/>
                <a:gd name="connsiteX3" fmla="*/ 37850 w 208526"/>
                <a:gd name="connsiteY3" fmla="*/ 304248 h 304247"/>
              </a:gdLst>
              <a:ahLst/>
              <a:cxnLst/>
              <a:rect l="l" t="t" r="r" b="b"/>
              <a:pathLst>
                <a:path w="208526" h="304247">
                  <a:moveTo>
                    <a:pt x="0" y="47462"/>
                  </a:moveTo>
                  <a:lnTo>
                    <a:pt x="134070" y="0"/>
                  </a:lnTo>
                  <a:cubicBezTo>
                    <a:pt x="134070" y="0"/>
                    <a:pt x="204143" y="27890"/>
                    <a:pt x="208526" y="177001"/>
                  </a:cubicBezTo>
                  <a:cubicBezTo>
                    <a:pt x="143832" y="207799"/>
                    <a:pt x="85836" y="251038"/>
                    <a:pt x="37850" y="304248"/>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6" name="标题 1"/>
            <p:cNvSpPr txBox="1"/>
            <p:nvPr/>
          </p:nvSpPr>
          <p:spPr>
            <a:xfrm>
              <a:off x="9087137" y="2264080"/>
              <a:ext cx="245329" cy="233440"/>
            </a:xfrm>
            <a:custGeom>
              <a:avLst/>
              <a:gdLst>
                <a:gd name="connsiteX0" fmla="*/ 240449 w 240448"/>
                <a:gd name="connsiteY0" fmla="*/ 72812 h 228796"/>
                <a:gd name="connsiteX1" fmla="*/ 77194 w 240448"/>
                <a:gd name="connsiteY1" fmla="*/ 0 h 228796"/>
                <a:gd name="connsiteX2" fmla="*/ 49 w 240448"/>
                <a:gd name="connsiteY2" fmla="*/ 169331 h 228796"/>
                <a:gd name="connsiteX3" fmla="*/ 88848 w 240448"/>
                <a:gd name="connsiteY3" fmla="*/ 228796 h 228796"/>
              </a:gdLst>
              <a:ahLst/>
              <a:cxnLst/>
              <a:rect l="l" t="t" r="r" b="b"/>
              <a:pathLst>
                <a:path w="240448" h="228796">
                  <a:moveTo>
                    <a:pt x="240449" y="72812"/>
                  </a:moveTo>
                  <a:lnTo>
                    <a:pt x="77194" y="0"/>
                  </a:lnTo>
                  <a:cubicBezTo>
                    <a:pt x="77194" y="0"/>
                    <a:pt x="-2242" y="43478"/>
                    <a:pt x="49" y="169331"/>
                  </a:cubicBezTo>
                  <a:lnTo>
                    <a:pt x="88848" y="228796"/>
                  </a:ln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7" name="标题 1"/>
            <p:cNvSpPr txBox="1"/>
            <p:nvPr/>
          </p:nvSpPr>
          <p:spPr>
            <a:xfrm>
              <a:off x="9033420" y="4968767"/>
              <a:ext cx="295190" cy="187970"/>
            </a:xfrm>
            <a:custGeom>
              <a:avLst/>
              <a:gdLst>
                <a:gd name="connsiteX0" fmla="*/ 285178 w 289317"/>
                <a:gd name="connsiteY0" fmla="*/ 90194 h 184230"/>
                <a:gd name="connsiteX1" fmla="*/ 241899 w 289317"/>
                <a:gd name="connsiteY1" fmla="*/ 121022 h 184230"/>
                <a:gd name="connsiteX2" fmla="*/ 135320 w 289317"/>
                <a:gd name="connsiteY2" fmla="*/ 161811 h 184230"/>
                <a:gd name="connsiteX3" fmla="*/ 17685 w 289317"/>
                <a:gd name="connsiteY3" fmla="*/ 182280 h 184230"/>
                <a:gd name="connsiteX4" fmla="*/ 348 w 289317"/>
                <a:gd name="connsiteY4" fmla="*/ 157274 h 184230"/>
                <a:gd name="connsiteX5" fmla="*/ 2744 w 289317"/>
                <a:gd name="connsiteY5" fmla="*/ 150605 h 184230"/>
                <a:gd name="connsiteX6" fmla="*/ 21021 w 289317"/>
                <a:gd name="connsiteY6" fmla="*/ 129837 h 184230"/>
                <a:gd name="connsiteX7" fmla="*/ 65496 w 289317"/>
                <a:gd name="connsiteY7" fmla="*/ 99706 h 184230"/>
                <a:gd name="connsiteX8" fmla="*/ 82678 w 289317"/>
                <a:gd name="connsiteY8" fmla="*/ 86359 h 184230"/>
                <a:gd name="connsiteX9" fmla="*/ 141346 w 289317"/>
                <a:gd name="connsiteY9" fmla="*/ 107177 h 184230"/>
                <a:gd name="connsiteX10" fmla="*/ 199616 w 289317"/>
                <a:gd name="connsiteY10" fmla="*/ 75153 h 184230"/>
                <a:gd name="connsiteX11" fmla="*/ 265555 w 289317"/>
                <a:gd name="connsiteY11" fmla="*/ 0 h 184230"/>
                <a:gd name="connsiteX12" fmla="*/ 275765 w 289317"/>
                <a:gd name="connsiteY12" fmla="*/ 24902 h 184230"/>
                <a:gd name="connsiteX13" fmla="*/ 285178 w 289317"/>
                <a:gd name="connsiteY13" fmla="*/ 90194 h 184230"/>
              </a:gdLst>
              <a:ahLst/>
              <a:cxnLst/>
              <a:rect l="l" t="t" r="r" b="b"/>
              <a:pathLst>
                <a:path w="289317" h="184230">
                  <a:moveTo>
                    <a:pt x="285178" y="90194"/>
                  </a:moveTo>
                  <a:cubicBezTo>
                    <a:pt x="277110" y="106330"/>
                    <a:pt x="258782" y="114398"/>
                    <a:pt x="241899" y="121022"/>
                  </a:cubicBezTo>
                  <a:cubicBezTo>
                    <a:pt x="206588" y="134768"/>
                    <a:pt x="170979" y="148513"/>
                    <a:pt x="135320" y="161811"/>
                  </a:cubicBezTo>
                  <a:cubicBezTo>
                    <a:pt x="97669" y="175756"/>
                    <a:pt x="56033" y="189402"/>
                    <a:pt x="17685" y="182280"/>
                  </a:cubicBezTo>
                  <a:cubicBezTo>
                    <a:pt x="5991" y="180163"/>
                    <a:pt x="-1769" y="168967"/>
                    <a:pt x="348" y="157274"/>
                  </a:cubicBezTo>
                  <a:cubicBezTo>
                    <a:pt x="771" y="154933"/>
                    <a:pt x="1583" y="152682"/>
                    <a:pt x="2744" y="150605"/>
                  </a:cubicBezTo>
                  <a:cubicBezTo>
                    <a:pt x="7664" y="142731"/>
                    <a:pt x="13840" y="135719"/>
                    <a:pt x="21021" y="129837"/>
                  </a:cubicBezTo>
                  <a:cubicBezTo>
                    <a:pt x="34767" y="118233"/>
                    <a:pt x="50903" y="109916"/>
                    <a:pt x="65496" y="99706"/>
                  </a:cubicBezTo>
                  <a:cubicBezTo>
                    <a:pt x="71502" y="95627"/>
                    <a:pt x="77239" y="91170"/>
                    <a:pt x="82678" y="86359"/>
                  </a:cubicBezTo>
                  <a:cubicBezTo>
                    <a:pt x="100657" y="98710"/>
                    <a:pt x="120180" y="108820"/>
                    <a:pt x="141346" y="107177"/>
                  </a:cubicBezTo>
                  <a:cubicBezTo>
                    <a:pt x="163907" y="105433"/>
                    <a:pt x="183031" y="90492"/>
                    <a:pt x="199616" y="75153"/>
                  </a:cubicBezTo>
                  <a:cubicBezTo>
                    <a:pt x="224054" y="52373"/>
                    <a:pt x="246147" y="27193"/>
                    <a:pt x="265555" y="0"/>
                  </a:cubicBezTo>
                  <a:cubicBezTo>
                    <a:pt x="268693" y="8467"/>
                    <a:pt x="272179" y="16734"/>
                    <a:pt x="275765" y="24902"/>
                  </a:cubicBezTo>
                  <a:cubicBezTo>
                    <a:pt x="285178" y="45669"/>
                    <a:pt x="295138" y="69725"/>
                    <a:pt x="285178" y="90194"/>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48" name="标题 1"/>
            <p:cNvSpPr txBox="1"/>
            <p:nvPr/>
          </p:nvSpPr>
          <p:spPr>
            <a:xfrm>
              <a:off x="10368364" y="4066698"/>
              <a:ext cx="144100" cy="308817"/>
            </a:xfrm>
            <a:custGeom>
              <a:avLst/>
              <a:gdLst>
                <a:gd name="connsiteX0" fmla="*/ 92385 w 141233"/>
                <a:gd name="connsiteY0" fmla="*/ 8681 h 302673"/>
                <a:gd name="connsiteX1" fmla="*/ 114498 w 141233"/>
                <a:gd name="connsiteY1" fmla="*/ 56990 h 302673"/>
                <a:gd name="connsiteX2" fmla="*/ 134419 w 141233"/>
                <a:gd name="connsiteY2" fmla="*/ 169346 h 302673"/>
                <a:gd name="connsiteX3" fmla="*/ 132327 w 141233"/>
                <a:gd name="connsiteY3" fmla="*/ 288874 h 302673"/>
                <a:gd name="connsiteX4" fmla="*/ 104527 w 141233"/>
                <a:gd name="connsiteY4" fmla="*/ 301235 h 302673"/>
                <a:gd name="connsiteX5" fmla="*/ 98361 w 141233"/>
                <a:gd name="connsiteY5" fmla="*/ 297589 h 302673"/>
                <a:gd name="connsiteX6" fmla="*/ 81428 w 141233"/>
                <a:gd name="connsiteY6" fmla="*/ 275726 h 302673"/>
                <a:gd name="connsiteX7" fmla="*/ 60262 w 141233"/>
                <a:gd name="connsiteY7" fmla="*/ 226421 h 302673"/>
                <a:gd name="connsiteX8" fmla="*/ 50301 w 141233"/>
                <a:gd name="connsiteY8" fmla="*/ 206997 h 302673"/>
                <a:gd name="connsiteX9" fmla="*/ 81827 w 141233"/>
                <a:gd name="connsiteY9" fmla="*/ 153310 h 302673"/>
                <a:gd name="connsiteX10" fmla="*/ 61407 w 141233"/>
                <a:gd name="connsiteY10" fmla="*/ 90059 h 302673"/>
                <a:gd name="connsiteX11" fmla="*/ 0 w 141233"/>
                <a:gd name="connsiteY11" fmla="*/ 10972 h 302673"/>
                <a:gd name="connsiteX12" fmla="*/ 26495 w 141233"/>
                <a:gd name="connsiteY12" fmla="*/ 5643 h 302673"/>
                <a:gd name="connsiteX13" fmla="*/ 92385 w 141233"/>
                <a:gd name="connsiteY13" fmla="*/ 8681 h 302673"/>
              </a:gdLst>
              <a:ahLst/>
              <a:cxnLst/>
              <a:rect l="l" t="t" r="r" b="b"/>
              <a:pathLst>
                <a:path w="141233" h="302673">
                  <a:moveTo>
                    <a:pt x="92385" y="8681"/>
                  </a:moveTo>
                  <a:cubicBezTo>
                    <a:pt x="106728" y="19638"/>
                    <a:pt x="111161" y="39161"/>
                    <a:pt x="114498" y="56990"/>
                  </a:cubicBezTo>
                  <a:cubicBezTo>
                    <a:pt x="121271" y="94243"/>
                    <a:pt x="128044" y="131695"/>
                    <a:pt x="134419" y="169346"/>
                  </a:cubicBezTo>
                  <a:cubicBezTo>
                    <a:pt x="140993" y="208940"/>
                    <a:pt x="146571" y="252468"/>
                    <a:pt x="132327" y="288874"/>
                  </a:cubicBezTo>
                  <a:cubicBezTo>
                    <a:pt x="128064" y="299965"/>
                    <a:pt x="115618" y="305498"/>
                    <a:pt x="104527" y="301235"/>
                  </a:cubicBezTo>
                  <a:cubicBezTo>
                    <a:pt x="102281" y="300374"/>
                    <a:pt x="100199" y="299138"/>
                    <a:pt x="98361" y="297589"/>
                  </a:cubicBezTo>
                  <a:cubicBezTo>
                    <a:pt x="91558" y="291280"/>
                    <a:pt x="85836" y="283894"/>
                    <a:pt x="81428" y="275726"/>
                  </a:cubicBezTo>
                  <a:cubicBezTo>
                    <a:pt x="72663" y="260088"/>
                    <a:pt x="67533" y="242706"/>
                    <a:pt x="60262" y="226421"/>
                  </a:cubicBezTo>
                  <a:cubicBezTo>
                    <a:pt x="57373" y="219732"/>
                    <a:pt x="54046" y="213243"/>
                    <a:pt x="50301" y="206997"/>
                  </a:cubicBezTo>
                  <a:cubicBezTo>
                    <a:pt x="65790" y="191658"/>
                    <a:pt x="79436" y="174376"/>
                    <a:pt x="81827" y="153310"/>
                  </a:cubicBezTo>
                  <a:cubicBezTo>
                    <a:pt x="84367" y="130848"/>
                    <a:pt x="73310" y="109234"/>
                    <a:pt x="61407" y="90059"/>
                  </a:cubicBezTo>
                  <a:cubicBezTo>
                    <a:pt x="43643" y="61706"/>
                    <a:pt x="23069" y="35211"/>
                    <a:pt x="0" y="10972"/>
                  </a:cubicBezTo>
                  <a:cubicBezTo>
                    <a:pt x="8915" y="9478"/>
                    <a:pt x="17680" y="7635"/>
                    <a:pt x="26495" y="5643"/>
                  </a:cubicBezTo>
                  <a:cubicBezTo>
                    <a:pt x="48608" y="364"/>
                    <a:pt x="74257" y="-5065"/>
                    <a:pt x="92385" y="8681"/>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49" name="标题 1"/>
            <p:cNvSpPr txBox="1"/>
            <p:nvPr/>
          </p:nvSpPr>
          <p:spPr>
            <a:xfrm>
              <a:off x="9118625" y="2419433"/>
              <a:ext cx="74974" cy="217664"/>
            </a:xfrm>
            <a:custGeom>
              <a:avLst/>
              <a:gdLst>
                <a:gd name="connsiteX0" fmla="*/ 63065 w 73482"/>
                <a:gd name="connsiteY0" fmla="*/ 2227 h 213334"/>
                <a:gd name="connsiteX1" fmla="*/ 26061 w 73482"/>
                <a:gd name="connsiteY1" fmla="*/ 211152 h 213334"/>
                <a:gd name="connsiteX2" fmla="*/ 35723 w 73482"/>
                <a:gd name="connsiteY2" fmla="*/ 204229 h 213334"/>
                <a:gd name="connsiteX3" fmla="*/ 72229 w 73482"/>
                <a:gd name="connsiteY3" fmla="*/ 9996 h 213334"/>
                <a:gd name="connsiteX4" fmla="*/ 63065 w 73482"/>
                <a:gd name="connsiteY4" fmla="*/ 2227 h 213334"/>
              </a:gdLst>
              <a:ahLst/>
              <a:cxnLst/>
              <a:rect l="l" t="t" r="r" b="b"/>
              <a:pathLst>
                <a:path w="73482" h="213334">
                  <a:moveTo>
                    <a:pt x="63065" y="2227"/>
                  </a:moveTo>
                  <a:cubicBezTo>
                    <a:pt x="18691" y="61194"/>
                    <a:pt x="-31910" y="143419"/>
                    <a:pt x="26061" y="211152"/>
                  </a:cubicBezTo>
                  <a:cubicBezTo>
                    <a:pt x="31042" y="216929"/>
                    <a:pt x="40703" y="210056"/>
                    <a:pt x="35723" y="204229"/>
                  </a:cubicBezTo>
                  <a:cubicBezTo>
                    <a:pt x="-19060" y="140481"/>
                    <a:pt x="31141" y="64382"/>
                    <a:pt x="72229" y="9996"/>
                  </a:cubicBezTo>
                  <a:cubicBezTo>
                    <a:pt x="76811" y="3771"/>
                    <a:pt x="67697" y="-3849"/>
                    <a:pt x="63065" y="2227"/>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0" name="标题 1"/>
            <p:cNvSpPr txBox="1"/>
            <p:nvPr/>
          </p:nvSpPr>
          <p:spPr>
            <a:xfrm>
              <a:off x="9308148" y="2614645"/>
              <a:ext cx="152325" cy="62988"/>
            </a:xfrm>
            <a:custGeom>
              <a:avLst/>
              <a:gdLst>
                <a:gd name="connsiteX0" fmla="*/ 137834 w 149295"/>
                <a:gd name="connsiteY0" fmla="*/ 3289 h 61735"/>
                <a:gd name="connsiteX1" fmla="*/ 6851 w 149295"/>
                <a:gd name="connsiteY1" fmla="*/ 49357 h 61735"/>
                <a:gd name="connsiteX2" fmla="*/ 4760 w 149295"/>
                <a:gd name="connsiteY2" fmla="*/ 61061 h 61735"/>
                <a:gd name="connsiteX3" fmla="*/ 148591 w 149295"/>
                <a:gd name="connsiteY3" fmla="*/ 8320 h 61735"/>
                <a:gd name="connsiteX4" fmla="*/ 137834 w 149295"/>
                <a:gd name="connsiteY4" fmla="*/ 3289 h 61735"/>
              </a:gdLst>
              <a:ahLst/>
              <a:cxnLst/>
              <a:rect l="l" t="t" r="r" b="b"/>
              <a:pathLst>
                <a:path w="149295" h="61735">
                  <a:moveTo>
                    <a:pt x="137834" y="3289"/>
                  </a:moveTo>
                  <a:cubicBezTo>
                    <a:pt x="112434" y="51499"/>
                    <a:pt x="54264" y="51549"/>
                    <a:pt x="6851" y="49357"/>
                  </a:cubicBezTo>
                  <a:cubicBezTo>
                    <a:pt x="-719" y="49009"/>
                    <a:pt x="-2860" y="60712"/>
                    <a:pt x="4760" y="61061"/>
                  </a:cubicBezTo>
                  <a:cubicBezTo>
                    <a:pt x="58348" y="63501"/>
                    <a:pt x="120253" y="62057"/>
                    <a:pt x="148591" y="8320"/>
                  </a:cubicBezTo>
                  <a:cubicBezTo>
                    <a:pt x="152127" y="1397"/>
                    <a:pt x="141370" y="-3584"/>
                    <a:pt x="137834" y="3289"/>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1" name="标题 1"/>
            <p:cNvSpPr txBox="1"/>
            <p:nvPr/>
          </p:nvSpPr>
          <p:spPr>
            <a:xfrm>
              <a:off x="9669771" y="1680456"/>
              <a:ext cx="103175" cy="137571"/>
            </a:xfrm>
            <a:custGeom>
              <a:avLst/>
              <a:gdLst>
                <a:gd name="connsiteX0" fmla="*/ 6324 w 101122"/>
                <a:gd name="connsiteY0" fmla="*/ 55403 h 134834"/>
                <a:gd name="connsiteX1" fmla="*/ 747 w 101122"/>
                <a:gd name="connsiteY1" fmla="*/ 31846 h 134834"/>
                <a:gd name="connsiteX2" fmla="*/ 18427 w 101122"/>
                <a:gd name="connsiteY2" fmla="*/ 15411 h 134834"/>
                <a:gd name="connsiteX3" fmla="*/ 56427 w 101122"/>
                <a:gd name="connsiteY3" fmla="*/ 470 h 134834"/>
                <a:gd name="connsiteX4" fmla="*/ 93530 w 101122"/>
                <a:gd name="connsiteY4" fmla="*/ 13220 h 134834"/>
                <a:gd name="connsiteX5" fmla="*/ 100851 w 101122"/>
                <a:gd name="connsiteY5" fmla="*/ 52066 h 134834"/>
                <a:gd name="connsiteX6" fmla="*/ 98112 w 101122"/>
                <a:gd name="connsiteY6" fmla="*/ 113623 h 134834"/>
                <a:gd name="connsiteX7" fmla="*/ 68728 w 101122"/>
                <a:gd name="connsiteY7" fmla="*/ 133545 h 134834"/>
                <a:gd name="connsiteX8" fmla="*/ 6324 w 101122"/>
                <a:gd name="connsiteY8" fmla="*/ 55403 h 134834"/>
              </a:gdLst>
              <a:ahLst/>
              <a:cxnLst/>
              <a:rect l="l" t="t" r="r" b="b"/>
              <a:pathLst>
                <a:path w="101122" h="134834">
                  <a:moveTo>
                    <a:pt x="6324" y="55403"/>
                  </a:moveTo>
                  <a:cubicBezTo>
                    <a:pt x="2290" y="48132"/>
                    <a:pt x="-1694" y="39765"/>
                    <a:pt x="747" y="31846"/>
                  </a:cubicBezTo>
                  <a:cubicBezTo>
                    <a:pt x="3187" y="23928"/>
                    <a:pt x="11106" y="19296"/>
                    <a:pt x="18427" y="15411"/>
                  </a:cubicBezTo>
                  <a:cubicBezTo>
                    <a:pt x="30116" y="8235"/>
                    <a:pt x="42980" y="3180"/>
                    <a:pt x="56427" y="470"/>
                  </a:cubicBezTo>
                  <a:cubicBezTo>
                    <a:pt x="70023" y="-1422"/>
                    <a:pt x="85263" y="2313"/>
                    <a:pt x="93530" y="13220"/>
                  </a:cubicBezTo>
                  <a:cubicBezTo>
                    <a:pt x="101797" y="24127"/>
                    <a:pt x="101449" y="38620"/>
                    <a:pt x="100851" y="52066"/>
                  </a:cubicBezTo>
                  <a:cubicBezTo>
                    <a:pt x="99955" y="72585"/>
                    <a:pt x="99506" y="93154"/>
                    <a:pt x="98112" y="113623"/>
                  </a:cubicBezTo>
                  <a:cubicBezTo>
                    <a:pt x="96917" y="131104"/>
                    <a:pt x="86657" y="137927"/>
                    <a:pt x="68728" y="133545"/>
                  </a:cubicBezTo>
                  <a:cubicBezTo>
                    <a:pt x="41585" y="126572"/>
                    <a:pt x="18775" y="77516"/>
                    <a:pt x="6324" y="55403"/>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52" name="标题 1"/>
            <p:cNvSpPr txBox="1"/>
            <p:nvPr/>
          </p:nvSpPr>
          <p:spPr>
            <a:xfrm>
              <a:off x="8944851" y="1670273"/>
              <a:ext cx="94498" cy="127590"/>
            </a:xfrm>
            <a:custGeom>
              <a:avLst/>
              <a:gdLst>
                <a:gd name="connsiteX0" fmla="*/ 88405 w 92618"/>
                <a:gd name="connsiteY0" fmla="*/ 45911 h 125052"/>
                <a:gd name="connsiteX1" fmla="*/ 91394 w 92618"/>
                <a:gd name="connsiteY1" fmla="*/ 23848 h 125052"/>
                <a:gd name="connsiteX2" fmla="*/ 73763 w 92618"/>
                <a:gd name="connsiteY2" fmla="*/ 10351 h 125052"/>
                <a:gd name="connsiteX3" fmla="*/ 37606 w 92618"/>
                <a:gd name="connsiteY3" fmla="*/ 42 h 125052"/>
                <a:gd name="connsiteX4" fmla="*/ 4786 w 92618"/>
                <a:gd name="connsiteY4" fmla="*/ 14983 h 125052"/>
                <a:gd name="connsiteX5" fmla="*/ 1548 w 92618"/>
                <a:gd name="connsiteY5" fmla="*/ 51190 h 125052"/>
                <a:gd name="connsiteX6" fmla="*/ 9567 w 92618"/>
                <a:gd name="connsiteY6" fmla="*/ 107269 h 125052"/>
                <a:gd name="connsiteX7" fmla="*/ 38253 w 92618"/>
                <a:gd name="connsiteY7" fmla="*/ 122857 h 125052"/>
                <a:gd name="connsiteX8" fmla="*/ 88405 w 92618"/>
                <a:gd name="connsiteY8" fmla="*/ 45911 h 125052"/>
              </a:gdLst>
              <a:ahLst/>
              <a:cxnLst/>
              <a:rect l="l" t="t" r="r" b="b"/>
              <a:pathLst>
                <a:path w="92618" h="125052">
                  <a:moveTo>
                    <a:pt x="88405" y="45911"/>
                  </a:moveTo>
                  <a:cubicBezTo>
                    <a:pt x="91443" y="38889"/>
                    <a:pt x="94332" y="30970"/>
                    <a:pt x="91394" y="23848"/>
                  </a:cubicBezTo>
                  <a:cubicBezTo>
                    <a:pt x="88455" y="16726"/>
                    <a:pt x="80785" y="13290"/>
                    <a:pt x="73763" y="10351"/>
                  </a:cubicBezTo>
                  <a:cubicBezTo>
                    <a:pt x="62418" y="4788"/>
                    <a:pt x="50176" y="1297"/>
                    <a:pt x="37606" y="42"/>
                  </a:cubicBezTo>
                  <a:cubicBezTo>
                    <a:pt x="25006" y="-506"/>
                    <a:pt x="11410" y="4275"/>
                    <a:pt x="4786" y="14983"/>
                  </a:cubicBezTo>
                  <a:cubicBezTo>
                    <a:pt x="-1838" y="25691"/>
                    <a:pt x="-195" y="38938"/>
                    <a:pt x="1548" y="51190"/>
                  </a:cubicBezTo>
                  <a:cubicBezTo>
                    <a:pt x="4238" y="69866"/>
                    <a:pt x="6529" y="88692"/>
                    <a:pt x="9567" y="107269"/>
                  </a:cubicBezTo>
                  <a:cubicBezTo>
                    <a:pt x="12256" y="123156"/>
                    <a:pt x="22217" y="128534"/>
                    <a:pt x="38253" y="122857"/>
                  </a:cubicBezTo>
                  <a:cubicBezTo>
                    <a:pt x="62508" y="114341"/>
                    <a:pt x="78993" y="67376"/>
                    <a:pt x="88405" y="45911"/>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53" name="标题 1"/>
            <p:cNvSpPr txBox="1"/>
            <p:nvPr/>
          </p:nvSpPr>
          <p:spPr>
            <a:xfrm>
              <a:off x="8929041" y="2982541"/>
              <a:ext cx="852114" cy="1016906"/>
            </a:xfrm>
            <a:custGeom>
              <a:avLst/>
              <a:gdLst>
                <a:gd name="connsiteX0" fmla="*/ 835162 w 835161"/>
                <a:gd name="connsiteY0" fmla="*/ 891727 h 996675"/>
                <a:gd name="connsiteX1" fmla="*/ 31686 w 835161"/>
                <a:gd name="connsiteY1" fmla="*/ 946212 h 996675"/>
                <a:gd name="connsiteX2" fmla="*/ 99419 w 835161"/>
                <a:gd name="connsiteY2" fmla="*/ 90742 h 996675"/>
                <a:gd name="connsiteX3" fmla="*/ 130097 w 835161"/>
                <a:gd name="connsiteY3" fmla="*/ 0 h 996675"/>
                <a:gd name="connsiteX4" fmla="*/ 486888 w 835161"/>
                <a:gd name="connsiteY4" fmla="*/ 33468 h 996675"/>
                <a:gd name="connsiteX5" fmla="*/ 555069 w 835161"/>
                <a:gd name="connsiteY5" fmla="*/ 121918 h 996675"/>
                <a:gd name="connsiteX6" fmla="*/ 835162 w 835161"/>
                <a:gd name="connsiteY6" fmla="*/ 891727 h 996675"/>
              </a:gdLst>
              <a:ahLst/>
              <a:cxnLst/>
              <a:rect l="l" t="t" r="r" b="b"/>
              <a:pathLst>
                <a:path w="835161" h="996675">
                  <a:moveTo>
                    <a:pt x="835162" y="891727"/>
                  </a:moveTo>
                  <a:cubicBezTo>
                    <a:pt x="671359" y="964340"/>
                    <a:pt x="206396" y="1055231"/>
                    <a:pt x="31686" y="946212"/>
                  </a:cubicBezTo>
                  <a:cubicBezTo>
                    <a:pt x="31686" y="946212"/>
                    <a:pt x="-73498" y="538921"/>
                    <a:pt x="99419" y="90742"/>
                  </a:cubicBezTo>
                  <a:cubicBezTo>
                    <a:pt x="111023" y="60860"/>
                    <a:pt x="121183" y="30579"/>
                    <a:pt x="130097" y="0"/>
                  </a:cubicBezTo>
                  <a:cubicBezTo>
                    <a:pt x="130097" y="0"/>
                    <a:pt x="233638" y="94228"/>
                    <a:pt x="486888" y="33468"/>
                  </a:cubicBezTo>
                  <a:cubicBezTo>
                    <a:pt x="486888" y="33468"/>
                    <a:pt x="514827" y="62005"/>
                    <a:pt x="555069" y="121918"/>
                  </a:cubicBezTo>
                  <a:cubicBezTo>
                    <a:pt x="638638" y="247024"/>
                    <a:pt x="790887" y="471338"/>
                    <a:pt x="835162" y="891727"/>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4" name="标题 1"/>
            <p:cNvSpPr txBox="1"/>
            <p:nvPr/>
          </p:nvSpPr>
          <p:spPr>
            <a:xfrm>
              <a:off x="8881559" y="1167477"/>
              <a:ext cx="96782" cy="234285"/>
            </a:xfrm>
            <a:custGeom>
              <a:avLst/>
              <a:gdLst>
                <a:gd name="connsiteX0" fmla="*/ 35592 w 94857"/>
                <a:gd name="connsiteY0" fmla="*/ 218270 h 229624"/>
                <a:gd name="connsiteX1" fmla="*/ 8399 w 94857"/>
                <a:gd name="connsiteY1" fmla="*/ 18210 h 229624"/>
                <a:gd name="connsiteX2" fmla="*/ 19655 w 94857"/>
                <a:gd name="connsiteY2" fmla="*/ 928 h 229624"/>
                <a:gd name="connsiteX3" fmla="*/ 44208 w 94857"/>
                <a:gd name="connsiteY3" fmla="*/ 12333 h 229624"/>
                <a:gd name="connsiteX4" fmla="*/ 94858 w 94857"/>
                <a:gd name="connsiteY4" fmla="*/ 85793 h 229624"/>
                <a:gd name="connsiteX5" fmla="*/ 65972 w 94857"/>
                <a:gd name="connsiteY5" fmla="*/ 166425 h 229624"/>
                <a:gd name="connsiteX6" fmla="*/ 62535 w 94857"/>
                <a:gd name="connsiteY6" fmla="*/ 206267 h 229624"/>
                <a:gd name="connsiteX7" fmla="*/ 59298 w 94857"/>
                <a:gd name="connsiteY7" fmla="*/ 221208 h 229624"/>
                <a:gd name="connsiteX8" fmla="*/ 47644 w 94857"/>
                <a:gd name="connsiteY8" fmla="*/ 229625 h 229624"/>
                <a:gd name="connsiteX9" fmla="*/ 35592 w 94857"/>
                <a:gd name="connsiteY9" fmla="*/ 218270 h 229624"/>
              </a:gdLst>
              <a:ahLst/>
              <a:cxnLst/>
              <a:rect l="l" t="t" r="r" b="b"/>
              <a:pathLst>
                <a:path w="94857" h="229624">
                  <a:moveTo>
                    <a:pt x="35592" y="218270"/>
                  </a:moveTo>
                  <a:cubicBezTo>
                    <a:pt x="804" y="157674"/>
                    <a:pt x="-8952" y="85892"/>
                    <a:pt x="8399" y="18210"/>
                  </a:cubicBezTo>
                  <a:cubicBezTo>
                    <a:pt x="10192" y="11288"/>
                    <a:pt x="13031" y="3618"/>
                    <a:pt x="19655" y="928"/>
                  </a:cubicBezTo>
                  <a:cubicBezTo>
                    <a:pt x="28619" y="-2707"/>
                    <a:pt x="37883" y="5012"/>
                    <a:pt x="44208" y="12333"/>
                  </a:cubicBezTo>
                  <a:cubicBezTo>
                    <a:pt x="63790" y="34847"/>
                    <a:pt x="80778" y="59487"/>
                    <a:pt x="94858" y="85793"/>
                  </a:cubicBezTo>
                  <a:cubicBezTo>
                    <a:pt x="80181" y="110585"/>
                    <a:pt x="70374" y="137952"/>
                    <a:pt x="65972" y="166425"/>
                  </a:cubicBezTo>
                  <a:cubicBezTo>
                    <a:pt x="64179" y="179722"/>
                    <a:pt x="63631" y="193119"/>
                    <a:pt x="62535" y="206267"/>
                  </a:cubicBezTo>
                  <a:cubicBezTo>
                    <a:pt x="62456" y="211412"/>
                    <a:pt x="61355" y="216492"/>
                    <a:pt x="59298" y="221208"/>
                  </a:cubicBezTo>
                  <a:cubicBezTo>
                    <a:pt x="57201" y="225900"/>
                    <a:pt x="52754" y="229107"/>
                    <a:pt x="47644" y="229625"/>
                  </a:cubicBezTo>
                  <a:cubicBezTo>
                    <a:pt x="42614" y="229476"/>
                    <a:pt x="34795" y="223250"/>
                    <a:pt x="35592" y="21827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5" name="标题 1"/>
            <p:cNvSpPr txBox="1"/>
            <p:nvPr/>
          </p:nvSpPr>
          <p:spPr>
            <a:xfrm>
              <a:off x="8927343" y="1178841"/>
              <a:ext cx="175062" cy="304738"/>
            </a:xfrm>
            <a:custGeom>
              <a:avLst/>
              <a:gdLst>
                <a:gd name="connsiteX0" fmla="*/ 381 w 171579"/>
                <a:gd name="connsiteY0" fmla="*/ 212262 h 298675"/>
                <a:gd name="connsiteX1" fmla="*/ 44108 w 171579"/>
                <a:gd name="connsiteY1" fmla="*/ 24852 h 298675"/>
                <a:gd name="connsiteX2" fmla="*/ 58352 w 171579"/>
                <a:gd name="connsiteY2" fmla="*/ 5877 h 298675"/>
                <a:gd name="connsiteX3" fmla="*/ 80663 w 171579"/>
                <a:gd name="connsiteY3" fmla="*/ 897 h 298675"/>
                <a:gd name="connsiteX4" fmla="*/ 98144 w 171579"/>
                <a:gd name="connsiteY4" fmla="*/ 19623 h 298675"/>
                <a:gd name="connsiteX5" fmla="*/ 131911 w 171579"/>
                <a:gd name="connsiteY5" fmla="*/ 103293 h 298675"/>
                <a:gd name="connsiteX6" fmla="*/ 134650 w 171579"/>
                <a:gd name="connsiteY6" fmla="*/ 129788 h 298675"/>
                <a:gd name="connsiteX7" fmla="*/ 106213 w 171579"/>
                <a:gd name="connsiteY7" fmla="*/ 161911 h 298675"/>
                <a:gd name="connsiteX8" fmla="*/ 80116 w 171579"/>
                <a:gd name="connsiteY8" fmla="*/ 195478 h 298675"/>
                <a:gd name="connsiteX9" fmla="*/ 118215 w 171579"/>
                <a:gd name="connsiteY9" fmla="*/ 186364 h 298675"/>
                <a:gd name="connsiteX10" fmla="*/ 170748 w 171579"/>
                <a:gd name="connsiteY10" fmla="*/ 225136 h 298675"/>
                <a:gd name="connsiteX11" fmla="*/ 171256 w 171579"/>
                <a:gd name="connsiteY11" fmla="*/ 231187 h 298675"/>
                <a:gd name="connsiteX12" fmla="*/ 168915 w 171579"/>
                <a:gd name="connsiteY12" fmla="*/ 269586 h 298675"/>
                <a:gd name="connsiteX13" fmla="*/ 151683 w 171579"/>
                <a:gd name="connsiteY13" fmla="*/ 298422 h 298675"/>
                <a:gd name="connsiteX14" fmla="*/ 134949 w 171579"/>
                <a:gd name="connsiteY14" fmla="*/ 295882 h 298675"/>
                <a:gd name="connsiteX15" fmla="*/ 49835 w 171579"/>
                <a:gd name="connsiteY15" fmla="*/ 265551 h 298675"/>
                <a:gd name="connsiteX16" fmla="*/ 381 w 171579"/>
                <a:gd name="connsiteY16" fmla="*/ 212262 h 298675"/>
              </a:gdLst>
              <a:ahLst/>
              <a:cxnLst/>
              <a:rect l="l" t="t" r="r" b="b"/>
              <a:pathLst>
                <a:path w="171579" h="298675">
                  <a:moveTo>
                    <a:pt x="381" y="212262"/>
                  </a:moveTo>
                  <a:cubicBezTo>
                    <a:pt x="-2652" y="146950"/>
                    <a:pt x="12488" y="82078"/>
                    <a:pt x="44108" y="24852"/>
                  </a:cubicBezTo>
                  <a:cubicBezTo>
                    <a:pt x="47599" y="17674"/>
                    <a:pt x="52435" y="11232"/>
                    <a:pt x="58352" y="5877"/>
                  </a:cubicBezTo>
                  <a:cubicBezTo>
                    <a:pt x="64482" y="580"/>
                    <a:pt x="72859" y="-1290"/>
                    <a:pt x="80663" y="897"/>
                  </a:cubicBezTo>
                  <a:cubicBezTo>
                    <a:pt x="88981" y="3686"/>
                    <a:pt x="94011" y="11904"/>
                    <a:pt x="98144" y="19623"/>
                  </a:cubicBezTo>
                  <a:cubicBezTo>
                    <a:pt x="112254" y="46276"/>
                    <a:pt x="123569" y="74314"/>
                    <a:pt x="131911" y="103293"/>
                  </a:cubicBezTo>
                  <a:cubicBezTo>
                    <a:pt x="135034" y="111754"/>
                    <a:pt x="135975" y="120866"/>
                    <a:pt x="134650" y="129788"/>
                  </a:cubicBezTo>
                  <a:cubicBezTo>
                    <a:pt x="131413" y="144081"/>
                    <a:pt x="118215" y="153494"/>
                    <a:pt x="106213" y="161911"/>
                  </a:cubicBezTo>
                  <a:cubicBezTo>
                    <a:pt x="94210" y="170328"/>
                    <a:pt x="81311" y="180886"/>
                    <a:pt x="80116" y="195478"/>
                  </a:cubicBezTo>
                  <a:cubicBezTo>
                    <a:pt x="92367" y="190802"/>
                    <a:pt x="105172" y="187739"/>
                    <a:pt x="118215" y="186364"/>
                  </a:cubicBezTo>
                  <a:cubicBezTo>
                    <a:pt x="143430" y="182564"/>
                    <a:pt x="166948" y="199921"/>
                    <a:pt x="170748" y="225136"/>
                  </a:cubicBezTo>
                  <a:cubicBezTo>
                    <a:pt x="171051" y="227138"/>
                    <a:pt x="171221" y="229160"/>
                    <a:pt x="171256" y="231187"/>
                  </a:cubicBezTo>
                  <a:cubicBezTo>
                    <a:pt x="172092" y="244037"/>
                    <a:pt x="171305" y="256936"/>
                    <a:pt x="168915" y="269586"/>
                  </a:cubicBezTo>
                  <a:cubicBezTo>
                    <a:pt x="167172" y="281389"/>
                    <a:pt x="163287" y="295682"/>
                    <a:pt x="151683" y="298422"/>
                  </a:cubicBezTo>
                  <a:cubicBezTo>
                    <a:pt x="145975" y="299159"/>
                    <a:pt x="140178" y="298282"/>
                    <a:pt x="134949" y="295882"/>
                  </a:cubicBezTo>
                  <a:lnTo>
                    <a:pt x="49835" y="265551"/>
                  </a:lnTo>
                  <a:cubicBezTo>
                    <a:pt x="35392" y="245999"/>
                    <a:pt x="18803" y="228124"/>
                    <a:pt x="381" y="212262"/>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6" name="标题 1"/>
            <p:cNvSpPr txBox="1"/>
            <p:nvPr/>
          </p:nvSpPr>
          <p:spPr>
            <a:xfrm>
              <a:off x="8896440" y="1377859"/>
              <a:ext cx="91437" cy="87979"/>
            </a:xfrm>
            <a:custGeom>
              <a:avLst/>
              <a:gdLst>
                <a:gd name="connsiteX0" fmla="*/ 88938 w 89618"/>
                <a:gd name="connsiteY0" fmla="*/ 86081 h 86229"/>
                <a:gd name="connsiteX1" fmla="*/ 44962 w 89618"/>
                <a:gd name="connsiteY1" fmla="*/ 42952 h 86229"/>
                <a:gd name="connsiteX2" fmla="*/ 139 w 89618"/>
                <a:gd name="connsiteY2" fmla="*/ 768 h 86229"/>
                <a:gd name="connsiteX3" fmla="*/ 18865 w 89618"/>
                <a:gd name="connsiteY3" fmla="*/ 5400 h 86229"/>
                <a:gd name="connsiteX4" fmla="*/ 36446 w 89618"/>
                <a:gd name="connsiteY4" fmla="*/ 15809 h 86229"/>
                <a:gd name="connsiteX5" fmla="*/ 55869 w 89618"/>
                <a:gd name="connsiteY5" fmla="*/ 31696 h 86229"/>
                <a:gd name="connsiteX6" fmla="*/ 72503 w 89618"/>
                <a:gd name="connsiteY6" fmla="*/ 50422 h 86229"/>
                <a:gd name="connsiteX7" fmla="*/ 83610 w 89618"/>
                <a:gd name="connsiteY7" fmla="*/ 67604 h 86229"/>
                <a:gd name="connsiteX8" fmla="*/ 88938 w 89618"/>
                <a:gd name="connsiteY8" fmla="*/ 86081 h 86229"/>
              </a:gdLst>
              <a:ahLst/>
              <a:cxnLst/>
              <a:rect l="l" t="t" r="r" b="b"/>
              <a:pathLst>
                <a:path w="89618" h="86229">
                  <a:moveTo>
                    <a:pt x="88938" y="86081"/>
                  </a:moveTo>
                  <a:cubicBezTo>
                    <a:pt x="85004" y="88273"/>
                    <a:pt x="69017" y="65861"/>
                    <a:pt x="44962" y="42952"/>
                  </a:cubicBezTo>
                  <a:cubicBezTo>
                    <a:pt x="20907" y="20042"/>
                    <a:pt x="-2002" y="4802"/>
                    <a:pt x="139" y="768"/>
                  </a:cubicBezTo>
                  <a:cubicBezTo>
                    <a:pt x="1086" y="-1074"/>
                    <a:pt x="8307" y="370"/>
                    <a:pt x="18865" y="5400"/>
                  </a:cubicBezTo>
                  <a:cubicBezTo>
                    <a:pt x="24991" y="8403"/>
                    <a:pt x="30868" y="11879"/>
                    <a:pt x="36446" y="15809"/>
                  </a:cubicBezTo>
                  <a:cubicBezTo>
                    <a:pt x="43309" y="20610"/>
                    <a:pt x="49803" y="25924"/>
                    <a:pt x="55869" y="31696"/>
                  </a:cubicBezTo>
                  <a:cubicBezTo>
                    <a:pt x="61865" y="37518"/>
                    <a:pt x="67428" y="43778"/>
                    <a:pt x="72503" y="50422"/>
                  </a:cubicBezTo>
                  <a:cubicBezTo>
                    <a:pt x="76657" y="55841"/>
                    <a:pt x="80372" y="61588"/>
                    <a:pt x="83610" y="67604"/>
                  </a:cubicBezTo>
                  <a:cubicBezTo>
                    <a:pt x="88988" y="78063"/>
                    <a:pt x="90731" y="85085"/>
                    <a:pt x="88938" y="86081"/>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7" name="标题 1"/>
            <p:cNvSpPr txBox="1"/>
            <p:nvPr/>
          </p:nvSpPr>
          <p:spPr>
            <a:xfrm>
              <a:off x="10462616" y="2731200"/>
              <a:ext cx="205630" cy="231259"/>
            </a:xfrm>
            <a:custGeom>
              <a:avLst/>
              <a:gdLst>
                <a:gd name="connsiteX0" fmla="*/ 55489 w 201539"/>
                <a:gd name="connsiteY0" fmla="*/ 59131 h 226658"/>
                <a:gd name="connsiteX1" fmla="*/ 165056 w 201539"/>
                <a:gd name="connsiteY1" fmla="*/ 1807 h 226658"/>
                <a:gd name="connsiteX2" fmla="*/ 185425 w 201539"/>
                <a:gd name="connsiteY2" fmla="*/ 463 h 226658"/>
                <a:gd name="connsiteX3" fmla="*/ 200765 w 201539"/>
                <a:gd name="connsiteY3" fmla="*/ 12615 h 226658"/>
                <a:gd name="connsiteX4" fmla="*/ 190804 w 201539"/>
                <a:gd name="connsiteY4" fmla="*/ 39309 h 226658"/>
                <a:gd name="connsiteX5" fmla="*/ 129496 w 201539"/>
                <a:gd name="connsiteY5" fmla="*/ 113217 h 226658"/>
                <a:gd name="connsiteX6" fmla="*/ 113858 w 201539"/>
                <a:gd name="connsiteY6" fmla="*/ 123427 h 226658"/>
                <a:gd name="connsiteX7" fmla="*/ 106288 w 201539"/>
                <a:gd name="connsiteY7" fmla="*/ 121285 h 226658"/>
                <a:gd name="connsiteX8" fmla="*/ 71426 w 201539"/>
                <a:gd name="connsiteY8" fmla="*/ 106344 h 226658"/>
                <a:gd name="connsiteX9" fmla="*/ 62461 w 201539"/>
                <a:gd name="connsiteY9" fmla="*/ 173479 h 226658"/>
                <a:gd name="connsiteX10" fmla="*/ 16891 w 201539"/>
                <a:gd name="connsiteY10" fmla="*/ 221738 h 226658"/>
                <a:gd name="connsiteX11" fmla="*/ 2249 w 201539"/>
                <a:gd name="connsiteY11" fmla="*/ 224976 h 226658"/>
                <a:gd name="connsiteX12" fmla="*/ 157 w 201539"/>
                <a:gd name="connsiteY12" fmla="*/ 216260 h 226658"/>
                <a:gd name="connsiteX13" fmla="*/ 3594 w 201539"/>
                <a:gd name="connsiteY13" fmla="*/ 133238 h 226658"/>
                <a:gd name="connsiteX14" fmla="*/ 55489 w 201539"/>
                <a:gd name="connsiteY14" fmla="*/ 59131 h 226658"/>
              </a:gdLst>
              <a:ahLst/>
              <a:cxnLst/>
              <a:rect l="l" t="t" r="r" b="b"/>
              <a:pathLst>
                <a:path w="201539" h="226658">
                  <a:moveTo>
                    <a:pt x="55489" y="59131"/>
                  </a:moveTo>
                  <a:cubicBezTo>
                    <a:pt x="86352" y="30743"/>
                    <a:pt x="124138" y="10976"/>
                    <a:pt x="165056" y="1807"/>
                  </a:cubicBezTo>
                  <a:cubicBezTo>
                    <a:pt x="171685" y="0"/>
                    <a:pt x="178612" y="-459"/>
                    <a:pt x="185425" y="463"/>
                  </a:cubicBezTo>
                  <a:cubicBezTo>
                    <a:pt x="192338" y="1494"/>
                    <a:pt x="198180" y="6120"/>
                    <a:pt x="200765" y="12615"/>
                  </a:cubicBezTo>
                  <a:cubicBezTo>
                    <a:pt x="203853" y="22077"/>
                    <a:pt x="197129" y="31639"/>
                    <a:pt x="190804" y="39309"/>
                  </a:cubicBezTo>
                  <a:lnTo>
                    <a:pt x="129496" y="113217"/>
                  </a:lnTo>
                  <a:cubicBezTo>
                    <a:pt x="125363" y="118198"/>
                    <a:pt x="120332" y="123626"/>
                    <a:pt x="113858" y="123427"/>
                  </a:cubicBezTo>
                  <a:cubicBezTo>
                    <a:pt x="111219" y="123208"/>
                    <a:pt x="108649" y="122481"/>
                    <a:pt x="106288" y="121285"/>
                  </a:cubicBezTo>
                  <a:lnTo>
                    <a:pt x="71426" y="106344"/>
                  </a:lnTo>
                  <a:cubicBezTo>
                    <a:pt x="80838" y="126266"/>
                    <a:pt x="73916" y="154454"/>
                    <a:pt x="62461" y="173479"/>
                  </a:cubicBezTo>
                  <a:cubicBezTo>
                    <a:pt x="51006" y="192504"/>
                    <a:pt x="33824" y="207345"/>
                    <a:pt x="16891" y="221738"/>
                  </a:cubicBezTo>
                  <a:cubicBezTo>
                    <a:pt x="12658" y="225275"/>
                    <a:pt x="6134" y="228860"/>
                    <a:pt x="2249" y="224976"/>
                  </a:cubicBezTo>
                  <a:cubicBezTo>
                    <a:pt x="396" y="222476"/>
                    <a:pt x="-356" y="219328"/>
                    <a:pt x="157" y="216260"/>
                  </a:cubicBezTo>
                  <a:lnTo>
                    <a:pt x="3594" y="133238"/>
                  </a:lnTo>
                  <a:cubicBezTo>
                    <a:pt x="4988" y="101015"/>
                    <a:pt x="31832" y="80995"/>
                    <a:pt x="55489" y="59131"/>
                  </a:cubicBezTo>
                  <a:close/>
                </a:path>
              </a:pathLst>
            </a:custGeom>
            <a:solidFill>
              <a:srgbClr val="F7CB0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8" name="标题 1"/>
            <p:cNvSpPr txBox="1"/>
            <p:nvPr/>
          </p:nvSpPr>
          <p:spPr>
            <a:xfrm>
              <a:off x="10344368" y="2581757"/>
              <a:ext cx="174574" cy="328418"/>
            </a:xfrm>
            <a:custGeom>
              <a:avLst/>
              <a:gdLst>
                <a:gd name="connsiteX0" fmla="*/ 165009 w 171101"/>
                <a:gd name="connsiteY0" fmla="*/ 208539 h 321884"/>
                <a:gd name="connsiteX1" fmla="*/ 168844 w 171101"/>
                <a:gd name="connsiteY1" fmla="*/ 99520 h 321884"/>
                <a:gd name="connsiteX2" fmla="*/ 121631 w 171101"/>
                <a:gd name="connsiteY2" fmla="*/ 6388 h 321884"/>
                <a:gd name="connsiteX3" fmla="*/ 101012 w 171101"/>
                <a:gd name="connsiteY3" fmla="*/ 1408 h 321884"/>
                <a:gd name="connsiteX4" fmla="*/ 92446 w 171101"/>
                <a:gd name="connsiteY4" fmla="*/ 13012 h 321884"/>
                <a:gd name="connsiteX5" fmla="*/ 64606 w 171101"/>
                <a:gd name="connsiteY5" fmla="*/ 76909 h 321884"/>
                <a:gd name="connsiteX6" fmla="*/ 52304 w 171101"/>
                <a:gd name="connsiteY6" fmla="*/ 123127 h 321884"/>
                <a:gd name="connsiteX7" fmla="*/ 73122 w 171101"/>
                <a:gd name="connsiteY7" fmla="*/ 167950 h 321884"/>
                <a:gd name="connsiteX8" fmla="*/ 112965 w 171101"/>
                <a:gd name="connsiteY8" fmla="*/ 198977 h 321884"/>
                <a:gd name="connsiteX9" fmla="*/ 65054 w 171101"/>
                <a:gd name="connsiteY9" fmla="*/ 189963 h 321884"/>
                <a:gd name="connsiteX10" fmla="*/ 20530 w 171101"/>
                <a:gd name="connsiteY10" fmla="*/ 202115 h 321884"/>
                <a:gd name="connsiteX11" fmla="*/ 61 w 171101"/>
                <a:gd name="connsiteY11" fmla="*/ 262227 h 321884"/>
                <a:gd name="connsiteX12" fmla="*/ 6336 w 171101"/>
                <a:gd name="connsiteY12" fmla="*/ 304560 h 321884"/>
                <a:gd name="connsiteX13" fmla="*/ 14205 w 171101"/>
                <a:gd name="connsiteY13" fmla="*/ 318953 h 321884"/>
                <a:gd name="connsiteX14" fmla="*/ 30839 w 171101"/>
                <a:gd name="connsiteY14" fmla="*/ 320647 h 321884"/>
                <a:gd name="connsiteX15" fmla="*/ 45780 w 171101"/>
                <a:gd name="connsiteY15" fmla="*/ 311732 h 321884"/>
                <a:gd name="connsiteX16" fmla="*/ 127706 w 171101"/>
                <a:gd name="connsiteY16" fmla="*/ 252416 h 321884"/>
                <a:gd name="connsiteX17" fmla="*/ 165009 w 171101"/>
                <a:gd name="connsiteY17" fmla="*/ 208539 h 321884"/>
              </a:gdLst>
              <a:ahLst/>
              <a:cxnLst/>
              <a:rect l="l" t="t" r="r" b="b"/>
              <a:pathLst>
                <a:path w="171101" h="321884">
                  <a:moveTo>
                    <a:pt x="165009" y="208539"/>
                  </a:moveTo>
                  <a:cubicBezTo>
                    <a:pt x="171533" y="172576"/>
                    <a:pt x="172828" y="135857"/>
                    <a:pt x="168844" y="99520"/>
                  </a:cubicBezTo>
                  <a:cubicBezTo>
                    <a:pt x="164910" y="64010"/>
                    <a:pt x="149969" y="28252"/>
                    <a:pt x="121631" y="6388"/>
                  </a:cubicBezTo>
                  <a:cubicBezTo>
                    <a:pt x="115704" y="1806"/>
                    <a:pt x="107636" y="-2228"/>
                    <a:pt x="101012" y="1408"/>
                  </a:cubicBezTo>
                  <a:cubicBezTo>
                    <a:pt x="96953" y="4222"/>
                    <a:pt x="93940" y="8306"/>
                    <a:pt x="92446" y="13012"/>
                  </a:cubicBezTo>
                  <a:cubicBezTo>
                    <a:pt x="83182" y="34328"/>
                    <a:pt x="73904" y="55628"/>
                    <a:pt x="64606" y="76909"/>
                  </a:cubicBezTo>
                  <a:cubicBezTo>
                    <a:pt x="58181" y="91850"/>
                    <a:pt x="51657" y="107040"/>
                    <a:pt x="52304" y="123127"/>
                  </a:cubicBezTo>
                  <a:cubicBezTo>
                    <a:pt x="53734" y="140055"/>
                    <a:pt x="61109" y="155932"/>
                    <a:pt x="73122" y="167950"/>
                  </a:cubicBezTo>
                  <a:cubicBezTo>
                    <a:pt x="85125" y="179838"/>
                    <a:pt x="98497" y="190252"/>
                    <a:pt x="112965" y="198977"/>
                  </a:cubicBezTo>
                  <a:cubicBezTo>
                    <a:pt x="97436" y="193982"/>
                    <a:pt x="81340" y="190954"/>
                    <a:pt x="65054" y="189963"/>
                  </a:cubicBezTo>
                  <a:cubicBezTo>
                    <a:pt x="49197" y="188090"/>
                    <a:pt x="33235" y="192448"/>
                    <a:pt x="20530" y="202115"/>
                  </a:cubicBezTo>
                  <a:cubicBezTo>
                    <a:pt x="3796" y="216209"/>
                    <a:pt x="-587" y="240314"/>
                    <a:pt x="61" y="262227"/>
                  </a:cubicBezTo>
                  <a:cubicBezTo>
                    <a:pt x="514" y="276531"/>
                    <a:pt x="2616" y="290740"/>
                    <a:pt x="6336" y="304560"/>
                  </a:cubicBezTo>
                  <a:cubicBezTo>
                    <a:pt x="7287" y="310098"/>
                    <a:pt x="10056" y="315163"/>
                    <a:pt x="14205" y="318953"/>
                  </a:cubicBezTo>
                  <a:cubicBezTo>
                    <a:pt x="19160" y="322136"/>
                    <a:pt x="25341" y="322768"/>
                    <a:pt x="30839" y="320647"/>
                  </a:cubicBezTo>
                  <a:cubicBezTo>
                    <a:pt x="36263" y="318495"/>
                    <a:pt x="41308" y="315487"/>
                    <a:pt x="45780" y="311732"/>
                  </a:cubicBezTo>
                  <a:cubicBezTo>
                    <a:pt x="72724" y="291312"/>
                    <a:pt x="100564" y="272885"/>
                    <a:pt x="127706" y="252416"/>
                  </a:cubicBezTo>
                  <a:cubicBezTo>
                    <a:pt x="132886" y="233242"/>
                    <a:pt x="148175" y="219247"/>
                    <a:pt x="165009" y="208539"/>
                  </a:cubicBezTo>
                  <a:close/>
                </a:path>
              </a:pathLst>
            </a:custGeom>
            <a:solidFill>
              <a:srgbClr val="F7CB0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9" name="标题 1"/>
            <p:cNvSpPr txBox="1"/>
            <p:nvPr/>
          </p:nvSpPr>
          <p:spPr>
            <a:xfrm>
              <a:off x="10458361" y="2774814"/>
              <a:ext cx="75313" cy="103057"/>
            </a:xfrm>
            <a:custGeom>
              <a:avLst/>
              <a:gdLst>
                <a:gd name="connsiteX0" fmla="*/ 73604 w 73815"/>
                <a:gd name="connsiteY0" fmla="*/ 398 h 101007"/>
                <a:gd name="connsiteX1" fmla="*/ 36550 w 73815"/>
                <a:gd name="connsiteY1" fmla="*/ 50201 h 101007"/>
                <a:gd name="connsiteX2" fmla="*/ 841 w 73815"/>
                <a:gd name="connsiteY2" fmla="*/ 100951 h 101007"/>
                <a:gd name="connsiteX3" fmla="*/ 3830 w 73815"/>
                <a:gd name="connsiteY3" fmla="*/ 82026 h 101007"/>
                <a:gd name="connsiteX4" fmla="*/ 12147 w 73815"/>
                <a:gd name="connsiteY4" fmla="*/ 63349 h 101007"/>
                <a:gd name="connsiteX5" fmla="*/ 25345 w 73815"/>
                <a:gd name="connsiteY5" fmla="*/ 42133 h 101007"/>
                <a:gd name="connsiteX6" fmla="*/ 41431 w 73815"/>
                <a:gd name="connsiteY6" fmla="*/ 22909 h 101007"/>
                <a:gd name="connsiteX7" fmla="*/ 56372 w 73815"/>
                <a:gd name="connsiteY7" fmla="*/ 9263 h 101007"/>
                <a:gd name="connsiteX8" fmla="*/ 73604 w 73815"/>
                <a:gd name="connsiteY8" fmla="*/ 398 h 101007"/>
              </a:gdLst>
              <a:ahLst/>
              <a:cxnLst/>
              <a:rect l="l" t="t" r="r" b="b"/>
              <a:pathLst>
                <a:path w="73815" h="101007">
                  <a:moveTo>
                    <a:pt x="73604" y="398"/>
                  </a:moveTo>
                  <a:cubicBezTo>
                    <a:pt x="76094" y="3536"/>
                    <a:pt x="56173" y="22810"/>
                    <a:pt x="36550" y="50201"/>
                  </a:cubicBezTo>
                  <a:cubicBezTo>
                    <a:pt x="16928" y="77593"/>
                    <a:pt x="4577" y="102345"/>
                    <a:pt x="841" y="100951"/>
                  </a:cubicBezTo>
                  <a:cubicBezTo>
                    <a:pt x="-852" y="100304"/>
                    <a:pt x="-55" y="93032"/>
                    <a:pt x="3830" y="82026"/>
                  </a:cubicBezTo>
                  <a:cubicBezTo>
                    <a:pt x="6160" y="75611"/>
                    <a:pt x="8939" y="69371"/>
                    <a:pt x="12147" y="63349"/>
                  </a:cubicBezTo>
                  <a:cubicBezTo>
                    <a:pt x="16056" y="55984"/>
                    <a:pt x="20464" y="48897"/>
                    <a:pt x="25345" y="42133"/>
                  </a:cubicBezTo>
                  <a:cubicBezTo>
                    <a:pt x="30265" y="35370"/>
                    <a:pt x="35639" y="28945"/>
                    <a:pt x="41431" y="22909"/>
                  </a:cubicBezTo>
                  <a:cubicBezTo>
                    <a:pt x="46093" y="18024"/>
                    <a:pt x="51083" y="13462"/>
                    <a:pt x="56372" y="9263"/>
                  </a:cubicBezTo>
                  <a:cubicBezTo>
                    <a:pt x="65785" y="2042"/>
                    <a:pt x="72459" y="-1196"/>
                    <a:pt x="73604" y="398"/>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0" name="标题 1"/>
            <p:cNvSpPr txBox="1"/>
            <p:nvPr/>
          </p:nvSpPr>
          <p:spPr>
            <a:xfrm>
              <a:off x="7966174" y="909542"/>
              <a:ext cx="161438" cy="160542"/>
            </a:xfrm>
            <a:custGeom>
              <a:avLst/>
              <a:gdLst>
                <a:gd name="connsiteX0" fmla="*/ 31625 w 158226"/>
                <a:gd name="connsiteY0" fmla="*/ 152980 h 157348"/>
                <a:gd name="connsiteX1" fmla="*/ 154290 w 158226"/>
                <a:gd name="connsiteY1" fmla="*/ 21699 h 157348"/>
                <a:gd name="connsiteX2" fmla="*/ 157030 w 158226"/>
                <a:gd name="connsiteY2" fmla="*/ 5314 h 157348"/>
                <a:gd name="connsiteX3" fmla="*/ 137108 w 158226"/>
                <a:gd name="connsiteY3" fmla="*/ 881 h 157348"/>
                <a:gd name="connsiteX4" fmla="*/ 14244 w 158226"/>
                <a:gd name="connsiteY4" fmla="*/ 24488 h 157348"/>
                <a:gd name="connsiteX5" fmla="*/ 498 w 158226"/>
                <a:gd name="connsiteY5" fmla="*/ 139782 h 157348"/>
                <a:gd name="connsiteX6" fmla="*/ 1693 w 158226"/>
                <a:gd name="connsiteY6" fmla="*/ 152034 h 157348"/>
                <a:gd name="connsiteX7" fmla="*/ 13546 w 158226"/>
                <a:gd name="connsiteY7" fmla="*/ 157263 h 157348"/>
                <a:gd name="connsiteX8" fmla="*/ 31625 w 158226"/>
                <a:gd name="connsiteY8" fmla="*/ 152980 h 157348"/>
              </a:gdLst>
              <a:ahLst/>
              <a:cxnLst/>
              <a:rect l="l" t="t" r="r" b="b"/>
              <a:pathLst>
                <a:path w="158226" h="157348">
                  <a:moveTo>
                    <a:pt x="31625" y="152980"/>
                  </a:moveTo>
                  <a:cubicBezTo>
                    <a:pt x="82429" y="119665"/>
                    <a:pt x="124493" y="74644"/>
                    <a:pt x="154290" y="21699"/>
                  </a:cubicBezTo>
                  <a:cubicBezTo>
                    <a:pt x="157129" y="16719"/>
                    <a:pt x="159868" y="10394"/>
                    <a:pt x="157030" y="5314"/>
                  </a:cubicBezTo>
                  <a:cubicBezTo>
                    <a:pt x="153444" y="-1011"/>
                    <a:pt x="144330" y="-513"/>
                    <a:pt x="137108" y="881"/>
                  </a:cubicBezTo>
                  <a:lnTo>
                    <a:pt x="14244" y="24488"/>
                  </a:lnTo>
                  <a:cubicBezTo>
                    <a:pt x="9263" y="62338"/>
                    <a:pt x="5229" y="101932"/>
                    <a:pt x="498" y="139782"/>
                  </a:cubicBezTo>
                  <a:cubicBezTo>
                    <a:pt x="-453" y="143887"/>
                    <a:pt x="-35" y="148191"/>
                    <a:pt x="1693" y="152034"/>
                  </a:cubicBezTo>
                  <a:cubicBezTo>
                    <a:pt x="4408" y="155796"/>
                    <a:pt x="8940" y="157796"/>
                    <a:pt x="13546" y="157263"/>
                  </a:cubicBezTo>
                  <a:cubicBezTo>
                    <a:pt x="19787" y="156975"/>
                    <a:pt x="25918" y="155523"/>
                    <a:pt x="31625" y="152980"/>
                  </a:cubicBezTo>
                  <a:close/>
                </a:path>
              </a:pathLst>
            </a:custGeom>
            <a:solidFill>
              <a:srgbClr val="FCDF7A">
                <a:alpha val="100000"/>
              </a:srgbClr>
            </a:solidFill>
            <a:ln w="4973" cap="flat">
              <a:noFill/>
              <a:miter/>
            </a:ln>
          </p:spPr>
          <p:txBody>
            <a:bodyPr vert="horz" wrap="square" lIns="91440" tIns="45720" rIns="91440" bIns="45720" rtlCol="0" anchor="ctr"/>
            <a:lstStyle/>
            <a:p>
              <a:pPr algn="l"/>
              <a:endParaRPr kumimoji="1" lang="zh-CN" altLang="en-US"/>
            </a:p>
          </p:txBody>
        </p:sp>
        <p:sp>
          <p:nvSpPr>
            <p:cNvPr id="61" name="标题 1"/>
            <p:cNvSpPr txBox="1"/>
            <p:nvPr/>
          </p:nvSpPr>
          <p:spPr>
            <a:xfrm>
              <a:off x="7817641" y="797009"/>
              <a:ext cx="181247" cy="321617"/>
            </a:xfrm>
            <a:custGeom>
              <a:avLst/>
              <a:gdLst>
                <a:gd name="connsiteX0" fmla="*/ 159075 w 177641"/>
                <a:gd name="connsiteY0" fmla="*/ 268852 h 315218"/>
                <a:gd name="connsiteX1" fmla="*/ 139154 w 177641"/>
                <a:gd name="connsiteY1" fmla="*/ 19836 h 315218"/>
                <a:gd name="connsiteX2" fmla="*/ 126504 w 177641"/>
                <a:gd name="connsiteY2" fmla="*/ 4098 h 315218"/>
                <a:gd name="connsiteX3" fmla="*/ 107479 w 177641"/>
                <a:gd name="connsiteY3" fmla="*/ 1508 h 315218"/>
                <a:gd name="connsiteX4" fmla="*/ 98813 w 177641"/>
                <a:gd name="connsiteY4" fmla="*/ 9875 h 315218"/>
                <a:gd name="connsiteX5" fmla="*/ 44378 w 177641"/>
                <a:gd name="connsiteY5" fmla="*/ 81094 h 315218"/>
                <a:gd name="connsiteX6" fmla="*/ 17584 w 177641"/>
                <a:gd name="connsiteY6" fmla="*/ 130897 h 315218"/>
                <a:gd name="connsiteX7" fmla="*/ 30483 w 177641"/>
                <a:gd name="connsiteY7" fmla="*/ 186079 h 315218"/>
                <a:gd name="connsiteX8" fmla="*/ 68383 w 177641"/>
                <a:gd name="connsiteY8" fmla="*/ 229706 h 315218"/>
                <a:gd name="connsiteX9" fmla="*/ 40593 w 177641"/>
                <a:gd name="connsiteY9" fmla="*/ 230553 h 315218"/>
                <a:gd name="connsiteX10" fmla="*/ 14944 w 177641"/>
                <a:gd name="connsiteY10" fmla="*/ 235533 h 315218"/>
                <a:gd name="connsiteX11" fmla="*/ 4984 w 177641"/>
                <a:gd name="connsiteY11" fmla="*/ 257895 h 315218"/>
                <a:gd name="connsiteX12" fmla="*/ 502 w 177641"/>
                <a:gd name="connsiteY12" fmla="*/ 287777 h 315218"/>
                <a:gd name="connsiteX13" fmla="*/ 2942 w 177641"/>
                <a:gd name="connsiteY13" fmla="*/ 301473 h 315218"/>
                <a:gd name="connsiteX14" fmla="*/ 12405 w 177641"/>
                <a:gd name="connsiteY14" fmla="*/ 305656 h 315218"/>
                <a:gd name="connsiteX15" fmla="*/ 88604 w 177641"/>
                <a:gd name="connsiteY15" fmla="*/ 315219 h 315218"/>
                <a:gd name="connsiteX16" fmla="*/ 159075 w 177641"/>
                <a:gd name="connsiteY16" fmla="*/ 268852 h 315218"/>
              </a:gdLst>
              <a:ahLst/>
              <a:cxnLst/>
              <a:rect l="l" t="t" r="r" b="b"/>
              <a:pathLst>
                <a:path w="177641" h="315218">
                  <a:moveTo>
                    <a:pt x="159075" y="268852"/>
                  </a:moveTo>
                  <a:cubicBezTo>
                    <a:pt x="189540" y="186978"/>
                    <a:pt x="182249" y="95824"/>
                    <a:pt x="139154" y="19836"/>
                  </a:cubicBezTo>
                  <a:cubicBezTo>
                    <a:pt x="136081" y="13765"/>
                    <a:pt x="131773" y="8405"/>
                    <a:pt x="126504" y="4098"/>
                  </a:cubicBezTo>
                  <a:cubicBezTo>
                    <a:pt x="121125" y="-209"/>
                    <a:pt x="113814" y="-1204"/>
                    <a:pt x="107479" y="1508"/>
                  </a:cubicBezTo>
                  <a:cubicBezTo>
                    <a:pt x="104028" y="3647"/>
                    <a:pt x="101074" y="6500"/>
                    <a:pt x="98813" y="9875"/>
                  </a:cubicBezTo>
                  <a:lnTo>
                    <a:pt x="44378" y="81094"/>
                  </a:lnTo>
                  <a:cubicBezTo>
                    <a:pt x="32824" y="96035"/>
                    <a:pt x="20921" y="112071"/>
                    <a:pt x="17584" y="130897"/>
                  </a:cubicBezTo>
                  <a:cubicBezTo>
                    <a:pt x="14247" y="149722"/>
                    <a:pt x="20373" y="169644"/>
                    <a:pt x="30483" y="186079"/>
                  </a:cubicBezTo>
                  <a:cubicBezTo>
                    <a:pt x="41330" y="202080"/>
                    <a:pt x="54055" y="216726"/>
                    <a:pt x="68383" y="229706"/>
                  </a:cubicBezTo>
                  <a:cubicBezTo>
                    <a:pt x="59215" y="231382"/>
                    <a:pt x="49847" y="231668"/>
                    <a:pt x="40593" y="230553"/>
                  </a:cubicBezTo>
                  <a:cubicBezTo>
                    <a:pt x="31678" y="229507"/>
                    <a:pt x="21817" y="229856"/>
                    <a:pt x="14944" y="235533"/>
                  </a:cubicBezTo>
                  <a:cubicBezTo>
                    <a:pt x="8072" y="241211"/>
                    <a:pt x="6428" y="249678"/>
                    <a:pt x="4984" y="257895"/>
                  </a:cubicBezTo>
                  <a:cubicBezTo>
                    <a:pt x="3091" y="267856"/>
                    <a:pt x="1597" y="277816"/>
                    <a:pt x="502" y="287777"/>
                  </a:cubicBezTo>
                  <a:cubicBezTo>
                    <a:pt x="-664" y="292482"/>
                    <a:pt x="223" y="297461"/>
                    <a:pt x="2942" y="301473"/>
                  </a:cubicBezTo>
                  <a:cubicBezTo>
                    <a:pt x="5586" y="303818"/>
                    <a:pt x="8893" y="305280"/>
                    <a:pt x="12405" y="305656"/>
                  </a:cubicBezTo>
                  <a:cubicBezTo>
                    <a:pt x="37500" y="310932"/>
                    <a:pt x="62985" y="314130"/>
                    <a:pt x="88604" y="315219"/>
                  </a:cubicBezTo>
                  <a:cubicBezTo>
                    <a:pt x="108953" y="295451"/>
                    <a:pt x="132869" y="279718"/>
                    <a:pt x="159075" y="268852"/>
                  </a:cubicBezTo>
                  <a:close/>
                </a:path>
              </a:pathLst>
            </a:custGeom>
            <a:solidFill>
              <a:srgbClr val="F7CB0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2" name="标题 1"/>
            <p:cNvSpPr txBox="1"/>
            <p:nvPr/>
          </p:nvSpPr>
          <p:spPr>
            <a:xfrm>
              <a:off x="7875161" y="1054354"/>
              <a:ext cx="153839" cy="101632"/>
            </a:xfrm>
            <a:custGeom>
              <a:avLst/>
              <a:gdLst>
                <a:gd name="connsiteX0" fmla="*/ 150760 w 150778"/>
                <a:gd name="connsiteY0" fmla="*/ 1288 h 99610"/>
                <a:gd name="connsiteX1" fmla="*/ 126804 w 150778"/>
                <a:gd name="connsiteY1" fmla="*/ 13938 h 99610"/>
                <a:gd name="connsiteX2" fmla="*/ 114702 w 150778"/>
                <a:gd name="connsiteY2" fmla="*/ 19416 h 99610"/>
                <a:gd name="connsiteX3" fmla="*/ 101106 w 150778"/>
                <a:gd name="connsiteY3" fmla="*/ 26140 h 99610"/>
                <a:gd name="connsiteX4" fmla="*/ 71224 w 150778"/>
                <a:gd name="connsiteY4" fmla="*/ 43521 h 99610"/>
                <a:gd name="connsiteX5" fmla="*/ 43235 w 150778"/>
                <a:gd name="connsiteY5" fmla="*/ 63841 h 99610"/>
                <a:gd name="connsiteX6" fmla="*/ 31581 w 150778"/>
                <a:gd name="connsiteY6" fmla="*/ 73802 h 99610"/>
                <a:gd name="connsiteX7" fmla="*/ 21620 w 150778"/>
                <a:gd name="connsiteY7" fmla="*/ 82617 h 99610"/>
                <a:gd name="connsiteX8" fmla="*/ 404 w 150778"/>
                <a:gd name="connsiteY8" fmla="*/ 99450 h 99610"/>
                <a:gd name="connsiteX9" fmla="*/ 13452 w 150778"/>
                <a:gd name="connsiteY9" fmla="*/ 75096 h 99610"/>
                <a:gd name="connsiteX10" fmla="*/ 22467 w 150778"/>
                <a:gd name="connsiteY10" fmla="*/ 64488 h 99610"/>
                <a:gd name="connsiteX11" fmla="*/ 33672 w 150778"/>
                <a:gd name="connsiteY11" fmla="*/ 53133 h 99610"/>
                <a:gd name="connsiteX12" fmla="*/ 62558 w 150778"/>
                <a:gd name="connsiteY12" fmla="*/ 30572 h 99610"/>
                <a:gd name="connsiteX13" fmla="*/ 94881 w 150778"/>
                <a:gd name="connsiteY13" fmla="*/ 13241 h 99610"/>
                <a:gd name="connsiteX14" fmla="*/ 109822 w 150778"/>
                <a:gd name="connsiteY14" fmla="*/ 7513 h 99610"/>
                <a:gd name="connsiteX15" fmla="*/ 123119 w 150778"/>
                <a:gd name="connsiteY15" fmla="*/ 3579 h 99610"/>
                <a:gd name="connsiteX16" fmla="*/ 150760 w 150778"/>
                <a:gd name="connsiteY16" fmla="*/ 1288 h 99610"/>
              </a:gdLst>
              <a:ahLst/>
              <a:cxnLst/>
              <a:rect l="l" t="t" r="r" b="b"/>
              <a:pathLst>
                <a:path w="150778" h="99610">
                  <a:moveTo>
                    <a:pt x="150760" y="1288"/>
                  </a:moveTo>
                  <a:cubicBezTo>
                    <a:pt x="151258" y="3529"/>
                    <a:pt x="141646" y="7364"/>
                    <a:pt x="126804" y="13938"/>
                  </a:cubicBezTo>
                  <a:cubicBezTo>
                    <a:pt x="123069" y="15582"/>
                    <a:pt x="118985" y="17325"/>
                    <a:pt x="114702" y="19416"/>
                  </a:cubicBezTo>
                  <a:cubicBezTo>
                    <a:pt x="110419" y="21508"/>
                    <a:pt x="105887" y="23749"/>
                    <a:pt x="101106" y="26140"/>
                  </a:cubicBezTo>
                  <a:cubicBezTo>
                    <a:pt x="91693" y="31120"/>
                    <a:pt x="81533" y="36847"/>
                    <a:pt x="71224" y="43521"/>
                  </a:cubicBezTo>
                  <a:cubicBezTo>
                    <a:pt x="60915" y="50195"/>
                    <a:pt x="51552" y="57217"/>
                    <a:pt x="43235" y="63841"/>
                  </a:cubicBezTo>
                  <a:cubicBezTo>
                    <a:pt x="39101" y="67277"/>
                    <a:pt x="35117" y="70415"/>
                    <a:pt x="31581" y="73802"/>
                  </a:cubicBezTo>
                  <a:cubicBezTo>
                    <a:pt x="28045" y="77188"/>
                    <a:pt x="24708" y="79877"/>
                    <a:pt x="21620" y="82617"/>
                  </a:cubicBezTo>
                  <a:cubicBezTo>
                    <a:pt x="9667" y="93573"/>
                    <a:pt x="2247" y="100795"/>
                    <a:pt x="404" y="99450"/>
                  </a:cubicBezTo>
                  <a:cubicBezTo>
                    <a:pt x="-1439" y="98105"/>
                    <a:pt x="3043" y="88543"/>
                    <a:pt x="13452" y="75096"/>
                  </a:cubicBezTo>
                  <a:cubicBezTo>
                    <a:pt x="16092" y="71710"/>
                    <a:pt x="19030" y="68124"/>
                    <a:pt x="22467" y="64488"/>
                  </a:cubicBezTo>
                  <a:cubicBezTo>
                    <a:pt x="25903" y="60853"/>
                    <a:pt x="29638" y="57018"/>
                    <a:pt x="33672" y="53133"/>
                  </a:cubicBezTo>
                  <a:cubicBezTo>
                    <a:pt x="42682" y="44853"/>
                    <a:pt x="52344" y="37309"/>
                    <a:pt x="62558" y="30572"/>
                  </a:cubicBezTo>
                  <a:cubicBezTo>
                    <a:pt x="72858" y="23951"/>
                    <a:pt x="83665" y="18156"/>
                    <a:pt x="94881" y="13241"/>
                  </a:cubicBezTo>
                  <a:cubicBezTo>
                    <a:pt x="99861" y="11099"/>
                    <a:pt x="104841" y="9057"/>
                    <a:pt x="109822" y="7513"/>
                  </a:cubicBezTo>
                  <a:cubicBezTo>
                    <a:pt x="114802" y="5969"/>
                    <a:pt x="119035" y="4625"/>
                    <a:pt x="123119" y="3579"/>
                  </a:cubicBezTo>
                  <a:cubicBezTo>
                    <a:pt x="139704" y="-704"/>
                    <a:pt x="150411" y="-704"/>
                    <a:pt x="150760" y="1288"/>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3" name="标题 1"/>
            <p:cNvSpPr txBox="1"/>
            <p:nvPr/>
          </p:nvSpPr>
          <p:spPr>
            <a:xfrm>
              <a:off x="6918996" y="1738012"/>
              <a:ext cx="144447" cy="259823"/>
            </a:xfrm>
            <a:custGeom>
              <a:avLst/>
              <a:gdLst>
                <a:gd name="connsiteX0" fmla="*/ 0 w 141573"/>
                <a:gd name="connsiteY0" fmla="*/ 169270 h 254654"/>
                <a:gd name="connsiteX1" fmla="*/ 20270 w 141573"/>
                <a:gd name="connsiteY1" fmla="*/ 92872 h 254654"/>
                <a:gd name="connsiteX2" fmla="*/ 34962 w 141573"/>
                <a:gd name="connsiteY2" fmla="*/ 47252 h 254654"/>
                <a:gd name="connsiteX3" fmla="*/ 62951 w 141573"/>
                <a:gd name="connsiteY3" fmla="*/ 8953 h 254654"/>
                <a:gd name="connsiteX4" fmla="*/ 90941 w 141573"/>
                <a:gd name="connsiteY4" fmla="*/ 1134 h 254654"/>
                <a:gd name="connsiteX5" fmla="*/ 109169 w 141573"/>
                <a:gd name="connsiteY5" fmla="*/ 26036 h 254654"/>
                <a:gd name="connsiteX6" fmla="*/ 123213 w 141573"/>
                <a:gd name="connsiteY6" fmla="*/ 75491 h 254654"/>
                <a:gd name="connsiteX7" fmla="*/ 122167 w 141573"/>
                <a:gd name="connsiteY7" fmla="*/ 105821 h 254654"/>
                <a:gd name="connsiteX8" fmla="*/ 106131 w 141573"/>
                <a:gd name="connsiteY8" fmla="*/ 120214 h 254654"/>
                <a:gd name="connsiteX9" fmla="*/ 63101 w 141573"/>
                <a:gd name="connsiteY9" fmla="*/ 159608 h 254654"/>
                <a:gd name="connsiteX10" fmla="*/ 118183 w 141573"/>
                <a:gd name="connsiteY10" fmla="*/ 155823 h 254654"/>
                <a:gd name="connsiteX11" fmla="*/ 136561 w 141573"/>
                <a:gd name="connsiteY11" fmla="*/ 163294 h 254654"/>
                <a:gd name="connsiteX12" fmla="*/ 140346 w 141573"/>
                <a:gd name="connsiteY12" fmla="*/ 190436 h 254654"/>
                <a:gd name="connsiteX13" fmla="*/ 129538 w 141573"/>
                <a:gd name="connsiteY13" fmla="*/ 237550 h 254654"/>
                <a:gd name="connsiteX14" fmla="*/ 119578 w 141573"/>
                <a:gd name="connsiteY14" fmla="*/ 253487 h 254654"/>
                <a:gd name="connsiteX15" fmla="*/ 96021 w 141573"/>
                <a:gd name="connsiteY15" fmla="*/ 245569 h 254654"/>
                <a:gd name="connsiteX16" fmla="*/ 64296 w 141573"/>
                <a:gd name="connsiteY16" fmla="*/ 220368 h 254654"/>
                <a:gd name="connsiteX17" fmla="*/ 25848 w 141573"/>
                <a:gd name="connsiteY17" fmla="*/ 209511 h 254654"/>
                <a:gd name="connsiteX18" fmla="*/ 0 w 141573"/>
                <a:gd name="connsiteY18" fmla="*/ 169270 h 254654"/>
              </a:gdLst>
              <a:ahLst/>
              <a:cxnLst/>
              <a:rect l="l" t="t" r="r" b="b"/>
              <a:pathLst>
                <a:path w="141573" h="254654">
                  <a:moveTo>
                    <a:pt x="0" y="169270"/>
                  </a:moveTo>
                  <a:cubicBezTo>
                    <a:pt x="6640" y="143771"/>
                    <a:pt x="13397" y="118306"/>
                    <a:pt x="20270" y="92872"/>
                  </a:cubicBezTo>
                  <a:cubicBezTo>
                    <a:pt x="23953" y="77298"/>
                    <a:pt x="28866" y="62049"/>
                    <a:pt x="34962" y="47252"/>
                  </a:cubicBezTo>
                  <a:cubicBezTo>
                    <a:pt x="41149" y="32461"/>
                    <a:pt x="50739" y="19342"/>
                    <a:pt x="62951" y="8953"/>
                  </a:cubicBezTo>
                  <a:cubicBezTo>
                    <a:pt x="70820" y="2579"/>
                    <a:pt x="81379" y="-2302"/>
                    <a:pt x="90941" y="1134"/>
                  </a:cubicBezTo>
                  <a:cubicBezTo>
                    <a:pt x="100503" y="4571"/>
                    <a:pt x="105882" y="15776"/>
                    <a:pt x="109169" y="26036"/>
                  </a:cubicBezTo>
                  <a:cubicBezTo>
                    <a:pt x="114712" y="42262"/>
                    <a:pt x="119400" y="58772"/>
                    <a:pt x="123213" y="75491"/>
                  </a:cubicBezTo>
                  <a:cubicBezTo>
                    <a:pt x="125554" y="85451"/>
                    <a:pt x="127347" y="96856"/>
                    <a:pt x="122167" y="105821"/>
                  </a:cubicBezTo>
                  <a:cubicBezTo>
                    <a:pt x="117954" y="111747"/>
                    <a:pt x="112477" y="116663"/>
                    <a:pt x="106131" y="120214"/>
                  </a:cubicBezTo>
                  <a:cubicBezTo>
                    <a:pt x="90002" y="131250"/>
                    <a:pt x="75515" y="144513"/>
                    <a:pt x="63101" y="159608"/>
                  </a:cubicBezTo>
                  <a:cubicBezTo>
                    <a:pt x="81027" y="154698"/>
                    <a:pt x="99753" y="153413"/>
                    <a:pt x="118183" y="155823"/>
                  </a:cubicBezTo>
                  <a:cubicBezTo>
                    <a:pt x="124994" y="156087"/>
                    <a:pt x="131497" y="158732"/>
                    <a:pt x="136561" y="163294"/>
                  </a:cubicBezTo>
                  <a:cubicBezTo>
                    <a:pt x="142985" y="170316"/>
                    <a:pt x="141989" y="181123"/>
                    <a:pt x="140346" y="190436"/>
                  </a:cubicBezTo>
                  <a:cubicBezTo>
                    <a:pt x="137564" y="206319"/>
                    <a:pt x="133957" y="222047"/>
                    <a:pt x="129538" y="237550"/>
                  </a:cubicBezTo>
                  <a:cubicBezTo>
                    <a:pt x="127745" y="243826"/>
                    <a:pt x="125255" y="250748"/>
                    <a:pt x="119578" y="253487"/>
                  </a:cubicBezTo>
                  <a:cubicBezTo>
                    <a:pt x="111609" y="257223"/>
                    <a:pt x="102694" y="251296"/>
                    <a:pt x="96021" y="245569"/>
                  </a:cubicBezTo>
                  <a:cubicBezTo>
                    <a:pt x="86151" y="236315"/>
                    <a:pt x="75540" y="227889"/>
                    <a:pt x="64296" y="220368"/>
                  </a:cubicBezTo>
                  <a:cubicBezTo>
                    <a:pt x="52945" y="212788"/>
                    <a:pt x="39488" y="208988"/>
                    <a:pt x="25848" y="209511"/>
                  </a:cubicBezTo>
                  <a:cubicBezTo>
                    <a:pt x="18407" y="195377"/>
                    <a:pt x="9758" y="181915"/>
                    <a:pt x="0" y="169270"/>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4" name="标题 1"/>
            <p:cNvSpPr txBox="1"/>
            <p:nvPr/>
          </p:nvSpPr>
          <p:spPr>
            <a:xfrm>
              <a:off x="6732715" y="1871789"/>
              <a:ext cx="207674" cy="195635"/>
            </a:xfrm>
            <a:custGeom>
              <a:avLst/>
              <a:gdLst>
                <a:gd name="connsiteX0" fmla="*/ 179438 w 203542"/>
                <a:gd name="connsiteY0" fmla="*/ 40495 h 191743"/>
                <a:gd name="connsiteX1" fmla="*/ 24400 w 203542"/>
                <a:gd name="connsiteY1" fmla="*/ 4687 h 191743"/>
                <a:gd name="connsiteX2" fmla="*/ 1341 w 203542"/>
                <a:gd name="connsiteY2" fmla="*/ 19628 h 191743"/>
                <a:gd name="connsiteX3" fmla="*/ 6321 w 203542"/>
                <a:gd name="connsiteY3" fmla="*/ 44530 h 191743"/>
                <a:gd name="connsiteX4" fmla="*/ 56125 w 203542"/>
                <a:gd name="connsiteY4" fmla="*/ 101106 h 191743"/>
                <a:gd name="connsiteX5" fmla="*/ 73008 w 203542"/>
                <a:gd name="connsiteY5" fmla="*/ 111067 h 191743"/>
                <a:gd name="connsiteX6" fmla="*/ 93378 w 203542"/>
                <a:gd name="connsiteY6" fmla="*/ 102650 h 191743"/>
                <a:gd name="connsiteX7" fmla="*/ 142384 w 203542"/>
                <a:gd name="connsiteY7" fmla="*/ 84023 h 191743"/>
                <a:gd name="connsiteX8" fmla="*/ 113896 w 203542"/>
                <a:gd name="connsiteY8" fmla="*/ 121874 h 191743"/>
                <a:gd name="connsiteX9" fmla="*/ 114793 w 203542"/>
                <a:gd name="connsiteY9" fmla="*/ 167394 h 191743"/>
                <a:gd name="connsiteX10" fmla="*/ 137553 w 203542"/>
                <a:gd name="connsiteY10" fmla="*/ 184277 h 191743"/>
                <a:gd name="connsiteX11" fmla="*/ 165542 w 203542"/>
                <a:gd name="connsiteY11" fmla="*/ 190702 h 191743"/>
                <a:gd name="connsiteX12" fmla="*/ 193681 w 203542"/>
                <a:gd name="connsiteY12" fmla="*/ 185174 h 191743"/>
                <a:gd name="connsiteX13" fmla="*/ 198014 w 203542"/>
                <a:gd name="connsiteY13" fmla="*/ 168988 h 191743"/>
                <a:gd name="connsiteX14" fmla="*/ 203542 w 203542"/>
                <a:gd name="connsiteY14" fmla="*/ 77051 h 191743"/>
                <a:gd name="connsiteX15" fmla="*/ 179438 w 203542"/>
                <a:gd name="connsiteY15" fmla="*/ 40495 h 191743"/>
              </a:gdLst>
              <a:ahLst/>
              <a:cxnLst/>
              <a:rect l="l" t="t" r="r" b="b"/>
              <a:pathLst>
                <a:path w="203542" h="191743">
                  <a:moveTo>
                    <a:pt x="179438" y="40495"/>
                  </a:moveTo>
                  <a:cubicBezTo>
                    <a:pt x="136055" y="5270"/>
                    <a:pt x="78836" y="-7943"/>
                    <a:pt x="24400" y="4687"/>
                  </a:cubicBezTo>
                  <a:cubicBezTo>
                    <a:pt x="15087" y="6928"/>
                    <a:pt x="4877" y="10912"/>
                    <a:pt x="1341" y="19628"/>
                  </a:cubicBezTo>
                  <a:cubicBezTo>
                    <a:pt x="-2195" y="28343"/>
                    <a:pt x="1889" y="37009"/>
                    <a:pt x="6321" y="44530"/>
                  </a:cubicBezTo>
                  <a:cubicBezTo>
                    <a:pt x="19071" y="66244"/>
                    <a:pt x="37648" y="83874"/>
                    <a:pt x="56125" y="101106"/>
                  </a:cubicBezTo>
                  <a:cubicBezTo>
                    <a:pt x="60487" y="106211"/>
                    <a:pt x="66429" y="109717"/>
                    <a:pt x="73008" y="111067"/>
                  </a:cubicBezTo>
                  <a:cubicBezTo>
                    <a:pt x="80478" y="111664"/>
                    <a:pt x="87102" y="106784"/>
                    <a:pt x="93378" y="102650"/>
                  </a:cubicBezTo>
                  <a:cubicBezTo>
                    <a:pt x="108167" y="92958"/>
                    <a:pt x="124890" y="86598"/>
                    <a:pt x="142384" y="84023"/>
                  </a:cubicBezTo>
                  <a:cubicBezTo>
                    <a:pt x="130772" y="94901"/>
                    <a:pt x="121134" y="107705"/>
                    <a:pt x="113896" y="121874"/>
                  </a:cubicBezTo>
                  <a:cubicBezTo>
                    <a:pt x="107223" y="136267"/>
                    <a:pt x="105978" y="154196"/>
                    <a:pt x="114793" y="167394"/>
                  </a:cubicBezTo>
                  <a:cubicBezTo>
                    <a:pt x="120472" y="175218"/>
                    <a:pt x="128417" y="181115"/>
                    <a:pt x="137553" y="184277"/>
                  </a:cubicBezTo>
                  <a:cubicBezTo>
                    <a:pt x="146640" y="187365"/>
                    <a:pt x="156018" y="189522"/>
                    <a:pt x="165542" y="190702"/>
                  </a:cubicBezTo>
                  <a:cubicBezTo>
                    <a:pt x="175503" y="192296"/>
                    <a:pt x="187506" y="193093"/>
                    <a:pt x="193681" y="185174"/>
                  </a:cubicBezTo>
                  <a:cubicBezTo>
                    <a:pt x="196701" y="180328"/>
                    <a:pt x="198210" y="174695"/>
                    <a:pt x="198014" y="168988"/>
                  </a:cubicBezTo>
                  <a:lnTo>
                    <a:pt x="203542" y="77051"/>
                  </a:lnTo>
                  <a:cubicBezTo>
                    <a:pt x="195972" y="64799"/>
                    <a:pt x="190593" y="49709"/>
                    <a:pt x="179438" y="40495"/>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5" name="标题 1"/>
            <p:cNvSpPr txBox="1"/>
            <p:nvPr/>
          </p:nvSpPr>
          <p:spPr>
            <a:xfrm>
              <a:off x="6907346" y="1895293"/>
              <a:ext cx="54563" cy="85146"/>
            </a:xfrm>
            <a:custGeom>
              <a:avLst/>
              <a:gdLst>
                <a:gd name="connsiteX0" fmla="*/ 53103 w 53477"/>
                <a:gd name="connsiteY0" fmla="*/ 83398 h 83452"/>
                <a:gd name="connsiteX1" fmla="*/ 24417 w 53477"/>
                <a:gd name="connsiteY1" fmla="*/ 43207 h 83452"/>
                <a:gd name="connsiteX2" fmla="*/ 262 w 53477"/>
                <a:gd name="connsiteY2" fmla="*/ 127 h 83452"/>
                <a:gd name="connsiteX3" fmla="*/ 32634 w 53477"/>
                <a:gd name="connsiteY3" fmla="*/ 37978 h 83452"/>
                <a:gd name="connsiteX4" fmla="*/ 53103 w 53477"/>
                <a:gd name="connsiteY4" fmla="*/ 83398 h 83452"/>
              </a:gdLst>
              <a:ahLst/>
              <a:cxnLst/>
              <a:rect l="l" t="t" r="r" b="b"/>
              <a:pathLst>
                <a:path w="53477" h="83452">
                  <a:moveTo>
                    <a:pt x="53103" y="83398"/>
                  </a:moveTo>
                  <a:cubicBezTo>
                    <a:pt x="50613" y="84594"/>
                    <a:pt x="38909" y="65967"/>
                    <a:pt x="24417" y="43207"/>
                  </a:cubicBezTo>
                  <a:cubicBezTo>
                    <a:pt x="9924" y="20447"/>
                    <a:pt x="-1929" y="1870"/>
                    <a:pt x="262" y="127"/>
                  </a:cubicBezTo>
                  <a:cubicBezTo>
                    <a:pt x="2453" y="-1616"/>
                    <a:pt x="17892" y="14720"/>
                    <a:pt x="32634" y="37978"/>
                  </a:cubicBezTo>
                  <a:cubicBezTo>
                    <a:pt x="47376" y="61236"/>
                    <a:pt x="55345" y="82203"/>
                    <a:pt x="53103" y="83398"/>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6" name="标题 1"/>
            <p:cNvSpPr txBox="1"/>
            <p:nvPr/>
          </p:nvSpPr>
          <p:spPr>
            <a:xfrm>
              <a:off x="9922036" y="1234578"/>
              <a:ext cx="140985" cy="261716"/>
            </a:xfrm>
            <a:custGeom>
              <a:avLst/>
              <a:gdLst>
                <a:gd name="connsiteX0" fmla="*/ 138180 w 138180"/>
                <a:gd name="connsiteY0" fmla="*/ 151955 h 256509"/>
                <a:gd name="connsiteX1" fmla="*/ 104563 w 138180"/>
                <a:gd name="connsiteY1" fmla="*/ 80388 h 256509"/>
                <a:gd name="connsiteX2" fmla="*/ 81903 w 138180"/>
                <a:gd name="connsiteY2" fmla="*/ 38155 h 256509"/>
                <a:gd name="connsiteX3" fmla="*/ 47538 w 138180"/>
                <a:gd name="connsiteY3" fmla="*/ 5384 h 256509"/>
                <a:gd name="connsiteX4" fmla="*/ 18603 w 138180"/>
                <a:gd name="connsiteY4" fmla="*/ 2695 h 256509"/>
                <a:gd name="connsiteX5" fmla="*/ 5106 w 138180"/>
                <a:gd name="connsiteY5" fmla="*/ 30186 h 256509"/>
                <a:gd name="connsiteX6" fmla="*/ 126 w 138180"/>
                <a:gd name="connsiteY6" fmla="*/ 81434 h 256509"/>
                <a:gd name="connsiteX7" fmla="*/ 6600 w 138180"/>
                <a:gd name="connsiteY7" fmla="*/ 111316 h 256509"/>
                <a:gd name="connsiteX8" fmla="*/ 24928 w 138180"/>
                <a:gd name="connsiteY8" fmla="*/ 122571 h 256509"/>
                <a:gd name="connsiteX9" fmla="*/ 74382 w 138180"/>
                <a:gd name="connsiteY9" fmla="*/ 153648 h 256509"/>
                <a:gd name="connsiteX10" fmla="*/ 19599 w 138180"/>
                <a:gd name="connsiteY10" fmla="*/ 159774 h 256509"/>
                <a:gd name="connsiteX11" fmla="*/ 2815 w 138180"/>
                <a:gd name="connsiteY11" fmla="*/ 170432 h 256509"/>
                <a:gd name="connsiteX12" fmla="*/ 3960 w 138180"/>
                <a:gd name="connsiteY12" fmla="*/ 197824 h 256509"/>
                <a:gd name="connsiteX13" fmla="*/ 23035 w 138180"/>
                <a:gd name="connsiteY13" fmla="*/ 242198 h 256509"/>
                <a:gd name="connsiteX14" fmla="*/ 35934 w 138180"/>
                <a:gd name="connsiteY14" fmla="*/ 256094 h 256509"/>
                <a:gd name="connsiteX15" fmla="*/ 57648 w 138180"/>
                <a:gd name="connsiteY15" fmla="*/ 244041 h 256509"/>
                <a:gd name="connsiteX16" fmla="*/ 84393 w 138180"/>
                <a:gd name="connsiteY16" fmla="*/ 213562 h 256509"/>
                <a:gd name="connsiteX17" fmla="*/ 120251 w 138180"/>
                <a:gd name="connsiteY17" fmla="*/ 196031 h 256509"/>
                <a:gd name="connsiteX18" fmla="*/ 138180 w 138180"/>
                <a:gd name="connsiteY18" fmla="*/ 151955 h 256509"/>
              </a:gdLst>
              <a:ahLst/>
              <a:cxnLst/>
              <a:rect l="l" t="t" r="r" b="b"/>
              <a:pathLst>
                <a:path w="138180" h="256509">
                  <a:moveTo>
                    <a:pt x="138180" y="151955"/>
                  </a:moveTo>
                  <a:lnTo>
                    <a:pt x="104563" y="80388"/>
                  </a:lnTo>
                  <a:cubicBezTo>
                    <a:pt x="98118" y="65742"/>
                    <a:pt x="90543" y="51621"/>
                    <a:pt x="81903" y="38155"/>
                  </a:cubicBezTo>
                  <a:cubicBezTo>
                    <a:pt x="73212" y="24656"/>
                    <a:pt x="61434" y="13423"/>
                    <a:pt x="47538" y="5384"/>
                  </a:cubicBezTo>
                  <a:cubicBezTo>
                    <a:pt x="38673" y="404"/>
                    <a:pt x="27617" y="-2385"/>
                    <a:pt x="18603" y="2695"/>
                  </a:cubicBezTo>
                  <a:cubicBezTo>
                    <a:pt x="9588" y="7775"/>
                    <a:pt x="6700" y="19727"/>
                    <a:pt x="5106" y="30186"/>
                  </a:cubicBezTo>
                  <a:cubicBezTo>
                    <a:pt x="2551" y="47169"/>
                    <a:pt x="888" y="64276"/>
                    <a:pt x="126" y="81434"/>
                  </a:cubicBezTo>
                  <a:cubicBezTo>
                    <a:pt x="-323" y="91793"/>
                    <a:pt x="126" y="103148"/>
                    <a:pt x="6600" y="111316"/>
                  </a:cubicBezTo>
                  <a:cubicBezTo>
                    <a:pt x="11794" y="116386"/>
                    <a:pt x="18060" y="120230"/>
                    <a:pt x="24928" y="122571"/>
                  </a:cubicBezTo>
                  <a:cubicBezTo>
                    <a:pt x="42792" y="130550"/>
                    <a:pt x="59441" y="141013"/>
                    <a:pt x="74382" y="153648"/>
                  </a:cubicBezTo>
                  <a:cubicBezTo>
                    <a:pt x="55895" y="152045"/>
                    <a:pt x="37274" y="154126"/>
                    <a:pt x="19599" y="159774"/>
                  </a:cubicBezTo>
                  <a:cubicBezTo>
                    <a:pt x="12930" y="161248"/>
                    <a:pt x="6989" y="165023"/>
                    <a:pt x="2815" y="170432"/>
                  </a:cubicBezTo>
                  <a:cubicBezTo>
                    <a:pt x="-2165" y="178450"/>
                    <a:pt x="673" y="188909"/>
                    <a:pt x="3960" y="197824"/>
                  </a:cubicBezTo>
                  <a:cubicBezTo>
                    <a:pt x="9543" y="212934"/>
                    <a:pt x="15913" y="227746"/>
                    <a:pt x="23035" y="242198"/>
                  </a:cubicBezTo>
                  <a:cubicBezTo>
                    <a:pt x="25874" y="248075"/>
                    <a:pt x="29609" y="254450"/>
                    <a:pt x="35934" y="256094"/>
                  </a:cubicBezTo>
                  <a:cubicBezTo>
                    <a:pt x="44401" y="258335"/>
                    <a:pt x="52170" y="251113"/>
                    <a:pt x="57648" y="244041"/>
                  </a:cubicBezTo>
                  <a:cubicBezTo>
                    <a:pt x="65756" y="233199"/>
                    <a:pt x="74696" y="223009"/>
                    <a:pt x="84393" y="213562"/>
                  </a:cubicBezTo>
                  <a:cubicBezTo>
                    <a:pt x="94199" y="204089"/>
                    <a:pt x="106749" y="197953"/>
                    <a:pt x="120251" y="196031"/>
                  </a:cubicBezTo>
                  <a:cubicBezTo>
                    <a:pt x="124962" y="180856"/>
                    <a:pt x="130959" y="166109"/>
                    <a:pt x="138180" y="151955"/>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7" name="标题 1"/>
            <p:cNvSpPr txBox="1"/>
            <p:nvPr/>
          </p:nvSpPr>
          <p:spPr>
            <a:xfrm>
              <a:off x="10049149" y="1327002"/>
              <a:ext cx="195408" cy="216077"/>
            </a:xfrm>
            <a:custGeom>
              <a:avLst/>
              <a:gdLst>
                <a:gd name="connsiteX0" fmla="*/ 17082 w 191520"/>
                <a:gd name="connsiteY0" fmla="*/ 63163 h 211778"/>
                <a:gd name="connsiteX1" fmla="*/ 163205 w 191520"/>
                <a:gd name="connsiteY1" fmla="*/ 212 h 211778"/>
                <a:gd name="connsiteX2" fmla="*/ 188605 w 191520"/>
                <a:gd name="connsiteY2" fmla="*/ 10919 h 211778"/>
                <a:gd name="connsiteX3" fmla="*/ 188156 w 191520"/>
                <a:gd name="connsiteY3" fmla="*/ 36369 h 211778"/>
                <a:gd name="connsiteX4" fmla="*/ 149410 w 191520"/>
                <a:gd name="connsiteY4" fmla="*/ 101113 h 211778"/>
                <a:gd name="connsiteX5" fmla="*/ 134469 w 191520"/>
                <a:gd name="connsiteY5" fmla="*/ 113913 h 211778"/>
                <a:gd name="connsiteX6" fmla="*/ 112904 w 191520"/>
                <a:gd name="connsiteY6" fmla="*/ 109281 h 211778"/>
                <a:gd name="connsiteX7" fmla="*/ 61607 w 191520"/>
                <a:gd name="connsiteY7" fmla="*/ 99470 h 211778"/>
                <a:gd name="connsiteX8" fmla="*/ 96220 w 191520"/>
                <a:gd name="connsiteY8" fmla="*/ 131344 h 211778"/>
                <a:gd name="connsiteX9" fmla="*/ 103491 w 191520"/>
                <a:gd name="connsiteY9" fmla="*/ 176167 h 211778"/>
                <a:gd name="connsiteX10" fmla="*/ 84118 w 191520"/>
                <a:gd name="connsiteY10" fmla="*/ 196835 h 211778"/>
                <a:gd name="connsiteX11" fmla="*/ 57722 w 191520"/>
                <a:gd name="connsiteY11" fmla="*/ 208190 h 211778"/>
                <a:gd name="connsiteX12" fmla="*/ 29035 w 191520"/>
                <a:gd name="connsiteY12" fmla="*/ 207742 h 211778"/>
                <a:gd name="connsiteX13" fmla="*/ 21914 w 191520"/>
                <a:gd name="connsiteY13" fmla="*/ 192801 h 211778"/>
                <a:gd name="connsiteX14" fmla="*/ 0 w 191520"/>
                <a:gd name="connsiteY14" fmla="*/ 103454 h 211778"/>
                <a:gd name="connsiteX15" fmla="*/ 17082 w 191520"/>
                <a:gd name="connsiteY15" fmla="*/ 63163 h 211778"/>
              </a:gdLst>
              <a:ahLst/>
              <a:cxnLst/>
              <a:rect l="l" t="t" r="r" b="b"/>
              <a:pathLst>
                <a:path w="191520" h="211778">
                  <a:moveTo>
                    <a:pt x="17082" y="63163"/>
                  </a:moveTo>
                  <a:cubicBezTo>
                    <a:pt x="53459" y="20746"/>
                    <a:pt x="107391" y="-2488"/>
                    <a:pt x="163205" y="212"/>
                  </a:cubicBezTo>
                  <a:cubicBezTo>
                    <a:pt x="172767" y="760"/>
                    <a:pt x="183525" y="2801"/>
                    <a:pt x="188605" y="10919"/>
                  </a:cubicBezTo>
                  <a:cubicBezTo>
                    <a:pt x="193685" y="19037"/>
                    <a:pt x="191195" y="28102"/>
                    <a:pt x="188156" y="36369"/>
                  </a:cubicBezTo>
                  <a:cubicBezTo>
                    <a:pt x="179541" y="60025"/>
                    <a:pt x="164401" y="80644"/>
                    <a:pt x="149410" y="101113"/>
                  </a:cubicBezTo>
                  <a:cubicBezTo>
                    <a:pt x="146018" y="106945"/>
                    <a:pt x="140749" y="111457"/>
                    <a:pt x="134469" y="113913"/>
                  </a:cubicBezTo>
                  <a:cubicBezTo>
                    <a:pt x="127247" y="115855"/>
                    <a:pt x="119827" y="112219"/>
                    <a:pt x="112904" y="109281"/>
                  </a:cubicBezTo>
                  <a:cubicBezTo>
                    <a:pt x="96713" y="102348"/>
                    <a:pt x="79212" y="99001"/>
                    <a:pt x="61607" y="99470"/>
                  </a:cubicBezTo>
                  <a:cubicBezTo>
                    <a:pt x="74874" y="108051"/>
                    <a:pt x="86578" y="118828"/>
                    <a:pt x="96220" y="131344"/>
                  </a:cubicBezTo>
                  <a:cubicBezTo>
                    <a:pt x="105334" y="144342"/>
                    <a:pt x="109766" y="161773"/>
                    <a:pt x="103491" y="176167"/>
                  </a:cubicBezTo>
                  <a:cubicBezTo>
                    <a:pt x="99308" y="184882"/>
                    <a:pt x="92544" y="192099"/>
                    <a:pt x="84118" y="196835"/>
                  </a:cubicBezTo>
                  <a:cubicBezTo>
                    <a:pt x="75726" y="201501"/>
                    <a:pt x="66881" y="205301"/>
                    <a:pt x="57722" y="208190"/>
                  </a:cubicBezTo>
                  <a:cubicBezTo>
                    <a:pt x="48210" y="211477"/>
                    <a:pt x="36555" y="214465"/>
                    <a:pt x="29035" y="207742"/>
                  </a:cubicBezTo>
                  <a:cubicBezTo>
                    <a:pt x="25230" y="203578"/>
                    <a:pt x="22755" y="198379"/>
                    <a:pt x="21914" y="192801"/>
                  </a:cubicBezTo>
                  <a:cubicBezTo>
                    <a:pt x="14577" y="162919"/>
                    <a:pt x="7271" y="133137"/>
                    <a:pt x="0" y="103454"/>
                  </a:cubicBezTo>
                  <a:cubicBezTo>
                    <a:pt x="5179" y="89957"/>
                    <a:pt x="7769" y="74170"/>
                    <a:pt x="17082" y="63163"/>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8" name="标题 1"/>
            <p:cNvSpPr txBox="1"/>
            <p:nvPr/>
          </p:nvSpPr>
          <p:spPr>
            <a:xfrm>
              <a:off x="10033066" y="1372328"/>
              <a:ext cx="38966" cy="93432"/>
            </a:xfrm>
            <a:custGeom>
              <a:avLst/>
              <a:gdLst>
                <a:gd name="connsiteX0" fmla="*/ 672 w 38191"/>
                <a:gd name="connsiteY0" fmla="*/ 91552 h 91573"/>
                <a:gd name="connsiteX1" fmla="*/ 21690 w 38191"/>
                <a:gd name="connsiteY1" fmla="*/ 46729 h 91573"/>
                <a:gd name="connsiteX2" fmla="*/ 37776 w 38191"/>
                <a:gd name="connsiteY2" fmla="*/ 63 h 91573"/>
                <a:gd name="connsiteX3" fmla="*/ 12874 w 38191"/>
                <a:gd name="connsiteY3" fmla="*/ 43093 h 91573"/>
                <a:gd name="connsiteX4" fmla="*/ 672 w 38191"/>
                <a:gd name="connsiteY4" fmla="*/ 91552 h 91573"/>
              </a:gdLst>
              <a:ahLst/>
              <a:cxnLst/>
              <a:rect l="l" t="t" r="r" b="b"/>
              <a:pathLst>
                <a:path w="38191" h="91573">
                  <a:moveTo>
                    <a:pt x="672" y="91552"/>
                  </a:moveTo>
                  <a:cubicBezTo>
                    <a:pt x="3312" y="92349"/>
                    <a:pt x="11480" y="71630"/>
                    <a:pt x="21690" y="46729"/>
                  </a:cubicBezTo>
                  <a:cubicBezTo>
                    <a:pt x="31899" y="21827"/>
                    <a:pt x="40167" y="1358"/>
                    <a:pt x="37776" y="63"/>
                  </a:cubicBezTo>
                  <a:cubicBezTo>
                    <a:pt x="35385" y="-1232"/>
                    <a:pt x="22835" y="17544"/>
                    <a:pt x="12874" y="43093"/>
                  </a:cubicBezTo>
                  <a:cubicBezTo>
                    <a:pt x="2914" y="68642"/>
                    <a:pt x="-1867" y="90854"/>
                    <a:pt x="672" y="91552"/>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grpSp>
      <p:sp>
        <p:nvSpPr>
          <p:cNvPr id="69" name="标题 1"/>
          <p:cNvSpPr txBox="1"/>
          <p:nvPr/>
        </p:nvSpPr>
        <p:spPr>
          <a:xfrm>
            <a:off x="1962125" y="3195306"/>
            <a:ext cx="4875922" cy="1751845"/>
          </a:xfrm>
          <a:prstGeom prst="rect">
            <a:avLst/>
          </a:prstGeom>
          <a:noFill/>
          <a:ln>
            <a:noFill/>
          </a:ln>
        </p:spPr>
        <p:txBody>
          <a:bodyPr vert="horz" wrap="square" lIns="0" tIns="0" rIns="0" bIns="0" rtlCol="0" anchor="t"/>
          <a:lstStyle/>
          <a:p>
            <a:pPr algn="l" hangingPunct="1">
              <a:lnSpc>
                <a:spcPct val="170000"/>
              </a:lnSpc>
              <a:defRPr>
                <a:latin typeface="Kaiti SC Regular" panose="02010600040101010101" charset="-122"/>
                <a:ea typeface="Kaiti SC Regular" panose="02010600040101010101" charset="-122"/>
                <a:cs typeface="Kaiti SC Regular" panose="02010600040101010101" charset="-122"/>
                <a:sym typeface="Kaiti SC Regular" panose="02010600040101010101" charset="-122"/>
              </a:defRPr>
            </a:pPr>
            <a:r>
              <a:rPr lang="zh-CN" altLang="en-US" sz="3200" b="1" dirty="0">
                <a:solidFill>
                  <a:srgbClr val="0045D4"/>
                </a:solidFill>
                <a:latin typeface="微软雅黑 Light" panose="020B0502040204020203" pitchFamily="34" charset="-122"/>
                <a:ea typeface="微软雅黑 Light" panose="020B0502040204020203" pitchFamily="34" charset="-122"/>
                <a:cs typeface="Kaiti SC Regular" panose="02010600040101010101" charset="-122"/>
                <a:sym typeface="Kaiti SC Regular" panose="02010600040101010101" charset="-122"/>
              </a:rPr>
              <a:t>数据安全规范</a:t>
            </a:r>
            <a:endParaRPr lang="en-US" altLang="zh-CN" sz="3200" b="1" dirty="0">
              <a:solidFill>
                <a:srgbClr val="0045D4"/>
              </a:solidFill>
              <a:latin typeface="微软雅黑 Light" panose="020B0502040204020203" pitchFamily="34" charset="-122"/>
              <a:ea typeface="微软雅黑 Light" panose="020B0502040204020203" pitchFamily="34" charset="-122"/>
              <a:cs typeface="Kaiti SC Regular" panose="02010600040101010101" charset="-122"/>
              <a:sym typeface="Kaiti SC Regular" panose="02010600040101010101" charset="-122"/>
            </a:endParaRPr>
          </a:p>
        </p:txBody>
      </p:sp>
      <p:sp>
        <p:nvSpPr>
          <p:cNvPr id="70" name="标题 1"/>
          <p:cNvSpPr txBox="1"/>
          <p:nvPr/>
        </p:nvSpPr>
        <p:spPr>
          <a:xfrm>
            <a:off x="11110150" y="5936100"/>
            <a:ext cx="396000" cy="396000"/>
          </a:xfrm>
          <a:prstGeom prst="ellipse">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509731" y="127657"/>
            <a:ext cx="9986250" cy="571622"/>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 name="文本框 3"/>
          <p:cNvSpPr txBox="1"/>
          <p:nvPr/>
        </p:nvSpPr>
        <p:spPr>
          <a:xfrm>
            <a:off x="1052704" y="180029"/>
            <a:ext cx="4847802" cy="584775"/>
          </a:xfrm>
          <a:prstGeom prst="rect">
            <a:avLst/>
          </a:prstGeom>
          <a:noFill/>
        </p:spPr>
        <p:txBody>
          <a:bodyPr wrap="none" rtlCol="0">
            <a:spAutoFit/>
          </a:bodyPr>
          <a:lstStyle/>
          <a:p>
            <a:r>
              <a:rPr kumimoji="1" lang="zh-CN" altLang="en-US" sz="3200" dirty="0">
                <a:solidFill>
                  <a:srgbClr val="0045D4"/>
                </a:solidFill>
                <a:latin typeface="微软雅黑" panose="020B0503020204020204" pitchFamily="34" charset="-122"/>
                <a:ea typeface="微软雅黑" panose="020B0503020204020204" pitchFamily="34" charset="-122"/>
              </a:rPr>
              <a:t>数据分类分级 </a:t>
            </a:r>
            <a:r>
              <a:rPr kumimoji="1" lang="en-US" altLang="zh-CN" sz="3200" dirty="0">
                <a:solidFill>
                  <a:srgbClr val="0045D4"/>
                </a:solidFill>
                <a:latin typeface="微软雅黑" panose="020B0503020204020204" pitchFamily="34" charset="-122"/>
                <a:ea typeface="微软雅黑" panose="020B0503020204020204" pitchFamily="34" charset="-122"/>
              </a:rPr>
              <a:t>|</a:t>
            </a:r>
            <a:r>
              <a:rPr kumimoji="1" lang="zh-CN" altLang="en-US" sz="3200" dirty="0">
                <a:solidFill>
                  <a:srgbClr val="0045D4"/>
                </a:solidFill>
                <a:latin typeface="微软雅黑" panose="020B0503020204020204" pitchFamily="34" charset="-122"/>
                <a:ea typeface="微软雅黑" panose="020B0503020204020204" pitchFamily="34" charset="-122"/>
              </a:rPr>
              <a:t> </a:t>
            </a:r>
            <a:r>
              <a:rPr kumimoji="1" lang="zh-CN" altLang="en-US" sz="2400" dirty="0">
                <a:solidFill>
                  <a:srgbClr val="0045D4"/>
                </a:solidFill>
                <a:latin typeface="微软雅黑" panose="020B0503020204020204" pitchFamily="34" charset="-122"/>
                <a:ea typeface="微软雅黑" panose="020B0503020204020204" pitchFamily="34" charset="-122"/>
              </a:rPr>
              <a:t>数据分级框架</a:t>
            </a:r>
            <a:endParaRPr kumimoji="1" lang="zh-CN" altLang="en-US" sz="3200" dirty="0">
              <a:solidFill>
                <a:srgbClr val="0045D4"/>
              </a:solidFill>
              <a:latin typeface="微软雅黑" panose="020B0503020204020204" pitchFamily="34" charset="-122"/>
              <a:ea typeface="微软雅黑" panose="020B0503020204020204" pitchFamily="34" charset="-122"/>
            </a:endParaRPr>
          </a:p>
        </p:txBody>
      </p:sp>
      <p:sp>
        <p:nvSpPr>
          <p:cNvPr id="11" name="标题 1"/>
          <p:cNvSpPr txBox="1"/>
          <p:nvPr/>
        </p:nvSpPr>
        <p:spPr>
          <a:xfrm>
            <a:off x="509731" y="297203"/>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 name="矩形 1"/>
          <p:cNvSpPr/>
          <p:nvPr/>
        </p:nvSpPr>
        <p:spPr>
          <a:xfrm>
            <a:off x="2541056" y="1945889"/>
            <a:ext cx="2049780" cy="2681605"/>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3" name="矩形 2"/>
          <p:cNvSpPr/>
          <p:nvPr/>
        </p:nvSpPr>
        <p:spPr>
          <a:xfrm>
            <a:off x="6973991" y="1945889"/>
            <a:ext cx="2049780" cy="2681605"/>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5" name="圆角矩形 4"/>
          <p:cNvSpPr/>
          <p:nvPr/>
        </p:nvSpPr>
        <p:spPr>
          <a:xfrm>
            <a:off x="2838871" y="2267834"/>
            <a:ext cx="1576596" cy="445135"/>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t>核心数据</a:t>
            </a:r>
          </a:p>
        </p:txBody>
      </p:sp>
      <p:sp>
        <p:nvSpPr>
          <p:cNvPr id="6" name="圆角矩形 5"/>
          <p:cNvSpPr/>
          <p:nvPr/>
        </p:nvSpPr>
        <p:spPr>
          <a:xfrm>
            <a:off x="2838871" y="3064124"/>
            <a:ext cx="1576596" cy="445135"/>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t>重要数据</a:t>
            </a:r>
          </a:p>
        </p:txBody>
      </p:sp>
      <p:sp>
        <p:nvSpPr>
          <p:cNvPr id="8" name="圆角矩形 6"/>
          <p:cNvSpPr/>
          <p:nvPr/>
        </p:nvSpPr>
        <p:spPr>
          <a:xfrm>
            <a:off x="2838871" y="3843269"/>
            <a:ext cx="1576596" cy="445135"/>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zh-CN" altLang="en-US" dirty="0"/>
              <a:t>一般数据</a:t>
            </a:r>
          </a:p>
        </p:txBody>
      </p:sp>
      <p:sp>
        <p:nvSpPr>
          <p:cNvPr id="12" name="圆角矩形 7"/>
          <p:cNvSpPr/>
          <p:nvPr/>
        </p:nvSpPr>
        <p:spPr>
          <a:xfrm>
            <a:off x="7177585" y="2171949"/>
            <a:ext cx="1639176" cy="445135"/>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solidFill>
                  <a:schemeClr val="bg1"/>
                </a:solidFill>
              </a:rPr>
              <a:t>关键数据（</a:t>
            </a:r>
            <a:r>
              <a:rPr lang="en-US" altLang="zh-CN" dirty="0">
                <a:solidFill>
                  <a:schemeClr val="bg1"/>
                </a:solidFill>
              </a:rPr>
              <a:t>L4</a:t>
            </a:r>
            <a:r>
              <a:rPr lang="zh-CN" altLang="en-US" dirty="0">
                <a:solidFill>
                  <a:schemeClr val="bg1"/>
                </a:solidFill>
              </a:rPr>
              <a:t>）</a:t>
            </a:r>
          </a:p>
        </p:txBody>
      </p:sp>
      <p:sp>
        <p:nvSpPr>
          <p:cNvPr id="13" name="圆角矩形 7"/>
          <p:cNvSpPr/>
          <p:nvPr/>
        </p:nvSpPr>
        <p:spPr>
          <a:xfrm>
            <a:off x="7177585" y="2805997"/>
            <a:ext cx="1639176" cy="445135"/>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solidFill>
                  <a:schemeClr val="bg1"/>
                </a:solidFill>
              </a:rPr>
              <a:t>高级数据（</a:t>
            </a:r>
            <a:r>
              <a:rPr lang="en-US" altLang="zh-CN" dirty="0">
                <a:solidFill>
                  <a:schemeClr val="bg1"/>
                </a:solidFill>
              </a:rPr>
              <a:t>L3</a:t>
            </a:r>
            <a:r>
              <a:rPr lang="zh-CN" altLang="en-US" dirty="0">
                <a:solidFill>
                  <a:schemeClr val="bg1"/>
                </a:solidFill>
              </a:rPr>
              <a:t>）</a:t>
            </a:r>
          </a:p>
        </p:txBody>
      </p:sp>
      <p:sp>
        <p:nvSpPr>
          <p:cNvPr id="14" name="圆角矩形 7"/>
          <p:cNvSpPr/>
          <p:nvPr/>
        </p:nvSpPr>
        <p:spPr>
          <a:xfrm>
            <a:off x="7177585" y="3440045"/>
            <a:ext cx="1639176" cy="445135"/>
          </a:xfrm>
          <a:prstGeom prst="roundRect">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solidFill>
                  <a:schemeClr val="bg1"/>
                </a:solidFill>
              </a:rPr>
              <a:t>内部数据（</a:t>
            </a:r>
            <a:r>
              <a:rPr lang="en-US" altLang="zh-CN" dirty="0">
                <a:solidFill>
                  <a:schemeClr val="bg1"/>
                </a:solidFill>
              </a:rPr>
              <a:t>L2</a:t>
            </a:r>
            <a:r>
              <a:rPr lang="zh-CN" altLang="en-US" dirty="0">
                <a:solidFill>
                  <a:schemeClr val="bg1"/>
                </a:solidFill>
              </a:rPr>
              <a:t>）</a:t>
            </a:r>
          </a:p>
        </p:txBody>
      </p:sp>
      <p:sp>
        <p:nvSpPr>
          <p:cNvPr id="15" name="圆角矩形 7"/>
          <p:cNvSpPr/>
          <p:nvPr/>
        </p:nvSpPr>
        <p:spPr>
          <a:xfrm>
            <a:off x="7177585" y="4041643"/>
            <a:ext cx="1639176" cy="445135"/>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solidFill>
                  <a:schemeClr val="bg1"/>
                </a:solidFill>
              </a:rPr>
              <a:t>公开数据（</a:t>
            </a:r>
            <a:r>
              <a:rPr lang="en-US" altLang="zh-CN" dirty="0">
                <a:solidFill>
                  <a:schemeClr val="bg1"/>
                </a:solidFill>
              </a:rPr>
              <a:t>L1</a:t>
            </a:r>
            <a:r>
              <a:rPr lang="zh-CN" altLang="en-US" dirty="0">
                <a:solidFill>
                  <a:schemeClr val="bg1"/>
                </a:solidFill>
              </a:rPr>
              <a:t>）</a:t>
            </a:r>
          </a:p>
        </p:txBody>
      </p:sp>
      <p:cxnSp>
        <p:nvCxnSpPr>
          <p:cNvPr id="16" name="直接连接符 15"/>
          <p:cNvCxnSpPr>
            <a:stCxn id="8" idx="3"/>
          </p:cNvCxnSpPr>
          <p:nvPr/>
        </p:nvCxnSpPr>
        <p:spPr>
          <a:xfrm flipV="1">
            <a:off x="4415467" y="2338428"/>
            <a:ext cx="2604244" cy="172740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8" idx="3"/>
          </p:cNvCxnSpPr>
          <p:nvPr/>
        </p:nvCxnSpPr>
        <p:spPr>
          <a:xfrm>
            <a:off x="4415467" y="4065837"/>
            <a:ext cx="2604244" cy="22256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541056" y="1564492"/>
            <a:ext cx="2011680" cy="368300"/>
          </a:xfrm>
          <a:prstGeom prst="rect">
            <a:avLst/>
          </a:prstGeom>
          <a:noFill/>
        </p:spPr>
        <p:txBody>
          <a:bodyPr wrap="none" rtlCol="0">
            <a:spAutoFit/>
          </a:bodyPr>
          <a:lstStyle/>
          <a:p>
            <a:r>
              <a:rPr lang="zh-CN" altLang="en-US" dirty="0">
                <a:latin typeface="微软雅黑" charset="0"/>
                <a:ea typeface="微软雅黑" charset="0"/>
              </a:rPr>
              <a:t>整体数据分级框架</a:t>
            </a:r>
          </a:p>
        </p:txBody>
      </p:sp>
      <p:sp>
        <p:nvSpPr>
          <p:cNvPr id="19" name="文本框 18"/>
          <p:cNvSpPr txBox="1"/>
          <p:nvPr/>
        </p:nvSpPr>
        <p:spPr>
          <a:xfrm>
            <a:off x="6955536" y="1577422"/>
            <a:ext cx="2011680" cy="368300"/>
          </a:xfrm>
          <a:prstGeom prst="rect">
            <a:avLst/>
          </a:prstGeom>
          <a:noFill/>
        </p:spPr>
        <p:txBody>
          <a:bodyPr wrap="none" rtlCol="0">
            <a:spAutoFit/>
          </a:bodyPr>
          <a:lstStyle/>
          <a:p>
            <a:r>
              <a:rPr lang="zh-CN" altLang="en-US" dirty="0">
                <a:latin typeface="微软雅黑" charset="0"/>
                <a:ea typeface="微软雅黑" charset="0"/>
              </a:rPr>
              <a:t>一般数据分级框架</a:t>
            </a:r>
          </a:p>
        </p:txBody>
      </p:sp>
      <p:sp>
        <p:nvSpPr>
          <p:cNvPr id="20" name="文本框 19"/>
          <p:cNvSpPr txBox="1"/>
          <p:nvPr/>
        </p:nvSpPr>
        <p:spPr>
          <a:xfrm>
            <a:off x="5181882" y="3600104"/>
            <a:ext cx="1107996" cy="369332"/>
          </a:xfrm>
          <a:prstGeom prst="rect">
            <a:avLst/>
          </a:prstGeom>
          <a:noFill/>
        </p:spPr>
        <p:txBody>
          <a:bodyPr wrap="none" rtlCol="0">
            <a:spAutoFit/>
          </a:bodyPr>
          <a:lstStyle/>
          <a:p>
            <a:r>
              <a:rPr lang="zh-CN" altLang="en-US" dirty="0"/>
              <a:t>细分等级</a:t>
            </a:r>
          </a:p>
        </p:txBody>
      </p:sp>
      <p:sp>
        <p:nvSpPr>
          <p:cNvPr id="23" name="文本框 22"/>
          <p:cNvSpPr txBox="1"/>
          <p:nvPr/>
        </p:nvSpPr>
        <p:spPr>
          <a:xfrm>
            <a:off x="2432116" y="5184072"/>
            <a:ext cx="8063865" cy="368300"/>
          </a:xfrm>
          <a:prstGeom prst="rect">
            <a:avLst/>
          </a:prstGeom>
          <a:noFill/>
        </p:spPr>
        <p:txBody>
          <a:bodyPr wrap="none" rtlCol="0">
            <a:spAutoFit/>
          </a:bodyPr>
          <a:lstStyle/>
          <a:p>
            <a:r>
              <a:rPr lang="zh-CN" altLang="en-US" dirty="0">
                <a:latin typeface="KaiTi" panose="02010609060101010101" pitchFamily="49" charset="-122"/>
                <a:ea typeface="KaiTi" panose="02010609060101010101" pitchFamily="49" charset="-122"/>
                <a:cs typeface="微软雅黑" charset="0"/>
              </a:rPr>
              <a:t>橙色标记数据属于公司现存敏感数据，数据外发需要走</a:t>
            </a:r>
            <a:r>
              <a:rPr lang="en-US" altLang="zh-CN" dirty="0">
                <a:latin typeface="KaiTi" panose="02010609060101010101" pitchFamily="49" charset="-122"/>
                <a:ea typeface="KaiTi" panose="02010609060101010101" pitchFamily="49" charset="-122"/>
                <a:cs typeface="微软雅黑" charset="0"/>
              </a:rPr>
              <a:t>OA</a:t>
            </a:r>
            <a:r>
              <a:rPr lang="zh-CN" altLang="en-US" dirty="0">
                <a:latin typeface="KaiTi" panose="02010609060101010101" pitchFamily="49" charset="-122"/>
                <a:ea typeface="KaiTi" panose="02010609060101010101" pitchFamily="49" charset="-122"/>
                <a:cs typeface="微软雅黑" charset="0"/>
              </a:rPr>
              <a:t>数据外拷行为报备。</a:t>
            </a:r>
            <a:endParaRPr lang="en-US" altLang="zh-CN" dirty="0">
              <a:latin typeface="KaiTi" panose="02010609060101010101" pitchFamily="49" charset="-122"/>
              <a:ea typeface="KaiTi" panose="02010609060101010101" pitchFamily="49" charset="-122"/>
              <a:cs typeface="微软雅黑" charset="0"/>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509905" y="127635"/>
            <a:ext cx="8246110" cy="57150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 name="文本框 3"/>
          <p:cNvSpPr txBox="1"/>
          <p:nvPr/>
        </p:nvSpPr>
        <p:spPr>
          <a:xfrm>
            <a:off x="1052704" y="180029"/>
            <a:ext cx="10645902" cy="583565"/>
          </a:xfrm>
          <a:prstGeom prst="rect">
            <a:avLst/>
          </a:prstGeom>
          <a:noFill/>
        </p:spPr>
        <p:txBody>
          <a:bodyPr wrap="square" rtlCol="0">
            <a:spAutoFit/>
          </a:bodyPr>
          <a:lstStyle/>
          <a:p>
            <a:r>
              <a:rPr kumimoji="1" lang="zh-CN" altLang="en-US" sz="3200" dirty="0">
                <a:solidFill>
                  <a:srgbClr val="0045D4"/>
                </a:solidFill>
                <a:latin typeface="微软雅黑" panose="020B0503020204020204" pitchFamily="34" charset="-122"/>
                <a:ea typeface="微软雅黑" panose="020B0503020204020204" pitchFamily="34" charset="-122"/>
                <a:sym typeface="Kaiti SC Regular" panose="02010600040101010101" charset="-122"/>
              </a:rPr>
              <a:t>数据安全治理策略 </a:t>
            </a:r>
            <a:r>
              <a:rPr kumimoji="1" lang="en-US" altLang="zh-CN" sz="3200" dirty="0">
                <a:solidFill>
                  <a:srgbClr val="0045D4"/>
                </a:solidFill>
                <a:latin typeface="微软雅黑" panose="020B0503020204020204" pitchFamily="34" charset="-122"/>
                <a:ea typeface="微软雅黑" panose="020B0503020204020204" pitchFamily="34" charset="-122"/>
              </a:rPr>
              <a:t>|</a:t>
            </a:r>
            <a:r>
              <a:rPr kumimoji="1" lang="zh-CN" altLang="en-US" sz="3200" dirty="0">
                <a:solidFill>
                  <a:srgbClr val="0045D4"/>
                </a:solidFill>
                <a:latin typeface="微软雅黑" panose="020B0503020204020204" pitchFamily="34" charset="-122"/>
                <a:ea typeface="微软雅黑" panose="020B0503020204020204" pitchFamily="34" charset="-122"/>
              </a:rPr>
              <a:t> </a:t>
            </a:r>
            <a:r>
              <a:rPr kumimoji="1" lang="zh-CN" altLang="en-US" sz="2400" dirty="0">
                <a:solidFill>
                  <a:srgbClr val="0045D4"/>
                </a:solidFill>
                <a:latin typeface="微软雅黑" panose="020B0503020204020204" pitchFamily="34" charset="-122"/>
                <a:ea typeface="微软雅黑" panose="020B0503020204020204" pitchFamily="34" charset="-122"/>
              </a:rPr>
              <a:t>数据安全管控要求</a:t>
            </a:r>
            <a:r>
              <a:rPr kumimoji="1" lang="en-US" altLang="zh-CN" sz="2400" dirty="0">
                <a:solidFill>
                  <a:srgbClr val="0045D4"/>
                </a:solidFill>
                <a:latin typeface="微软雅黑" panose="020B0503020204020204" pitchFamily="34" charset="-122"/>
                <a:ea typeface="微软雅黑" panose="020B0503020204020204" pitchFamily="34" charset="-122"/>
              </a:rPr>
              <a:t> | </a:t>
            </a:r>
            <a:r>
              <a:rPr kumimoji="1" lang="zh-CN" altLang="en-US" sz="2400" dirty="0">
                <a:solidFill>
                  <a:srgbClr val="0045D4"/>
                </a:solidFill>
                <a:latin typeface="微软雅黑" panose="020B0503020204020204" pitchFamily="34" charset="-122"/>
                <a:ea typeface="微软雅黑" panose="020B0503020204020204" pitchFamily="34" charset="-122"/>
              </a:rPr>
              <a:t>一般数据</a:t>
            </a:r>
          </a:p>
        </p:txBody>
      </p:sp>
      <p:sp>
        <p:nvSpPr>
          <p:cNvPr id="11" name="标题 1"/>
          <p:cNvSpPr txBox="1"/>
          <p:nvPr/>
        </p:nvSpPr>
        <p:spPr>
          <a:xfrm>
            <a:off x="509731" y="297203"/>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graphicFrame>
        <p:nvGraphicFramePr>
          <p:cNvPr id="29" name="表格 28"/>
          <p:cNvGraphicFramePr>
            <a:graphicFrameLocks noGrp="1"/>
          </p:cNvGraphicFramePr>
          <p:nvPr>
            <p:custDataLst>
              <p:tags r:id="rId1"/>
            </p:custDataLst>
            <p:extLst>
              <p:ext uri="{D42A27DB-BD31-4B8C-83A1-F6EECF244321}">
                <p14:modId xmlns:p14="http://schemas.microsoft.com/office/powerpoint/2010/main" val="3676936654"/>
              </p:ext>
            </p:extLst>
          </p:nvPr>
        </p:nvGraphicFramePr>
        <p:xfrm>
          <a:off x="509733" y="920752"/>
          <a:ext cx="11165326" cy="4947648"/>
        </p:xfrm>
        <a:graphic>
          <a:graphicData uri="http://schemas.openxmlformats.org/drawingml/2006/table">
            <a:tbl>
              <a:tblPr firstRow="1" bandRow="1">
                <a:tableStyleId>{5C22544A-7EE6-4342-B048-85BDC9FD1C3A}</a:tableStyleId>
              </a:tblPr>
              <a:tblGrid>
                <a:gridCol w="1116330">
                  <a:extLst>
                    <a:ext uri="{9D8B030D-6E8A-4147-A177-3AD203B41FA5}">
                      <a16:colId xmlns:a16="http://schemas.microsoft.com/office/drawing/2014/main" val="20000"/>
                    </a:ext>
                  </a:extLst>
                </a:gridCol>
                <a:gridCol w="1338596">
                  <a:extLst>
                    <a:ext uri="{9D8B030D-6E8A-4147-A177-3AD203B41FA5}">
                      <a16:colId xmlns:a16="http://schemas.microsoft.com/office/drawing/2014/main" val="20001"/>
                    </a:ext>
                  </a:extLst>
                </a:gridCol>
                <a:gridCol w="4147870">
                  <a:extLst>
                    <a:ext uri="{9D8B030D-6E8A-4147-A177-3AD203B41FA5}">
                      <a16:colId xmlns:a16="http://schemas.microsoft.com/office/drawing/2014/main" val="20002"/>
                    </a:ext>
                  </a:extLst>
                </a:gridCol>
                <a:gridCol w="4562530">
                  <a:extLst>
                    <a:ext uri="{9D8B030D-6E8A-4147-A177-3AD203B41FA5}">
                      <a16:colId xmlns:a16="http://schemas.microsoft.com/office/drawing/2014/main" val="20003"/>
                    </a:ext>
                  </a:extLst>
                </a:gridCol>
              </a:tblGrid>
              <a:tr h="458446">
                <a:tc gridSpan="2">
                  <a:txBody>
                    <a:bodyPr/>
                    <a:lstStyle/>
                    <a:p>
                      <a:r>
                        <a:rPr lang="zh-CN" altLang="en-US" dirty="0">
                          <a:latin typeface="Microsoft YaHei" panose="020B0503020204020204" pitchFamily="34" charset="-122"/>
                          <a:ea typeface="Microsoft YaHei" panose="020B0503020204020204" pitchFamily="34" charset="-122"/>
                        </a:rPr>
                        <a:t>数据等级</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hMerge="1">
                  <a:txBody>
                    <a:bodyPr/>
                    <a:lstStyle/>
                    <a:p>
                      <a:endParaRPr lang="zh-CN"/>
                    </a:p>
                  </a:txBody>
                  <a:tcPr/>
                </a:tc>
                <a:tc>
                  <a:txBody>
                    <a:bodyPr/>
                    <a:lstStyle/>
                    <a:p>
                      <a:r>
                        <a:rPr lang="zh-CN" altLang="en-US" dirty="0">
                          <a:latin typeface="Microsoft YaHei" panose="020B0503020204020204" pitchFamily="34" charset="-122"/>
                          <a:ea typeface="Microsoft YaHei" panose="020B0503020204020204" pitchFamily="34" charset="-122"/>
                        </a:rPr>
                        <a:t>数据示例</a:t>
                      </a:r>
                    </a:p>
                  </a:txBody>
                  <a:tcPr anchor="ctr">
                    <a:lnL w="12700" cmpd="sng">
                      <a:noFill/>
                    </a:lnL>
                  </a:tcPr>
                </a:tc>
                <a:tc>
                  <a:txBody>
                    <a:bodyPr/>
                    <a:lstStyle/>
                    <a:p>
                      <a:r>
                        <a:rPr lang="zh-CN" altLang="en-US" dirty="0">
                          <a:latin typeface="Microsoft YaHei" panose="020B0503020204020204" pitchFamily="34" charset="-122"/>
                          <a:ea typeface="Microsoft YaHei" panose="020B0503020204020204" pitchFamily="34" charset="-122"/>
                        </a:rPr>
                        <a:t>管控要点</a:t>
                      </a:r>
                    </a:p>
                  </a:txBody>
                  <a:tcPr anchor="ctr"/>
                </a:tc>
                <a:extLst>
                  <a:ext uri="{0D108BD9-81ED-4DB2-BD59-A6C34878D82A}">
                    <a16:rowId xmlns:a16="http://schemas.microsoft.com/office/drawing/2014/main" val="10000"/>
                  </a:ext>
                </a:extLst>
              </a:tr>
              <a:tr h="1485758">
                <a:tc rowSpan="4">
                  <a:txBody>
                    <a:bodyPr/>
                    <a:lstStyle/>
                    <a:p>
                      <a:endParaRPr lang="en-US" altLang="zh-CN" sz="1600" b="1" dirty="0">
                        <a:latin typeface="楷体" panose="02010609060101010101" pitchFamily="49" charset="-122"/>
                        <a:ea typeface="楷体" panose="02010609060101010101" pitchFamily="49" charset="-122"/>
                      </a:endParaRPr>
                    </a:p>
                    <a:p>
                      <a:endParaRPr lang="en-US" altLang="zh-CN" sz="1600" b="1" dirty="0">
                        <a:latin typeface="楷体" panose="02010609060101010101" pitchFamily="49" charset="-122"/>
                        <a:ea typeface="楷体" panose="02010609060101010101" pitchFamily="49" charset="-122"/>
                      </a:endParaRPr>
                    </a:p>
                    <a:p>
                      <a:endParaRPr lang="en-US" altLang="zh-CN" sz="1600" b="1" dirty="0">
                        <a:latin typeface="楷体" panose="02010609060101010101" pitchFamily="49" charset="-122"/>
                        <a:ea typeface="楷体" panose="02010609060101010101" pitchFamily="49" charset="-122"/>
                      </a:endParaRPr>
                    </a:p>
                    <a:p>
                      <a:r>
                        <a:rPr lang="zh-CN" altLang="en-US" sz="1600" b="1" dirty="0">
                          <a:latin typeface="楷体" panose="02010609060101010101" pitchFamily="49" charset="-122"/>
                          <a:ea typeface="楷体" panose="02010609060101010101" pitchFamily="49" charset="-122"/>
                        </a:rPr>
                        <a:t>一般数据</a:t>
                      </a:r>
                    </a:p>
                  </a:txBody>
                  <a:tcPr anchor="ctr">
                    <a:lnT>
                      <a:noFill/>
                    </a:lnT>
                    <a:solidFill>
                      <a:schemeClr val="bg1">
                        <a:lumMod val="95000"/>
                      </a:schemeClr>
                    </a:solidFill>
                  </a:tcPr>
                </a:tc>
                <a:tc>
                  <a:txBody>
                    <a:bodyPr/>
                    <a:lstStyle/>
                    <a:p>
                      <a:r>
                        <a:rPr lang="zh-CN" altLang="en-US" sz="1600" b="0" dirty="0">
                          <a:latin typeface="楷体" panose="02010609060101010101" pitchFamily="49" charset="-122"/>
                          <a:ea typeface="楷体" panose="02010609060101010101" pitchFamily="49" charset="-122"/>
                        </a:rPr>
                        <a:t>关键数据</a:t>
                      </a:r>
                      <a:endParaRPr lang="en-US" altLang="zh-CN" sz="1600" b="0" dirty="0">
                        <a:latin typeface="楷体" panose="02010609060101010101" pitchFamily="49" charset="-122"/>
                        <a:ea typeface="楷体" panose="02010609060101010101" pitchFamily="49" charset="-122"/>
                      </a:endParaRPr>
                    </a:p>
                    <a:p>
                      <a:r>
                        <a:rPr lang="en-US" altLang="zh-CN" sz="1600" b="0" dirty="0">
                          <a:latin typeface="楷体" panose="02010609060101010101" pitchFamily="49" charset="-122"/>
                          <a:ea typeface="楷体" panose="02010609060101010101" pitchFamily="49" charset="-122"/>
                        </a:rPr>
                        <a:t>(L4)</a:t>
                      </a:r>
                      <a:endParaRPr lang="zh-CN" altLang="en-US" sz="1600" b="0" dirty="0">
                        <a:latin typeface="楷体" panose="02010609060101010101" pitchFamily="49" charset="-122"/>
                        <a:ea typeface="楷体" panose="02010609060101010101" pitchFamily="49" charset="-122"/>
                      </a:endParaRPr>
                    </a:p>
                  </a:txBody>
                  <a:tcPr anchor="ctr">
                    <a:solidFill>
                      <a:schemeClr val="accent4">
                        <a:lumMod val="20000"/>
                        <a:lumOff val="80000"/>
                      </a:schemeClr>
                    </a:solidFill>
                  </a:tcPr>
                </a:tc>
                <a:tc>
                  <a:txBody>
                    <a:bodyPr/>
                    <a:lstStyle/>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芯片相关研发数据（原理图、算法、代码）等</a:t>
                      </a:r>
                    </a:p>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其他算法相关的</a:t>
                      </a:r>
                      <a:r>
                        <a:rPr lang="en-US" altLang="zh-CN" sz="1400" dirty="0">
                          <a:latin typeface="楷体" panose="02010609060101010101" pitchFamily="49" charset="-122"/>
                          <a:ea typeface="楷体" panose="02010609060101010101" pitchFamily="49" charset="-122"/>
                        </a:rPr>
                        <a:t>(</a:t>
                      </a:r>
                      <a:r>
                        <a:rPr lang="zh-CN" altLang="en-US" sz="1400" dirty="0">
                          <a:latin typeface="楷体" panose="02010609060101010101" pitchFamily="49" charset="-122"/>
                          <a:ea typeface="楷体" panose="02010609060101010101" pitchFamily="49" charset="-122"/>
                        </a:rPr>
                        <a:t>原理图、算法、代码</a:t>
                      </a:r>
                      <a:r>
                        <a:rPr lang="en-US" altLang="zh-CN" sz="1400" dirty="0">
                          <a:latin typeface="楷体" panose="02010609060101010101" pitchFamily="49" charset="-122"/>
                          <a:ea typeface="楷体" panose="02010609060101010101" pitchFamily="49" charset="-122"/>
                        </a:rPr>
                        <a:t>)</a:t>
                      </a:r>
                      <a:r>
                        <a:rPr lang="zh-CN" altLang="en-US" sz="1400" dirty="0">
                          <a:latin typeface="楷体" panose="02010609060101010101" pitchFamily="49" charset="-122"/>
                          <a:ea typeface="楷体" panose="02010609060101010101" pitchFamily="49" charset="-122"/>
                        </a:rPr>
                        <a:t>等</a:t>
                      </a:r>
                    </a:p>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sym typeface="+mn-ea"/>
                        </a:rPr>
                        <a:t>模组研发数据（原理图、代码）等</a:t>
                      </a:r>
                      <a:endParaRPr lang="zh-CN" altLang="en-US" sz="1400" dirty="0">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sym typeface="+mn-ea"/>
                        </a:rPr>
                        <a:t>生产物料成本数据</a:t>
                      </a:r>
                      <a:endParaRPr lang="en-US" altLang="zh-CN" sz="1400" dirty="0">
                        <a:latin typeface="楷体" panose="02010609060101010101" pitchFamily="49" charset="-122"/>
                        <a:ea typeface="楷体" panose="02010609060101010101" pitchFamily="49" charset="-122"/>
                      </a:endParaRPr>
                    </a:p>
                  </a:txBody>
                  <a:tcPr anchor="ctr">
                    <a:solidFill>
                      <a:schemeClr val="accent4">
                        <a:lumMod val="20000"/>
                        <a:lumOff val="80000"/>
                      </a:schemeClr>
                    </a:solidFill>
                  </a:tcPr>
                </a:tc>
                <a:tc>
                  <a:txBody>
                    <a:bodyPr/>
                    <a:lstStyle/>
                    <a:p>
                      <a:pPr marL="285750" indent="-285750" fontAlgn="auto">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芯片、算法相关研发数据必须在红区内开发</a:t>
                      </a:r>
                      <a:r>
                        <a:rPr lang="en-US" altLang="zh-CN" sz="1400" dirty="0">
                          <a:latin typeface="楷体" panose="02010609060101010101" pitchFamily="49" charset="-122"/>
                          <a:ea typeface="楷体" panose="02010609060101010101" pitchFamily="49" charset="-122"/>
                        </a:rPr>
                        <a:t>;</a:t>
                      </a:r>
                    </a:p>
                    <a:p>
                      <a:pPr marL="285750" indent="-285750" fontAlgn="auto">
                        <a:lnSpc>
                          <a:spcPct val="150000"/>
                        </a:lnSpc>
                        <a:buFont typeface="Arial" panose="020B0604020202020204" pitchFamily="34" charset="0"/>
                        <a:buChar char="•"/>
                      </a:pPr>
                      <a:r>
                        <a:rPr lang="en-US" altLang="zh-CN" sz="1400" dirty="0">
                          <a:latin typeface="楷体" panose="02010609060101010101" pitchFamily="49" charset="-122"/>
                          <a:ea typeface="楷体" panose="02010609060101010101" pitchFamily="49" charset="-122"/>
                          <a:sym typeface="+mn-ea"/>
                        </a:rPr>
                        <a:t>L4 </a:t>
                      </a:r>
                      <a:r>
                        <a:rPr lang="zh-CN" altLang="en-US" sz="1400" dirty="0">
                          <a:latin typeface="楷体" panose="02010609060101010101" pitchFamily="49" charset="-122"/>
                          <a:ea typeface="楷体" panose="02010609060101010101" pitchFamily="49" charset="-122"/>
                          <a:sym typeface="+mn-ea"/>
                        </a:rPr>
                        <a:t>严禁私自拷出数据，特殊情况需</a:t>
                      </a:r>
                      <a:r>
                        <a:rPr lang="en-US" altLang="zh-CN" sz="1400" dirty="0">
                          <a:latin typeface="楷体" panose="02010609060101010101" pitchFamily="49" charset="-122"/>
                          <a:ea typeface="楷体" panose="02010609060101010101" pitchFamily="49" charset="-122"/>
                          <a:sym typeface="+mn-ea"/>
                        </a:rPr>
                        <a:t>CEO</a:t>
                      </a:r>
                      <a:r>
                        <a:rPr lang="zh-CN" altLang="en-US" sz="1400" dirty="0">
                          <a:latin typeface="楷体" panose="02010609060101010101" pitchFamily="49" charset="-122"/>
                          <a:ea typeface="楷体" panose="02010609060101010101" pitchFamily="49" charset="-122"/>
                          <a:sym typeface="+mn-ea"/>
                        </a:rPr>
                        <a:t>授权。</a:t>
                      </a:r>
                      <a:endParaRPr lang="zh-CN" altLang="en-US" sz="1400" dirty="0">
                        <a:latin typeface="楷体" panose="02010609060101010101" pitchFamily="49" charset="-122"/>
                        <a:ea typeface="楷体" panose="02010609060101010101" pitchFamily="49" charset="-122"/>
                      </a:endParaRPr>
                    </a:p>
                  </a:txBody>
                  <a:tcPr anchor="ctr">
                    <a:solidFill>
                      <a:schemeClr val="accent4">
                        <a:lumMod val="20000"/>
                        <a:lumOff val="80000"/>
                      </a:schemeClr>
                    </a:solidFill>
                  </a:tcPr>
                </a:tc>
                <a:extLst>
                  <a:ext uri="{0D108BD9-81ED-4DB2-BD59-A6C34878D82A}">
                    <a16:rowId xmlns:a16="http://schemas.microsoft.com/office/drawing/2014/main" val="10001"/>
                  </a:ext>
                </a:extLst>
              </a:tr>
              <a:tr h="1196112">
                <a:tc vMerge="1">
                  <a:txBody>
                    <a:bodyPr/>
                    <a:lstStyle/>
                    <a:p>
                      <a:endParaRPr lang="zh-CN"/>
                    </a:p>
                  </a:txBody>
                  <a:tcPr/>
                </a:tc>
                <a:tc>
                  <a:txBody>
                    <a:bodyPr/>
                    <a:lstStyle/>
                    <a:p>
                      <a:r>
                        <a:rPr lang="zh-CN" altLang="en-US" sz="1600" b="0" dirty="0">
                          <a:latin typeface="楷体" panose="02010609060101010101" pitchFamily="49" charset="-122"/>
                          <a:ea typeface="楷体" panose="02010609060101010101" pitchFamily="49" charset="-122"/>
                        </a:rPr>
                        <a:t>高级数据</a:t>
                      </a:r>
                      <a:endParaRPr lang="en-US" altLang="zh-CN" sz="1600" b="0" dirty="0">
                        <a:latin typeface="楷体" panose="02010609060101010101" pitchFamily="49" charset="-122"/>
                        <a:ea typeface="楷体" panose="02010609060101010101" pitchFamily="49" charset="-122"/>
                      </a:endParaRPr>
                    </a:p>
                    <a:p>
                      <a:r>
                        <a:rPr lang="en-US" altLang="zh-CN" sz="1600" b="0" dirty="0">
                          <a:latin typeface="楷体" panose="02010609060101010101" pitchFamily="49" charset="-122"/>
                          <a:ea typeface="楷体" panose="02010609060101010101" pitchFamily="49" charset="-122"/>
                        </a:rPr>
                        <a:t>(L3)</a:t>
                      </a:r>
                      <a:endParaRPr lang="zh-CN" altLang="en-US" sz="1600" b="0" dirty="0">
                        <a:latin typeface="楷体" panose="02010609060101010101" pitchFamily="49" charset="-122"/>
                        <a:ea typeface="楷体" panose="02010609060101010101" pitchFamily="49" charset="-122"/>
                      </a:endParaRPr>
                    </a:p>
                  </a:txBody>
                  <a:tcPr anchor="ctr">
                    <a:solidFill>
                      <a:schemeClr val="accent4">
                        <a:lumMod val="20000"/>
                        <a:lumOff val="80000"/>
                      </a:schemeClr>
                    </a:solidFill>
                  </a:tcPr>
                </a:tc>
                <a:tc>
                  <a:txBody>
                    <a:bodyPr/>
                    <a:lstStyle/>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编译后程序、制品、固件等</a:t>
                      </a:r>
                    </a:p>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产品测试类数据</a:t>
                      </a:r>
                    </a:p>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产品生产类数据</a:t>
                      </a:r>
                    </a:p>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项目过程管理文件</a:t>
                      </a:r>
                    </a:p>
                  </a:txBody>
                  <a:tcPr anchor="ctr">
                    <a:solidFill>
                      <a:schemeClr val="accent4">
                        <a:lumMod val="20000"/>
                        <a:lumOff val="80000"/>
                      </a:schemeClr>
                    </a:solidFill>
                  </a:tcPr>
                </a:tc>
                <a:tc>
                  <a:txBody>
                    <a:bodyPr/>
                    <a:lstStyle/>
                    <a:p>
                      <a:pPr marL="285750" indent="-285750" fontAlgn="auto">
                        <a:lnSpc>
                          <a:spcPct val="150000"/>
                        </a:lnSpc>
                        <a:buFont typeface="Arial" panose="020B0604020202020204" pitchFamily="34" charset="0"/>
                        <a:buChar char="•"/>
                      </a:pPr>
                      <a:r>
                        <a:rPr lang="zh-CN" altLang="en-US" sz="1400" dirty="0">
                          <a:solidFill>
                            <a:srgbClr val="000000"/>
                          </a:solidFill>
                          <a:effectLst/>
                          <a:latin typeface="楷体" panose="02010609060101010101" pitchFamily="49" charset="-122"/>
                          <a:ea typeface="楷体" panose="02010609060101010101" pitchFamily="49" charset="-122"/>
                        </a:rPr>
                        <a:t>仅限项目组成员访问；</a:t>
                      </a:r>
                    </a:p>
                    <a:p>
                      <a:pPr marL="285750" marR="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lang="en-GB" altLang="zh-CN" sz="1400" dirty="0">
                          <a:solidFill>
                            <a:srgbClr val="000000"/>
                          </a:solidFill>
                          <a:effectLst/>
                          <a:latin typeface="楷体" panose="02010609060101010101" pitchFamily="49" charset="-122"/>
                          <a:ea typeface="楷体" panose="02010609060101010101" pitchFamily="49" charset="-122"/>
                        </a:rPr>
                        <a:t>L3</a:t>
                      </a:r>
                      <a:r>
                        <a:rPr lang="zh-CN" altLang="en-US" sz="1400" dirty="0">
                          <a:solidFill>
                            <a:srgbClr val="000000"/>
                          </a:solidFill>
                          <a:effectLst/>
                          <a:latin typeface="楷体" panose="02010609060101010101" pitchFamily="49" charset="-122"/>
                          <a:ea typeface="楷体" panose="02010609060101010101" pitchFamily="49" charset="-122"/>
                        </a:rPr>
                        <a:t>及以上敏感数据外发需走“</a:t>
                      </a:r>
                      <a:r>
                        <a:rPr lang="en-GB" altLang="zh-CN" sz="1400" dirty="0">
                          <a:solidFill>
                            <a:srgbClr val="000000"/>
                          </a:solidFill>
                          <a:effectLst/>
                          <a:latin typeface="楷体" panose="02010609060101010101" pitchFamily="49" charset="-122"/>
                          <a:ea typeface="楷体" panose="02010609060101010101" pitchFamily="49" charset="-122"/>
                        </a:rPr>
                        <a:t>OA-</a:t>
                      </a:r>
                      <a:r>
                        <a:rPr lang="zh-CN" altLang="en-US" sz="1400" dirty="0">
                          <a:solidFill>
                            <a:srgbClr val="000000"/>
                          </a:solidFill>
                          <a:effectLst/>
                          <a:latin typeface="楷体" panose="02010609060101010101" pitchFamily="49" charset="-122"/>
                          <a:ea typeface="楷体" panose="02010609060101010101" pitchFamily="49" charset="-122"/>
                        </a:rPr>
                        <a:t>信息安全</a:t>
                      </a:r>
                      <a:r>
                        <a:rPr lang="en-US" altLang="zh-CN" sz="1400" dirty="0">
                          <a:solidFill>
                            <a:srgbClr val="000000"/>
                          </a:solidFill>
                          <a:effectLst/>
                          <a:latin typeface="楷体" panose="02010609060101010101" pitchFamily="49" charset="-122"/>
                          <a:ea typeface="楷体" panose="02010609060101010101" pitchFamily="49" charset="-122"/>
                        </a:rPr>
                        <a:t>-</a:t>
                      </a:r>
                      <a:r>
                        <a:rPr lang="zh-CN" altLang="en-US" sz="1400" dirty="0">
                          <a:solidFill>
                            <a:srgbClr val="000000"/>
                          </a:solidFill>
                          <a:effectLst/>
                          <a:latin typeface="楷体" panose="02010609060101010101" pitchFamily="49" charset="-122"/>
                          <a:ea typeface="楷体" panose="02010609060101010101" pitchFamily="49" charset="-122"/>
                        </a:rPr>
                        <a:t>数据外拷行为报备。</a:t>
                      </a:r>
                      <a:endParaRPr lang="en-US" altLang="zh-CN" sz="1400" dirty="0">
                        <a:solidFill>
                          <a:srgbClr val="000000"/>
                        </a:solidFill>
                        <a:effectLst/>
                        <a:latin typeface="楷体" panose="02010609060101010101" pitchFamily="49" charset="-122"/>
                        <a:ea typeface="楷体" panose="02010609060101010101" pitchFamily="49" charset="-122"/>
                      </a:endParaRPr>
                    </a:p>
                  </a:txBody>
                  <a:tcPr anchor="ctr">
                    <a:solidFill>
                      <a:schemeClr val="accent4">
                        <a:lumMod val="20000"/>
                        <a:lumOff val="80000"/>
                      </a:schemeClr>
                    </a:solidFill>
                  </a:tcPr>
                </a:tc>
                <a:extLst>
                  <a:ext uri="{0D108BD9-81ED-4DB2-BD59-A6C34878D82A}">
                    <a16:rowId xmlns:a16="http://schemas.microsoft.com/office/drawing/2014/main" val="10002"/>
                  </a:ext>
                </a:extLst>
              </a:tr>
              <a:tr h="906466">
                <a:tc vMerge="1">
                  <a:txBody>
                    <a:bodyPr/>
                    <a:lstStyle/>
                    <a:p>
                      <a:endParaRPr lang="zh-CN"/>
                    </a:p>
                  </a:txBody>
                  <a:tcPr/>
                </a:tc>
                <a:tc>
                  <a:txBody>
                    <a:bodyPr/>
                    <a:lstStyle/>
                    <a:p>
                      <a:r>
                        <a:rPr lang="zh-CN" altLang="en-US" sz="1600" b="0" dirty="0">
                          <a:latin typeface="楷体" panose="02010609060101010101" pitchFamily="49" charset="-122"/>
                          <a:ea typeface="楷体" panose="02010609060101010101" pitchFamily="49" charset="-122"/>
                        </a:rPr>
                        <a:t>内部数据</a:t>
                      </a:r>
                      <a:endParaRPr lang="en-US" altLang="zh-CN" sz="1600" b="0" dirty="0">
                        <a:latin typeface="楷体" panose="02010609060101010101" pitchFamily="49" charset="-122"/>
                        <a:ea typeface="楷体" panose="02010609060101010101" pitchFamily="49" charset="-122"/>
                      </a:endParaRPr>
                    </a:p>
                    <a:p>
                      <a:r>
                        <a:rPr lang="en-US" altLang="zh-CN" sz="1600" b="0" dirty="0">
                          <a:latin typeface="楷体" panose="02010609060101010101" pitchFamily="49" charset="-122"/>
                          <a:ea typeface="楷体" panose="02010609060101010101" pitchFamily="49" charset="-122"/>
                        </a:rPr>
                        <a:t>(L2)</a:t>
                      </a:r>
                      <a:endParaRPr lang="zh-CN" altLang="en-US" sz="1600" b="0" dirty="0">
                        <a:latin typeface="楷体" panose="02010609060101010101" pitchFamily="49" charset="-122"/>
                        <a:ea typeface="楷体" panose="02010609060101010101" pitchFamily="49" charset="-122"/>
                      </a:endParaRPr>
                    </a:p>
                  </a:txBody>
                  <a:tcPr anchor="ctr">
                    <a:solidFill>
                      <a:schemeClr val="accent1">
                        <a:lumMod val="20000"/>
                        <a:lumOff val="80000"/>
                      </a:schemeClr>
                    </a:solidFill>
                  </a:tcPr>
                </a:tc>
                <a:tc>
                  <a:txBody>
                    <a:bodyPr/>
                    <a:lstStyle/>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认证报告</a:t>
                      </a:r>
                    </a:p>
                    <a:p>
                      <a:pPr marL="285750" indent="-285750">
                        <a:lnSpc>
                          <a:spcPct val="150000"/>
                        </a:lnSpc>
                        <a:buFont typeface="Arial" panose="020B0604020202020204" pitchFamily="34" charset="0"/>
                        <a:buChar char="•"/>
                      </a:pPr>
                      <a:r>
                        <a:rPr lang="zh-CN" altLang="en-US" sz="1400" dirty="0">
                          <a:solidFill>
                            <a:srgbClr val="000000"/>
                          </a:solidFill>
                          <a:effectLst/>
                          <a:latin typeface="楷体" panose="02010609060101010101" pitchFamily="49" charset="-122"/>
                          <a:ea typeface="楷体" panose="02010609060101010101" pitchFamily="49" charset="-122"/>
                          <a:sym typeface="+mn-ea"/>
                        </a:rPr>
                        <a:t>数据手册</a:t>
                      </a:r>
                    </a:p>
                    <a:p>
                      <a:pPr marL="285750" indent="-285750">
                        <a:lnSpc>
                          <a:spcPct val="150000"/>
                        </a:lnSpc>
                        <a:buFont typeface="Arial" panose="020B0604020202020204" pitchFamily="34" charset="0"/>
                        <a:buChar char="•"/>
                      </a:pPr>
                      <a:r>
                        <a:rPr lang="zh-CN" altLang="en-US" sz="1400" dirty="0">
                          <a:solidFill>
                            <a:srgbClr val="000000"/>
                          </a:solidFill>
                          <a:effectLst/>
                          <a:latin typeface="楷体" panose="02010609060101010101" pitchFamily="49" charset="-122"/>
                          <a:ea typeface="楷体" panose="02010609060101010101" pitchFamily="49" charset="-122"/>
                          <a:sym typeface="+mn-ea"/>
                        </a:rPr>
                        <a:t>协议手册</a:t>
                      </a:r>
                    </a:p>
                  </a:txBody>
                  <a:tcPr anchor="ctr">
                    <a:solidFill>
                      <a:schemeClr val="accent1">
                        <a:lumMod val="20000"/>
                        <a:lumOff val="80000"/>
                      </a:schemeClr>
                    </a:solidFill>
                  </a:tcPr>
                </a:tc>
                <a:tc>
                  <a:txBody>
                    <a:bodyPr/>
                    <a:lstStyle/>
                    <a:p>
                      <a:pPr marL="285750" indent="-285750" algn="l" fontAlgn="ctr">
                        <a:buFont typeface="Arial" panose="020B0604020202020204" pitchFamily="34" charset="0"/>
                        <a:buChar char="•"/>
                      </a:pPr>
                      <a:r>
                        <a:rPr lang="zh-CN" altLang="en-US" sz="1400" b="0" i="0" u="none" strike="noStrike" dirty="0">
                          <a:solidFill>
                            <a:srgbClr val="000000"/>
                          </a:solidFill>
                          <a:effectLst/>
                          <a:latin typeface="楷体" panose="02010609060101010101" pitchFamily="49" charset="-122"/>
                          <a:ea typeface="楷体" panose="02010609060101010101" pitchFamily="49" charset="-122"/>
                        </a:rPr>
                        <a:t>允许公司内部数据流转、分享学习；</a:t>
                      </a:r>
                    </a:p>
                    <a:p>
                      <a:pPr marL="285750" indent="-285750" algn="l" fontAlgn="ctr">
                        <a:buFont typeface="Arial" panose="020B0604020202020204" pitchFamily="34" charset="0"/>
                        <a:buChar char="•"/>
                      </a:pPr>
                      <a:r>
                        <a:rPr lang="zh-CN" altLang="en-US" sz="1400" b="0" i="0" u="none" strike="noStrike" dirty="0">
                          <a:solidFill>
                            <a:srgbClr val="000000"/>
                          </a:solidFill>
                          <a:effectLst/>
                          <a:latin typeface="楷体" panose="02010609060101010101" pitchFamily="49" charset="-122"/>
                          <a:ea typeface="楷体" panose="02010609060101010101" pitchFamily="49" charset="-122"/>
                        </a:rPr>
                        <a:t>允许业务需求，合规渠道直接发送至客户。</a:t>
                      </a:r>
                    </a:p>
                  </a:txBody>
                  <a:tcPr marL="6350" marR="6350" marT="6350" marB="0" anchor="ctr">
                    <a:solidFill>
                      <a:schemeClr val="accent1">
                        <a:lumMod val="20000"/>
                        <a:lumOff val="80000"/>
                      </a:schemeClr>
                    </a:solidFill>
                  </a:tcPr>
                </a:tc>
                <a:extLst>
                  <a:ext uri="{0D108BD9-81ED-4DB2-BD59-A6C34878D82A}">
                    <a16:rowId xmlns:a16="http://schemas.microsoft.com/office/drawing/2014/main" val="10003"/>
                  </a:ext>
                </a:extLst>
              </a:tr>
              <a:tr h="680232">
                <a:tc vMerge="1">
                  <a:txBody>
                    <a:bodyPr/>
                    <a:lstStyle/>
                    <a:p>
                      <a:endParaRPr lang="zh-CN"/>
                    </a:p>
                  </a:txBody>
                  <a:tcPr/>
                </a:tc>
                <a:tc>
                  <a:txBody>
                    <a:bodyPr/>
                    <a:lstStyle/>
                    <a:p>
                      <a:r>
                        <a:rPr lang="zh-CN" altLang="en-US" sz="1600" b="0" dirty="0">
                          <a:latin typeface="楷体" panose="02010609060101010101" pitchFamily="49" charset="-122"/>
                          <a:ea typeface="楷体" panose="02010609060101010101" pitchFamily="49" charset="-122"/>
                        </a:rPr>
                        <a:t>公开数据</a:t>
                      </a:r>
                      <a:endParaRPr lang="en-US" altLang="zh-CN" sz="1600" b="0" dirty="0">
                        <a:latin typeface="楷体" panose="02010609060101010101" pitchFamily="49" charset="-122"/>
                        <a:ea typeface="楷体" panose="02010609060101010101" pitchFamily="49" charset="-122"/>
                      </a:endParaRPr>
                    </a:p>
                    <a:p>
                      <a:r>
                        <a:rPr lang="en-US" altLang="zh-CN" sz="1600" b="0" dirty="0">
                          <a:latin typeface="楷体" panose="02010609060101010101" pitchFamily="49" charset="-122"/>
                          <a:ea typeface="楷体" panose="02010609060101010101" pitchFamily="49" charset="-122"/>
                        </a:rPr>
                        <a:t>(L1)</a:t>
                      </a:r>
                      <a:endParaRPr lang="zh-CN" altLang="en-US" sz="1600" b="0" dirty="0">
                        <a:latin typeface="楷体" panose="02010609060101010101" pitchFamily="49" charset="-122"/>
                        <a:ea typeface="楷体" panose="02010609060101010101" pitchFamily="49" charset="-122"/>
                      </a:endParaRPr>
                    </a:p>
                  </a:txBody>
                  <a:tcPr anchor="ctr">
                    <a:solidFill>
                      <a:schemeClr val="accent6">
                        <a:lumMod val="20000"/>
                        <a:lumOff val="80000"/>
                      </a:schemeClr>
                    </a:solidFill>
                  </a:tcPr>
                </a:tc>
                <a:tc>
                  <a:txBody>
                    <a:bodyPr/>
                    <a:lstStyle/>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宣传彩页等产品宣贯资料</a:t>
                      </a:r>
                    </a:p>
                  </a:txBody>
                  <a:tcPr anchor="ctr">
                    <a:solidFill>
                      <a:schemeClr val="accent6">
                        <a:lumMod val="20000"/>
                        <a:lumOff val="80000"/>
                      </a:schemeClr>
                    </a:solidFill>
                  </a:tcPr>
                </a:tc>
                <a:tc>
                  <a:txBody>
                    <a:bodyPr/>
                    <a:lstStyle/>
                    <a:p>
                      <a:pPr marL="285750" indent="-285750" algn="l">
                        <a:lnSpc>
                          <a:spcPct val="150000"/>
                        </a:lnSpc>
                        <a:buClrTx/>
                        <a:buSzTx/>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允许直接外发、宣传。</a:t>
                      </a:r>
                    </a:p>
                  </a:txBody>
                  <a:tcPr anchor="ctr">
                    <a:solidFill>
                      <a:schemeClr val="accent6">
                        <a:lumMod val="20000"/>
                        <a:lumOff val="80000"/>
                      </a:schemeClr>
                    </a:solidFill>
                  </a:tcPr>
                </a:tc>
                <a:extLst>
                  <a:ext uri="{0D108BD9-81ED-4DB2-BD59-A6C34878D82A}">
                    <a16:rowId xmlns:a16="http://schemas.microsoft.com/office/drawing/2014/main" val="10004"/>
                  </a:ext>
                </a:extLst>
              </a:tr>
            </a:tbl>
          </a:graphicData>
        </a:graphic>
      </p:graphicFrame>
      <p:sp>
        <p:nvSpPr>
          <p:cNvPr id="3" name="文本框 2"/>
          <p:cNvSpPr txBox="1"/>
          <p:nvPr/>
        </p:nvSpPr>
        <p:spPr>
          <a:xfrm>
            <a:off x="509730" y="6084034"/>
            <a:ext cx="10516857" cy="338554"/>
          </a:xfrm>
          <a:prstGeom prst="rect">
            <a:avLst/>
          </a:prstGeom>
          <a:noFill/>
        </p:spPr>
        <p:txBody>
          <a:bodyPr wrap="square">
            <a:spAutoFit/>
          </a:bodyPr>
          <a:lstStyle/>
          <a:p>
            <a:r>
              <a:rPr lang="zh-CN" altLang="en-US" sz="1600" dirty="0">
                <a:latin typeface="KaiTi" panose="02010609060101010101" pitchFamily="49" charset="-122"/>
                <a:ea typeface="KaiTi" panose="02010609060101010101" pitchFamily="49" charset="-122"/>
                <a:cs typeface="微软雅黑" charset="0"/>
              </a:rPr>
              <a:t>一般数据详细管控要求请查阅：</a:t>
            </a:r>
            <a:r>
              <a:rPr lang="en-US" altLang="zh-CN" sz="1600" dirty="0">
                <a:latin typeface="KaiTi" panose="02010609060101010101" pitchFamily="49" charset="-122"/>
                <a:ea typeface="KaiTi" panose="02010609060101010101" pitchFamily="49" charset="-122"/>
                <a:cs typeface="微软雅黑" charset="0"/>
              </a:rPr>
              <a:t>https://</a:t>
            </a:r>
            <a:r>
              <a:rPr lang="en-US" altLang="zh-CN" sz="1600" dirty="0" err="1">
                <a:latin typeface="KaiTi" panose="02010609060101010101" pitchFamily="49" charset="-122"/>
                <a:ea typeface="KaiTi" panose="02010609060101010101" pitchFamily="49" charset="-122"/>
                <a:cs typeface="微软雅黑" charset="0"/>
              </a:rPr>
              <a:t>qianxun.yuque.com</a:t>
            </a:r>
            <a:r>
              <a:rPr lang="en-US" altLang="zh-CN" sz="1600" dirty="0">
                <a:latin typeface="KaiTi" panose="02010609060101010101" pitchFamily="49" charset="-122"/>
                <a:ea typeface="KaiTi" panose="02010609060101010101" pitchFamily="49" charset="-122"/>
                <a:cs typeface="微软雅黑" charset="0"/>
              </a:rPr>
              <a:t>/</a:t>
            </a:r>
            <a:r>
              <a:rPr lang="en-US" altLang="zh-CN" sz="1600" dirty="0" err="1">
                <a:latin typeface="KaiTi" panose="02010609060101010101" pitchFamily="49" charset="-122"/>
                <a:ea typeface="KaiTi" panose="02010609060101010101" pitchFamily="49" charset="-122"/>
                <a:cs typeface="微软雅黑" charset="0"/>
              </a:rPr>
              <a:t>fovbhd</a:t>
            </a:r>
            <a:r>
              <a:rPr lang="en-US" altLang="zh-CN" sz="1600" dirty="0">
                <a:latin typeface="KaiTi" panose="02010609060101010101" pitchFamily="49" charset="-122"/>
                <a:ea typeface="KaiTi" panose="02010609060101010101" pitchFamily="49" charset="-122"/>
                <a:cs typeface="微软雅黑" charset="0"/>
              </a:rPr>
              <a:t>/</a:t>
            </a:r>
            <a:r>
              <a:rPr lang="en-US" altLang="zh-CN" sz="1600" dirty="0" err="1">
                <a:latin typeface="KaiTi" panose="02010609060101010101" pitchFamily="49" charset="-122"/>
                <a:ea typeface="KaiTi" panose="02010609060101010101" pitchFamily="49" charset="-122"/>
                <a:cs typeface="微软雅黑" charset="0"/>
              </a:rPr>
              <a:t>tmngig</a:t>
            </a:r>
            <a:r>
              <a:rPr lang="en-US" altLang="zh-CN" sz="1600" dirty="0">
                <a:latin typeface="KaiTi" panose="02010609060101010101" pitchFamily="49" charset="-122"/>
                <a:ea typeface="KaiTi" panose="02010609060101010101" pitchFamily="49" charset="-122"/>
                <a:cs typeface="微软雅黑" charset="0"/>
              </a:rPr>
              <a:t>/</a:t>
            </a:r>
            <a:r>
              <a:rPr lang="en-US" altLang="zh-CN" sz="1600" dirty="0" err="1">
                <a:latin typeface="KaiTi" panose="02010609060101010101" pitchFamily="49" charset="-122"/>
                <a:ea typeface="KaiTi" panose="02010609060101010101" pitchFamily="49" charset="-122"/>
                <a:cs typeface="微软雅黑" charset="0"/>
              </a:rPr>
              <a:t>txzpgygfrgkpgdwc</a:t>
            </a:r>
            <a:endParaRPr lang="zh-CN" altLang="en-US" sz="1600" dirty="0">
              <a:latin typeface="KaiTi" panose="02010609060101010101" pitchFamily="49" charset="-122"/>
              <a:ea typeface="KaiTi" panose="02010609060101010101" pitchFamily="49" charset="-122"/>
              <a:cs typeface="微软雅黑" charset="0"/>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509731" y="129437"/>
            <a:ext cx="9949361" cy="57150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509731" y="297203"/>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 name="圆角矩形 6"/>
          <p:cNvSpPr/>
          <p:nvPr/>
        </p:nvSpPr>
        <p:spPr>
          <a:xfrm>
            <a:off x="1126489" y="1414349"/>
            <a:ext cx="2573444" cy="445135"/>
          </a:xfrm>
          <a:prstGeom prst="roundRect">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dirty="0">
                <a:latin typeface="Microsoft YaHei" panose="020B0503020204020204" pitchFamily="34" charset="-122"/>
                <a:ea typeface="Microsoft YaHei" panose="020B0503020204020204" pitchFamily="34" charset="-122"/>
              </a:rPr>
              <a:t>一般数据安全管控要点</a:t>
            </a:r>
          </a:p>
        </p:txBody>
      </p:sp>
      <p:sp>
        <p:nvSpPr>
          <p:cNvPr id="3" name="文本框 2"/>
          <p:cNvSpPr txBox="1"/>
          <p:nvPr/>
        </p:nvSpPr>
        <p:spPr>
          <a:xfrm>
            <a:off x="911807" y="2247568"/>
            <a:ext cx="9547285" cy="3323987"/>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KaiTi" panose="02010609060101010101" pitchFamily="49" charset="-122"/>
                <a:ea typeface="KaiTi" panose="02010609060101010101" pitchFamily="49" charset="-122"/>
                <a:cs typeface="微软雅黑" charset="0"/>
              </a:rPr>
              <a:t>核心算法、核心专利需在红区内开展作业；</a:t>
            </a:r>
            <a:endParaRPr lang="en-US" altLang="zh-CN" sz="1600" dirty="0">
              <a:latin typeface="KaiTi" panose="02010609060101010101" pitchFamily="49" charset="-122"/>
              <a:ea typeface="KaiTi" panose="02010609060101010101" pitchFamily="49" charset="-122"/>
              <a:cs typeface="微软雅黑" charset="0"/>
            </a:endParaRPr>
          </a:p>
          <a:p>
            <a:pPr marL="285750" indent="-285750">
              <a:buFont typeface="Arial" panose="020B0604020202020204" pitchFamily="34" charset="0"/>
              <a:buChar char="•"/>
            </a:pPr>
            <a:endParaRPr lang="en-US" altLang="zh-CN" sz="1600" dirty="0">
              <a:latin typeface="KaiTi" panose="02010609060101010101" pitchFamily="49" charset="-122"/>
              <a:ea typeface="KaiTi" panose="02010609060101010101" pitchFamily="49" charset="-122"/>
              <a:cs typeface="微软雅黑" charset="0"/>
            </a:endParaRPr>
          </a:p>
          <a:p>
            <a:pPr marL="285750" indent="-285750">
              <a:buFont typeface="Arial" panose="020B0604020202020204" pitchFamily="34" charset="0"/>
              <a:buChar char="•"/>
            </a:pPr>
            <a:r>
              <a:rPr lang="en-US" altLang="zh-CN" sz="1600" dirty="0">
                <a:latin typeface="KaiTi" panose="02010609060101010101" pitchFamily="49" charset="-122"/>
                <a:ea typeface="KaiTi" panose="02010609060101010101" pitchFamily="49" charset="-122"/>
                <a:cs typeface="微软雅黑" charset="0"/>
              </a:rPr>
              <a:t>L3</a:t>
            </a:r>
            <a:r>
              <a:rPr lang="zh-CN" altLang="en-US" sz="1600" dirty="0">
                <a:latin typeface="KaiTi" panose="02010609060101010101" pitchFamily="49" charset="-122"/>
                <a:ea typeface="KaiTi" panose="02010609060101010101" pitchFamily="49" charset="-122"/>
                <a:cs typeface="微软雅黑" charset="0"/>
              </a:rPr>
              <a:t>、</a:t>
            </a:r>
            <a:r>
              <a:rPr lang="en-US" altLang="zh-CN" sz="1600" dirty="0">
                <a:latin typeface="KaiTi" panose="02010609060101010101" pitchFamily="49" charset="-122"/>
                <a:ea typeface="KaiTi" panose="02010609060101010101" pitchFamily="49" charset="-122"/>
                <a:cs typeface="微软雅黑" charset="0"/>
              </a:rPr>
              <a:t>L4</a:t>
            </a:r>
            <a:r>
              <a:rPr lang="zh-CN" altLang="en-US" sz="1600" dirty="0">
                <a:latin typeface="KaiTi" panose="02010609060101010101" pitchFamily="49" charset="-122"/>
                <a:ea typeface="KaiTi" panose="02010609060101010101" pitchFamily="49" charset="-122"/>
                <a:cs typeface="微软雅黑" charset="0"/>
              </a:rPr>
              <a:t>及以上敏感数据外发需走</a:t>
            </a:r>
            <a:r>
              <a:rPr lang="zh-CN" altLang="en-US" sz="1600" dirty="0">
                <a:effectLst/>
                <a:latin typeface="KaiTi" panose="02010609060101010101" pitchFamily="49" charset="-122"/>
                <a:ea typeface="KaiTi" panose="02010609060101010101" pitchFamily="49" charset="-122"/>
                <a:cs typeface="微软雅黑" charset="0"/>
              </a:rPr>
              <a:t>“</a:t>
            </a:r>
            <a:r>
              <a:rPr lang="en-US" altLang="zh-CN" sz="1600" dirty="0">
                <a:effectLst/>
                <a:latin typeface="KaiTi" panose="02010609060101010101" pitchFamily="49" charset="-122"/>
                <a:ea typeface="KaiTi" panose="02010609060101010101" pitchFamily="49" charset="-122"/>
                <a:cs typeface="微软雅黑" charset="0"/>
              </a:rPr>
              <a:t>OA-</a:t>
            </a:r>
            <a:r>
              <a:rPr lang="zh-CN" altLang="en-US" sz="1600" dirty="0">
                <a:effectLst/>
                <a:latin typeface="KaiTi" panose="02010609060101010101" pitchFamily="49" charset="-122"/>
                <a:ea typeface="KaiTi" panose="02010609060101010101" pitchFamily="49" charset="-122"/>
                <a:cs typeface="微软雅黑" charset="0"/>
              </a:rPr>
              <a:t>信息安全</a:t>
            </a:r>
            <a:r>
              <a:rPr lang="en-US" altLang="zh-CN" sz="1600" dirty="0">
                <a:effectLst/>
                <a:latin typeface="KaiTi" panose="02010609060101010101" pitchFamily="49" charset="-122"/>
                <a:ea typeface="KaiTi" panose="02010609060101010101" pitchFamily="49" charset="-122"/>
                <a:cs typeface="微软雅黑" charset="0"/>
              </a:rPr>
              <a:t>-</a:t>
            </a:r>
            <a:r>
              <a:rPr lang="zh-CN" altLang="en-US" sz="1600" dirty="0">
                <a:effectLst/>
                <a:latin typeface="KaiTi" panose="02010609060101010101" pitchFamily="49" charset="-122"/>
                <a:ea typeface="KaiTi" panose="02010609060101010101" pitchFamily="49" charset="-122"/>
                <a:cs typeface="微软雅黑" charset="0"/>
              </a:rPr>
              <a:t>数据外拷行为报备”；</a:t>
            </a:r>
            <a:endParaRPr lang="en-US" altLang="zh-CN" sz="1600" dirty="0">
              <a:effectLst/>
              <a:latin typeface="KaiTi" panose="02010609060101010101" pitchFamily="49" charset="-122"/>
              <a:ea typeface="KaiTi" panose="02010609060101010101" pitchFamily="49" charset="-122"/>
              <a:cs typeface="微软雅黑" charset="0"/>
            </a:endParaRPr>
          </a:p>
          <a:p>
            <a:pPr marL="285750" indent="-285750">
              <a:buFont typeface="Arial" panose="020B0604020202020204" pitchFamily="34" charset="0"/>
              <a:buChar char="•"/>
            </a:pPr>
            <a:endParaRPr lang="en-US" altLang="zh-CN" sz="1600" dirty="0">
              <a:latin typeface="KaiTi" panose="02010609060101010101" pitchFamily="49" charset="-122"/>
              <a:ea typeface="KaiTi" panose="02010609060101010101" pitchFamily="49" charset="-122"/>
              <a:cs typeface="微软雅黑" charset="0"/>
            </a:endParaRPr>
          </a:p>
          <a:p>
            <a:pPr marL="285750" indent="-285750">
              <a:buFont typeface="Arial" panose="020B0604020202020204" pitchFamily="34" charset="0"/>
              <a:buChar char="•"/>
            </a:pPr>
            <a:r>
              <a:rPr lang="zh-CN" altLang="en-US" sz="1600" dirty="0">
                <a:latin typeface="KaiTi" panose="02010609060101010101" pitchFamily="49" charset="-122"/>
                <a:ea typeface="KaiTi" panose="02010609060101010101" pitchFamily="49" charset="-122"/>
                <a:cs typeface="微软雅黑" charset="0"/>
              </a:rPr>
              <a:t>未经安全评审，禁止私自暴露</a:t>
            </a:r>
            <a:r>
              <a:rPr lang="en-US" altLang="zh-CN" sz="1600" dirty="0">
                <a:latin typeface="KaiTi" panose="02010609060101010101" pitchFamily="49" charset="-122"/>
                <a:ea typeface="KaiTi" panose="02010609060101010101" pitchFamily="49" charset="-122"/>
                <a:cs typeface="微软雅黑" charset="0"/>
              </a:rPr>
              <a:t>L3</a:t>
            </a:r>
            <a:r>
              <a:rPr lang="zh-CN" altLang="en-US" sz="1600" dirty="0">
                <a:latin typeface="KaiTi" panose="02010609060101010101" pitchFamily="49" charset="-122"/>
                <a:ea typeface="KaiTi" panose="02010609060101010101" pitchFamily="49" charset="-122"/>
                <a:cs typeface="微软雅黑" charset="0"/>
              </a:rPr>
              <a:t>、</a:t>
            </a:r>
            <a:r>
              <a:rPr lang="en-US" altLang="zh-CN" sz="1600" dirty="0">
                <a:latin typeface="KaiTi" panose="02010609060101010101" pitchFamily="49" charset="-122"/>
                <a:ea typeface="KaiTi" panose="02010609060101010101" pitchFamily="49" charset="-122"/>
                <a:cs typeface="微软雅黑" charset="0"/>
              </a:rPr>
              <a:t>L4</a:t>
            </a:r>
            <a:r>
              <a:rPr lang="zh-CN" altLang="en-US" sz="1600" dirty="0">
                <a:latin typeface="KaiTi" panose="02010609060101010101" pitchFamily="49" charset="-122"/>
                <a:ea typeface="KaiTi" panose="02010609060101010101" pitchFamily="49" charset="-122"/>
                <a:cs typeface="微软雅黑" charset="0"/>
              </a:rPr>
              <a:t>及以上敏感数据在互联网；</a:t>
            </a:r>
            <a:endParaRPr lang="en-US" altLang="zh-CN" sz="1600" dirty="0">
              <a:latin typeface="KaiTi" panose="02010609060101010101" pitchFamily="49" charset="-122"/>
              <a:ea typeface="KaiTi" panose="02010609060101010101" pitchFamily="49" charset="-122"/>
              <a:cs typeface="微软雅黑" charset="0"/>
            </a:endParaRPr>
          </a:p>
          <a:p>
            <a:endParaRPr lang="en-US" altLang="zh-CN" sz="1600" dirty="0">
              <a:latin typeface="KaiTi" panose="02010609060101010101" pitchFamily="49" charset="-122"/>
              <a:ea typeface="KaiTi" panose="02010609060101010101" pitchFamily="49" charset="-122"/>
              <a:cs typeface="微软雅黑" charset="0"/>
            </a:endParaRPr>
          </a:p>
          <a:p>
            <a:pPr marL="285750" indent="-285750">
              <a:buFont typeface="Arial" panose="020B0604020202020204" pitchFamily="34" charset="0"/>
              <a:buChar char="•"/>
            </a:pPr>
            <a:r>
              <a:rPr lang="zh-CN" altLang="en-US" sz="1600" dirty="0">
                <a:latin typeface="KaiTi" panose="02010609060101010101" pitchFamily="49" charset="-122"/>
                <a:ea typeface="KaiTi" panose="02010609060101010101" pitchFamily="49" charset="-122"/>
                <a:cs typeface="微软雅黑" charset="0"/>
              </a:rPr>
              <a:t>和外部客户交互</a:t>
            </a:r>
            <a:r>
              <a:rPr lang="en-US" altLang="zh-CN" sz="1600" dirty="0">
                <a:latin typeface="KaiTi" panose="02010609060101010101" pitchFamily="49" charset="-122"/>
                <a:ea typeface="KaiTi" panose="02010609060101010101" pitchFamily="49" charset="-122"/>
                <a:cs typeface="微软雅黑" charset="0"/>
              </a:rPr>
              <a:t>L3</a:t>
            </a:r>
            <a:r>
              <a:rPr lang="zh-CN" altLang="en-US" sz="1600" dirty="0">
                <a:latin typeface="KaiTi" panose="02010609060101010101" pitchFamily="49" charset="-122"/>
                <a:ea typeface="KaiTi" panose="02010609060101010101" pitchFamily="49" charset="-122"/>
                <a:cs typeface="微软雅黑" charset="0"/>
              </a:rPr>
              <a:t>、</a:t>
            </a:r>
            <a:r>
              <a:rPr lang="en-US" altLang="zh-CN" sz="1600" dirty="0">
                <a:latin typeface="KaiTi" panose="02010609060101010101" pitchFamily="49" charset="-122"/>
                <a:ea typeface="KaiTi" panose="02010609060101010101" pitchFamily="49" charset="-122"/>
                <a:cs typeface="微软雅黑" charset="0"/>
              </a:rPr>
              <a:t>L4</a:t>
            </a:r>
            <a:r>
              <a:rPr lang="zh-CN" altLang="en-US" sz="1600" dirty="0">
                <a:latin typeface="KaiTi" panose="02010609060101010101" pitchFamily="49" charset="-122"/>
                <a:ea typeface="KaiTi" panose="02010609060101010101" pitchFamily="49" charset="-122"/>
                <a:cs typeface="微软雅黑" charset="0"/>
              </a:rPr>
              <a:t>及以上敏感数据需要签署保密协议；</a:t>
            </a:r>
            <a:endParaRPr lang="en-US" altLang="zh-CN" sz="1600" dirty="0">
              <a:latin typeface="KaiTi" panose="02010609060101010101" pitchFamily="49" charset="-122"/>
              <a:ea typeface="KaiTi" panose="02010609060101010101" pitchFamily="49" charset="-122"/>
              <a:cs typeface="微软雅黑" charset="0"/>
            </a:endParaRPr>
          </a:p>
          <a:p>
            <a:pPr marL="285750" indent="-285750">
              <a:buFont typeface="Arial" panose="020B0604020202020204" pitchFamily="34" charset="0"/>
              <a:buChar char="•"/>
            </a:pPr>
            <a:endParaRPr lang="en-US" altLang="zh-CN" sz="1600" dirty="0">
              <a:latin typeface="KaiTi" panose="02010609060101010101" pitchFamily="49" charset="-122"/>
              <a:ea typeface="KaiTi" panose="02010609060101010101" pitchFamily="49" charset="-122"/>
              <a:cs typeface="微软雅黑" charset="0"/>
            </a:endParaRPr>
          </a:p>
          <a:p>
            <a:pPr marL="285750" indent="-285750">
              <a:buFont typeface="Arial" panose="020B0604020202020204" pitchFamily="34" charset="0"/>
              <a:buChar char="•"/>
            </a:pPr>
            <a:r>
              <a:rPr lang="zh-CN" altLang="en-US" sz="1600" dirty="0">
                <a:latin typeface="KaiTi" panose="02010609060101010101" pitchFamily="49" charset="-122"/>
                <a:ea typeface="KaiTi" panose="02010609060101010101" pitchFamily="49" charset="-122"/>
                <a:cs typeface="微软雅黑" charset="0"/>
              </a:rPr>
              <a:t>员工在公司生产的所有数据，属于公司所有；</a:t>
            </a:r>
            <a:endParaRPr lang="en-US" altLang="zh-CN" sz="1600" dirty="0">
              <a:latin typeface="KaiTi" panose="02010609060101010101" pitchFamily="49" charset="-122"/>
              <a:ea typeface="KaiTi" panose="02010609060101010101" pitchFamily="49" charset="-122"/>
              <a:cs typeface="微软雅黑" charset="0"/>
            </a:endParaRPr>
          </a:p>
          <a:p>
            <a:pPr marL="285750" indent="-285750">
              <a:buFont typeface="Arial" panose="020B0604020202020204" pitchFamily="34" charset="0"/>
              <a:buChar char="•"/>
            </a:pPr>
            <a:endParaRPr lang="en-US" altLang="zh-CN" sz="1600" dirty="0">
              <a:latin typeface="KaiTi" panose="02010609060101010101" pitchFamily="49" charset="-122"/>
              <a:ea typeface="KaiTi" panose="02010609060101010101" pitchFamily="49" charset="-122"/>
              <a:cs typeface="微软雅黑" charset="0"/>
            </a:endParaRPr>
          </a:p>
          <a:p>
            <a:pPr marL="285750" indent="-285750">
              <a:buFont typeface="Arial" panose="020B0604020202020204" pitchFamily="34" charset="0"/>
              <a:buChar char="•"/>
            </a:pPr>
            <a:r>
              <a:rPr lang="zh-CN" altLang="en-US" sz="1600" dirty="0">
                <a:effectLst/>
                <a:latin typeface="KaiTi" panose="02010609060101010101" pitchFamily="49" charset="-122"/>
                <a:ea typeface="KaiTi" panose="02010609060101010101" pitchFamily="49" charset="-122"/>
              </a:rPr>
              <a:t>谨慎处理带有“内部”、“机密”、”秘密“等字眼的国家秘密文件，禁止在互联网及其他公共信息网络或者有线和无线通信中传递国家秘密。</a:t>
            </a:r>
            <a:endParaRPr lang="en-US" altLang="zh-CN" dirty="0">
              <a:latin typeface="微软雅黑" charset="0"/>
              <a:ea typeface="微软雅黑" charset="0"/>
              <a:cs typeface="微软雅黑" charset="0"/>
            </a:endParaRPr>
          </a:p>
          <a:p>
            <a:pPr marL="285750" indent="-285750">
              <a:buFont typeface="Arial" panose="020B0604020202020204" pitchFamily="34" charset="0"/>
              <a:buChar char="•"/>
            </a:pPr>
            <a:endParaRPr lang="en-US" altLang="zh-CN" dirty="0">
              <a:latin typeface="微软雅黑" charset="0"/>
              <a:ea typeface="微软雅黑" charset="0"/>
              <a:cs typeface="微软雅黑" charset="0"/>
            </a:endParaRPr>
          </a:p>
        </p:txBody>
      </p:sp>
      <p:sp>
        <p:nvSpPr>
          <p:cNvPr id="6" name="文本框 5"/>
          <p:cNvSpPr txBox="1"/>
          <p:nvPr/>
        </p:nvSpPr>
        <p:spPr>
          <a:xfrm>
            <a:off x="911734" y="-311"/>
            <a:ext cx="4347665" cy="830997"/>
          </a:xfrm>
          <a:prstGeom prst="rect">
            <a:avLst/>
          </a:prstGeom>
          <a:noFill/>
        </p:spPr>
        <p:txBody>
          <a:bodyPr wrap="none" rtlCol="0">
            <a:spAutoFit/>
          </a:bodyPr>
          <a:lstStyle/>
          <a:p>
            <a:r>
              <a:rPr kumimoji="1" lang="zh-CN" altLang="en-US" sz="3200" dirty="0">
                <a:solidFill>
                  <a:srgbClr val="0045D4"/>
                </a:solidFill>
                <a:latin typeface="微软雅黑" panose="020B0503020204020204" pitchFamily="34" charset="-122"/>
                <a:ea typeface="微软雅黑" panose="020B0503020204020204" pitchFamily="34" charset="-122"/>
              </a:rPr>
              <a:t>数据分类分级 </a:t>
            </a:r>
            <a:r>
              <a:rPr kumimoji="1" lang="en-US" altLang="zh-CN" sz="4800" dirty="0">
                <a:solidFill>
                  <a:srgbClr val="0045D4"/>
                </a:solidFill>
                <a:latin typeface="微软雅黑" panose="020B0503020204020204" pitchFamily="34" charset="-122"/>
                <a:ea typeface="微软雅黑" panose="020B0503020204020204" pitchFamily="34" charset="-122"/>
              </a:rPr>
              <a:t>|</a:t>
            </a:r>
            <a:r>
              <a:rPr kumimoji="1" lang="zh-CN" altLang="en-US" sz="4800" dirty="0">
                <a:solidFill>
                  <a:srgbClr val="0045D4"/>
                </a:solidFill>
                <a:latin typeface="微软雅黑" panose="020B0503020204020204" pitchFamily="34" charset="-122"/>
                <a:ea typeface="微软雅黑" panose="020B0503020204020204" pitchFamily="34" charset="-122"/>
              </a:rPr>
              <a:t> </a:t>
            </a:r>
            <a:r>
              <a:rPr kumimoji="1" lang="zh-CN" altLang="en-US" sz="2400" dirty="0">
                <a:solidFill>
                  <a:srgbClr val="0045D4"/>
                </a:solidFill>
                <a:latin typeface="微软雅黑" panose="020B0503020204020204" pitchFamily="34" charset="-122"/>
                <a:ea typeface="微软雅黑" panose="020B0503020204020204" pitchFamily="34" charset="-122"/>
              </a:rPr>
              <a:t>一般数据</a:t>
            </a:r>
            <a:endParaRPr kumimoji="1" lang="zh-CN" altLang="en-US" sz="3200" dirty="0">
              <a:solidFill>
                <a:srgbClr val="0045D4"/>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698500" y="142240"/>
            <a:ext cx="10807065" cy="57150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 name="标题 1"/>
          <p:cNvSpPr>
            <a:spLocks noGrp="1"/>
          </p:cNvSpPr>
          <p:nvPr>
            <p:ph type="title"/>
            <p:custDataLst>
              <p:tags r:id="rId2"/>
            </p:custDataLst>
          </p:nvPr>
        </p:nvSpPr>
        <p:spPr>
          <a:xfrm>
            <a:off x="1346200" y="254635"/>
            <a:ext cx="9675495" cy="459740"/>
          </a:xfrm>
        </p:spPr>
        <p:txBody>
          <a:bodyPr wrap="square">
            <a:normAutofit fontScale="90000"/>
          </a:bodyPr>
          <a:lstStyle/>
          <a:p>
            <a:r>
              <a:rPr lang="zh-CN" altLang="en-US" sz="3555" dirty="0">
                <a:solidFill>
                  <a:srgbClr val="1856D7"/>
                </a:solidFill>
                <a:latin typeface="微软雅黑" charset="0"/>
                <a:ea typeface="微软雅黑" charset="0"/>
                <a:cs typeface="微软雅黑" charset="0"/>
              </a:rPr>
              <a:t>数据分类分级 | </a:t>
            </a:r>
            <a:r>
              <a:rPr lang="zh-CN" altLang="en-US" sz="2665" dirty="0">
                <a:solidFill>
                  <a:srgbClr val="1856D7"/>
                </a:solidFill>
                <a:latin typeface="微软雅黑" charset="0"/>
                <a:ea typeface="微软雅黑" charset="0"/>
                <a:cs typeface="微软雅黑" charset="0"/>
              </a:rPr>
              <a:t>数据管控原则</a:t>
            </a:r>
          </a:p>
        </p:txBody>
      </p:sp>
      <p:sp>
        <p:nvSpPr>
          <p:cNvPr id="7" name="任意多边形 6"/>
          <p:cNvSpPr/>
          <p:nvPr>
            <p:custDataLst>
              <p:tags r:id="rId3"/>
            </p:custDataLst>
          </p:nvPr>
        </p:nvSpPr>
        <p:spPr>
          <a:xfrm>
            <a:off x="945222" y="3017521"/>
            <a:ext cx="5036185" cy="1383665"/>
          </a:xfrm>
          <a:custGeom>
            <a:avLst/>
            <a:gdLst>
              <a:gd name="adj" fmla="val 1098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7931" h="2179">
                <a:moveTo>
                  <a:pt x="2189" y="0"/>
                </a:moveTo>
                <a:lnTo>
                  <a:pt x="2366" y="0"/>
                </a:lnTo>
                <a:cubicBezTo>
                  <a:pt x="2370" y="0"/>
                  <a:pt x="2374" y="0"/>
                  <a:pt x="2378" y="0"/>
                </a:cubicBezTo>
                <a:lnTo>
                  <a:pt x="2388" y="1"/>
                </a:lnTo>
                <a:lnTo>
                  <a:pt x="5310" y="1"/>
                </a:lnTo>
                <a:lnTo>
                  <a:pt x="7688" y="1"/>
                </a:lnTo>
                <a:cubicBezTo>
                  <a:pt x="7822" y="1"/>
                  <a:pt x="7931" y="108"/>
                  <a:pt x="7931" y="241"/>
                </a:cubicBezTo>
                <a:lnTo>
                  <a:pt x="7931" y="1939"/>
                </a:lnTo>
                <a:cubicBezTo>
                  <a:pt x="7931" y="2072"/>
                  <a:pt x="7822" y="2179"/>
                  <a:pt x="7688" y="2179"/>
                </a:cubicBezTo>
                <a:lnTo>
                  <a:pt x="5310" y="2179"/>
                </a:lnTo>
                <a:lnTo>
                  <a:pt x="2189" y="2179"/>
                </a:lnTo>
                <a:lnTo>
                  <a:pt x="243" y="2179"/>
                </a:lnTo>
                <a:cubicBezTo>
                  <a:pt x="109" y="2179"/>
                  <a:pt x="0" y="2072"/>
                  <a:pt x="0" y="1939"/>
                </a:cubicBezTo>
                <a:lnTo>
                  <a:pt x="0" y="1689"/>
                </a:lnTo>
                <a:lnTo>
                  <a:pt x="27" y="1693"/>
                </a:lnTo>
                <a:cubicBezTo>
                  <a:pt x="58" y="1698"/>
                  <a:pt x="90" y="1701"/>
                  <a:pt x="123" y="1701"/>
                </a:cubicBezTo>
                <a:cubicBezTo>
                  <a:pt x="468" y="1701"/>
                  <a:pt x="747" y="1425"/>
                  <a:pt x="747" y="1084"/>
                </a:cubicBezTo>
                <a:cubicBezTo>
                  <a:pt x="747" y="744"/>
                  <a:pt x="468" y="468"/>
                  <a:pt x="123" y="468"/>
                </a:cubicBezTo>
                <a:cubicBezTo>
                  <a:pt x="90" y="468"/>
                  <a:pt x="58" y="471"/>
                  <a:pt x="27" y="476"/>
                </a:cubicBezTo>
                <a:lnTo>
                  <a:pt x="0" y="479"/>
                </a:lnTo>
                <a:lnTo>
                  <a:pt x="0" y="241"/>
                </a:lnTo>
                <a:cubicBezTo>
                  <a:pt x="0" y="108"/>
                  <a:pt x="109" y="1"/>
                  <a:pt x="243" y="1"/>
                </a:cubicBezTo>
                <a:lnTo>
                  <a:pt x="2189" y="1"/>
                </a:lnTo>
                <a:lnTo>
                  <a:pt x="2189" y="0"/>
                </a:lnTo>
                <a:close/>
              </a:path>
            </a:pathLst>
          </a:custGeom>
          <a:solidFill>
            <a:schemeClr val="tx1">
              <a:lumMod val="40000"/>
              <a:lumOff val="60000"/>
              <a:alpha val="15000"/>
            </a:schemeClr>
          </a:solidFill>
          <a:ln w="6350">
            <a:solidFill>
              <a:schemeClr val="lt1">
                <a:lumMod val="100000"/>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03580" tIns="61202" rIns="163195" bIns="61836" rtlCol="0" anchor="ctr">
            <a:noAutofit/>
          </a:bodyPr>
          <a:lstStyle/>
          <a:p>
            <a:pPr>
              <a:lnSpc>
                <a:spcPct val="150000"/>
              </a:lnSpc>
            </a:pPr>
            <a:r>
              <a:rPr lang="zh-CN" altLang="zh-CN" dirty="0">
                <a:solidFill>
                  <a:schemeClr val="tx1"/>
                </a:solidFill>
                <a:latin typeface="KaiTi" panose="02010609060101010101" pitchFamily="49" charset="-122"/>
                <a:ea typeface="KaiTi" panose="02010609060101010101" pitchFamily="49" charset="-122"/>
                <a:cs typeface="微软雅黑" charset="0"/>
                <a:sym typeface="+mn-ea"/>
              </a:rPr>
              <a:t>数据外发原则：采取“最小范围”原则。仅限于当前业务需求最小数据范围，业务必要性外发数据，且需要瑶光阁报备审批。</a:t>
            </a:r>
          </a:p>
        </p:txBody>
      </p:sp>
      <p:sp>
        <p:nvSpPr>
          <p:cNvPr id="9" name="任意多边形 8"/>
          <p:cNvSpPr/>
          <p:nvPr>
            <p:custDataLst>
              <p:tags r:id="rId4"/>
            </p:custDataLst>
          </p:nvPr>
        </p:nvSpPr>
        <p:spPr>
          <a:xfrm>
            <a:off x="945222" y="1357631"/>
            <a:ext cx="5036185" cy="1384300"/>
          </a:xfrm>
          <a:custGeom>
            <a:avLst/>
            <a:gdLst>
              <a:gd name="adj" fmla="val 1098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7931" h="2180">
                <a:moveTo>
                  <a:pt x="243" y="0"/>
                </a:moveTo>
                <a:lnTo>
                  <a:pt x="5310" y="0"/>
                </a:lnTo>
                <a:lnTo>
                  <a:pt x="5310" y="2"/>
                </a:lnTo>
                <a:lnTo>
                  <a:pt x="7688" y="2"/>
                </a:lnTo>
                <a:cubicBezTo>
                  <a:pt x="7822" y="2"/>
                  <a:pt x="7931" y="109"/>
                  <a:pt x="7931" y="242"/>
                </a:cubicBezTo>
                <a:lnTo>
                  <a:pt x="7931" y="1940"/>
                </a:lnTo>
                <a:cubicBezTo>
                  <a:pt x="7931" y="2073"/>
                  <a:pt x="7822" y="2180"/>
                  <a:pt x="7688" y="2180"/>
                </a:cubicBezTo>
                <a:lnTo>
                  <a:pt x="2189" y="2180"/>
                </a:lnTo>
                <a:lnTo>
                  <a:pt x="2189" y="2178"/>
                </a:lnTo>
                <a:lnTo>
                  <a:pt x="243" y="2178"/>
                </a:lnTo>
                <a:cubicBezTo>
                  <a:pt x="109" y="2178"/>
                  <a:pt x="0" y="2071"/>
                  <a:pt x="0" y="1938"/>
                </a:cubicBezTo>
                <a:lnTo>
                  <a:pt x="0" y="1688"/>
                </a:lnTo>
                <a:lnTo>
                  <a:pt x="27" y="1692"/>
                </a:lnTo>
                <a:cubicBezTo>
                  <a:pt x="58" y="1697"/>
                  <a:pt x="90" y="1700"/>
                  <a:pt x="123" y="1700"/>
                </a:cubicBezTo>
                <a:cubicBezTo>
                  <a:pt x="468" y="1700"/>
                  <a:pt x="747" y="1424"/>
                  <a:pt x="747" y="1083"/>
                </a:cubicBezTo>
                <a:cubicBezTo>
                  <a:pt x="747" y="743"/>
                  <a:pt x="468" y="467"/>
                  <a:pt x="123" y="467"/>
                </a:cubicBezTo>
                <a:cubicBezTo>
                  <a:pt x="90" y="467"/>
                  <a:pt x="58" y="470"/>
                  <a:pt x="27" y="475"/>
                </a:cubicBezTo>
                <a:lnTo>
                  <a:pt x="0" y="478"/>
                </a:lnTo>
                <a:lnTo>
                  <a:pt x="0" y="240"/>
                </a:lnTo>
                <a:cubicBezTo>
                  <a:pt x="0" y="107"/>
                  <a:pt x="109" y="0"/>
                  <a:pt x="243" y="0"/>
                </a:cubicBezTo>
                <a:close/>
              </a:path>
            </a:pathLst>
          </a:custGeom>
          <a:solidFill>
            <a:schemeClr val="tx1">
              <a:lumMod val="40000"/>
              <a:lumOff val="60000"/>
              <a:alpha val="15000"/>
            </a:schemeClr>
          </a:solidFill>
          <a:ln w="6350">
            <a:solidFill>
              <a:schemeClr val="lt1">
                <a:lumMod val="100000"/>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03580" tIns="61202" rIns="163195" bIns="61836" rtlCol="0" anchor="ctr">
            <a:noAutofit/>
          </a:bodyPr>
          <a:lstStyle/>
          <a:p>
            <a:pPr>
              <a:lnSpc>
                <a:spcPct val="150000"/>
              </a:lnSpc>
            </a:pPr>
            <a:r>
              <a:rPr lang="zh-CN" altLang="zh-CN" dirty="0">
                <a:solidFill>
                  <a:schemeClr val="tx1"/>
                </a:solidFill>
                <a:latin typeface="KaiTi" panose="02010609060101010101" pitchFamily="49" charset="-122"/>
                <a:ea typeface="KaiTi" panose="02010609060101010101" pitchFamily="49" charset="-122"/>
                <a:cs typeface="微软雅黑" charset="0"/>
                <a:sym typeface="+mn-ea"/>
              </a:rPr>
              <a:t>数据定级原则：采取“就高从严”原则。如，数据集含L4数据、L3数据，则此数据集定级L4等级。</a:t>
            </a:r>
          </a:p>
        </p:txBody>
      </p:sp>
      <p:sp>
        <p:nvSpPr>
          <p:cNvPr id="10" name="任意多边形 9"/>
          <p:cNvSpPr/>
          <p:nvPr>
            <p:custDataLst>
              <p:tags r:id="rId5"/>
            </p:custDataLst>
          </p:nvPr>
        </p:nvSpPr>
        <p:spPr>
          <a:xfrm>
            <a:off x="6468452" y="1357631"/>
            <a:ext cx="5036185" cy="1384300"/>
          </a:xfrm>
          <a:custGeom>
            <a:avLst/>
            <a:gdLst>
              <a:gd name="adj" fmla="val 1098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7931" h="2180">
                <a:moveTo>
                  <a:pt x="243" y="0"/>
                </a:moveTo>
                <a:lnTo>
                  <a:pt x="5310" y="0"/>
                </a:lnTo>
                <a:lnTo>
                  <a:pt x="5310" y="2"/>
                </a:lnTo>
                <a:lnTo>
                  <a:pt x="7688" y="2"/>
                </a:lnTo>
                <a:cubicBezTo>
                  <a:pt x="7822" y="2"/>
                  <a:pt x="7931" y="109"/>
                  <a:pt x="7931" y="242"/>
                </a:cubicBezTo>
                <a:lnTo>
                  <a:pt x="7931" y="1940"/>
                </a:lnTo>
                <a:cubicBezTo>
                  <a:pt x="7931" y="2073"/>
                  <a:pt x="7822" y="2180"/>
                  <a:pt x="7688" y="2180"/>
                </a:cubicBezTo>
                <a:lnTo>
                  <a:pt x="2189" y="2180"/>
                </a:lnTo>
                <a:lnTo>
                  <a:pt x="2189" y="2178"/>
                </a:lnTo>
                <a:lnTo>
                  <a:pt x="243" y="2178"/>
                </a:lnTo>
                <a:cubicBezTo>
                  <a:pt x="109" y="2178"/>
                  <a:pt x="0" y="2071"/>
                  <a:pt x="0" y="1938"/>
                </a:cubicBezTo>
                <a:lnTo>
                  <a:pt x="0" y="1688"/>
                </a:lnTo>
                <a:lnTo>
                  <a:pt x="27" y="1692"/>
                </a:lnTo>
                <a:cubicBezTo>
                  <a:pt x="58" y="1697"/>
                  <a:pt x="90" y="1700"/>
                  <a:pt x="123" y="1700"/>
                </a:cubicBezTo>
                <a:cubicBezTo>
                  <a:pt x="468" y="1700"/>
                  <a:pt x="747" y="1424"/>
                  <a:pt x="747" y="1083"/>
                </a:cubicBezTo>
                <a:cubicBezTo>
                  <a:pt x="747" y="743"/>
                  <a:pt x="468" y="467"/>
                  <a:pt x="123" y="467"/>
                </a:cubicBezTo>
                <a:cubicBezTo>
                  <a:pt x="90" y="467"/>
                  <a:pt x="58" y="470"/>
                  <a:pt x="27" y="475"/>
                </a:cubicBezTo>
                <a:lnTo>
                  <a:pt x="0" y="478"/>
                </a:lnTo>
                <a:lnTo>
                  <a:pt x="0" y="240"/>
                </a:lnTo>
                <a:cubicBezTo>
                  <a:pt x="0" y="107"/>
                  <a:pt x="109" y="0"/>
                  <a:pt x="243" y="0"/>
                </a:cubicBezTo>
                <a:close/>
              </a:path>
            </a:pathLst>
          </a:custGeom>
          <a:solidFill>
            <a:schemeClr val="tx1">
              <a:lumMod val="40000"/>
              <a:lumOff val="60000"/>
              <a:alpha val="15000"/>
            </a:schemeClr>
          </a:solidFill>
          <a:ln w="6350">
            <a:solidFill>
              <a:schemeClr val="lt1">
                <a:lumMod val="100000"/>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03580" tIns="61202" rIns="163195" bIns="61836" rtlCol="0" anchor="ctr">
            <a:noAutofit/>
          </a:bodyPr>
          <a:lstStyle/>
          <a:p>
            <a:pPr>
              <a:lnSpc>
                <a:spcPct val="150000"/>
              </a:lnSpc>
            </a:pPr>
            <a:r>
              <a:rPr lang="zh-CN" altLang="zh-CN" dirty="0">
                <a:solidFill>
                  <a:schemeClr val="tx1"/>
                </a:solidFill>
                <a:latin typeface="KaiTi" panose="02010609060101010101" pitchFamily="49" charset="-122"/>
                <a:ea typeface="KaiTi" panose="02010609060101010101" pitchFamily="49" charset="-122"/>
                <a:cs typeface="微软雅黑" charset="0"/>
                <a:sym typeface="+mn-ea"/>
              </a:rPr>
              <a:t>数据权限原则：采取“最小权限”原则。仅限于具备业务需求人员，才可以接触对应的数据。离岗、离职及时回收数据权限。</a:t>
            </a:r>
          </a:p>
        </p:txBody>
      </p:sp>
      <p:sp>
        <p:nvSpPr>
          <p:cNvPr id="11" name="椭圆 10"/>
          <p:cNvSpPr/>
          <p:nvPr>
            <p:custDataLst>
              <p:tags r:id="rId6"/>
            </p:custDataLst>
          </p:nvPr>
        </p:nvSpPr>
        <p:spPr>
          <a:xfrm>
            <a:off x="698207" y="1725296"/>
            <a:ext cx="648108" cy="64810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a:latin typeface="+mn-ea"/>
                <a:cs typeface="+mn-ea"/>
                <a:sym typeface="+mn-ea"/>
              </a:rPr>
              <a:t>01</a:t>
            </a:r>
            <a:endParaRPr lang="en-US" altLang="zh-CN" b="1" dirty="0">
              <a:latin typeface="+mn-ea"/>
              <a:cs typeface="+mn-ea"/>
              <a:sym typeface="+mn-ea"/>
            </a:endParaRPr>
          </a:p>
        </p:txBody>
      </p:sp>
      <p:sp>
        <p:nvSpPr>
          <p:cNvPr id="14" name="椭圆 13"/>
          <p:cNvSpPr/>
          <p:nvPr>
            <p:custDataLst>
              <p:tags r:id="rId7"/>
            </p:custDataLst>
          </p:nvPr>
        </p:nvSpPr>
        <p:spPr>
          <a:xfrm>
            <a:off x="698207" y="3385186"/>
            <a:ext cx="648108" cy="64810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dirty="0">
                <a:latin typeface="+mn-ea"/>
                <a:cs typeface="+mn-ea"/>
                <a:sym typeface="+mn-ea"/>
              </a:rPr>
              <a:t>03</a:t>
            </a:r>
          </a:p>
        </p:txBody>
      </p:sp>
      <p:sp>
        <p:nvSpPr>
          <p:cNvPr id="16" name="任意多边形 15"/>
          <p:cNvSpPr/>
          <p:nvPr>
            <p:custDataLst>
              <p:tags r:id="rId8"/>
            </p:custDataLst>
          </p:nvPr>
        </p:nvSpPr>
        <p:spPr>
          <a:xfrm>
            <a:off x="6468452" y="3018156"/>
            <a:ext cx="5036185" cy="1384300"/>
          </a:xfrm>
          <a:custGeom>
            <a:avLst/>
            <a:gdLst>
              <a:gd name="adj" fmla="val 1098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7931" h="2180">
                <a:moveTo>
                  <a:pt x="243" y="0"/>
                </a:moveTo>
                <a:lnTo>
                  <a:pt x="5310" y="0"/>
                </a:lnTo>
                <a:lnTo>
                  <a:pt x="5310" y="2"/>
                </a:lnTo>
                <a:lnTo>
                  <a:pt x="7688" y="2"/>
                </a:lnTo>
                <a:cubicBezTo>
                  <a:pt x="7822" y="2"/>
                  <a:pt x="7931" y="109"/>
                  <a:pt x="7931" y="242"/>
                </a:cubicBezTo>
                <a:lnTo>
                  <a:pt x="7931" y="1940"/>
                </a:lnTo>
                <a:cubicBezTo>
                  <a:pt x="7931" y="2073"/>
                  <a:pt x="7822" y="2180"/>
                  <a:pt x="7688" y="2180"/>
                </a:cubicBezTo>
                <a:lnTo>
                  <a:pt x="2189" y="2180"/>
                </a:lnTo>
                <a:lnTo>
                  <a:pt x="2189" y="2178"/>
                </a:lnTo>
                <a:lnTo>
                  <a:pt x="243" y="2178"/>
                </a:lnTo>
                <a:cubicBezTo>
                  <a:pt x="109" y="2178"/>
                  <a:pt x="0" y="2071"/>
                  <a:pt x="0" y="1938"/>
                </a:cubicBezTo>
                <a:lnTo>
                  <a:pt x="0" y="1688"/>
                </a:lnTo>
                <a:lnTo>
                  <a:pt x="27" y="1692"/>
                </a:lnTo>
                <a:cubicBezTo>
                  <a:pt x="58" y="1697"/>
                  <a:pt x="90" y="1700"/>
                  <a:pt x="123" y="1700"/>
                </a:cubicBezTo>
                <a:cubicBezTo>
                  <a:pt x="468" y="1700"/>
                  <a:pt x="747" y="1424"/>
                  <a:pt x="747" y="1083"/>
                </a:cubicBezTo>
                <a:cubicBezTo>
                  <a:pt x="747" y="743"/>
                  <a:pt x="468" y="467"/>
                  <a:pt x="123" y="467"/>
                </a:cubicBezTo>
                <a:cubicBezTo>
                  <a:pt x="90" y="467"/>
                  <a:pt x="58" y="470"/>
                  <a:pt x="27" y="475"/>
                </a:cubicBezTo>
                <a:lnTo>
                  <a:pt x="0" y="478"/>
                </a:lnTo>
                <a:lnTo>
                  <a:pt x="0" y="240"/>
                </a:lnTo>
                <a:cubicBezTo>
                  <a:pt x="0" y="107"/>
                  <a:pt x="109" y="0"/>
                  <a:pt x="243" y="0"/>
                </a:cubicBezTo>
                <a:close/>
              </a:path>
            </a:pathLst>
          </a:custGeom>
          <a:solidFill>
            <a:schemeClr val="tx1">
              <a:lumMod val="40000"/>
              <a:lumOff val="60000"/>
              <a:alpha val="15000"/>
            </a:schemeClr>
          </a:solidFill>
          <a:ln w="6350">
            <a:solidFill>
              <a:schemeClr val="lt1">
                <a:lumMod val="100000"/>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03580" tIns="61202" rIns="163195" bIns="61836" rtlCol="0" anchor="ctr">
            <a:noAutofit/>
          </a:bodyPr>
          <a:lstStyle/>
          <a:p>
            <a:pPr>
              <a:lnSpc>
                <a:spcPct val="150000"/>
              </a:lnSpc>
            </a:pPr>
            <a:r>
              <a:rPr lang="zh-CN" altLang="en-US" dirty="0">
                <a:solidFill>
                  <a:schemeClr val="tx1"/>
                </a:solidFill>
                <a:latin typeface="KaiTi" panose="02010609060101010101" pitchFamily="49" charset="-122"/>
                <a:ea typeface="KaiTi" panose="02010609060101010101" pitchFamily="49" charset="-122"/>
                <a:cs typeface="微软雅黑" charset="0"/>
                <a:sym typeface="+mn-ea"/>
              </a:rPr>
              <a:t>针对涉密数据，按公司最高</a:t>
            </a:r>
            <a:r>
              <a:rPr lang="en-US" altLang="zh-CN" dirty="0">
                <a:solidFill>
                  <a:schemeClr val="tx1"/>
                </a:solidFill>
                <a:latin typeface="KaiTi" panose="02010609060101010101" pitchFamily="49" charset="-122"/>
                <a:ea typeface="KaiTi" panose="02010609060101010101" pitchFamily="49" charset="-122"/>
                <a:cs typeface="微软雅黑" charset="0"/>
                <a:sym typeface="+mn-ea"/>
              </a:rPr>
              <a:t>L4</a:t>
            </a:r>
            <a:r>
              <a:rPr lang="zh-CN" altLang="en-US" dirty="0">
                <a:solidFill>
                  <a:schemeClr val="tx1"/>
                </a:solidFill>
                <a:latin typeface="KaiTi" panose="02010609060101010101" pitchFamily="49" charset="-122"/>
                <a:ea typeface="KaiTi" panose="02010609060101010101" pitchFamily="49" charset="-122"/>
                <a:cs typeface="微软雅黑" charset="0"/>
                <a:sym typeface="+mn-ea"/>
              </a:rPr>
              <a:t>级机密标准处理；未明确等级的数据，默认定为</a:t>
            </a:r>
            <a:r>
              <a:rPr lang="en-US" altLang="zh-CN" dirty="0">
                <a:solidFill>
                  <a:schemeClr val="tx1"/>
                </a:solidFill>
                <a:latin typeface="KaiTi" panose="02010609060101010101" pitchFamily="49" charset="-122"/>
                <a:ea typeface="KaiTi" panose="02010609060101010101" pitchFamily="49" charset="-122"/>
                <a:cs typeface="微软雅黑" charset="0"/>
                <a:sym typeface="+mn-ea"/>
              </a:rPr>
              <a:t>L3</a:t>
            </a:r>
            <a:r>
              <a:rPr lang="zh-CN" altLang="en-US" dirty="0">
                <a:solidFill>
                  <a:schemeClr val="tx1"/>
                </a:solidFill>
                <a:latin typeface="KaiTi" panose="02010609060101010101" pitchFamily="49" charset="-122"/>
                <a:ea typeface="KaiTi" panose="02010609060101010101" pitchFamily="49" charset="-122"/>
                <a:cs typeface="微软雅黑" charset="0"/>
                <a:sym typeface="+mn-ea"/>
              </a:rPr>
              <a:t>级</a:t>
            </a:r>
          </a:p>
        </p:txBody>
      </p:sp>
      <p:sp>
        <p:nvSpPr>
          <p:cNvPr id="17" name="椭圆 16"/>
          <p:cNvSpPr/>
          <p:nvPr>
            <p:custDataLst>
              <p:tags r:id="rId9"/>
            </p:custDataLst>
          </p:nvPr>
        </p:nvSpPr>
        <p:spPr>
          <a:xfrm>
            <a:off x="6220802" y="1725296"/>
            <a:ext cx="648108" cy="64810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a:latin typeface="+mn-ea"/>
                <a:cs typeface="+mn-ea"/>
                <a:sym typeface="+mn-ea"/>
              </a:rPr>
              <a:t>02</a:t>
            </a:r>
            <a:endParaRPr lang="en-US" altLang="zh-CN" b="1" dirty="0">
              <a:latin typeface="+mn-ea"/>
              <a:cs typeface="+mn-ea"/>
              <a:sym typeface="+mn-ea"/>
            </a:endParaRPr>
          </a:p>
        </p:txBody>
      </p:sp>
      <p:sp>
        <p:nvSpPr>
          <p:cNvPr id="18" name="椭圆 17"/>
          <p:cNvSpPr/>
          <p:nvPr>
            <p:custDataLst>
              <p:tags r:id="rId10"/>
            </p:custDataLst>
          </p:nvPr>
        </p:nvSpPr>
        <p:spPr>
          <a:xfrm>
            <a:off x="6221437" y="3385821"/>
            <a:ext cx="648108" cy="64810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altLang="zh-CN" b="1">
                <a:latin typeface="+mn-ea"/>
                <a:cs typeface="+mn-ea"/>
                <a:sym typeface="+mn-ea"/>
              </a:rPr>
              <a:t>04</a:t>
            </a:r>
            <a:endParaRPr lang="en-US" altLang="zh-CN" b="1" dirty="0">
              <a:latin typeface="+mn-ea"/>
              <a:cs typeface="+mn-ea"/>
              <a:sym typeface="+mn-ea"/>
            </a:endParaRPr>
          </a:p>
        </p:txBody>
      </p:sp>
      <p:sp>
        <p:nvSpPr>
          <p:cNvPr id="3" name="文本框 2"/>
          <p:cNvSpPr txBox="1"/>
          <p:nvPr/>
        </p:nvSpPr>
        <p:spPr>
          <a:xfrm>
            <a:off x="698500" y="4507230"/>
            <a:ext cx="10806137" cy="812210"/>
          </a:xfrm>
          <a:prstGeom prst="rect">
            <a:avLst/>
          </a:prstGeom>
          <a:noFill/>
        </p:spPr>
        <p:txBody>
          <a:bodyPr wrap="square" rtlCol="0" anchor="t">
            <a:spAutoFit/>
          </a:bodyPr>
          <a:lstStyle/>
          <a:p>
            <a:pPr>
              <a:lnSpc>
                <a:spcPct val="150000"/>
              </a:lnSpc>
            </a:pPr>
            <a:endParaRPr lang="en-US" altLang="zh-CN" sz="1600" dirty="0">
              <a:latin typeface="微软雅黑" charset="0"/>
              <a:ea typeface="微软雅黑" charset="0"/>
              <a:cs typeface="微软雅黑" charset="0"/>
              <a:sym typeface="+mn-ea"/>
            </a:endParaRPr>
          </a:p>
          <a:p>
            <a:pPr>
              <a:lnSpc>
                <a:spcPct val="150000"/>
              </a:lnSpc>
            </a:pPr>
            <a:r>
              <a:rPr lang="zh-CN" altLang="zh-CN" dirty="0">
                <a:latin typeface="KaiTi" panose="02010609060101010101" pitchFamily="49" charset="-122"/>
                <a:ea typeface="KaiTi" panose="02010609060101010101" pitchFamily="49" charset="-122"/>
                <a:cs typeface="微软雅黑" charset="0"/>
                <a:sym typeface="+mn-ea"/>
              </a:rPr>
              <a:t>详细数据分类分级： https://qianxun.yuque.com/fovbhd/tmngig/txzpgygfrgkpgdwc</a:t>
            </a:r>
          </a:p>
        </p:txBody>
      </p:sp>
      <p:sp>
        <p:nvSpPr>
          <p:cNvPr id="5" name="标题 1"/>
          <p:cNvSpPr txBox="1"/>
          <p:nvPr/>
        </p:nvSpPr>
        <p:spPr>
          <a:xfrm>
            <a:off x="698326" y="287043"/>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509732" y="127657"/>
            <a:ext cx="6228204" cy="571622"/>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 name="文本框 3"/>
          <p:cNvSpPr txBox="1"/>
          <p:nvPr/>
        </p:nvSpPr>
        <p:spPr>
          <a:xfrm>
            <a:off x="1052704" y="180029"/>
            <a:ext cx="10049001" cy="583565"/>
          </a:xfrm>
          <a:prstGeom prst="rect">
            <a:avLst/>
          </a:prstGeom>
          <a:noFill/>
        </p:spPr>
        <p:txBody>
          <a:bodyPr wrap="square" rtlCol="0">
            <a:spAutoFit/>
          </a:bodyPr>
          <a:lstStyle/>
          <a:p>
            <a:r>
              <a:rPr kumimoji="1" lang="zh-CN" altLang="en-US" sz="3200" dirty="0">
                <a:solidFill>
                  <a:srgbClr val="0045D4"/>
                </a:solidFill>
                <a:latin typeface="微软雅黑" panose="020B0503020204020204" pitchFamily="34" charset="-122"/>
                <a:ea typeface="微软雅黑" panose="020B0503020204020204" pitchFamily="34" charset="-122"/>
                <a:sym typeface="Kaiti SC Regular" panose="02010600040101010101" charset="-122"/>
              </a:rPr>
              <a:t>日常信息安全规范 </a:t>
            </a:r>
            <a:r>
              <a:rPr kumimoji="1" lang="en-US" altLang="zh-CN" sz="3200" dirty="0">
                <a:solidFill>
                  <a:srgbClr val="0045D4"/>
                </a:solidFill>
                <a:latin typeface="微软雅黑" panose="020B0503020204020204" pitchFamily="34" charset="-122"/>
                <a:ea typeface="微软雅黑" panose="020B0503020204020204" pitchFamily="34" charset="-122"/>
              </a:rPr>
              <a:t>|</a:t>
            </a:r>
            <a:r>
              <a:rPr kumimoji="1" lang="zh-CN" altLang="en-US" sz="3200" dirty="0">
                <a:solidFill>
                  <a:srgbClr val="0045D4"/>
                </a:solidFill>
                <a:latin typeface="微软雅黑" panose="020B0503020204020204" pitchFamily="34" charset="-122"/>
                <a:ea typeface="微软雅黑" panose="020B0503020204020204" pitchFamily="34" charset="-122"/>
              </a:rPr>
              <a:t> </a:t>
            </a:r>
            <a:r>
              <a:rPr kumimoji="1" lang="zh-CN" altLang="en-US" sz="2400" dirty="0">
                <a:solidFill>
                  <a:srgbClr val="0045D4"/>
                </a:solidFill>
                <a:latin typeface="微软雅黑" panose="020B0503020204020204" pitchFamily="34" charset="-122"/>
                <a:ea typeface="微软雅黑" panose="020B0503020204020204" pitchFamily="34" charset="-122"/>
              </a:rPr>
              <a:t>红区代码安全</a:t>
            </a:r>
            <a:endParaRPr kumimoji="1" lang="zh-CN" altLang="en-US" sz="3200" dirty="0">
              <a:solidFill>
                <a:srgbClr val="0045D4"/>
              </a:solidFill>
              <a:latin typeface="微软雅黑" panose="020B0503020204020204" pitchFamily="34" charset="-122"/>
              <a:ea typeface="微软雅黑" panose="020B0503020204020204" pitchFamily="34" charset="-122"/>
            </a:endParaRPr>
          </a:p>
        </p:txBody>
      </p:sp>
      <p:sp>
        <p:nvSpPr>
          <p:cNvPr id="11" name="标题 1"/>
          <p:cNvSpPr txBox="1"/>
          <p:nvPr/>
        </p:nvSpPr>
        <p:spPr>
          <a:xfrm>
            <a:off x="509731" y="297203"/>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graphicFrame>
        <p:nvGraphicFramePr>
          <p:cNvPr id="2" name="表格 1"/>
          <p:cNvGraphicFramePr>
            <a:graphicFrameLocks noGrp="1"/>
          </p:cNvGraphicFramePr>
          <p:nvPr>
            <p:custDataLst>
              <p:tags r:id="rId1"/>
            </p:custDataLst>
            <p:extLst>
              <p:ext uri="{D42A27DB-BD31-4B8C-83A1-F6EECF244321}">
                <p14:modId xmlns:p14="http://schemas.microsoft.com/office/powerpoint/2010/main" val="103261250"/>
              </p:ext>
            </p:extLst>
          </p:nvPr>
        </p:nvGraphicFramePr>
        <p:xfrm>
          <a:off x="509732" y="1097280"/>
          <a:ext cx="10481529" cy="5137862"/>
        </p:xfrm>
        <a:graphic>
          <a:graphicData uri="http://schemas.openxmlformats.org/drawingml/2006/table">
            <a:tbl>
              <a:tblPr firstRow="1" bandRow="1">
                <a:tableStyleId>{5C22544A-7EE6-4342-B048-85BDC9FD1C3A}</a:tableStyleId>
              </a:tblPr>
              <a:tblGrid>
                <a:gridCol w="1300480">
                  <a:extLst>
                    <a:ext uri="{9D8B030D-6E8A-4147-A177-3AD203B41FA5}">
                      <a16:colId xmlns:a16="http://schemas.microsoft.com/office/drawing/2014/main" val="20000"/>
                    </a:ext>
                  </a:extLst>
                </a:gridCol>
                <a:gridCol w="7262781">
                  <a:extLst>
                    <a:ext uri="{9D8B030D-6E8A-4147-A177-3AD203B41FA5}">
                      <a16:colId xmlns:a16="http://schemas.microsoft.com/office/drawing/2014/main" val="20001"/>
                    </a:ext>
                  </a:extLst>
                </a:gridCol>
                <a:gridCol w="1918268">
                  <a:extLst>
                    <a:ext uri="{9D8B030D-6E8A-4147-A177-3AD203B41FA5}">
                      <a16:colId xmlns:a16="http://schemas.microsoft.com/office/drawing/2014/main" val="20002"/>
                    </a:ext>
                  </a:extLst>
                </a:gridCol>
              </a:tblGrid>
              <a:tr h="512192">
                <a:tc>
                  <a:txBody>
                    <a:bodyPr/>
                    <a:lstStyle/>
                    <a:p>
                      <a:r>
                        <a:rPr lang="zh-CN" altLang="en-US" dirty="0"/>
                        <a:t>权限角色</a:t>
                      </a:r>
                    </a:p>
                  </a:txBody>
                  <a:tcPr anchor="ctr">
                    <a:lnT w="12700" cmpd="sng">
                      <a:noFill/>
                    </a:lnT>
                    <a:lnTlToBr w="12700" cmpd="sng">
                      <a:noFill/>
                      <a:prstDash val="solid"/>
                    </a:lnTlToBr>
                    <a:lnBlToTr w="12700" cmpd="sng">
                      <a:noFill/>
                      <a:prstDash val="solid"/>
                    </a:lnBlToTr>
                  </a:tcPr>
                </a:tc>
                <a:tc>
                  <a:txBody>
                    <a:bodyPr/>
                    <a:lstStyle/>
                    <a:p>
                      <a:r>
                        <a:rPr lang="zh-CN" altLang="en-US" dirty="0"/>
                        <a:t>岗位职责</a:t>
                      </a:r>
                    </a:p>
                  </a:txBody>
                  <a:tcPr anchor="ctr"/>
                </a:tc>
                <a:tc>
                  <a:txBody>
                    <a:bodyPr/>
                    <a:lstStyle/>
                    <a:p>
                      <a:r>
                        <a:rPr lang="zh-CN" altLang="en-US" dirty="0"/>
                        <a:t>运营策略</a:t>
                      </a:r>
                    </a:p>
                  </a:txBody>
                  <a:tcPr anchor="ctr"/>
                </a:tc>
                <a:extLst>
                  <a:ext uri="{0D108BD9-81ED-4DB2-BD59-A6C34878D82A}">
                    <a16:rowId xmlns:a16="http://schemas.microsoft.com/office/drawing/2014/main" val="10000"/>
                  </a:ext>
                </a:extLst>
              </a:tr>
              <a:tr h="980832">
                <a:tc>
                  <a:txBody>
                    <a:bodyPr/>
                    <a:lstStyle/>
                    <a:p>
                      <a:pPr>
                        <a:buNone/>
                      </a:pPr>
                      <a:r>
                        <a:rPr lang="zh-CN" altLang="en-US" sz="1600" b="0" dirty="0">
                          <a:latin typeface="楷体" panose="02010609060101010101" pitchFamily="49" charset="-122"/>
                          <a:ea typeface="楷体" panose="02010609060101010101" pitchFamily="49" charset="-122"/>
                        </a:rPr>
                        <a:t>仓库运维</a:t>
                      </a:r>
                    </a:p>
                  </a:txBody>
                  <a:tcPr anchor="ctr">
                    <a:solidFill>
                      <a:schemeClr val="accent4">
                        <a:lumMod val="20000"/>
                        <a:lumOff val="80000"/>
                      </a:schemeClr>
                    </a:solidFill>
                  </a:tcPr>
                </a:tc>
                <a:tc>
                  <a:txBody>
                    <a:bodyPr/>
                    <a:lstStyle/>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负责红区</a:t>
                      </a:r>
                      <a:r>
                        <a:rPr lang="en-US" altLang="zh-CN" sz="1400" dirty="0">
                          <a:latin typeface="楷体" panose="02010609060101010101" pitchFamily="49" charset="-122"/>
                          <a:ea typeface="楷体" panose="02010609060101010101" pitchFamily="49" charset="-122"/>
                        </a:rPr>
                        <a:t>Gitlab</a:t>
                      </a:r>
                      <a:r>
                        <a:rPr lang="zh-CN" altLang="en-US" sz="1400" dirty="0">
                          <a:latin typeface="楷体" panose="02010609060101010101" pitchFamily="49" charset="-122"/>
                          <a:ea typeface="楷体" panose="02010609060101010101" pitchFamily="49" charset="-122"/>
                        </a:rPr>
                        <a:t>系统权限管理，禁止未经授权随意开放管理员权限。</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sz="1400" dirty="0">
                          <a:latin typeface="楷体" panose="02010609060101010101" pitchFamily="49" charset="-122"/>
                          <a:ea typeface="楷体" panose="02010609060101010101" pitchFamily="49" charset="-122"/>
                        </a:rPr>
                        <a:t>签署</a:t>
                      </a:r>
                      <a:r>
                        <a:rPr lang="en-US" altLang="zh-CN" sz="1400" dirty="0">
                          <a:latin typeface="楷体" panose="02010609060101010101" pitchFamily="49" charset="-122"/>
                          <a:ea typeface="楷体" panose="02010609060101010101" pitchFamily="49" charset="-122"/>
                        </a:rPr>
                        <a:t>《</a:t>
                      </a:r>
                      <a:r>
                        <a:rPr lang="zh-CN" altLang="en-US" sz="1400" dirty="0">
                          <a:latin typeface="楷体" panose="02010609060101010101" pitchFamily="49" charset="-122"/>
                          <a:ea typeface="楷体" panose="02010609060101010101" pitchFamily="49" charset="-122"/>
                        </a:rPr>
                        <a:t>关键性岗位保密协议</a:t>
                      </a:r>
                      <a:r>
                        <a:rPr lang="en-US" altLang="zh-CN" sz="1400" dirty="0">
                          <a:latin typeface="楷体" panose="02010609060101010101" pitchFamily="49" charset="-122"/>
                          <a:ea typeface="楷体" panose="02010609060101010101" pitchFamily="49" charset="-122"/>
                        </a:rPr>
                        <a:t>》</a:t>
                      </a:r>
                      <a:r>
                        <a:rPr lang="zh-CN" altLang="en-US" sz="1400" dirty="0">
                          <a:latin typeface="楷体" panose="02010609060101010101" pitchFamily="49" charset="-122"/>
                          <a:ea typeface="楷体" panose="02010609060101010101" pitchFamily="49" charset="-122"/>
                        </a:rPr>
                        <a:t>，明确数据保护义务。</a:t>
                      </a:r>
                    </a:p>
                  </a:txBody>
                  <a:tcPr anchor="ctr">
                    <a:solidFill>
                      <a:schemeClr val="accent4">
                        <a:lumMod val="20000"/>
                        <a:lumOff val="80000"/>
                      </a:schemeClr>
                    </a:solidFill>
                  </a:tcPr>
                </a:tc>
                <a:tc rowSpan="4">
                  <a:txBody>
                    <a:bodyPr/>
                    <a:lstStyle/>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参考《信息安全奖惩管理规范》对违规同学进行处置。</a:t>
                      </a:r>
                    </a:p>
                  </a:txBody>
                  <a:tcPr anchor="ctr">
                    <a:solidFill>
                      <a:schemeClr val="accent4">
                        <a:lumMod val="20000"/>
                        <a:lumOff val="80000"/>
                      </a:schemeClr>
                    </a:solidFill>
                  </a:tcPr>
                </a:tc>
                <a:extLst>
                  <a:ext uri="{0D108BD9-81ED-4DB2-BD59-A6C34878D82A}">
                    <a16:rowId xmlns:a16="http://schemas.microsoft.com/office/drawing/2014/main" val="10001"/>
                  </a:ext>
                </a:extLst>
              </a:tr>
              <a:tr h="1276677">
                <a:tc>
                  <a:txBody>
                    <a:bodyPr/>
                    <a:lstStyle/>
                    <a:p>
                      <a:r>
                        <a:rPr lang="zh-CN" altLang="en-US" sz="1600" b="0" dirty="0">
                          <a:latin typeface="楷体" panose="02010609060101010101" pitchFamily="49" charset="-122"/>
                          <a:ea typeface="楷体" panose="02010609060101010101" pitchFamily="49" charset="-122"/>
                        </a:rPr>
                        <a:t>仓库管理者</a:t>
                      </a:r>
                    </a:p>
                  </a:txBody>
                  <a:tcPr anchor="ctr">
                    <a:solidFill>
                      <a:schemeClr val="accent4">
                        <a:lumMod val="20000"/>
                        <a:lumOff val="80000"/>
                      </a:schemeClr>
                    </a:solidFill>
                  </a:tcPr>
                </a:tc>
                <a:tc>
                  <a:txBody>
                    <a:bodyPr/>
                    <a:lstStyle/>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承担仓库数据安全责任，由于权限管理过错导致的代码泄露需要承担责任；</a:t>
                      </a:r>
                    </a:p>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最小化分配权限，并评估权限必要性并及时报备至信息安全；</a:t>
                      </a:r>
                    </a:p>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对于离岗、离职人员需要及时移除仓库权限；</a:t>
                      </a:r>
                    </a:p>
                    <a:p>
                      <a:pPr marL="285750" indent="-285750">
                        <a:lnSpc>
                          <a:spcPct val="150000"/>
                        </a:lnSpc>
                        <a:buFont typeface="Arial" panose="020B0604020202020204" pitchFamily="34" charset="0"/>
                        <a:buChar char="•"/>
                      </a:pPr>
                      <a:r>
                        <a:rPr lang="zh-CN" altLang="en-US" sz="1400" dirty="0">
                          <a:latin typeface="楷体" panose="02010609060101010101" pitchFamily="49" charset="-122"/>
                          <a:ea typeface="楷体" panose="02010609060101010101" pitchFamily="49" charset="-122"/>
                        </a:rPr>
                        <a:t>签署</a:t>
                      </a:r>
                      <a:r>
                        <a:rPr lang="en-US" altLang="zh-CN" sz="1400" dirty="0">
                          <a:latin typeface="楷体" panose="02010609060101010101" pitchFamily="49" charset="-122"/>
                          <a:ea typeface="楷体" panose="02010609060101010101" pitchFamily="49" charset="-122"/>
                        </a:rPr>
                        <a:t>NDA</a:t>
                      </a:r>
                      <a:r>
                        <a:rPr lang="zh-CN" altLang="en-US" sz="1400" dirty="0">
                          <a:latin typeface="楷体" panose="02010609060101010101" pitchFamily="49" charset="-122"/>
                          <a:ea typeface="楷体" panose="02010609060101010101" pitchFamily="49" charset="-122"/>
                        </a:rPr>
                        <a:t>，明确数据保护义务。</a:t>
                      </a:r>
                    </a:p>
                  </a:txBody>
                  <a:tcPr anchor="ctr">
                    <a:solidFill>
                      <a:schemeClr val="accent4">
                        <a:lumMod val="20000"/>
                        <a:lumOff val="80000"/>
                      </a:schemeClr>
                    </a:solidFill>
                  </a:tcPr>
                </a:tc>
                <a:tc vMerge="1">
                  <a:txBody>
                    <a:bodyPr/>
                    <a:lstStyle/>
                    <a:p>
                      <a:endParaRPr lang="zh-CN"/>
                    </a:p>
                  </a:txBody>
                  <a:tcPr anchor="ctr">
                    <a:solidFill>
                      <a:schemeClr val="accent4">
                        <a:lumMod val="20000"/>
                        <a:lumOff val="80000"/>
                      </a:schemeClr>
                    </a:solidFill>
                  </a:tcPr>
                </a:tc>
                <a:extLst>
                  <a:ext uri="{0D108BD9-81ED-4DB2-BD59-A6C34878D82A}">
                    <a16:rowId xmlns:a16="http://schemas.microsoft.com/office/drawing/2014/main" val="10002"/>
                  </a:ext>
                </a:extLst>
              </a:tr>
              <a:tr h="967521">
                <a:tc>
                  <a:txBody>
                    <a:bodyPr/>
                    <a:lstStyle/>
                    <a:p>
                      <a:r>
                        <a:rPr lang="zh-CN" altLang="en-US" sz="1600" b="0" dirty="0">
                          <a:latin typeface="楷体" panose="02010609060101010101" pitchFamily="49" charset="-122"/>
                          <a:ea typeface="楷体" panose="02010609060101010101" pitchFamily="49" charset="-122"/>
                        </a:rPr>
                        <a:t>开发者</a:t>
                      </a:r>
                    </a:p>
                  </a:txBody>
                  <a:tcPr anchor="ctr">
                    <a:solidFill>
                      <a:schemeClr val="accent4">
                        <a:lumMod val="20000"/>
                        <a:lumOff val="80000"/>
                      </a:schemeClr>
                    </a:solidFill>
                  </a:tcPr>
                </a:tc>
                <a:tc>
                  <a:txBody>
                    <a:bodyPr/>
                    <a:lstStyle/>
                    <a:p>
                      <a:pPr marL="285750" indent="-285750">
                        <a:lnSpc>
                          <a:spcPct val="150000"/>
                        </a:lnSpc>
                        <a:buFont typeface="Arial" panose="020B0604020202020204" pitchFamily="34" charset="0"/>
                        <a:buChar char="•"/>
                      </a:pPr>
                      <a:r>
                        <a:rPr lang="zh-CN" altLang="en-US" sz="1400" dirty="0">
                          <a:solidFill>
                            <a:srgbClr val="000000"/>
                          </a:solidFill>
                          <a:effectLst/>
                          <a:latin typeface="楷体" panose="02010609060101010101" pitchFamily="49" charset="-122"/>
                          <a:ea typeface="楷体" panose="02010609060101010101" pitchFamily="49" charset="-122"/>
                          <a:sym typeface="+mn-ea"/>
                        </a:rPr>
                        <a:t>离岗、离职需要及时通知</a:t>
                      </a:r>
                      <a:r>
                        <a:rPr lang="en-US" altLang="zh-CN" sz="1400" dirty="0">
                          <a:solidFill>
                            <a:srgbClr val="000000"/>
                          </a:solidFill>
                          <a:effectLst/>
                          <a:latin typeface="楷体" panose="02010609060101010101" pitchFamily="49" charset="-122"/>
                          <a:ea typeface="楷体" panose="02010609060101010101" pitchFamily="49" charset="-122"/>
                          <a:sym typeface="+mn-ea"/>
                        </a:rPr>
                        <a:t>Owner</a:t>
                      </a:r>
                      <a:r>
                        <a:rPr lang="zh-CN" altLang="en-US" sz="1400" dirty="0">
                          <a:solidFill>
                            <a:srgbClr val="000000"/>
                          </a:solidFill>
                          <a:effectLst/>
                          <a:latin typeface="楷体" panose="02010609060101010101" pitchFamily="49" charset="-122"/>
                          <a:ea typeface="楷体" panose="02010609060101010101" pitchFamily="49" charset="-122"/>
                          <a:sym typeface="+mn-ea"/>
                        </a:rPr>
                        <a:t>移除仓库权限；</a:t>
                      </a:r>
                    </a:p>
                    <a:p>
                      <a:pPr marL="285750" indent="-285750">
                        <a:lnSpc>
                          <a:spcPct val="150000"/>
                        </a:lnSpc>
                        <a:buFont typeface="Arial" panose="020B0604020202020204" pitchFamily="34" charset="0"/>
                        <a:buChar char="•"/>
                      </a:pPr>
                      <a:r>
                        <a:rPr lang="zh-CN" altLang="en-US" sz="1400" dirty="0">
                          <a:solidFill>
                            <a:srgbClr val="000000"/>
                          </a:solidFill>
                          <a:effectLst/>
                          <a:latin typeface="楷体" panose="02010609060101010101" pitchFamily="49" charset="-122"/>
                          <a:ea typeface="楷体" panose="02010609060101010101" pitchFamily="49" charset="-122"/>
                          <a:sym typeface="+mn-ea"/>
                        </a:rPr>
                        <a:t>禁止将核心算法、芯片研发代码私自带离红区；</a:t>
                      </a:r>
                    </a:p>
                    <a:p>
                      <a:pPr marL="285750" indent="-285750">
                        <a:lnSpc>
                          <a:spcPct val="150000"/>
                        </a:lnSpc>
                        <a:buFont typeface="Arial" panose="020B0604020202020204" pitchFamily="34" charset="0"/>
                        <a:buChar char="•"/>
                      </a:pPr>
                      <a:r>
                        <a:rPr lang="zh-CN" altLang="en-US" sz="1400" dirty="0">
                          <a:solidFill>
                            <a:srgbClr val="000000"/>
                          </a:solidFill>
                          <a:effectLst/>
                          <a:latin typeface="楷体" panose="02010609060101010101" pitchFamily="49" charset="-122"/>
                          <a:ea typeface="楷体" panose="02010609060101010101" pitchFamily="49" charset="-122"/>
                          <a:sym typeface="+mn-ea"/>
                        </a:rPr>
                        <a:t>签署</a:t>
                      </a:r>
                      <a:r>
                        <a:rPr lang="en-US" altLang="zh-CN" sz="1400" dirty="0">
                          <a:solidFill>
                            <a:srgbClr val="000000"/>
                          </a:solidFill>
                          <a:effectLst/>
                          <a:latin typeface="楷体" panose="02010609060101010101" pitchFamily="49" charset="-122"/>
                          <a:ea typeface="楷体" panose="02010609060101010101" pitchFamily="49" charset="-122"/>
                          <a:sym typeface="+mn-ea"/>
                        </a:rPr>
                        <a:t>NDA</a:t>
                      </a:r>
                      <a:r>
                        <a:rPr lang="zh-CN" altLang="en-US" sz="1400" dirty="0">
                          <a:solidFill>
                            <a:srgbClr val="000000"/>
                          </a:solidFill>
                          <a:effectLst/>
                          <a:latin typeface="楷体" panose="02010609060101010101" pitchFamily="49" charset="-122"/>
                          <a:ea typeface="楷体" panose="02010609060101010101" pitchFamily="49" charset="-122"/>
                          <a:sym typeface="+mn-ea"/>
                        </a:rPr>
                        <a:t>，明确数据保护义务。</a:t>
                      </a:r>
                    </a:p>
                  </a:txBody>
                  <a:tcPr anchor="ctr">
                    <a:solidFill>
                      <a:schemeClr val="accent4">
                        <a:lumMod val="20000"/>
                        <a:lumOff val="80000"/>
                      </a:schemeClr>
                    </a:solidFill>
                  </a:tcPr>
                </a:tc>
                <a:tc vMerge="1">
                  <a:txBody>
                    <a:bodyPr/>
                    <a:lstStyle/>
                    <a:p>
                      <a:endParaRPr lang="zh-CN"/>
                    </a:p>
                  </a:txBody>
                  <a:tcPr marL="6350" marR="6350" marT="6350" marB="0" anchor="ctr">
                    <a:solidFill>
                      <a:schemeClr val="accent4">
                        <a:lumMod val="20000"/>
                        <a:lumOff val="80000"/>
                      </a:schemeClr>
                    </a:solidFill>
                  </a:tcPr>
                </a:tc>
                <a:extLst>
                  <a:ext uri="{0D108BD9-81ED-4DB2-BD59-A6C34878D82A}">
                    <a16:rowId xmlns:a16="http://schemas.microsoft.com/office/drawing/2014/main" val="10003"/>
                  </a:ext>
                </a:extLst>
              </a:tr>
              <a:tr h="1276677">
                <a:tc>
                  <a:txBody>
                    <a:bodyPr/>
                    <a:lstStyle/>
                    <a:p>
                      <a:pPr>
                        <a:buNone/>
                      </a:pPr>
                      <a:r>
                        <a:rPr lang="zh-CN" altLang="en-US" sz="1600" b="0" dirty="0">
                          <a:latin typeface="楷体" panose="02010609060101010101" pitchFamily="49" charset="-122"/>
                          <a:ea typeface="楷体" panose="02010609060101010101" pitchFamily="49" charset="-122"/>
                        </a:rPr>
                        <a:t>信息安全</a:t>
                      </a:r>
                    </a:p>
                  </a:txBody>
                  <a:tcPr anchor="ctr">
                    <a:solidFill>
                      <a:schemeClr val="accent4">
                        <a:lumMod val="20000"/>
                        <a:lumOff val="80000"/>
                      </a:schemeClr>
                    </a:solidFill>
                  </a:tcPr>
                </a:tc>
                <a:tc>
                  <a:txBody>
                    <a:bodyPr/>
                    <a:lstStyle/>
                    <a:p>
                      <a:pPr marL="285750" indent="-285750">
                        <a:lnSpc>
                          <a:spcPct val="150000"/>
                        </a:lnSpc>
                        <a:buFont typeface="Arial" panose="020B0604020202020204" pitchFamily="34" charset="0"/>
                        <a:buChar char="•"/>
                      </a:pPr>
                      <a:r>
                        <a:rPr lang="zh-CN" altLang="en-US" sz="1400" dirty="0">
                          <a:solidFill>
                            <a:srgbClr val="000000"/>
                          </a:solidFill>
                          <a:effectLst/>
                          <a:latin typeface="楷体" panose="02010609060101010101" pitchFamily="49" charset="-122"/>
                          <a:ea typeface="楷体" panose="02010609060101010101" pitchFamily="49" charset="-122"/>
                          <a:sym typeface="+mn-ea"/>
                        </a:rPr>
                        <a:t>对仓库权限进行动态审计，及时发现不合理权限，并进行督促收敛；</a:t>
                      </a:r>
                    </a:p>
                    <a:p>
                      <a:pPr marL="285750" indent="-285750">
                        <a:lnSpc>
                          <a:spcPct val="150000"/>
                        </a:lnSpc>
                        <a:buFont typeface="Arial" panose="020B0604020202020204" pitchFamily="34" charset="0"/>
                        <a:buChar char="•"/>
                      </a:pPr>
                      <a:r>
                        <a:rPr lang="zh-CN" altLang="en-US" sz="1400" dirty="0">
                          <a:solidFill>
                            <a:srgbClr val="000000"/>
                          </a:solidFill>
                          <a:effectLst/>
                          <a:latin typeface="楷体" panose="02010609060101010101" pitchFamily="49" charset="-122"/>
                          <a:ea typeface="楷体" panose="02010609060101010101" pitchFamily="49" charset="-122"/>
                          <a:sym typeface="+mn-ea"/>
                        </a:rPr>
                        <a:t>对可行行为进行审计，发现故意泄露行为，及时启动</a:t>
                      </a:r>
                      <a:r>
                        <a:rPr lang="en-US" altLang="zh-CN" sz="1400" dirty="0">
                          <a:solidFill>
                            <a:srgbClr val="000000"/>
                          </a:solidFill>
                          <a:effectLst/>
                          <a:latin typeface="楷体" panose="02010609060101010101" pitchFamily="49" charset="-122"/>
                          <a:ea typeface="楷体" panose="02010609060101010101" pitchFamily="49" charset="-122"/>
                          <a:sym typeface="+mn-ea"/>
                        </a:rPr>
                        <a:t>“</a:t>
                      </a:r>
                      <a:r>
                        <a:rPr lang="zh-CN" altLang="en-US" sz="1400" dirty="0">
                          <a:solidFill>
                            <a:srgbClr val="000000"/>
                          </a:solidFill>
                          <a:effectLst/>
                          <a:latin typeface="楷体" panose="02010609060101010101" pitchFamily="49" charset="-122"/>
                          <a:ea typeface="楷体" panose="02010609060101010101" pitchFamily="49" charset="-122"/>
                          <a:sym typeface="+mn-ea"/>
                        </a:rPr>
                        <a:t>数据安全处置流程</a:t>
                      </a:r>
                      <a:r>
                        <a:rPr lang="en-US" altLang="zh-CN" sz="1400" dirty="0">
                          <a:solidFill>
                            <a:srgbClr val="000000"/>
                          </a:solidFill>
                          <a:effectLst/>
                          <a:latin typeface="楷体" panose="02010609060101010101" pitchFamily="49" charset="-122"/>
                          <a:ea typeface="楷体" panose="02010609060101010101" pitchFamily="49" charset="-122"/>
                          <a:sym typeface="+mn-ea"/>
                        </a:rPr>
                        <a:t>“</a:t>
                      </a:r>
                      <a:r>
                        <a:rPr lang="zh-CN" altLang="en-US" sz="1400" dirty="0">
                          <a:solidFill>
                            <a:srgbClr val="000000"/>
                          </a:solidFill>
                          <a:effectLst/>
                          <a:latin typeface="楷体" panose="02010609060101010101" pitchFamily="49" charset="-122"/>
                          <a:ea typeface="楷体" panose="02010609060101010101" pitchFamily="49" charset="-122"/>
                          <a:sym typeface="+mn-ea"/>
                        </a:rPr>
                        <a:t>；</a:t>
                      </a:r>
                    </a:p>
                    <a:p>
                      <a:pPr marL="285750" indent="-285750">
                        <a:lnSpc>
                          <a:spcPct val="150000"/>
                        </a:lnSpc>
                        <a:buFont typeface="Arial" panose="020B0604020202020204" pitchFamily="34" charset="0"/>
                        <a:buChar char="•"/>
                      </a:pPr>
                      <a:r>
                        <a:rPr lang="zh-CN" altLang="en-US" sz="1400" dirty="0">
                          <a:solidFill>
                            <a:srgbClr val="000000"/>
                          </a:solidFill>
                          <a:effectLst/>
                          <a:latin typeface="楷体" panose="02010609060101010101" pitchFamily="49" charset="-122"/>
                          <a:ea typeface="楷体" panose="02010609060101010101" pitchFamily="49" charset="-122"/>
                          <a:sym typeface="+mn-ea"/>
                        </a:rPr>
                        <a:t>签署</a:t>
                      </a:r>
                      <a:r>
                        <a:rPr lang="en-US" altLang="zh-CN" sz="1400" dirty="0">
                          <a:solidFill>
                            <a:srgbClr val="000000"/>
                          </a:solidFill>
                          <a:effectLst/>
                          <a:latin typeface="楷体" panose="02010609060101010101" pitchFamily="49" charset="-122"/>
                          <a:ea typeface="楷体" panose="02010609060101010101" pitchFamily="49" charset="-122"/>
                          <a:sym typeface="+mn-ea"/>
                        </a:rPr>
                        <a:t>NDA</a:t>
                      </a:r>
                      <a:r>
                        <a:rPr lang="zh-CN" altLang="en-US" sz="1400" dirty="0">
                          <a:solidFill>
                            <a:srgbClr val="000000"/>
                          </a:solidFill>
                          <a:effectLst/>
                          <a:latin typeface="楷体" panose="02010609060101010101" pitchFamily="49" charset="-122"/>
                          <a:ea typeface="楷体" panose="02010609060101010101" pitchFamily="49" charset="-122"/>
                          <a:sym typeface="+mn-ea"/>
                        </a:rPr>
                        <a:t>，明确数据保护义务。</a:t>
                      </a:r>
                    </a:p>
                    <a:p>
                      <a:pPr marL="285750" indent="-285750">
                        <a:lnSpc>
                          <a:spcPct val="150000"/>
                        </a:lnSpc>
                        <a:buFont typeface="Arial" panose="020B0604020202020204" pitchFamily="34" charset="0"/>
                        <a:buChar char="•"/>
                      </a:pPr>
                      <a:r>
                        <a:rPr lang="zh-CN" altLang="en-US" sz="1400" dirty="0">
                          <a:solidFill>
                            <a:srgbClr val="000000"/>
                          </a:solidFill>
                          <a:effectLst/>
                          <a:latin typeface="楷体" panose="02010609060101010101" pitchFamily="49" charset="-122"/>
                          <a:ea typeface="楷体" panose="02010609060101010101" pitchFamily="49" charset="-122"/>
                          <a:sym typeface="+mn-ea"/>
                        </a:rPr>
                        <a:t>评估权限开放必要性。</a:t>
                      </a:r>
                    </a:p>
                  </a:txBody>
                  <a:tcPr anchor="ctr">
                    <a:solidFill>
                      <a:schemeClr val="accent4">
                        <a:lumMod val="20000"/>
                        <a:lumOff val="80000"/>
                      </a:schemeClr>
                    </a:solidFill>
                  </a:tcPr>
                </a:tc>
                <a:tc vMerge="1">
                  <a:txBody>
                    <a:bodyPr/>
                    <a:lstStyle/>
                    <a:p>
                      <a:endParaRPr lang="zh-CN"/>
                    </a:p>
                  </a:txBody>
                  <a:tcPr marL="6350" marR="6350" marT="6350" marB="0" anchor="c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1"/>
          <p:cNvSpPr txBox="1"/>
          <p:nvPr/>
        </p:nvSpPr>
        <p:spPr>
          <a:xfrm>
            <a:off x="316689" y="373380"/>
            <a:ext cx="10696304"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 name="标题 1"/>
          <p:cNvSpPr txBox="1"/>
          <p:nvPr/>
        </p:nvSpPr>
        <p:spPr>
          <a:xfrm>
            <a:off x="1142374" y="1409755"/>
            <a:ext cx="4376967" cy="5486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12600000">
            <a:off x="716987" y="1394519"/>
            <a:ext cx="643050" cy="719354"/>
          </a:xfrm>
          <a:custGeom>
            <a:avLst/>
            <a:gdLst>
              <a:gd name="connsiteX0" fmla="*/ 318443 w 424614"/>
              <a:gd name="connsiteY0" fmla="*/ 446523 h 474998"/>
              <a:gd name="connsiteX1" fmla="*/ 28474 w 424614"/>
              <a:gd name="connsiteY1" fmla="*/ 368827 h 474998"/>
              <a:gd name="connsiteX2" fmla="*/ 106171 w 424614"/>
              <a:gd name="connsiteY2" fmla="*/ 78858 h 474998"/>
              <a:gd name="connsiteX3" fmla="*/ 145376 w 424614"/>
              <a:gd name="connsiteY3" fmla="*/ 61202 h 474998"/>
              <a:gd name="connsiteX4" fmla="*/ 172396 w 424614"/>
              <a:gd name="connsiteY4" fmla="*/ 55086 h 474998"/>
              <a:gd name="connsiteX5" fmla="*/ 204346 w 424614"/>
              <a:gd name="connsiteY5" fmla="*/ 0 h 474998"/>
              <a:gd name="connsiteX6" fmla="*/ 236542 w 424614"/>
              <a:gd name="connsiteY6" fmla="*/ 55510 h 474998"/>
              <a:gd name="connsiteX7" fmla="*/ 267247 w 424614"/>
              <a:gd name="connsiteY7" fmla="*/ 57651 h 474998"/>
              <a:gd name="connsiteX8" fmla="*/ 396140 w 424614"/>
              <a:gd name="connsiteY8" fmla="*/ 156555 h 474998"/>
              <a:gd name="connsiteX9" fmla="*/ 318443 w 424614"/>
              <a:gd name="connsiteY9" fmla="*/ 446523 h 474998"/>
            </a:gdLst>
            <a:ahLst/>
            <a:cxnLst/>
            <a:rect l="l" t="t" r="r" b="b"/>
            <a:pathLst>
              <a:path w="424614" h="474998">
                <a:moveTo>
                  <a:pt x="318443" y="446523"/>
                </a:moveTo>
                <a:cubicBezTo>
                  <a:pt x="216914" y="505141"/>
                  <a:pt x="87091" y="470355"/>
                  <a:pt x="28474" y="368827"/>
                </a:cubicBezTo>
                <a:cubicBezTo>
                  <a:pt x="-30144" y="267298"/>
                  <a:pt x="4642" y="137475"/>
                  <a:pt x="106171" y="78858"/>
                </a:cubicBezTo>
                <a:cubicBezTo>
                  <a:pt x="118862" y="71530"/>
                  <a:pt x="131995" y="65663"/>
                  <a:pt x="145376" y="61202"/>
                </a:cubicBezTo>
                <a:lnTo>
                  <a:pt x="172396" y="55086"/>
                </a:lnTo>
                <a:lnTo>
                  <a:pt x="204346" y="0"/>
                </a:lnTo>
                <a:lnTo>
                  <a:pt x="236542" y="55510"/>
                </a:lnTo>
                <a:lnTo>
                  <a:pt x="267247" y="57651"/>
                </a:lnTo>
                <a:cubicBezTo>
                  <a:pt x="319721" y="71712"/>
                  <a:pt x="366831" y="105790"/>
                  <a:pt x="396140" y="156555"/>
                </a:cubicBezTo>
                <a:cubicBezTo>
                  <a:pt x="454757" y="258083"/>
                  <a:pt x="419971" y="387906"/>
                  <a:pt x="318443" y="446523"/>
                </a:cubicBezTo>
                <a:close/>
              </a:path>
            </a:pathLst>
          </a:custGeom>
          <a:solidFill>
            <a:schemeClr val="accent2"/>
          </a:solidFill>
          <a:ln w="12700" cap="sq">
            <a:noFill/>
            <a:miter/>
          </a:ln>
          <a:effectLst>
            <a:outerShdw blurRad="50800" dist="38100" dir="8100000" algn="tr" rotWithShape="0">
              <a:schemeClr val="accent1">
                <a:lumMod val="75000"/>
                <a:alpha val="30000"/>
              </a:schemeClr>
            </a:outerShdw>
          </a:effectLst>
        </p:spPr>
        <p:txBody>
          <a:bodyPr vert="horz" wrap="square" lIns="91440" tIns="45720" rIns="91440" bIns="45720" rtlCol="0" anchor="ctr"/>
          <a:lstStyle/>
          <a:p>
            <a:pPr algn="ctr"/>
            <a:endParaRPr kumimoji="1" lang="zh-CN" altLang="en-US" dirty="0"/>
          </a:p>
        </p:txBody>
      </p:sp>
      <p:sp>
        <p:nvSpPr>
          <p:cNvPr id="5" name="标题 1"/>
          <p:cNvSpPr txBox="1"/>
          <p:nvPr/>
        </p:nvSpPr>
        <p:spPr>
          <a:xfrm>
            <a:off x="1529918" y="1473866"/>
            <a:ext cx="3288546" cy="420417"/>
          </a:xfrm>
          <a:prstGeom prst="rect">
            <a:avLst/>
          </a:prstGeom>
          <a:noFill/>
          <a:ln>
            <a:noFill/>
          </a:ln>
        </p:spPr>
        <p:txBody>
          <a:bodyPr vert="horz" wrap="square" lIns="0" tIns="0" rIns="0" bIns="0" rtlCol="0" anchor="ctr"/>
          <a:lstStyle/>
          <a:p>
            <a:pPr algn="ctr"/>
            <a:r>
              <a:rPr kumimoji="1" lang="zh-CN" altLang="en-US" sz="1600" b="1" dirty="0">
                <a:ln w="12700">
                  <a:noFill/>
                </a:ln>
                <a:solidFill>
                  <a:schemeClr val="bg1"/>
                </a:solidFill>
                <a:latin typeface="微软雅黑" panose="020B0503020204020204" pitchFamily="34" charset="-122"/>
                <a:ea typeface="微软雅黑" panose="020B0503020204020204" pitchFamily="34" charset="-122"/>
                <a:cs typeface="Source Han Sans CN Bold"/>
              </a:rPr>
              <a:t>工作文档禁止存储在非安全环境设备</a:t>
            </a:r>
          </a:p>
        </p:txBody>
      </p:sp>
      <p:sp>
        <p:nvSpPr>
          <p:cNvPr id="6" name="标题 1"/>
          <p:cNvSpPr txBox="1"/>
          <p:nvPr/>
        </p:nvSpPr>
        <p:spPr>
          <a:xfrm>
            <a:off x="1076337" y="2228505"/>
            <a:ext cx="4589581" cy="1337845"/>
          </a:xfrm>
          <a:prstGeom prst="rect">
            <a:avLst/>
          </a:prstGeom>
          <a:noFill/>
          <a:ln>
            <a:noFill/>
          </a:ln>
        </p:spPr>
        <p:txBody>
          <a:bodyPr vert="horz" wrap="square" lIns="0" tIns="0" rIns="0" bIns="0" rtlCol="0" anchor="t"/>
          <a:lstStyle/>
          <a:p>
            <a:pPr>
              <a:lnSpc>
                <a:spcPct val="150000"/>
              </a:lnSpc>
            </a:pPr>
            <a:r>
              <a:rPr lang="zh-CN" altLang="en-US" sz="1400" dirty="0">
                <a:solidFill>
                  <a:schemeClr val="tx2"/>
                </a:solidFill>
                <a:latin typeface="KaiTi" panose="02010609060101010101" pitchFamily="49" charset="-122"/>
                <a:ea typeface="KaiTi" panose="02010609060101010101" pitchFamily="49" charset="-122"/>
              </a:rPr>
              <a:t>禁止将</a:t>
            </a:r>
            <a:r>
              <a:rPr lang="zh-CN" altLang="en-US" sz="1400" dirty="0">
                <a:solidFill>
                  <a:schemeClr val="tx2"/>
                </a:solidFill>
                <a:latin typeface="KaiTi" panose="02010609060101010101" pitchFamily="49" charset="-122"/>
                <a:ea typeface="KaiTi" panose="02010609060101010101" pitchFamily="49" charset="-122"/>
                <a:sym typeface="+mn-ea"/>
              </a:rPr>
              <a:t>工作文档</a:t>
            </a:r>
            <a:r>
              <a:rPr lang="zh-CN" altLang="en-US" sz="1400" dirty="0">
                <a:solidFill>
                  <a:schemeClr val="tx2"/>
                </a:solidFill>
                <a:latin typeface="KaiTi" panose="02010609060101010101" pitchFamily="49" charset="-122"/>
                <a:ea typeface="KaiTi" panose="02010609060101010101" pitchFamily="49" charset="-122"/>
              </a:rPr>
              <a:t>存储在非安全环境设备（如个人移动设备、未经审批的个人电脑、未安装公司安全软件的公司电脑等），若遇特殊场景需要使用须走</a:t>
            </a:r>
            <a:r>
              <a:rPr lang="en-US" altLang="zh-CN" sz="1400" dirty="0">
                <a:solidFill>
                  <a:schemeClr val="tx2"/>
                </a:solidFill>
                <a:latin typeface="KaiTi" panose="02010609060101010101" pitchFamily="49" charset="-122"/>
                <a:ea typeface="KaiTi" panose="02010609060101010101" pitchFamily="49" charset="-122"/>
              </a:rPr>
              <a:t>OA</a:t>
            </a:r>
            <a:r>
              <a:rPr lang="zh-CN" altLang="en-US" sz="1400" dirty="0">
                <a:solidFill>
                  <a:schemeClr val="tx2"/>
                </a:solidFill>
                <a:latin typeface="KaiTi" panose="02010609060101010101" pitchFamily="49" charset="-122"/>
                <a:ea typeface="KaiTi" panose="02010609060101010101" pitchFamily="49" charset="-122"/>
              </a:rPr>
              <a:t>报备流程。</a:t>
            </a:r>
          </a:p>
          <a:p>
            <a:pPr>
              <a:lnSpc>
                <a:spcPct val="150000"/>
              </a:lnSpc>
            </a:pPr>
            <a:r>
              <a:rPr lang="zh-CN" altLang="en-US" sz="1400" b="1" dirty="0">
                <a:solidFill>
                  <a:schemeClr val="tx2"/>
                </a:solidFill>
                <a:latin typeface="KaiTi" panose="02010609060101010101" pitchFamily="49" charset="-122"/>
                <a:ea typeface="KaiTi" panose="02010609060101010101" pitchFamily="49" charset="-122"/>
              </a:rPr>
              <a:t>错误案例：</a:t>
            </a:r>
            <a:r>
              <a:rPr lang="zh-CN" altLang="en-US" sz="1400" dirty="0">
                <a:solidFill>
                  <a:schemeClr val="tx2"/>
                </a:solidFill>
                <a:latin typeface="KaiTi" panose="02010609060101010101" pitchFamily="49" charset="-122"/>
                <a:ea typeface="KaiTi" panose="02010609060101010101" pitchFamily="49" charset="-122"/>
              </a:rPr>
              <a:t>小</a:t>
            </a:r>
            <a:r>
              <a:rPr lang="en-US" altLang="zh-CN" sz="1400" dirty="0">
                <a:solidFill>
                  <a:schemeClr val="tx2"/>
                </a:solidFill>
                <a:latin typeface="KaiTi" panose="02010609060101010101" pitchFamily="49" charset="-122"/>
                <a:ea typeface="KaiTi" panose="02010609060101010101" pitchFamily="49" charset="-122"/>
              </a:rPr>
              <a:t>A</a:t>
            </a:r>
            <a:r>
              <a:rPr lang="zh-CN" altLang="en-US" sz="1400" dirty="0">
                <a:solidFill>
                  <a:schemeClr val="tx2"/>
                </a:solidFill>
                <a:latin typeface="KaiTi" panose="02010609060101010101" pitchFamily="49" charset="-122"/>
                <a:ea typeface="KaiTi" panose="02010609060101010101" pitchFamily="49" charset="-122"/>
              </a:rPr>
              <a:t>将工作</a:t>
            </a:r>
            <a:r>
              <a:rPr lang="en-US" altLang="zh-CN" sz="1400" dirty="0">
                <a:solidFill>
                  <a:schemeClr val="tx2"/>
                </a:solidFill>
                <a:latin typeface="KaiTi" panose="02010609060101010101" pitchFamily="49" charset="-122"/>
                <a:ea typeface="KaiTi" panose="02010609060101010101" pitchFamily="49" charset="-122"/>
              </a:rPr>
              <a:t>PPT</a:t>
            </a:r>
            <a:r>
              <a:rPr lang="zh-CN" altLang="en-US" sz="1400" dirty="0">
                <a:solidFill>
                  <a:schemeClr val="tx2"/>
                </a:solidFill>
                <a:latin typeface="KaiTi" panose="02010609060101010101" pitchFamily="49" charset="-122"/>
                <a:ea typeface="KaiTi" panose="02010609060101010101" pitchFamily="49" charset="-122"/>
              </a:rPr>
              <a:t>存放在个人</a:t>
            </a:r>
            <a:r>
              <a:rPr lang="en-US" altLang="zh-CN" sz="1400" dirty="0">
                <a:solidFill>
                  <a:schemeClr val="tx2"/>
                </a:solidFill>
                <a:latin typeface="KaiTi" panose="02010609060101010101" pitchFamily="49" charset="-122"/>
                <a:ea typeface="KaiTi" panose="02010609060101010101" pitchFamily="49" charset="-122"/>
              </a:rPr>
              <a:t>U</a:t>
            </a:r>
            <a:r>
              <a:rPr lang="zh-CN" altLang="en-US" sz="1400" dirty="0">
                <a:solidFill>
                  <a:schemeClr val="tx2"/>
                </a:solidFill>
                <a:latin typeface="KaiTi" panose="02010609060101010101" pitchFamily="49" charset="-122"/>
                <a:ea typeface="KaiTi" panose="02010609060101010101" pitchFamily="49" charset="-122"/>
              </a:rPr>
              <a:t>盘中带回家学习。</a:t>
            </a:r>
          </a:p>
        </p:txBody>
      </p:sp>
      <p:sp>
        <p:nvSpPr>
          <p:cNvPr id="7" name="标题 1"/>
          <p:cNvSpPr txBox="1"/>
          <p:nvPr/>
        </p:nvSpPr>
        <p:spPr>
          <a:xfrm>
            <a:off x="6704235" y="1361477"/>
            <a:ext cx="4710492" cy="5486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rot="12600000">
            <a:off x="6312906" y="1324398"/>
            <a:ext cx="643050" cy="719354"/>
          </a:xfrm>
          <a:custGeom>
            <a:avLst/>
            <a:gdLst>
              <a:gd name="connsiteX0" fmla="*/ 318443 w 424614"/>
              <a:gd name="connsiteY0" fmla="*/ 446523 h 474998"/>
              <a:gd name="connsiteX1" fmla="*/ 28474 w 424614"/>
              <a:gd name="connsiteY1" fmla="*/ 368827 h 474998"/>
              <a:gd name="connsiteX2" fmla="*/ 106171 w 424614"/>
              <a:gd name="connsiteY2" fmla="*/ 78858 h 474998"/>
              <a:gd name="connsiteX3" fmla="*/ 145376 w 424614"/>
              <a:gd name="connsiteY3" fmla="*/ 61202 h 474998"/>
              <a:gd name="connsiteX4" fmla="*/ 172396 w 424614"/>
              <a:gd name="connsiteY4" fmla="*/ 55086 h 474998"/>
              <a:gd name="connsiteX5" fmla="*/ 204346 w 424614"/>
              <a:gd name="connsiteY5" fmla="*/ 0 h 474998"/>
              <a:gd name="connsiteX6" fmla="*/ 236542 w 424614"/>
              <a:gd name="connsiteY6" fmla="*/ 55510 h 474998"/>
              <a:gd name="connsiteX7" fmla="*/ 267247 w 424614"/>
              <a:gd name="connsiteY7" fmla="*/ 57651 h 474998"/>
              <a:gd name="connsiteX8" fmla="*/ 396140 w 424614"/>
              <a:gd name="connsiteY8" fmla="*/ 156555 h 474998"/>
              <a:gd name="connsiteX9" fmla="*/ 318443 w 424614"/>
              <a:gd name="connsiteY9" fmla="*/ 446523 h 474998"/>
            </a:gdLst>
            <a:ahLst/>
            <a:cxnLst/>
            <a:rect l="l" t="t" r="r" b="b"/>
            <a:pathLst>
              <a:path w="424614" h="474998">
                <a:moveTo>
                  <a:pt x="318443" y="446523"/>
                </a:moveTo>
                <a:cubicBezTo>
                  <a:pt x="216914" y="505141"/>
                  <a:pt x="87091" y="470355"/>
                  <a:pt x="28474" y="368827"/>
                </a:cubicBezTo>
                <a:cubicBezTo>
                  <a:pt x="-30144" y="267298"/>
                  <a:pt x="4642" y="137475"/>
                  <a:pt x="106171" y="78858"/>
                </a:cubicBezTo>
                <a:cubicBezTo>
                  <a:pt x="118862" y="71530"/>
                  <a:pt x="131995" y="65663"/>
                  <a:pt x="145376" y="61202"/>
                </a:cubicBezTo>
                <a:lnTo>
                  <a:pt x="172396" y="55086"/>
                </a:lnTo>
                <a:lnTo>
                  <a:pt x="204346" y="0"/>
                </a:lnTo>
                <a:lnTo>
                  <a:pt x="236542" y="55510"/>
                </a:lnTo>
                <a:lnTo>
                  <a:pt x="267247" y="57651"/>
                </a:lnTo>
                <a:cubicBezTo>
                  <a:pt x="319721" y="71712"/>
                  <a:pt x="366831" y="105790"/>
                  <a:pt x="396140" y="156555"/>
                </a:cubicBezTo>
                <a:cubicBezTo>
                  <a:pt x="454757" y="258083"/>
                  <a:pt x="419971" y="387906"/>
                  <a:pt x="318443" y="446523"/>
                </a:cubicBezTo>
                <a:close/>
              </a:path>
            </a:pathLst>
          </a:custGeom>
          <a:solidFill>
            <a:schemeClr val="accent2"/>
          </a:solidFill>
          <a:ln w="12700" cap="sq">
            <a:noFill/>
            <a:miter/>
          </a:ln>
          <a:effectLst>
            <a:outerShdw blurRad="50800" dist="38100" dir="8100000" algn="tr" rotWithShape="0">
              <a:schemeClr val="accent1">
                <a:lumMod val="75000"/>
                <a:alpha val="30000"/>
              </a:schemeClr>
            </a:outerShdw>
          </a:effectLst>
        </p:spPr>
        <p:txBody>
          <a:bodyPr vert="horz" wrap="square" lIns="91440" tIns="45720" rIns="91440" bIns="45720" rtlCol="0" anchor="ctr"/>
          <a:lstStyle/>
          <a:p>
            <a:pPr algn="ctr"/>
            <a:endParaRPr kumimoji="1" lang="zh-CN" altLang="en-US"/>
          </a:p>
        </p:txBody>
      </p:sp>
      <p:sp>
        <p:nvSpPr>
          <p:cNvPr id="10" name="标题 1"/>
          <p:cNvSpPr txBox="1"/>
          <p:nvPr/>
        </p:nvSpPr>
        <p:spPr>
          <a:xfrm>
            <a:off x="7177370" y="1361477"/>
            <a:ext cx="3580555" cy="420417"/>
          </a:xfrm>
          <a:prstGeom prst="rect">
            <a:avLst/>
          </a:prstGeom>
          <a:noFill/>
          <a:ln>
            <a:noFill/>
          </a:ln>
        </p:spPr>
        <p:txBody>
          <a:bodyPr vert="horz" wrap="square" lIns="0" tIns="0" rIns="0" bIns="0" rtlCol="0" anchor="ctr"/>
          <a:lstStyle/>
          <a:p>
            <a:pP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工作文档禁止存储在外部网盘或云笔记</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1" name="标题 1"/>
          <p:cNvSpPr txBox="1"/>
          <p:nvPr/>
        </p:nvSpPr>
        <p:spPr>
          <a:xfrm>
            <a:off x="6704330" y="2190115"/>
            <a:ext cx="4710430" cy="1449705"/>
          </a:xfrm>
          <a:prstGeom prst="rect">
            <a:avLst/>
          </a:prstGeom>
          <a:noFill/>
          <a:ln>
            <a:noFill/>
          </a:ln>
        </p:spPr>
        <p:txBody>
          <a:bodyPr vert="horz" wrap="square" lIns="0" tIns="0" rIns="0" bIns="0" rtlCol="0" anchor="t"/>
          <a:lstStyle/>
          <a:p>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禁止将工作文档存储到外部网盘或云笔记，尤其是禁止使用</a:t>
            </a:r>
            <a:r>
              <a:rPr kumimoji="1" lang="zh-CN" altLang="en-US" sz="1400" b="1" dirty="0">
                <a:ln w="12700">
                  <a:noFill/>
                </a:ln>
                <a:solidFill>
                  <a:srgbClr val="FF0000"/>
                </a:solidFill>
                <a:latin typeface="KaiTi" panose="02010609060101010101" pitchFamily="49" charset="-122"/>
                <a:ea typeface="KaiTi" panose="02010609060101010101" pitchFamily="49" charset="-122"/>
                <a:cs typeface="Source Han Sans"/>
              </a:rPr>
              <a:t>个人语雀知识库（</a:t>
            </a:r>
            <a:r>
              <a:rPr kumimoji="1" lang="en-US" altLang="zh-CN" sz="1400" b="1" dirty="0">
                <a:ln w="12700">
                  <a:noFill/>
                </a:ln>
                <a:solidFill>
                  <a:srgbClr val="FF0000"/>
                </a:solidFill>
                <a:latin typeface="KaiTi" panose="02010609060101010101" pitchFamily="49" charset="-122"/>
                <a:ea typeface="KaiTi" panose="02010609060101010101" pitchFamily="49" charset="-122"/>
                <a:cs typeface="Source Han Sans"/>
              </a:rPr>
              <a:t>www.yuque.com</a:t>
            </a:r>
            <a:r>
              <a:rPr kumimoji="1" lang="zh-CN" altLang="en-US" sz="1400" b="1" dirty="0">
                <a:ln w="12700">
                  <a:noFill/>
                </a:ln>
                <a:solidFill>
                  <a:srgbClr val="FF0000"/>
                </a:solidFill>
                <a:latin typeface="KaiTi" panose="02010609060101010101" pitchFamily="49" charset="-122"/>
                <a:ea typeface="KaiTi" panose="02010609060101010101" pitchFamily="49" charset="-122"/>
                <a:cs typeface="Source Han Sans"/>
              </a:rPr>
              <a:t>）</a:t>
            </a:r>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，亦不可将工作源代码上传外部开源代码库（如</a:t>
            </a:r>
            <a:r>
              <a:rPr kumimoji="1" lang="en-US" altLang="zh-CN" sz="1400" dirty="0" err="1">
                <a:ln w="12700">
                  <a:noFill/>
                </a:ln>
                <a:solidFill>
                  <a:schemeClr val="tx2"/>
                </a:solidFill>
                <a:latin typeface="KaiTi" panose="02010609060101010101" pitchFamily="49" charset="-122"/>
                <a:ea typeface="KaiTi" panose="02010609060101010101" pitchFamily="49" charset="-122"/>
                <a:cs typeface="Source Han Sans"/>
              </a:rPr>
              <a:t>Github</a:t>
            </a:r>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）或外部论坛。日常工作中数据备份请使用</a:t>
            </a:r>
            <a:r>
              <a:rPr kumimoji="1" lang="en-US" altLang="zh-CN" sz="1400" dirty="0">
                <a:ln w="12700">
                  <a:noFill/>
                </a:ln>
                <a:solidFill>
                  <a:schemeClr val="tx2"/>
                </a:solidFill>
                <a:latin typeface="KaiTi" panose="02010609060101010101" pitchFamily="49" charset="-122"/>
                <a:ea typeface="KaiTi" panose="02010609060101010101" pitchFamily="49" charset="-122"/>
                <a:cs typeface="Source Han Sans"/>
              </a:rPr>
              <a:t>IT</a:t>
            </a:r>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网盘</a:t>
            </a:r>
            <a:r>
              <a:rPr kumimoji="1" lang="en-US" altLang="zh-CN" sz="1400" dirty="0" err="1">
                <a:ln w="12700">
                  <a:noFill/>
                </a:ln>
                <a:solidFill>
                  <a:schemeClr val="tx2"/>
                </a:solidFill>
                <a:latin typeface="KaiTi" panose="02010609060101010101" pitchFamily="49" charset="-122"/>
                <a:ea typeface="KaiTi" panose="02010609060101010101" pitchFamily="49" charset="-122"/>
                <a:cs typeface="Source Han Sans"/>
              </a:rPr>
              <a:t>pan.wz-inc.com</a:t>
            </a:r>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a:t>
            </a:r>
          </a:p>
          <a:p>
            <a:endPar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endParaRPr>
          </a:p>
          <a:p>
            <a:r>
              <a:rPr kumimoji="1" lang="zh-CN" altLang="en-US" sz="1400" b="1" dirty="0">
                <a:ln w="12700">
                  <a:noFill/>
                </a:ln>
                <a:solidFill>
                  <a:schemeClr val="tx2"/>
                </a:solidFill>
                <a:latin typeface="KaiTi" panose="02010609060101010101" pitchFamily="49" charset="-122"/>
                <a:ea typeface="KaiTi" panose="02010609060101010101" pitchFamily="49" charset="-122"/>
                <a:cs typeface="Source Han Sans"/>
              </a:rPr>
              <a:t>错误案例：</a:t>
            </a:r>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小</a:t>
            </a:r>
            <a:r>
              <a:rPr kumimoji="1" lang="en-US" altLang="zh-CN" sz="1400" dirty="0">
                <a:ln w="12700">
                  <a:noFill/>
                </a:ln>
                <a:solidFill>
                  <a:schemeClr val="tx2"/>
                </a:solidFill>
                <a:latin typeface="KaiTi" panose="02010609060101010101" pitchFamily="49" charset="-122"/>
                <a:ea typeface="KaiTi" panose="02010609060101010101" pitchFamily="49" charset="-122"/>
                <a:cs typeface="Source Han Sans"/>
              </a:rPr>
              <a:t>B</a:t>
            </a:r>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将工作源代码上传个人语雀知识库</a:t>
            </a:r>
            <a:r>
              <a:rPr kumimoji="1" lang="zh-CN" altLang="en-US" sz="1400" dirty="0">
                <a:ln w="12700">
                  <a:noFill/>
                </a:ln>
                <a:solidFill>
                  <a:schemeClr val="tx1">
                    <a:lumMod val="85000"/>
                    <a:lumOff val="15000"/>
                  </a:schemeClr>
                </a:solidFill>
                <a:latin typeface="KaiTi" panose="02010609060101010101" pitchFamily="49" charset="-122"/>
                <a:ea typeface="KaiTi" panose="02010609060101010101" pitchFamily="49" charset="-122"/>
                <a:cs typeface="Source Han Sans"/>
              </a:rPr>
              <a:t>。</a:t>
            </a:r>
          </a:p>
        </p:txBody>
      </p:sp>
      <p:sp>
        <p:nvSpPr>
          <p:cNvPr id="12" name="标题 1"/>
          <p:cNvSpPr txBox="1"/>
          <p:nvPr/>
        </p:nvSpPr>
        <p:spPr>
          <a:xfrm>
            <a:off x="941159" y="3851863"/>
            <a:ext cx="4578182" cy="5486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12600000">
            <a:off x="660400" y="3804679"/>
            <a:ext cx="643050" cy="719354"/>
          </a:xfrm>
          <a:custGeom>
            <a:avLst/>
            <a:gdLst>
              <a:gd name="connsiteX0" fmla="*/ 318443 w 424614"/>
              <a:gd name="connsiteY0" fmla="*/ 446523 h 474998"/>
              <a:gd name="connsiteX1" fmla="*/ 28474 w 424614"/>
              <a:gd name="connsiteY1" fmla="*/ 368827 h 474998"/>
              <a:gd name="connsiteX2" fmla="*/ 106171 w 424614"/>
              <a:gd name="connsiteY2" fmla="*/ 78858 h 474998"/>
              <a:gd name="connsiteX3" fmla="*/ 145376 w 424614"/>
              <a:gd name="connsiteY3" fmla="*/ 61202 h 474998"/>
              <a:gd name="connsiteX4" fmla="*/ 172396 w 424614"/>
              <a:gd name="connsiteY4" fmla="*/ 55086 h 474998"/>
              <a:gd name="connsiteX5" fmla="*/ 204346 w 424614"/>
              <a:gd name="connsiteY5" fmla="*/ 0 h 474998"/>
              <a:gd name="connsiteX6" fmla="*/ 236542 w 424614"/>
              <a:gd name="connsiteY6" fmla="*/ 55510 h 474998"/>
              <a:gd name="connsiteX7" fmla="*/ 267247 w 424614"/>
              <a:gd name="connsiteY7" fmla="*/ 57651 h 474998"/>
              <a:gd name="connsiteX8" fmla="*/ 396140 w 424614"/>
              <a:gd name="connsiteY8" fmla="*/ 156555 h 474998"/>
              <a:gd name="connsiteX9" fmla="*/ 318443 w 424614"/>
              <a:gd name="connsiteY9" fmla="*/ 446523 h 474998"/>
            </a:gdLst>
            <a:ahLst/>
            <a:cxnLst/>
            <a:rect l="l" t="t" r="r" b="b"/>
            <a:pathLst>
              <a:path w="424614" h="474998">
                <a:moveTo>
                  <a:pt x="318443" y="446523"/>
                </a:moveTo>
                <a:cubicBezTo>
                  <a:pt x="216914" y="505141"/>
                  <a:pt x="87091" y="470355"/>
                  <a:pt x="28474" y="368827"/>
                </a:cubicBezTo>
                <a:cubicBezTo>
                  <a:pt x="-30144" y="267298"/>
                  <a:pt x="4642" y="137475"/>
                  <a:pt x="106171" y="78858"/>
                </a:cubicBezTo>
                <a:cubicBezTo>
                  <a:pt x="118862" y="71530"/>
                  <a:pt x="131995" y="65663"/>
                  <a:pt x="145376" y="61202"/>
                </a:cubicBezTo>
                <a:lnTo>
                  <a:pt x="172396" y="55086"/>
                </a:lnTo>
                <a:lnTo>
                  <a:pt x="204346" y="0"/>
                </a:lnTo>
                <a:lnTo>
                  <a:pt x="236542" y="55510"/>
                </a:lnTo>
                <a:lnTo>
                  <a:pt x="267247" y="57651"/>
                </a:lnTo>
                <a:cubicBezTo>
                  <a:pt x="319721" y="71712"/>
                  <a:pt x="366831" y="105790"/>
                  <a:pt x="396140" y="156555"/>
                </a:cubicBezTo>
                <a:cubicBezTo>
                  <a:pt x="454757" y="258083"/>
                  <a:pt x="419971" y="387906"/>
                  <a:pt x="318443" y="446523"/>
                </a:cubicBezTo>
                <a:close/>
              </a:path>
            </a:pathLst>
          </a:custGeom>
          <a:solidFill>
            <a:schemeClr val="accent2"/>
          </a:solidFill>
          <a:ln w="12700" cap="sq">
            <a:noFill/>
            <a:miter/>
          </a:ln>
          <a:effectLst>
            <a:outerShdw blurRad="50800" dist="38100" dir="8100000" algn="tr" rotWithShape="0">
              <a:schemeClr val="accent1">
                <a:lumMod val="75000"/>
                <a:alpha val="30000"/>
              </a:schemeClr>
            </a:outerShdw>
          </a:effectLst>
        </p:spPr>
        <p:txBody>
          <a:bodyPr vert="horz" wrap="square" lIns="91440" tIns="45720" rIns="91440" bIns="45720" rtlCol="0" anchor="ctr"/>
          <a:lstStyle/>
          <a:p>
            <a:pPr algn="ctr"/>
            <a:endParaRPr kumimoji="1" lang="zh-CN" altLang="en-US" dirty="0"/>
          </a:p>
        </p:txBody>
      </p:sp>
      <p:sp>
        <p:nvSpPr>
          <p:cNvPr id="15" name="标题 1"/>
          <p:cNvSpPr txBox="1"/>
          <p:nvPr/>
        </p:nvSpPr>
        <p:spPr>
          <a:xfrm>
            <a:off x="1480399" y="3904347"/>
            <a:ext cx="4038942" cy="420417"/>
          </a:xfrm>
          <a:prstGeom prst="rect">
            <a:avLst/>
          </a:prstGeom>
          <a:noFill/>
          <a:ln>
            <a:noFill/>
          </a:ln>
        </p:spPr>
        <p:txBody>
          <a:bodyPr vert="horz" wrap="square" lIns="0" tIns="0" rIns="0" bIns="0" rtlCol="0" anchor="ctr"/>
          <a:lstStyle/>
          <a:p>
            <a:pP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工作文档禁止使用非公司产品传输或讨论</a:t>
            </a:r>
          </a:p>
        </p:txBody>
      </p:sp>
      <p:sp>
        <p:nvSpPr>
          <p:cNvPr id="16" name="标题 1"/>
          <p:cNvSpPr txBox="1"/>
          <p:nvPr/>
        </p:nvSpPr>
        <p:spPr>
          <a:xfrm>
            <a:off x="1107996" y="4723392"/>
            <a:ext cx="4411345" cy="1449705"/>
          </a:xfrm>
          <a:prstGeom prst="rect">
            <a:avLst/>
          </a:prstGeom>
          <a:noFill/>
          <a:ln>
            <a:noFill/>
          </a:ln>
        </p:spPr>
        <p:txBody>
          <a:bodyPr vert="horz" wrap="square" lIns="0" tIns="0" rIns="0" bIns="0" rtlCol="0" anchor="t"/>
          <a:lstStyle/>
          <a:p>
            <a:pPr>
              <a:lnSpc>
                <a:spcPts val="1600"/>
              </a:lnSpc>
            </a:pPr>
            <a:r>
              <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sym typeface="+mn-ea"/>
              </a:rPr>
              <a:t>禁止使用</a:t>
            </a:r>
            <a:r>
              <a:rPr kumimoji="1" lang="en-US" altLang="zh-CN" sz="1400" dirty="0">
                <a:ln w="12700">
                  <a:noFill/>
                </a:ln>
                <a:solidFill>
                  <a:schemeClr val="tx2"/>
                </a:solidFill>
                <a:latin typeface="KaiTi" panose="02010609060101010101" pitchFamily="49" charset="-122"/>
                <a:ea typeface="KaiTi" panose="02010609060101010101" pitchFamily="49" charset="-122"/>
                <a:cs typeface="微软雅黑" charset="0"/>
                <a:sym typeface="+mn-ea"/>
              </a:rPr>
              <a:t>QQ</a:t>
            </a:r>
            <a:r>
              <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sym typeface="+mn-ea"/>
              </a:rPr>
              <a:t>、外部邮箱、微信等非公司产品讨论工作敏感信息或传输敏感附件，日常工作沟通仅限于使用阿里系产品，如钉钉、阿里云邮箱等。</a:t>
            </a:r>
            <a:endPar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endParaRPr>
          </a:p>
          <a:p>
            <a:pPr>
              <a:lnSpc>
                <a:spcPts val="1600"/>
              </a:lnSpc>
            </a:pPr>
            <a:endPar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endParaRPr>
          </a:p>
          <a:p>
            <a:pPr>
              <a:lnSpc>
                <a:spcPts val="1600"/>
              </a:lnSpc>
            </a:pPr>
            <a:r>
              <a:rPr kumimoji="1" lang="zh-CN" altLang="en-US" sz="1400" b="1" dirty="0">
                <a:ln w="12700">
                  <a:noFill/>
                </a:ln>
                <a:solidFill>
                  <a:schemeClr val="tx2"/>
                </a:solidFill>
                <a:latin typeface="KaiTi" panose="02010609060101010101" pitchFamily="49" charset="-122"/>
                <a:ea typeface="KaiTi" panose="02010609060101010101" pitchFamily="49" charset="-122"/>
                <a:cs typeface="微软雅黑" charset="0"/>
                <a:sym typeface="+mn-ea"/>
              </a:rPr>
              <a:t>错误案例：</a:t>
            </a:r>
            <a:r>
              <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sym typeface="+mn-ea"/>
              </a:rPr>
              <a:t>小</a:t>
            </a:r>
            <a:r>
              <a:rPr kumimoji="1" lang="en-US" altLang="zh-CN" sz="1400" dirty="0">
                <a:ln w="12700">
                  <a:noFill/>
                </a:ln>
                <a:solidFill>
                  <a:schemeClr val="tx2"/>
                </a:solidFill>
                <a:latin typeface="KaiTi" panose="02010609060101010101" pitchFamily="49" charset="-122"/>
                <a:ea typeface="KaiTi" panose="02010609060101010101" pitchFamily="49" charset="-122"/>
                <a:cs typeface="微软雅黑" charset="0"/>
                <a:sym typeface="+mn-ea"/>
              </a:rPr>
              <a:t>C</a:t>
            </a:r>
            <a:r>
              <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sym typeface="+mn-ea"/>
              </a:rPr>
              <a:t>用微信将工作敏感文档外发给同事或者外部供应商等。</a:t>
            </a:r>
            <a:endPar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endParaRPr>
          </a:p>
        </p:txBody>
      </p:sp>
      <p:sp>
        <p:nvSpPr>
          <p:cNvPr id="17" name="标题 1"/>
          <p:cNvSpPr txBox="1"/>
          <p:nvPr/>
        </p:nvSpPr>
        <p:spPr>
          <a:xfrm>
            <a:off x="6751843" y="3859754"/>
            <a:ext cx="4710492" cy="5486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endParaRPr kumimoji="1" lang="zh-CN" altLang="en-US" dirty="0"/>
          </a:p>
        </p:txBody>
      </p:sp>
      <p:sp>
        <p:nvSpPr>
          <p:cNvPr id="18" name="标题 1"/>
          <p:cNvSpPr txBox="1"/>
          <p:nvPr/>
        </p:nvSpPr>
        <p:spPr>
          <a:xfrm rot="12600000">
            <a:off x="6360370" y="3819311"/>
            <a:ext cx="643050" cy="719354"/>
          </a:xfrm>
          <a:custGeom>
            <a:avLst/>
            <a:gdLst>
              <a:gd name="connsiteX0" fmla="*/ 318443 w 424614"/>
              <a:gd name="connsiteY0" fmla="*/ 446523 h 474998"/>
              <a:gd name="connsiteX1" fmla="*/ 28474 w 424614"/>
              <a:gd name="connsiteY1" fmla="*/ 368827 h 474998"/>
              <a:gd name="connsiteX2" fmla="*/ 106171 w 424614"/>
              <a:gd name="connsiteY2" fmla="*/ 78858 h 474998"/>
              <a:gd name="connsiteX3" fmla="*/ 145376 w 424614"/>
              <a:gd name="connsiteY3" fmla="*/ 61202 h 474998"/>
              <a:gd name="connsiteX4" fmla="*/ 172396 w 424614"/>
              <a:gd name="connsiteY4" fmla="*/ 55086 h 474998"/>
              <a:gd name="connsiteX5" fmla="*/ 204346 w 424614"/>
              <a:gd name="connsiteY5" fmla="*/ 0 h 474998"/>
              <a:gd name="connsiteX6" fmla="*/ 236542 w 424614"/>
              <a:gd name="connsiteY6" fmla="*/ 55510 h 474998"/>
              <a:gd name="connsiteX7" fmla="*/ 267247 w 424614"/>
              <a:gd name="connsiteY7" fmla="*/ 57651 h 474998"/>
              <a:gd name="connsiteX8" fmla="*/ 396140 w 424614"/>
              <a:gd name="connsiteY8" fmla="*/ 156555 h 474998"/>
              <a:gd name="connsiteX9" fmla="*/ 318443 w 424614"/>
              <a:gd name="connsiteY9" fmla="*/ 446523 h 474998"/>
            </a:gdLst>
            <a:ahLst/>
            <a:cxnLst/>
            <a:rect l="l" t="t" r="r" b="b"/>
            <a:pathLst>
              <a:path w="424614" h="474998">
                <a:moveTo>
                  <a:pt x="318443" y="446523"/>
                </a:moveTo>
                <a:cubicBezTo>
                  <a:pt x="216914" y="505141"/>
                  <a:pt x="87091" y="470355"/>
                  <a:pt x="28474" y="368827"/>
                </a:cubicBezTo>
                <a:cubicBezTo>
                  <a:pt x="-30144" y="267298"/>
                  <a:pt x="4642" y="137475"/>
                  <a:pt x="106171" y="78858"/>
                </a:cubicBezTo>
                <a:cubicBezTo>
                  <a:pt x="118862" y="71530"/>
                  <a:pt x="131995" y="65663"/>
                  <a:pt x="145376" y="61202"/>
                </a:cubicBezTo>
                <a:lnTo>
                  <a:pt x="172396" y="55086"/>
                </a:lnTo>
                <a:lnTo>
                  <a:pt x="204346" y="0"/>
                </a:lnTo>
                <a:lnTo>
                  <a:pt x="236542" y="55510"/>
                </a:lnTo>
                <a:lnTo>
                  <a:pt x="267247" y="57651"/>
                </a:lnTo>
                <a:cubicBezTo>
                  <a:pt x="319721" y="71712"/>
                  <a:pt x="366831" y="105790"/>
                  <a:pt x="396140" y="156555"/>
                </a:cubicBezTo>
                <a:cubicBezTo>
                  <a:pt x="454757" y="258083"/>
                  <a:pt x="419971" y="387906"/>
                  <a:pt x="318443" y="446523"/>
                </a:cubicBezTo>
                <a:close/>
              </a:path>
            </a:pathLst>
          </a:custGeom>
          <a:solidFill>
            <a:schemeClr val="accent2"/>
          </a:solidFill>
          <a:ln w="12700" cap="sq">
            <a:noFill/>
            <a:miter/>
          </a:ln>
          <a:effectLst>
            <a:outerShdw blurRad="50800" dist="38100" dir="8100000" algn="tr" rotWithShape="0">
              <a:schemeClr val="accent1">
                <a:lumMod val="75000"/>
                <a:alpha val="30000"/>
              </a:schemeClr>
            </a:outerShdw>
          </a:effectLst>
        </p:spPr>
        <p:txBody>
          <a:bodyPr vert="horz" wrap="square" lIns="91440" tIns="45720" rIns="91440" bIns="45720" rtlCol="0" anchor="ctr"/>
          <a:lstStyle/>
          <a:p>
            <a:pPr algn="ctr"/>
            <a:endParaRPr kumimoji="1" lang="zh-CN" altLang="en-US" dirty="0"/>
          </a:p>
        </p:txBody>
      </p:sp>
      <p:sp>
        <p:nvSpPr>
          <p:cNvPr id="20" name="标题 1"/>
          <p:cNvSpPr txBox="1"/>
          <p:nvPr/>
        </p:nvSpPr>
        <p:spPr>
          <a:xfrm>
            <a:off x="7092719" y="3923865"/>
            <a:ext cx="3288546" cy="420417"/>
          </a:xfrm>
          <a:prstGeom prst="rect">
            <a:avLst/>
          </a:prstGeom>
          <a:noFill/>
          <a:ln>
            <a:noFill/>
          </a:ln>
        </p:spPr>
        <p:txBody>
          <a:bodyPr vert="horz" wrap="square" lIns="0" tIns="0" rIns="0" bIns="0" rtlCol="0" anchor="ctr"/>
          <a:lstStyle/>
          <a:p>
            <a:pPr algn="ctr"/>
            <a:r>
              <a:rPr kumimoji="1" lang="zh-CN" altLang="en-US" sz="1600" b="1" dirty="0">
                <a:ln w="12700">
                  <a:noFill/>
                </a:ln>
                <a:solidFill>
                  <a:schemeClr val="bg1"/>
                </a:solidFill>
                <a:latin typeface="微软雅黑" panose="020B0503020204020204" pitchFamily="34" charset="-122"/>
                <a:ea typeface="微软雅黑" panose="020B0503020204020204" pitchFamily="34" charset="-122"/>
                <a:cs typeface="Source Han Sans CN Bold"/>
              </a:rPr>
              <a:t>内部信息禁止截图擅自分享到外部</a:t>
            </a:r>
          </a:p>
        </p:txBody>
      </p:sp>
      <p:sp>
        <p:nvSpPr>
          <p:cNvPr id="21" name="标题 1"/>
          <p:cNvSpPr txBox="1"/>
          <p:nvPr/>
        </p:nvSpPr>
        <p:spPr>
          <a:xfrm>
            <a:off x="6787013" y="4765959"/>
            <a:ext cx="4709795" cy="1475740"/>
          </a:xfrm>
          <a:prstGeom prst="rect">
            <a:avLst/>
          </a:prstGeom>
          <a:noFill/>
          <a:ln>
            <a:noFill/>
          </a:ln>
        </p:spPr>
        <p:txBody>
          <a:bodyPr vert="horz" wrap="square" lIns="0" tIns="0" rIns="0" bIns="0" rtlCol="0" anchor="t"/>
          <a:lstStyle/>
          <a:p>
            <a:pPr>
              <a:lnSpc>
                <a:spcPts val="1600"/>
              </a:lnSpc>
            </a:pPr>
            <a:r>
              <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sym typeface="+mn-ea"/>
              </a:rPr>
              <a:t>禁止将内网信息（如内网帖子、公告、组织架构等）、内部沟通记录（如内部邮件、会议纪要、聊天记录）都属于敏感信息，不可截图分享到外部。</a:t>
            </a:r>
            <a:endPar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endParaRPr>
          </a:p>
          <a:p>
            <a:pPr>
              <a:lnSpc>
                <a:spcPts val="1600"/>
              </a:lnSpc>
            </a:pPr>
            <a:endPar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endParaRPr>
          </a:p>
          <a:p>
            <a:pPr>
              <a:lnSpc>
                <a:spcPts val="1600"/>
              </a:lnSpc>
            </a:pPr>
            <a:r>
              <a:rPr kumimoji="1" lang="zh-CN" altLang="en-US" sz="1400" b="1" dirty="0">
                <a:ln w="12700">
                  <a:noFill/>
                </a:ln>
                <a:solidFill>
                  <a:schemeClr val="tx2"/>
                </a:solidFill>
                <a:latin typeface="KaiTi" panose="02010609060101010101" pitchFamily="49" charset="-122"/>
                <a:ea typeface="KaiTi" panose="02010609060101010101" pitchFamily="49" charset="-122"/>
                <a:cs typeface="微软雅黑" charset="0"/>
                <a:sym typeface="+mn-ea"/>
              </a:rPr>
              <a:t>错误案例：</a:t>
            </a:r>
            <a:r>
              <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sym typeface="+mn-ea"/>
              </a:rPr>
              <a:t>小</a:t>
            </a:r>
            <a:r>
              <a:rPr kumimoji="1" lang="en-US" altLang="zh-CN" sz="1400" dirty="0">
                <a:ln w="12700">
                  <a:noFill/>
                </a:ln>
                <a:solidFill>
                  <a:schemeClr val="tx2"/>
                </a:solidFill>
                <a:latin typeface="KaiTi" panose="02010609060101010101" pitchFamily="49" charset="-122"/>
                <a:ea typeface="KaiTi" panose="02010609060101010101" pitchFamily="49" charset="-122"/>
                <a:cs typeface="微软雅黑" charset="0"/>
                <a:sym typeface="+mn-ea"/>
              </a:rPr>
              <a:t>D</a:t>
            </a:r>
            <a:r>
              <a:rPr kumimoji="1" lang="zh-CN" altLang="en-US" sz="1400" dirty="0">
                <a:ln w="12700">
                  <a:noFill/>
                </a:ln>
                <a:solidFill>
                  <a:schemeClr val="tx2"/>
                </a:solidFill>
                <a:latin typeface="KaiTi" panose="02010609060101010101" pitchFamily="49" charset="-122"/>
                <a:ea typeface="KaiTi" panose="02010609060101010101" pitchFamily="49" charset="-122"/>
                <a:cs typeface="微软雅黑" charset="0"/>
                <a:sym typeface="+mn-ea"/>
              </a:rPr>
              <a:t>将内网敏感话题内容截图发到微信朋友圈被转发，引发多家媒体负面评论。</a:t>
            </a:r>
            <a:endPar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endParaRPr>
          </a:p>
        </p:txBody>
      </p:sp>
      <p:sp>
        <p:nvSpPr>
          <p:cNvPr id="23" name="标题 1"/>
          <p:cNvSpPr txBox="1"/>
          <p:nvPr/>
        </p:nvSpPr>
        <p:spPr>
          <a:xfrm>
            <a:off x="1098357" y="430489"/>
            <a:ext cx="6797743" cy="695950"/>
          </a:xfrm>
          <a:prstGeom prst="rect">
            <a:avLst/>
          </a:prstGeom>
          <a:noFill/>
          <a:ln>
            <a:noFill/>
          </a:ln>
        </p:spPr>
        <p:txBody>
          <a:bodyPr vert="horz" wrap="square" lIns="0" tIns="0" rIns="0" bIns="0" rtlCol="0" anchor="ctr"/>
          <a:lstStyle/>
          <a:p>
            <a:r>
              <a:rPr kumimoji="1" lang="zh-CN" altLang="en-US" sz="3200" dirty="0">
                <a:solidFill>
                  <a:srgbClr val="1856D8"/>
                </a:solidFill>
                <a:latin typeface="微软雅黑" panose="020B0503020204020204" pitchFamily="34" charset="-122"/>
                <a:ea typeface="微软雅黑" panose="020B0503020204020204" pitchFamily="34" charset="-122"/>
              </a:rPr>
              <a:t>熟知</a:t>
            </a:r>
            <a:r>
              <a:rPr kumimoji="1" lang="en-US" altLang="zh-CN" sz="3200" dirty="0">
                <a:solidFill>
                  <a:srgbClr val="1856D8"/>
                </a:solidFill>
                <a:latin typeface="微软雅黑" panose="020B0503020204020204" pitchFamily="34" charset="-122"/>
                <a:ea typeface="微软雅黑" panose="020B0503020204020204" pitchFamily="34" charset="-122"/>
              </a:rPr>
              <a:t>8</a:t>
            </a:r>
            <a:r>
              <a:rPr kumimoji="1" lang="zh-CN" altLang="en-US" sz="3200" dirty="0">
                <a:solidFill>
                  <a:srgbClr val="1856D8"/>
                </a:solidFill>
                <a:latin typeface="微软雅黑" panose="020B0503020204020204" pitchFamily="34" charset="-122"/>
                <a:ea typeface="微软雅黑" panose="020B0503020204020204" pitchFamily="34" charset="-122"/>
              </a:rPr>
              <a:t>大禁止项，坚守数据安全底线</a:t>
            </a:r>
          </a:p>
        </p:txBody>
      </p:sp>
      <p:sp>
        <p:nvSpPr>
          <p:cNvPr id="27" name="标题 1"/>
          <p:cNvSpPr txBox="1"/>
          <p:nvPr/>
        </p:nvSpPr>
        <p:spPr>
          <a:xfrm>
            <a:off x="324256" y="626624"/>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8" name="文本框 27"/>
          <p:cNvSpPr txBox="1"/>
          <p:nvPr/>
        </p:nvSpPr>
        <p:spPr>
          <a:xfrm>
            <a:off x="838457" y="1499081"/>
            <a:ext cx="305164" cy="523220"/>
          </a:xfrm>
          <a:prstGeom prst="rect">
            <a:avLst/>
          </a:prstGeom>
          <a:noFill/>
        </p:spPr>
        <p:txBody>
          <a:bodyPr wrap="square" rtlCol="0">
            <a:spAutoFit/>
          </a:bodyPr>
          <a:lstStyle/>
          <a:p>
            <a:r>
              <a:rPr kumimoji="1" lang="en-US" altLang="zh-CN" sz="2800" b="1" dirty="0">
                <a:solidFill>
                  <a:schemeClr val="bg1"/>
                </a:solidFill>
                <a:latin typeface="微软雅黑" panose="020B0503020204020204" pitchFamily="34" charset="-122"/>
                <a:ea typeface="微软雅黑" panose="020B0503020204020204" pitchFamily="34" charset="-122"/>
              </a:rPr>
              <a:t>1</a:t>
            </a:r>
            <a:endParaRPr kumimoji="1"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6446679" y="1374187"/>
            <a:ext cx="305164" cy="523220"/>
          </a:xfrm>
          <a:prstGeom prst="rect">
            <a:avLst/>
          </a:prstGeom>
          <a:noFill/>
        </p:spPr>
        <p:txBody>
          <a:bodyPr wrap="square" rtlCol="0">
            <a:spAutoFit/>
          </a:bodyPr>
          <a:lstStyle/>
          <a:p>
            <a:r>
              <a:rPr kumimoji="1" lang="en-US" altLang="zh-CN" sz="2800" b="1" dirty="0">
                <a:solidFill>
                  <a:schemeClr val="bg1"/>
                </a:solidFill>
                <a:latin typeface="微软雅黑" panose="020B0503020204020204" pitchFamily="34" charset="-122"/>
                <a:ea typeface="微软雅黑" panose="020B0503020204020204" pitchFamily="34" charset="-122"/>
              </a:rPr>
              <a:t>2</a:t>
            </a:r>
            <a:endParaRPr kumimoji="1"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793193" y="3851863"/>
            <a:ext cx="305164" cy="523220"/>
          </a:xfrm>
          <a:prstGeom prst="rect">
            <a:avLst/>
          </a:prstGeom>
          <a:noFill/>
        </p:spPr>
        <p:txBody>
          <a:bodyPr wrap="square" rtlCol="0">
            <a:spAutoFit/>
          </a:bodyPr>
          <a:lstStyle/>
          <a:p>
            <a:r>
              <a:rPr kumimoji="1" lang="en-US" altLang="zh-CN" sz="2800" b="1" dirty="0">
                <a:solidFill>
                  <a:schemeClr val="bg1"/>
                </a:solidFill>
                <a:latin typeface="微软雅黑" panose="020B0503020204020204" pitchFamily="34" charset="-122"/>
                <a:ea typeface="微软雅黑" panose="020B0503020204020204" pitchFamily="34" charset="-122"/>
              </a:rPr>
              <a:t>3</a:t>
            </a:r>
            <a:endParaRPr kumimoji="1"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6481849" y="3877283"/>
            <a:ext cx="305164" cy="523220"/>
          </a:xfrm>
          <a:prstGeom prst="rect">
            <a:avLst/>
          </a:prstGeom>
          <a:noFill/>
        </p:spPr>
        <p:txBody>
          <a:bodyPr wrap="square" rtlCol="0">
            <a:spAutoFit/>
          </a:bodyPr>
          <a:lstStyle/>
          <a:p>
            <a:r>
              <a:rPr kumimoji="1" lang="en-US" altLang="zh-CN" sz="2800" b="1" dirty="0">
                <a:solidFill>
                  <a:schemeClr val="bg1"/>
                </a:solidFill>
                <a:latin typeface="微软雅黑" panose="020B0503020204020204" pitchFamily="34" charset="-122"/>
                <a:ea typeface="微软雅黑" panose="020B0503020204020204" pitchFamily="34" charset="-122"/>
              </a:rPr>
              <a:t>4</a:t>
            </a:r>
            <a:endParaRPr kumimoji="1"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1"/>
          <p:cNvSpPr txBox="1"/>
          <p:nvPr/>
        </p:nvSpPr>
        <p:spPr>
          <a:xfrm>
            <a:off x="316689" y="373380"/>
            <a:ext cx="11017852"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 name="标题 1"/>
          <p:cNvSpPr txBox="1"/>
          <p:nvPr/>
        </p:nvSpPr>
        <p:spPr>
          <a:xfrm>
            <a:off x="1142374" y="1409755"/>
            <a:ext cx="4376967" cy="5486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12600000">
            <a:off x="716987" y="1394519"/>
            <a:ext cx="643050" cy="719354"/>
          </a:xfrm>
          <a:custGeom>
            <a:avLst/>
            <a:gdLst>
              <a:gd name="connsiteX0" fmla="*/ 318443 w 424614"/>
              <a:gd name="connsiteY0" fmla="*/ 446523 h 474998"/>
              <a:gd name="connsiteX1" fmla="*/ 28474 w 424614"/>
              <a:gd name="connsiteY1" fmla="*/ 368827 h 474998"/>
              <a:gd name="connsiteX2" fmla="*/ 106171 w 424614"/>
              <a:gd name="connsiteY2" fmla="*/ 78858 h 474998"/>
              <a:gd name="connsiteX3" fmla="*/ 145376 w 424614"/>
              <a:gd name="connsiteY3" fmla="*/ 61202 h 474998"/>
              <a:gd name="connsiteX4" fmla="*/ 172396 w 424614"/>
              <a:gd name="connsiteY4" fmla="*/ 55086 h 474998"/>
              <a:gd name="connsiteX5" fmla="*/ 204346 w 424614"/>
              <a:gd name="connsiteY5" fmla="*/ 0 h 474998"/>
              <a:gd name="connsiteX6" fmla="*/ 236542 w 424614"/>
              <a:gd name="connsiteY6" fmla="*/ 55510 h 474998"/>
              <a:gd name="connsiteX7" fmla="*/ 267247 w 424614"/>
              <a:gd name="connsiteY7" fmla="*/ 57651 h 474998"/>
              <a:gd name="connsiteX8" fmla="*/ 396140 w 424614"/>
              <a:gd name="connsiteY8" fmla="*/ 156555 h 474998"/>
              <a:gd name="connsiteX9" fmla="*/ 318443 w 424614"/>
              <a:gd name="connsiteY9" fmla="*/ 446523 h 474998"/>
            </a:gdLst>
            <a:ahLst/>
            <a:cxnLst/>
            <a:rect l="l" t="t" r="r" b="b"/>
            <a:pathLst>
              <a:path w="424614" h="474998">
                <a:moveTo>
                  <a:pt x="318443" y="446523"/>
                </a:moveTo>
                <a:cubicBezTo>
                  <a:pt x="216914" y="505141"/>
                  <a:pt x="87091" y="470355"/>
                  <a:pt x="28474" y="368827"/>
                </a:cubicBezTo>
                <a:cubicBezTo>
                  <a:pt x="-30144" y="267298"/>
                  <a:pt x="4642" y="137475"/>
                  <a:pt x="106171" y="78858"/>
                </a:cubicBezTo>
                <a:cubicBezTo>
                  <a:pt x="118862" y="71530"/>
                  <a:pt x="131995" y="65663"/>
                  <a:pt x="145376" y="61202"/>
                </a:cubicBezTo>
                <a:lnTo>
                  <a:pt x="172396" y="55086"/>
                </a:lnTo>
                <a:lnTo>
                  <a:pt x="204346" y="0"/>
                </a:lnTo>
                <a:lnTo>
                  <a:pt x="236542" y="55510"/>
                </a:lnTo>
                <a:lnTo>
                  <a:pt x="267247" y="57651"/>
                </a:lnTo>
                <a:cubicBezTo>
                  <a:pt x="319721" y="71712"/>
                  <a:pt x="366831" y="105790"/>
                  <a:pt x="396140" y="156555"/>
                </a:cubicBezTo>
                <a:cubicBezTo>
                  <a:pt x="454757" y="258083"/>
                  <a:pt x="419971" y="387906"/>
                  <a:pt x="318443" y="446523"/>
                </a:cubicBezTo>
                <a:close/>
              </a:path>
            </a:pathLst>
          </a:custGeom>
          <a:solidFill>
            <a:schemeClr val="accent2"/>
          </a:solidFill>
          <a:ln w="12700" cap="sq">
            <a:noFill/>
            <a:miter/>
          </a:ln>
          <a:effectLst>
            <a:outerShdw blurRad="50800" dist="38100" dir="8100000" algn="tr" rotWithShape="0">
              <a:schemeClr val="accent1">
                <a:lumMod val="75000"/>
                <a:alpha val="30000"/>
              </a:schemeClr>
            </a:outerShdw>
          </a:effectLst>
        </p:spPr>
        <p:txBody>
          <a:bodyPr vert="horz" wrap="square" lIns="91440" tIns="45720" rIns="91440" bIns="45720" rtlCol="0" anchor="ctr"/>
          <a:lstStyle/>
          <a:p>
            <a:pPr algn="ctr"/>
            <a:endParaRPr kumimoji="1" lang="zh-CN" altLang="en-US" dirty="0"/>
          </a:p>
        </p:txBody>
      </p:sp>
      <p:sp>
        <p:nvSpPr>
          <p:cNvPr id="5" name="标题 1"/>
          <p:cNvSpPr txBox="1"/>
          <p:nvPr/>
        </p:nvSpPr>
        <p:spPr>
          <a:xfrm>
            <a:off x="1270698" y="1473866"/>
            <a:ext cx="3812153" cy="420417"/>
          </a:xfrm>
          <a:prstGeom prst="rect">
            <a:avLst/>
          </a:prstGeom>
          <a:noFill/>
          <a:ln>
            <a:noFill/>
          </a:ln>
        </p:spPr>
        <p:txBody>
          <a:bodyPr vert="horz" wrap="square" lIns="0" tIns="0" rIns="0" bIns="0" rtlCol="0" anchor="ctr"/>
          <a:lstStyle/>
          <a:p>
            <a:pPr algn="ctr"/>
            <a:r>
              <a:rPr kumimoji="1" lang="zh-CN" altLang="en-US" sz="1600" b="1" dirty="0">
                <a:ln w="12700">
                  <a:noFill/>
                </a:ln>
                <a:solidFill>
                  <a:schemeClr val="bg1"/>
                </a:solidFill>
                <a:latin typeface="微软雅黑" panose="020B0503020204020204" pitchFamily="34" charset="-122"/>
                <a:ea typeface="微软雅黑" panose="020B0503020204020204" pitchFamily="34" charset="-122"/>
                <a:cs typeface="Source Han Sans CN Bold"/>
              </a:rPr>
              <a:t>禁止擅自对外披露任何公司敏感数据</a:t>
            </a:r>
          </a:p>
        </p:txBody>
      </p:sp>
      <p:sp>
        <p:nvSpPr>
          <p:cNvPr id="6" name="标题 1"/>
          <p:cNvSpPr txBox="1"/>
          <p:nvPr/>
        </p:nvSpPr>
        <p:spPr>
          <a:xfrm>
            <a:off x="1107834" y="2086206"/>
            <a:ext cx="4589581" cy="1670926"/>
          </a:xfrm>
          <a:prstGeom prst="rect">
            <a:avLst/>
          </a:prstGeom>
          <a:noFill/>
          <a:ln>
            <a:noFill/>
          </a:ln>
        </p:spPr>
        <p:txBody>
          <a:bodyPr vert="horz" wrap="square" lIns="0" tIns="0" rIns="0" bIns="0" rtlCol="0" anchor="t"/>
          <a:lstStyle/>
          <a:p>
            <a:pPr>
              <a:lnSpc>
                <a:spcPct val="150000"/>
              </a:lnSpc>
            </a:pPr>
            <a:r>
              <a:rPr lang="zh-CN" altLang="en-US" sz="1400" dirty="0">
                <a:solidFill>
                  <a:schemeClr val="tx2"/>
                </a:solidFill>
                <a:latin typeface="KaiTi" panose="02010609060101010101" pitchFamily="49" charset="-122"/>
                <a:ea typeface="KaiTi" panose="02010609060101010101" pitchFamily="49" charset="-122"/>
              </a:rPr>
              <a:t>不可擅自对外披露工作相关敏感数据，若因业务需要必须对外披露，需要走</a:t>
            </a:r>
            <a:r>
              <a:rPr lang="en-US" altLang="zh-CN" sz="1400" dirty="0">
                <a:solidFill>
                  <a:schemeClr val="tx2"/>
                </a:solidFill>
                <a:latin typeface="KaiTi" panose="02010609060101010101" pitchFamily="49" charset="-122"/>
                <a:ea typeface="KaiTi" panose="02010609060101010101" pitchFamily="49" charset="-122"/>
              </a:rPr>
              <a:t>OA</a:t>
            </a:r>
            <a:r>
              <a:rPr lang="zh-CN" altLang="en-US" sz="1400" b="1" dirty="0">
                <a:solidFill>
                  <a:schemeClr val="tx2"/>
                </a:solidFill>
                <a:latin typeface="KaiTi" panose="02010609060101010101" pitchFamily="49" charset="-122"/>
                <a:ea typeface="KaiTi" panose="02010609060101010101" pitchFamily="49" charset="-122"/>
                <a:hlinkClick r:id="rId2"/>
              </a:rPr>
              <a:t>对外数据披露流程</a:t>
            </a:r>
            <a:r>
              <a:rPr lang="zh-CN" altLang="en-US" sz="1400" dirty="0">
                <a:solidFill>
                  <a:schemeClr val="tx2"/>
                </a:solidFill>
                <a:latin typeface="KaiTi" panose="02010609060101010101" pitchFamily="49" charset="-122"/>
                <a:ea typeface="KaiTi" panose="02010609060101010101" pitchFamily="49" charset="-122"/>
              </a:rPr>
              <a:t>，审批通过后，方可披露。</a:t>
            </a:r>
          </a:p>
          <a:p>
            <a:pPr>
              <a:lnSpc>
                <a:spcPct val="150000"/>
              </a:lnSpc>
            </a:pPr>
            <a:r>
              <a:rPr lang="zh-CN" altLang="en-US" sz="1400" b="1" dirty="0">
                <a:solidFill>
                  <a:schemeClr val="tx2"/>
                </a:solidFill>
                <a:latin typeface="KaiTi" panose="02010609060101010101" pitchFamily="49" charset="-122"/>
                <a:ea typeface="KaiTi" panose="02010609060101010101" pitchFamily="49" charset="-122"/>
              </a:rPr>
              <a:t>错误案例：</a:t>
            </a:r>
            <a:r>
              <a:rPr lang="zh-CN" altLang="en-US" sz="1400" dirty="0">
                <a:solidFill>
                  <a:schemeClr val="tx2"/>
                </a:solidFill>
                <a:latin typeface="KaiTi" panose="02010609060101010101" pitchFamily="49" charset="-122"/>
                <a:ea typeface="KaiTi" panose="02010609060101010101" pitchFamily="49" charset="-122"/>
              </a:rPr>
              <a:t>小</a:t>
            </a:r>
            <a:r>
              <a:rPr lang="en-US" altLang="zh-CN" sz="1400" dirty="0">
                <a:solidFill>
                  <a:schemeClr val="tx2"/>
                </a:solidFill>
                <a:latin typeface="KaiTi" panose="02010609060101010101" pitchFamily="49" charset="-122"/>
                <a:ea typeface="KaiTi" panose="02010609060101010101" pitchFamily="49" charset="-122"/>
              </a:rPr>
              <a:t>E</a:t>
            </a:r>
            <a:r>
              <a:rPr lang="zh-CN" altLang="en-US" sz="1400" dirty="0">
                <a:solidFill>
                  <a:schemeClr val="tx2"/>
                </a:solidFill>
                <a:latin typeface="KaiTi" panose="02010609060101010101" pitchFamily="49" charset="-122"/>
                <a:ea typeface="KaiTi" panose="02010609060101010101" pitchFamily="49" charset="-122"/>
              </a:rPr>
              <a:t>参加业内论坛交流，在未走对外数据披露流程情况下，擅自透露公司未对外披露过的新项目规划。</a:t>
            </a:r>
          </a:p>
        </p:txBody>
      </p:sp>
      <p:sp>
        <p:nvSpPr>
          <p:cNvPr id="7" name="标题 1"/>
          <p:cNvSpPr txBox="1"/>
          <p:nvPr/>
        </p:nvSpPr>
        <p:spPr>
          <a:xfrm>
            <a:off x="6704235" y="1361477"/>
            <a:ext cx="4710492" cy="5486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rot="12600000">
            <a:off x="6312906" y="1324398"/>
            <a:ext cx="643050" cy="719354"/>
          </a:xfrm>
          <a:custGeom>
            <a:avLst/>
            <a:gdLst>
              <a:gd name="connsiteX0" fmla="*/ 318443 w 424614"/>
              <a:gd name="connsiteY0" fmla="*/ 446523 h 474998"/>
              <a:gd name="connsiteX1" fmla="*/ 28474 w 424614"/>
              <a:gd name="connsiteY1" fmla="*/ 368827 h 474998"/>
              <a:gd name="connsiteX2" fmla="*/ 106171 w 424614"/>
              <a:gd name="connsiteY2" fmla="*/ 78858 h 474998"/>
              <a:gd name="connsiteX3" fmla="*/ 145376 w 424614"/>
              <a:gd name="connsiteY3" fmla="*/ 61202 h 474998"/>
              <a:gd name="connsiteX4" fmla="*/ 172396 w 424614"/>
              <a:gd name="connsiteY4" fmla="*/ 55086 h 474998"/>
              <a:gd name="connsiteX5" fmla="*/ 204346 w 424614"/>
              <a:gd name="connsiteY5" fmla="*/ 0 h 474998"/>
              <a:gd name="connsiteX6" fmla="*/ 236542 w 424614"/>
              <a:gd name="connsiteY6" fmla="*/ 55510 h 474998"/>
              <a:gd name="connsiteX7" fmla="*/ 267247 w 424614"/>
              <a:gd name="connsiteY7" fmla="*/ 57651 h 474998"/>
              <a:gd name="connsiteX8" fmla="*/ 396140 w 424614"/>
              <a:gd name="connsiteY8" fmla="*/ 156555 h 474998"/>
              <a:gd name="connsiteX9" fmla="*/ 318443 w 424614"/>
              <a:gd name="connsiteY9" fmla="*/ 446523 h 474998"/>
            </a:gdLst>
            <a:ahLst/>
            <a:cxnLst/>
            <a:rect l="l" t="t" r="r" b="b"/>
            <a:pathLst>
              <a:path w="424614" h="474998">
                <a:moveTo>
                  <a:pt x="318443" y="446523"/>
                </a:moveTo>
                <a:cubicBezTo>
                  <a:pt x="216914" y="505141"/>
                  <a:pt x="87091" y="470355"/>
                  <a:pt x="28474" y="368827"/>
                </a:cubicBezTo>
                <a:cubicBezTo>
                  <a:pt x="-30144" y="267298"/>
                  <a:pt x="4642" y="137475"/>
                  <a:pt x="106171" y="78858"/>
                </a:cubicBezTo>
                <a:cubicBezTo>
                  <a:pt x="118862" y="71530"/>
                  <a:pt x="131995" y="65663"/>
                  <a:pt x="145376" y="61202"/>
                </a:cubicBezTo>
                <a:lnTo>
                  <a:pt x="172396" y="55086"/>
                </a:lnTo>
                <a:lnTo>
                  <a:pt x="204346" y="0"/>
                </a:lnTo>
                <a:lnTo>
                  <a:pt x="236542" y="55510"/>
                </a:lnTo>
                <a:lnTo>
                  <a:pt x="267247" y="57651"/>
                </a:lnTo>
                <a:cubicBezTo>
                  <a:pt x="319721" y="71712"/>
                  <a:pt x="366831" y="105790"/>
                  <a:pt x="396140" y="156555"/>
                </a:cubicBezTo>
                <a:cubicBezTo>
                  <a:pt x="454757" y="258083"/>
                  <a:pt x="419971" y="387906"/>
                  <a:pt x="318443" y="446523"/>
                </a:cubicBezTo>
                <a:close/>
              </a:path>
            </a:pathLst>
          </a:custGeom>
          <a:solidFill>
            <a:schemeClr val="accent2"/>
          </a:solidFill>
          <a:ln w="12700" cap="sq">
            <a:noFill/>
            <a:miter/>
          </a:ln>
          <a:effectLst>
            <a:outerShdw blurRad="50800" dist="38100" dir="8100000" algn="tr" rotWithShape="0">
              <a:schemeClr val="accent1">
                <a:lumMod val="75000"/>
                <a:alpha val="30000"/>
              </a:schemeClr>
            </a:outerShdw>
          </a:effectLst>
        </p:spPr>
        <p:txBody>
          <a:bodyPr vert="horz" wrap="square" lIns="91440" tIns="45720" rIns="91440" bIns="45720" rtlCol="0" anchor="ctr"/>
          <a:lstStyle/>
          <a:p>
            <a:pPr algn="ctr"/>
            <a:endParaRPr kumimoji="1" lang="zh-CN" altLang="en-US"/>
          </a:p>
        </p:txBody>
      </p:sp>
      <p:sp>
        <p:nvSpPr>
          <p:cNvPr id="10" name="标题 1"/>
          <p:cNvSpPr txBox="1"/>
          <p:nvPr/>
        </p:nvSpPr>
        <p:spPr>
          <a:xfrm>
            <a:off x="7092719" y="1399751"/>
            <a:ext cx="4603461" cy="472091"/>
          </a:xfrm>
          <a:prstGeom prst="rect">
            <a:avLst/>
          </a:prstGeom>
          <a:noFill/>
          <a:ln>
            <a:noFill/>
          </a:ln>
        </p:spPr>
        <p:txBody>
          <a:bodyPr vert="horz" wrap="square" lIns="0" tIns="0" rIns="0" bIns="0" rtlCol="0" anchor="ctr"/>
          <a:lstStyle/>
          <a:p>
            <a:pP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禁止滥用工作权限</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基于工作场景</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最小化使用</a:t>
            </a:r>
            <a:r>
              <a:rPr lang="en-US" altLang="zh-CN" sz="1600" b="1" dirty="0">
                <a:solidFill>
                  <a:schemeClr val="bg1"/>
                </a:solidFill>
                <a:latin typeface="微软雅黑" panose="020B0503020204020204" pitchFamily="34" charset="-122"/>
                <a:ea typeface="微软雅黑" panose="020B0503020204020204" pitchFamily="34" charset="-122"/>
              </a:rPr>
              <a:t>)</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1" name="标题 1"/>
          <p:cNvSpPr txBox="1"/>
          <p:nvPr/>
        </p:nvSpPr>
        <p:spPr>
          <a:xfrm>
            <a:off x="6704236" y="2076414"/>
            <a:ext cx="4710492" cy="1563398"/>
          </a:xfrm>
          <a:prstGeom prst="rect">
            <a:avLst/>
          </a:prstGeom>
          <a:noFill/>
          <a:ln>
            <a:noFill/>
          </a:ln>
        </p:spPr>
        <p:txBody>
          <a:bodyPr vert="horz" wrap="square" lIns="0" tIns="0" rIns="0" bIns="0" rtlCol="0" anchor="t"/>
          <a:lstStyle/>
          <a:p>
            <a:pPr>
              <a:lnSpc>
                <a:spcPct val="150000"/>
              </a:lnSpc>
            </a:pPr>
            <a:r>
              <a:rPr lang="zh-CN" altLang="en-US" sz="1400" dirty="0">
                <a:solidFill>
                  <a:schemeClr val="tx2"/>
                </a:solidFill>
                <a:latin typeface="KaiTi" panose="02010609060101010101" pitchFamily="49" charset="-122"/>
                <a:ea typeface="KaiTi" panose="02010609060101010101" pitchFamily="49" charset="-122"/>
              </a:rPr>
              <a:t>不得在没有业务场景的情况下，利用工作权限查询与本职工作无关的信息（如帮助朋友查询客户信息等）。</a:t>
            </a:r>
            <a:endParaRPr lang="en-US" altLang="zh-CN" sz="1400" dirty="0">
              <a:solidFill>
                <a:schemeClr val="tx2"/>
              </a:solidFill>
              <a:latin typeface="KaiTi" panose="02010609060101010101" pitchFamily="49" charset="-122"/>
              <a:ea typeface="KaiTi" panose="02010609060101010101" pitchFamily="49" charset="-122"/>
            </a:endParaRPr>
          </a:p>
          <a:p>
            <a:pPr>
              <a:lnSpc>
                <a:spcPct val="150000"/>
              </a:lnSpc>
            </a:pPr>
            <a:endParaRPr lang="zh-CN" altLang="en-US" sz="1400" dirty="0">
              <a:solidFill>
                <a:schemeClr val="tx2"/>
              </a:solidFill>
              <a:latin typeface="KaiTi" panose="02010609060101010101" pitchFamily="49" charset="-122"/>
              <a:ea typeface="KaiTi" panose="02010609060101010101" pitchFamily="49" charset="-122"/>
            </a:endParaRPr>
          </a:p>
          <a:p>
            <a:pPr>
              <a:lnSpc>
                <a:spcPct val="150000"/>
              </a:lnSpc>
            </a:pPr>
            <a:r>
              <a:rPr lang="zh-CN" altLang="en-US" sz="1400" b="1" dirty="0">
                <a:solidFill>
                  <a:schemeClr val="tx2"/>
                </a:solidFill>
                <a:latin typeface="KaiTi" panose="02010609060101010101" pitchFamily="49" charset="-122"/>
                <a:ea typeface="KaiTi" panose="02010609060101010101" pitchFamily="49" charset="-122"/>
              </a:rPr>
              <a:t>错误案例：</a:t>
            </a:r>
            <a:r>
              <a:rPr lang="zh-CN" altLang="en-US" sz="1400" dirty="0">
                <a:solidFill>
                  <a:schemeClr val="tx2"/>
                </a:solidFill>
                <a:latin typeface="KaiTi" panose="02010609060101010101" pitchFamily="49" charset="-122"/>
                <a:ea typeface="KaiTi" panose="02010609060101010101" pitchFamily="49" charset="-122"/>
              </a:rPr>
              <a:t>小</a:t>
            </a:r>
            <a:r>
              <a:rPr lang="en-US" altLang="zh-CN" sz="1400" dirty="0">
                <a:solidFill>
                  <a:schemeClr val="tx2"/>
                </a:solidFill>
                <a:latin typeface="KaiTi" panose="02010609060101010101" pitchFamily="49" charset="-122"/>
                <a:ea typeface="KaiTi" panose="02010609060101010101" pitchFamily="49" charset="-122"/>
              </a:rPr>
              <a:t>F</a:t>
            </a:r>
            <a:r>
              <a:rPr lang="zh-CN" altLang="en-US" sz="1400" dirty="0">
                <a:solidFill>
                  <a:schemeClr val="tx2"/>
                </a:solidFill>
                <a:latin typeface="KaiTi" panose="02010609060101010101" pitchFamily="49" charset="-122"/>
                <a:ea typeface="KaiTi" panose="02010609060101010101" pitchFamily="49" charset="-122"/>
              </a:rPr>
              <a:t>用</a:t>
            </a:r>
            <a:r>
              <a:rPr lang="en-US" altLang="zh-CN" sz="1400" dirty="0">
                <a:solidFill>
                  <a:schemeClr val="tx2"/>
                </a:solidFill>
                <a:latin typeface="KaiTi" panose="02010609060101010101" pitchFamily="49" charset="-122"/>
                <a:ea typeface="KaiTi" panose="02010609060101010101" pitchFamily="49" charset="-122"/>
              </a:rPr>
              <a:t>BOPS</a:t>
            </a:r>
            <a:r>
              <a:rPr lang="zh-CN" altLang="en-US" sz="1400" dirty="0">
                <a:solidFill>
                  <a:schemeClr val="tx2"/>
                </a:solidFill>
                <a:latin typeface="KaiTi" panose="02010609060101010101" pitchFamily="49" charset="-122"/>
                <a:ea typeface="KaiTi" panose="02010609060101010101" pitchFamily="49" charset="-122"/>
              </a:rPr>
              <a:t>查询系统漏洞情况。</a:t>
            </a:r>
          </a:p>
        </p:txBody>
      </p:sp>
      <p:sp>
        <p:nvSpPr>
          <p:cNvPr id="12" name="标题 1"/>
          <p:cNvSpPr txBox="1"/>
          <p:nvPr/>
        </p:nvSpPr>
        <p:spPr>
          <a:xfrm>
            <a:off x="941159" y="3851863"/>
            <a:ext cx="4578182" cy="5486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12600000">
            <a:off x="660400" y="3804679"/>
            <a:ext cx="643050" cy="719354"/>
          </a:xfrm>
          <a:custGeom>
            <a:avLst/>
            <a:gdLst>
              <a:gd name="connsiteX0" fmla="*/ 318443 w 424614"/>
              <a:gd name="connsiteY0" fmla="*/ 446523 h 474998"/>
              <a:gd name="connsiteX1" fmla="*/ 28474 w 424614"/>
              <a:gd name="connsiteY1" fmla="*/ 368827 h 474998"/>
              <a:gd name="connsiteX2" fmla="*/ 106171 w 424614"/>
              <a:gd name="connsiteY2" fmla="*/ 78858 h 474998"/>
              <a:gd name="connsiteX3" fmla="*/ 145376 w 424614"/>
              <a:gd name="connsiteY3" fmla="*/ 61202 h 474998"/>
              <a:gd name="connsiteX4" fmla="*/ 172396 w 424614"/>
              <a:gd name="connsiteY4" fmla="*/ 55086 h 474998"/>
              <a:gd name="connsiteX5" fmla="*/ 204346 w 424614"/>
              <a:gd name="connsiteY5" fmla="*/ 0 h 474998"/>
              <a:gd name="connsiteX6" fmla="*/ 236542 w 424614"/>
              <a:gd name="connsiteY6" fmla="*/ 55510 h 474998"/>
              <a:gd name="connsiteX7" fmla="*/ 267247 w 424614"/>
              <a:gd name="connsiteY7" fmla="*/ 57651 h 474998"/>
              <a:gd name="connsiteX8" fmla="*/ 396140 w 424614"/>
              <a:gd name="connsiteY8" fmla="*/ 156555 h 474998"/>
              <a:gd name="connsiteX9" fmla="*/ 318443 w 424614"/>
              <a:gd name="connsiteY9" fmla="*/ 446523 h 474998"/>
            </a:gdLst>
            <a:ahLst/>
            <a:cxnLst/>
            <a:rect l="l" t="t" r="r" b="b"/>
            <a:pathLst>
              <a:path w="424614" h="474998">
                <a:moveTo>
                  <a:pt x="318443" y="446523"/>
                </a:moveTo>
                <a:cubicBezTo>
                  <a:pt x="216914" y="505141"/>
                  <a:pt x="87091" y="470355"/>
                  <a:pt x="28474" y="368827"/>
                </a:cubicBezTo>
                <a:cubicBezTo>
                  <a:pt x="-30144" y="267298"/>
                  <a:pt x="4642" y="137475"/>
                  <a:pt x="106171" y="78858"/>
                </a:cubicBezTo>
                <a:cubicBezTo>
                  <a:pt x="118862" y="71530"/>
                  <a:pt x="131995" y="65663"/>
                  <a:pt x="145376" y="61202"/>
                </a:cubicBezTo>
                <a:lnTo>
                  <a:pt x="172396" y="55086"/>
                </a:lnTo>
                <a:lnTo>
                  <a:pt x="204346" y="0"/>
                </a:lnTo>
                <a:lnTo>
                  <a:pt x="236542" y="55510"/>
                </a:lnTo>
                <a:lnTo>
                  <a:pt x="267247" y="57651"/>
                </a:lnTo>
                <a:cubicBezTo>
                  <a:pt x="319721" y="71712"/>
                  <a:pt x="366831" y="105790"/>
                  <a:pt x="396140" y="156555"/>
                </a:cubicBezTo>
                <a:cubicBezTo>
                  <a:pt x="454757" y="258083"/>
                  <a:pt x="419971" y="387906"/>
                  <a:pt x="318443" y="446523"/>
                </a:cubicBezTo>
                <a:close/>
              </a:path>
            </a:pathLst>
          </a:custGeom>
          <a:solidFill>
            <a:schemeClr val="accent2"/>
          </a:solidFill>
          <a:ln w="12700" cap="sq">
            <a:noFill/>
            <a:miter/>
          </a:ln>
          <a:effectLst>
            <a:outerShdw blurRad="50800" dist="38100" dir="8100000" algn="tr" rotWithShape="0">
              <a:schemeClr val="accent1">
                <a:lumMod val="75000"/>
                <a:alpha val="30000"/>
              </a:schemeClr>
            </a:outerShdw>
          </a:effectLst>
        </p:spPr>
        <p:txBody>
          <a:bodyPr vert="horz" wrap="square" lIns="91440" tIns="45720" rIns="91440" bIns="45720" rtlCol="0" anchor="ctr"/>
          <a:lstStyle/>
          <a:p>
            <a:pPr algn="ctr"/>
            <a:endParaRPr kumimoji="1" lang="zh-CN" altLang="en-US" dirty="0"/>
          </a:p>
        </p:txBody>
      </p:sp>
      <p:sp>
        <p:nvSpPr>
          <p:cNvPr id="15" name="标题 1"/>
          <p:cNvSpPr txBox="1"/>
          <p:nvPr/>
        </p:nvSpPr>
        <p:spPr>
          <a:xfrm>
            <a:off x="1480399" y="3904347"/>
            <a:ext cx="4038942" cy="420417"/>
          </a:xfrm>
          <a:prstGeom prst="rect">
            <a:avLst/>
          </a:prstGeom>
          <a:noFill/>
          <a:ln>
            <a:noFill/>
          </a:ln>
        </p:spPr>
        <p:txBody>
          <a:bodyPr vert="horz" wrap="square" lIns="0" tIns="0" rIns="0" bIns="0" rtlCol="0" anchor="ctr"/>
          <a:lstStyle/>
          <a:p>
            <a:pP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禁止借用或者共享账号</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权限</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6" name="标题 1"/>
          <p:cNvSpPr txBox="1"/>
          <p:nvPr/>
        </p:nvSpPr>
        <p:spPr>
          <a:xfrm>
            <a:off x="1107834" y="4621799"/>
            <a:ext cx="4578182" cy="1480465"/>
          </a:xfrm>
          <a:prstGeom prst="rect">
            <a:avLst/>
          </a:prstGeom>
          <a:noFill/>
          <a:ln>
            <a:noFill/>
          </a:ln>
        </p:spPr>
        <p:txBody>
          <a:bodyPr vert="horz" wrap="square" lIns="0" tIns="0" rIns="0" bIns="0" rtlCol="0" anchor="t"/>
          <a:lstStyle/>
          <a:p>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工作相关的账号</a:t>
            </a:r>
            <a:r>
              <a:rPr kumimoji="1" lang="en-US" altLang="zh-CN" sz="1400" dirty="0">
                <a:ln w="12700">
                  <a:noFill/>
                </a:ln>
                <a:solidFill>
                  <a:schemeClr val="tx2"/>
                </a:solidFill>
                <a:latin typeface="KaiTi" panose="02010609060101010101" pitchFamily="49" charset="-122"/>
                <a:ea typeface="KaiTi" panose="02010609060101010101" pitchFamily="49" charset="-122"/>
                <a:cs typeface="Source Han Sans"/>
              </a:rPr>
              <a:t>\</a:t>
            </a:r>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权限不要借给他人使用，也不要借用他人的账号</a:t>
            </a:r>
            <a:r>
              <a:rPr kumimoji="1" lang="en-US" altLang="zh-CN" sz="1400" dirty="0">
                <a:ln w="12700">
                  <a:noFill/>
                </a:ln>
                <a:solidFill>
                  <a:schemeClr val="tx2"/>
                </a:solidFill>
                <a:latin typeface="KaiTi" panose="02010609060101010101" pitchFamily="49" charset="-122"/>
                <a:ea typeface="KaiTi" panose="02010609060101010101" pitchFamily="49" charset="-122"/>
                <a:cs typeface="Source Han Sans"/>
              </a:rPr>
              <a:t>\</a:t>
            </a:r>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权限；不要在他人电脑上用自己的系统账号登录。</a:t>
            </a:r>
            <a:endParaRPr kumimoji="1" lang="en-US" altLang="zh-CN" sz="1400" dirty="0">
              <a:ln w="12700">
                <a:noFill/>
              </a:ln>
              <a:solidFill>
                <a:schemeClr val="tx2"/>
              </a:solidFill>
              <a:latin typeface="KaiTi" panose="02010609060101010101" pitchFamily="49" charset="-122"/>
              <a:ea typeface="KaiTi" panose="02010609060101010101" pitchFamily="49" charset="-122"/>
              <a:cs typeface="Source Han Sans"/>
            </a:endParaRPr>
          </a:p>
          <a:p>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（备注：借给别人或者找被人借都是违规）</a:t>
            </a:r>
          </a:p>
          <a:p>
            <a:endPar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endParaRPr>
          </a:p>
          <a:p>
            <a:r>
              <a:rPr kumimoji="1" lang="zh-CN" altLang="en-US" sz="1400" b="1" dirty="0">
                <a:ln w="12700">
                  <a:noFill/>
                </a:ln>
                <a:solidFill>
                  <a:schemeClr val="tx2"/>
                </a:solidFill>
                <a:latin typeface="KaiTi" panose="02010609060101010101" pitchFamily="49" charset="-122"/>
                <a:ea typeface="KaiTi" panose="02010609060101010101" pitchFamily="49" charset="-122"/>
                <a:cs typeface="Source Han Sans"/>
              </a:rPr>
              <a:t>错误案例：</a:t>
            </a:r>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小</a:t>
            </a:r>
            <a:r>
              <a:rPr kumimoji="1" lang="en-US" altLang="zh-CN" sz="1400" dirty="0">
                <a:ln w="12700">
                  <a:noFill/>
                </a:ln>
                <a:solidFill>
                  <a:schemeClr val="tx2"/>
                </a:solidFill>
                <a:latin typeface="KaiTi" panose="02010609060101010101" pitchFamily="49" charset="-122"/>
                <a:ea typeface="KaiTi" panose="02010609060101010101" pitchFamily="49" charset="-122"/>
                <a:cs typeface="Source Han Sans"/>
              </a:rPr>
              <a:t>G</a:t>
            </a:r>
            <a:r>
              <a:rPr kumimoji="1" lang="zh-CN" altLang="en-US" sz="1400" dirty="0">
                <a:ln w="12700">
                  <a:noFill/>
                </a:ln>
                <a:solidFill>
                  <a:schemeClr val="tx2"/>
                </a:solidFill>
                <a:latin typeface="KaiTi" panose="02010609060101010101" pitchFamily="49" charset="-122"/>
                <a:ea typeface="KaiTi" panose="02010609060101010101" pitchFamily="49" charset="-122"/>
                <a:cs typeface="Source Han Sans"/>
              </a:rPr>
              <a:t>出差在外，因网络差无法登陆账号处理业务，直接将自己的账号密码告知同事协助处理。</a:t>
            </a:r>
          </a:p>
        </p:txBody>
      </p:sp>
      <p:sp>
        <p:nvSpPr>
          <p:cNvPr id="17" name="标题 1"/>
          <p:cNvSpPr txBox="1"/>
          <p:nvPr/>
        </p:nvSpPr>
        <p:spPr>
          <a:xfrm>
            <a:off x="6751844" y="3904347"/>
            <a:ext cx="4710492" cy="5486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endParaRPr kumimoji="1" lang="zh-CN" altLang="en-US" dirty="0"/>
          </a:p>
        </p:txBody>
      </p:sp>
      <p:sp>
        <p:nvSpPr>
          <p:cNvPr id="18" name="标题 1"/>
          <p:cNvSpPr txBox="1"/>
          <p:nvPr/>
        </p:nvSpPr>
        <p:spPr>
          <a:xfrm rot="12600000">
            <a:off x="6360370" y="3819311"/>
            <a:ext cx="643050" cy="719354"/>
          </a:xfrm>
          <a:custGeom>
            <a:avLst/>
            <a:gdLst>
              <a:gd name="connsiteX0" fmla="*/ 318443 w 424614"/>
              <a:gd name="connsiteY0" fmla="*/ 446523 h 474998"/>
              <a:gd name="connsiteX1" fmla="*/ 28474 w 424614"/>
              <a:gd name="connsiteY1" fmla="*/ 368827 h 474998"/>
              <a:gd name="connsiteX2" fmla="*/ 106171 w 424614"/>
              <a:gd name="connsiteY2" fmla="*/ 78858 h 474998"/>
              <a:gd name="connsiteX3" fmla="*/ 145376 w 424614"/>
              <a:gd name="connsiteY3" fmla="*/ 61202 h 474998"/>
              <a:gd name="connsiteX4" fmla="*/ 172396 w 424614"/>
              <a:gd name="connsiteY4" fmla="*/ 55086 h 474998"/>
              <a:gd name="connsiteX5" fmla="*/ 204346 w 424614"/>
              <a:gd name="connsiteY5" fmla="*/ 0 h 474998"/>
              <a:gd name="connsiteX6" fmla="*/ 236542 w 424614"/>
              <a:gd name="connsiteY6" fmla="*/ 55510 h 474998"/>
              <a:gd name="connsiteX7" fmla="*/ 267247 w 424614"/>
              <a:gd name="connsiteY7" fmla="*/ 57651 h 474998"/>
              <a:gd name="connsiteX8" fmla="*/ 396140 w 424614"/>
              <a:gd name="connsiteY8" fmla="*/ 156555 h 474998"/>
              <a:gd name="connsiteX9" fmla="*/ 318443 w 424614"/>
              <a:gd name="connsiteY9" fmla="*/ 446523 h 474998"/>
            </a:gdLst>
            <a:ahLst/>
            <a:cxnLst/>
            <a:rect l="l" t="t" r="r" b="b"/>
            <a:pathLst>
              <a:path w="424614" h="474998">
                <a:moveTo>
                  <a:pt x="318443" y="446523"/>
                </a:moveTo>
                <a:cubicBezTo>
                  <a:pt x="216914" y="505141"/>
                  <a:pt x="87091" y="470355"/>
                  <a:pt x="28474" y="368827"/>
                </a:cubicBezTo>
                <a:cubicBezTo>
                  <a:pt x="-30144" y="267298"/>
                  <a:pt x="4642" y="137475"/>
                  <a:pt x="106171" y="78858"/>
                </a:cubicBezTo>
                <a:cubicBezTo>
                  <a:pt x="118862" y="71530"/>
                  <a:pt x="131995" y="65663"/>
                  <a:pt x="145376" y="61202"/>
                </a:cubicBezTo>
                <a:lnTo>
                  <a:pt x="172396" y="55086"/>
                </a:lnTo>
                <a:lnTo>
                  <a:pt x="204346" y="0"/>
                </a:lnTo>
                <a:lnTo>
                  <a:pt x="236542" y="55510"/>
                </a:lnTo>
                <a:lnTo>
                  <a:pt x="267247" y="57651"/>
                </a:lnTo>
                <a:cubicBezTo>
                  <a:pt x="319721" y="71712"/>
                  <a:pt x="366831" y="105790"/>
                  <a:pt x="396140" y="156555"/>
                </a:cubicBezTo>
                <a:cubicBezTo>
                  <a:pt x="454757" y="258083"/>
                  <a:pt x="419971" y="387906"/>
                  <a:pt x="318443" y="446523"/>
                </a:cubicBezTo>
                <a:close/>
              </a:path>
            </a:pathLst>
          </a:custGeom>
          <a:solidFill>
            <a:schemeClr val="accent2"/>
          </a:solidFill>
          <a:ln w="12700" cap="sq">
            <a:noFill/>
            <a:miter/>
          </a:ln>
          <a:effectLst>
            <a:outerShdw blurRad="50800" dist="38100" dir="8100000" algn="tr" rotWithShape="0">
              <a:schemeClr val="accent1">
                <a:lumMod val="75000"/>
                <a:alpha val="30000"/>
              </a:schemeClr>
            </a:outerShdw>
          </a:effectLst>
        </p:spPr>
        <p:txBody>
          <a:bodyPr vert="horz" wrap="square" lIns="91440" tIns="45720" rIns="91440" bIns="45720" rtlCol="0" anchor="ctr"/>
          <a:lstStyle/>
          <a:p>
            <a:pPr algn="ctr"/>
            <a:endParaRPr kumimoji="1" lang="zh-CN" altLang="en-US" dirty="0"/>
          </a:p>
        </p:txBody>
      </p:sp>
      <p:sp>
        <p:nvSpPr>
          <p:cNvPr id="20" name="标题 1"/>
          <p:cNvSpPr txBox="1"/>
          <p:nvPr/>
        </p:nvSpPr>
        <p:spPr>
          <a:xfrm>
            <a:off x="7140183" y="3954147"/>
            <a:ext cx="3451103" cy="420417"/>
          </a:xfrm>
          <a:prstGeom prst="rect">
            <a:avLst/>
          </a:prstGeom>
          <a:noFill/>
          <a:ln>
            <a:noFill/>
          </a:ln>
        </p:spPr>
        <p:txBody>
          <a:bodyPr vert="horz" wrap="square" lIns="0" tIns="0" rIns="0" bIns="0" rtlCol="0" anchor="ctr"/>
          <a:lstStyle/>
          <a:p>
            <a:pP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离职前禁止将工作文档带离公司</a:t>
            </a:r>
          </a:p>
        </p:txBody>
      </p:sp>
      <p:sp>
        <p:nvSpPr>
          <p:cNvPr id="21" name="标题 1"/>
          <p:cNvSpPr txBox="1"/>
          <p:nvPr/>
        </p:nvSpPr>
        <p:spPr>
          <a:xfrm>
            <a:off x="6594439" y="4650598"/>
            <a:ext cx="4867898" cy="1834022"/>
          </a:xfrm>
          <a:prstGeom prst="rect">
            <a:avLst/>
          </a:prstGeom>
          <a:noFill/>
          <a:ln>
            <a:noFill/>
          </a:ln>
        </p:spPr>
        <p:txBody>
          <a:bodyPr vert="horz" wrap="square" lIns="0" tIns="0" rIns="0" bIns="0" rtlCol="0" anchor="t"/>
          <a:lstStyle/>
          <a:p>
            <a:pPr>
              <a:lnSpc>
                <a:spcPct val="150000"/>
              </a:lnSpc>
            </a:pPr>
            <a:r>
              <a:rPr lang="zh-CN" altLang="en-US" sz="1400" dirty="0">
                <a:solidFill>
                  <a:schemeClr val="tx2"/>
                </a:solidFill>
                <a:latin typeface="KaiTi" panose="02010609060101010101" pitchFamily="49" charset="-122"/>
                <a:ea typeface="KaiTi" panose="02010609060101010101" pitchFamily="49" charset="-122"/>
              </a:rPr>
              <a:t>离职交接期间，严禁私自复制、传输、外发任何公司数据，包括但不限于业务文档、代码、客户信息等。若需转移个人资料，必须提前通过</a:t>
            </a:r>
            <a:r>
              <a:rPr lang="en-US" altLang="zh-CN" sz="1400" dirty="0">
                <a:solidFill>
                  <a:schemeClr val="tx2"/>
                </a:solidFill>
                <a:latin typeface="KaiTi" panose="02010609060101010101" pitchFamily="49" charset="-122"/>
                <a:ea typeface="KaiTi" panose="02010609060101010101" pitchFamily="49" charset="-122"/>
              </a:rPr>
              <a:t>OA-</a:t>
            </a:r>
            <a:r>
              <a:rPr lang="zh-CN" altLang="en-US" sz="1400" dirty="0">
                <a:solidFill>
                  <a:schemeClr val="tx2"/>
                </a:solidFill>
                <a:latin typeface="KaiTi" panose="02010609060101010101" pitchFamily="49" charset="-122"/>
                <a:ea typeface="KaiTi" panose="02010609060101010101" pitchFamily="49" charset="-122"/>
              </a:rPr>
              <a:t>信息安全</a:t>
            </a:r>
            <a:r>
              <a:rPr lang="en-US" altLang="zh-CN" sz="1400" dirty="0">
                <a:solidFill>
                  <a:schemeClr val="tx2"/>
                </a:solidFill>
                <a:latin typeface="KaiTi" panose="02010609060101010101" pitchFamily="49" charset="-122"/>
                <a:ea typeface="KaiTi" panose="02010609060101010101" pitchFamily="49" charset="-122"/>
              </a:rPr>
              <a:t>-</a:t>
            </a:r>
            <a:r>
              <a:rPr lang="zh-CN" altLang="en-US" sz="1400" dirty="0">
                <a:solidFill>
                  <a:schemeClr val="tx2"/>
                </a:solidFill>
                <a:latin typeface="KaiTi" panose="02010609060101010101" pitchFamily="49" charset="-122"/>
                <a:ea typeface="KaiTi" panose="02010609060101010101" pitchFamily="49" charset="-122"/>
              </a:rPr>
              <a:t>数据拷贝提交申请，待审批通过后方可操作。未经许可的任何传输行为都将视为违规行为。</a:t>
            </a:r>
            <a:endParaRPr lang="en-US" altLang="zh-CN" sz="1400" dirty="0">
              <a:solidFill>
                <a:schemeClr val="tx2"/>
              </a:solidFill>
              <a:latin typeface="KaiTi" panose="02010609060101010101" pitchFamily="49" charset="-122"/>
              <a:ea typeface="KaiTi" panose="02010609060101010101" pitchFamily="49" charset="-122"/>
            </a:endParaRPr>
          </a:p>
          <a:p>
            <a:pPr>
              <a:lnSpc>
                <a:spcPct val="150000"/>
              </a:lnSpc>
            </a:pPr>
            <a:r>
              <a:rPr lang="zh-CN" altLang="en-US" sz="1400" b="1" dirty="0">
                <a:solidFill>
                  <a:schemeClr val="tx2"/>
                </a:solidFill>
                <a:latin typeface="KaiTi" panose="02010609060101010101" pitchFamily="49" charset="-122"/>
                <a:ea typeface="KaiTi" panose="02010609060101010101" pitchFamily="49" charset="-122"/>
              </a:rPr>
              <a:t>错误案例：</a:t>
            </a:r>
            <a:r>
              <a:rPr lang="zh-CN" altLang="en-US" sz="1400" dirty="0">
                <a:solidFill>
                  <a:schemeClr val="tx2"/>
                </a:solidFill>
                <a:latin typeface="KaiTi" panose="02010609060101010101" pitchFamily="49" charset="-122"/>
                <a:ea typeface="KaiTi" panose="02010609060101010101" pitchFamily="49" charset="-122"/>
              </a:rPr>
              <a:t>小</a:t>
            </a:r>
            <a:r>
              <a:rPr lang="en-US" altLang="zh-CN" sz="1400" dirty="0">
                <a:solidFill>
                  <a:schemeClr val="tx2"/>
                </a:solidFill>
                <a:latin typeface="KaiTi" panose="02010609060101010101" pitchFamily="49" charset="-122"/>
                <a:ea typeface="KaiTi" panose="02010609060101010101" pitchFamily="49" charset="-122"/>
              </a:rPr>
              <a:t>J</a:t>
            </a:r>
            <a:r>
              <a:rPr lang="zh-CN" altLang="en-US" sz="1400" dirty="0">
                <a:solidFill>
                  <a:schemeClr val="tx2"/>
                </a:solidFill>
                <a:latin typeface="KaiTi" panose="02010609060101010101" pitchFamily="49" charset="-122"/>
                <a:ea typeface="KaiTi" panose="02010609060101010101" pitchFamily="49" charset="-122"/>
              </a:rPr>
              <a:t>离职前私自把工作资料通过微信发给自己。</a:t>
            </a:r>
          </a:p>
          <a:p>
            <a:pPr>
              <a:lnSpc>
                <a:spcPct val="150000"/>
              </a:lnSpc>
            </a:pPr>
            <a:endParaRPr lang="zh-CN" altLang="en-US" sz="1400" dirty="0">
              <a:solidFill>
                <a:schemeClr val="tx2"/>
              </a:solidFill>
              <a:latin typeface="KaiTi" panose="02010609060101010101" pitchFamily="49" charset="-122"/>
              <a:ea typeface="KaiTi" panose="02010609060101010101" pitchFamily="49" charset="-122"/>
            </a:endParaRPr>
          </a:p>
        </p:txBody>
      </p:sp>
      <p:sp>
        <p:nvSpPr>
          <p:cNvPr id="23" name="标题 1"/>
          <p:cNvSpPr txBox="1"/>
          <p:nvPr/>
        </p:nvSpPr>
        <p:spPr>
          <a:xfrm>
            <a:off x="988640" y="565405"/>
            <a:ext cx="6717324" cy="432000"/>
          </a:xfrm>
          <a:prstGeom prst="rect">
            <a:avLst/>
          </a:prstGeom>
          <a:noFill/>
          <a:ln>
            <a:noFill/>
          </a:ln>
        </p:spPr>
        <p:txBody>
          <a:bodyPr vert="horz" wrap="square" lIns="0" tIns="0" rIns="0" bIns="0" rtlCol="0" anchor="ctr"/>
          <a:lstStyle/>
          <a:p>
            <a:r>
              <a:rPr kumimoji="1" lang="zh-CN" altLang="en-US" sz="3200" dirty="0">
                <a:solidFill>
                  <a:srgbClr val="1856D8"/>
                </a:solidFill>
                <a:latin typeface="微软雅黑" panose="020B0503020204020204" pitchFamily="34" charset="-122"/>
                <a:ea typeface="微软雅黑" panose="020B0503020204020204" pitchFamily="34" charset="-122"/>
              </a:rPr>
              <a:t>熟知</a:t>
            </a:r>
            <a:r>
              <a:rPr kumimoji="1" lang="en-US" altLang="zh-CN" sz="3200" dirty="0">
                <a:solidFill>
                  <a:srgbClr val="1856D8"/>
                </a:solidFill>
                <a:latin typeface="微软雅黑" panose="020B0503020204020204" pitchFamily="34" charset="-122"/>
                <a:ea typeface="微软雅黑" panose="020B0503020204020204" pitchFamily="34" charset="-122"/>
              </a:rPr>
              <a:t>8</a:t>
            </a:r>
            <a:r>
              <a:rPr kumimoji="1" lang="zh-CN" altLang="en-US" sz="3200" dirty="0">
                <a:solidFill>
                  <a:srgbClr val="1856D8"/>
                </a:solidFill>
                <a:latin typeface="微软雅黑" panose="020B0503020204020204" pitchFamily="34" charset="-122"/>
                <a:ea typeface="微软雅黑" panose="020B0503020204020204" pitchFamily="34" charset="-122"/>
              </a:rPr>
              <a:t>大禁止项，坚守数据安全底线</a:t>
            </a:r>
          </a:p>
        </p:txBody>
      </p:sp>
      <p:sp>
        <p:nvSpPr>
          <p:cNvPr id="27" name="标题 1"/>
          <p:cNvSpPr txBox="1"/>
          <p:nvPr/>
        </p:nvSpPr>
        <p:spPr>
          <a:xfrm>
            <a:off x="324256" y="626624"/>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2" name="文本框 21"/>
          <p:cNvSpPr txBox="1"/>
          <p:nvPr/>
        </p:nvSpPr>
        <p:spPr>
          <a:xfrm>
            <a:off x="849978" y="1487093"/>
            <a:ext cx="293137" cy="523220"/>
          </a:xfrm>
          <a:prstGeom prst="rect">
            <a:avLst/>
          </a:prstGeom>
          <a:noFill/>
        </p:spPr>
        <p:txBody>
          <a:bodyPr wrap="square" rtlCol="0">
            <a:spAutoFit/>
          </a:bodyPr>
          <a:lstStyle/>
          <a:p>
            <a:r>
              <a:rPr kumimoji="1" lang="en-US" altLang="zh-CN" sz="2800" b="1" dirty="0">
                <a:solidFill>
                  <a:schemeClr val="bg1"/>
                </a:solidFill>
                <a:latin typeface="微软雅黑" panose="020B0503020204020204" pitchFamily="34" charset="-122"/>
                <a:ea typeface="微软雅黑" panose="020B0503020204020204" pitchFamily="34" charset="-122"/>
              </a:rPr>
              <a:t>5</a:t>
            </a:r>
            <a:endParaRPr kumimoji="1"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6487862" y="3888947"/>
            <a:ext cx="293137" cy="523220"/>
          </a:xfrm>
          <a:prstGeom prst="rect">
            <a:avLst/>
          </a:prstGeom>
          <a:noFill/>
        </p:spPr>
        <p:txBody>
          <a:bodyPr wrap="square" rtlCol="0">
            <a:spAutoFit/>
          </a:bodyPr>
          <a:lstStyle/>
          <a:p>
            <a:r>
              <a:rPr kumimoji="1" lang="en-US" altLang="zh-CN" sz="2800" b="1" dirty="0">
                <a:solidFill>
                  <a:schemeClr val="bg1"/>
                </a:solidFill>
                <a:latin typeface="微软雅黑" panose="020B0503020204020204" pitchFamily="34" charset="-122"/>
                <a:ea typeface="微软雅黑" panose="020B0503020204020204" pitchFamily="34" charset="-122"/>
              </a:rPr>
              <a:t>8</a:t>
            </a:r>
            <a:endParaRPr kumimoji="1"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771898" y="3917057"/>
            <a:ext cx="293137" cy="523220"/>
          </a:xfrm>
          <a:prstGeom prst="rect">
            <a:avLst/>
          </a:prstGeom>
          <a:noFill/>
        </p:spPr>
        <p:txBody>
          <a:bodyPr wrap="square" rtlCol="0">
            <a:spAutoFit/>
          </a:bodyPr>
          <a:lstStyle/>
          <a:p>
            <a:r>
              <a:rPr kumimoji="1" lang="en-US" altLang="zh-CN" sz="2800" b="1" dirty="0">
                <a:solidFill>
                  <a:schemeClr val="bg1"/>
                </a:solidFill>
                <a:latin typeface="微软雅黑" panose="020B0503020204020204" pitchFamily="34" charset="-122"/>
                <a:ea typeface="微软雅黑" panose="020B0503020204020204" pitchFamily="34" charset="-122"/>
              </a:rPr>
              <a:t>7</a:t>
            </a:r>
            <a:endParaRPr kumimoji="1"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6458707" y="1410396"/>
            <a:ext cx="293137" cy="523220"/>
          </a:xfrm>
          <a:prstGeom prst="rect">
            <a:avLst/>
          </a:prstGeom>
          <a:noFill/>
        </p:spPr>
        <p:txBody>
          <a:bodyPr wrap="square" rtlCol="0">
            <a:spAutoFit/>
          </a:bodyPr>
          <a:lstStyle/>
          <a:p>
            <a:r>
              <a:rPr kumimoji="1" lang="en-US" altLang="zh-CN" sz="2800" b="1" dirty="0">
                <a:solidFill>
                  <a:schemeClr val="bg1"/>
                </a:solidFill>
                <a:latin typeface="微软雅黑" panose="020B0503020204020204" pitchFamily="34" charset="-122"/>
                <a:ea typeface="微软雅黑" panose="020B0503020204020204" pitchFamily="34" charset="-122"/>
              </a:rPr>
              <a:t>6</a:t>
            </a:r>
            <a:endParaRPr kumimoji="1"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573125" y="279880"/>
            <a:ext cx="11173122"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68" name="文本框 167"/>
          <p:cNvSpPr txBox="1"/>
          <p:nvPr/>
        </p:nvSpPr>
        <p:spPr>
          <a:xfrm>
            <a:off x="1236224" y="389976"/>
            <a:ext cx="4288353" cy="584775"/>
          </a:xfrm>
          <a:prstGeom prst="rect">
            <a:avLst/>
          </a:prstGeom>
          <a:noFill/>
        </p:spPr>
        <p:txBody>
          <a:bodyPr wrap="none" rtlCol="0">
            <a:spAutoFit/>
          </a:bodyPr>
          <a:lstStyle/>
          <a:p>
            <a:r>
              <a:rPr kumimoji="1" lang="zh-CN" altLang="en-US" sz="3200" dirty="0">
                <a:solidFill>
                  <a:srgbClr val="0045D4"/>
                </a:solidFill>
                <a:latin typeface="微软雅黑" panose="020B0503020204020204" pitchFamily="34" charset="-122"/>
                <a:ea typeface="微软雅黑" panose="020B0503020204020204" pitchFamily="34" charset="-122"/>
              </a:rPr>
              <a:t>职场数据常见泄露行为</a:t>
            </a:r>
          </a:p>
        </p:txBody>
      </p:sp>
      <p:sp>
        <p:nvSpPr>
          <p:cNvPr id="5" name="文本框 4"/>
          <p:cNvSpPr txBox="1"/>
          <p:nvPr/>
        </p:nvSpPr>
        <p:spPr>
          <a:xfrm>
            <a:off x="573124" y="1342556"/>
            <a:ext cx="5827675" cy="4835939"/>
          </a:xfrm>
          <a:prstGeom prst="rect">
            <a:avLst/>
          </a:prstGeom>
          <a:noFill/>
        </p:spPr>
        <p:txBody>
          <a:bodyPr wrap="square">
            <a:spAutoFit/>
          </a:bodyPr>
          <a:lstStyle/>
          <a:p>
            <a:pPr marL="0" marR="0">
              <a:lnSpc>
                <a:spcPct val="150000"/>
              </a:lnSpc>
              <a:spcBef>
                <a:spcPts val="0"/>
              </a:spcBef>
              <a:spcAft>
                <a:spcPts val="0"/>
              </a:spcAft>
              <a:buFont typeface="+mj-lt"/>
              <a:buAutoNum type="arabicPeriod"/>
            </a:pPr>
            <a:r>
              <a:rPr lang="zh-CN" altLang="en-US" sz="1600" b="1" dirty="0">
                <a:effectLst/>
                <a:latin typeface="KaiTi" panose="02010609060101010101" pitchFamily="49" charset="-122"/>
                <a:ea typeface="KaiTi" panose="02010609060101010101" pitchFamily="49" charset="-122"/>
              </a:rPr>
              <a:t>离职数据管控</a:t>
            </a:r>
            <a:r>
              <a:rPr lang="zh-CN" altLang="en-US" sz="1600" dirty="0">
                <a:effectLst/>
                <a:latin typeface="KaiTi" panose="02010609060101010101" pitchFamily="49" charset="-122"/>
                <a:ea typeface="KaiTi" panose="02010609060101010101" pitchFamily="49" charset="-122"/>
              </a:rPr>
              <a:t>：离职时仅允许带走私人资料，禁止带走工作资料，严禁通过任何形式将</a:t>
            </a:r>
            <a:r>
              <a:rPr lang="zh-CN" altLang="en-US" sz="1600" dirty="0">
                <a:solidFill>
                  <a:srgbClr val="DF2A3F"/>
                </a:solidFill>
                <a:effectLst/>
                <a:latin typeface="KaiTi" panose="02010609060101010101" pitchFamily="49" charset="-122"/>
                <a:ea typeface="KaiTi" panose="02010609060101010101" pitchFamily="49" charset="-122"/>
              </a:rPr>
              <a:t>业务文档下载、转移、上传到个人终端、外部网盘或云笔记</a:t>
            </a:r>
            <a:r>
              <a:rPr lang="zh-CN" altLang="en-US" sz="1600" dirty="0">
                <a:effectLst/>
                <a:latin typeface="KaiTi" panose="02010609060101010101" pitchFamily="49" charset="-122"/>
                <a:ea typeface="KaiTi" panose="02010609060101010101" pitchFamily="49" charset="-122"/>
              </a:rPr>
              <a:t>，</a:t>
            </a:r>
            <a:r>
              <a:rPr lang="zh-CN" altLang="en-US" sz="1600" dirty="0">
                <a:solidFill>
                  <a:srgbClr val="2C2C36"/>
                </a:solidFill>
                <a:effectLst/>
                <a:latin typeface="KaiTi" panose="02010609060101010101" pitchFamily="49" charset="-122"/>
                <a:ea typeface="KaiTi" panose="02010609060101010101" pitchFamily="49" charset="-122"/>
              </a:rPr>
              <a:t>切勿存有任何侥幸心理</a:t>
            </a:r>
            <a:r>
              <a:rPr lang="zh-CN" altLang="en-US" sz="1600" dirty="0">
                <a:effectLst/>
                <a:latin typeface="KaiTi" panose="02010609060101010101" pitchFamily="49" charset="-122"/>
                <a:ea typeface="KaiTi" panose="02010609060101010101" pitchFamily="49" charset="-122"/>
              </a:rPr>
              <a:t>。</a:t>
            </a:r>
          </a:p>
          <a:p>
            <a:pPr marL="0" marR="0">
              <a:lnSpc>
                <a:spcPct val="150000"/>
              </a:lnSpc>
              <a:spcBef>
                <a:spcPts val="0"/>
              </a:spcBef>
              <a:spcAft>
                <a:spcPts val="0"/>
              </a:spcAft>
              <a:buFont typeface="+mj-lt"/>
              <a:buAutoNum type="arabicPeriod"/>
            </a:pPr>
            <a:r>
              <a:rPr lang="zh-CN" altLang="en-US" sz="1600" b="1" dirty="0">
                <a:effectLst/>
                <a:latin typeface="KaiTi" panose="02010609060101010101" pitchFamily="49" charset="-122"/>
                <a:ea typeface="KaiTi" panose="02010609060101010101" pitchFamily="49" charset="-122"/>
              </a:rPr>
              <a:t>在职数据外发</a:t>
            </a:r>
            <a:r>
              <a:rPr lang="zh-CN" altLang="en-US" sz="1600" dirty="0">
                <a:effectLst/>
                <a:latin typeface="KaiTi" panose="02010609060101010101" pitchFamily="49" charset="-122"/>
                <a:ea typeface="KaiTi" panose="02010609060101010101" pitchFamily="49" charset="-122"/>
              </a:rPr>
              <a:t>：严禁私自将</a:t>
            </a:r>
            <a:r>
              <a:rPr lang="zh-CN" altLang="en-US" sz="1600" dirty="0">
                <a:solidFill>
                  <a:srgbClr val="DF2A3F"/>
                </a:solidFill>
                <a:effectLst/>
                <a:latin typeface="KaiTi" panose="02010609060101010101" pitchFamily="49" charset="-122"/>
                <a:ea typeface="KaiTi" panose="02010609060101010101" pitchFamily="49" charset="-122"/>
              </a:rPr>
              <a:t>未报备、未披露</a:t>
            </a:r>
            <a:r>
              <a:rPr lang="zh-CN" altLang="en-US" sz="1600" dirty="0">
                <a:effectLst/>
                <a:latin typeface="KaiTi" panose="02010609060101010101" pitchFamily="49" charset="-122"/>
                <a:ea typeface="KaiTi" panose="02010609060101010101" pitchFamily="49" charset="-122"/>
              </a:rPr>
              <a:t>的公司</a:t>
            </a:r>
            <a:r>
              <a:rPr lang="en-GB" altLang="zh-CN" sz="1600" dirty="0">
                <a:effectLst/>
                <a:latin typeface="KaiTi" panose="02010609060101010101" pitchFamily="49" charset="-122"/>
                <a:ea typeface="KaiTi" panose="02010609060101010101" pitchFamily="49" charset="-122"/>
              </a:rPr>
              <a:t>L3/L4</a:t>
            </a:r>
            <a:r>
              <a:rPr lang="zh-CN" altLang="en-US" sz="1600" dirty="0">
                <a:effectLst/>
                <a:latin typeface="KaiTi" panose="02010609060101010101" pitchFamily="49" charset="-122"/>
                <a:ea typeface="KaiTi" panose="02010609060101010101" pitchFamily="49" charset="-122"/>
              </a:rPr>
              <a:t>数据及文档通过第三方即时通讯工具、私人邮箱、视频会议、远控软件、第三方云存储服务、文件传输应用、本地文件共享等各类渠道外发，若因工作需要请在</a:t>
            </a:r>
            <a:r>
              <a:rPr lang="zh-CN" altLang="en-US" sz="1600" dirty="0">
                <a:solidFill>
                  <a:srgbClr val="DF2A3F"/>
                </a:solidFill>
                <a:effectLst/>
                <a:latin typeface="KaiTi" panose="02010609060101010101" pitchFamily="49" charset="-122"/>
                <a:ea typeface="KaiTi" panose="02010609060101010101" pitchFamily="49" charset="-122"/>
              </a:rPr>
              <a:t> </a:t>
            </a:r>
            <a:r>
              <a:rPr lang="en-GB" altLang="zh-CN" sz="1600" dirty="0">
                <a:solidFill>
                  <a:srgbClr val="DF2A3F"/>
                </a:solidFill>
                <a:effectLst/>
                <a:latin typeface="KaiTi" panose="02010609060101010101" pitchFamily="49" charset="-122"/>
                <a:ea typeface="KaiTi" panose="02010609060101010101" pitchFamily="49" charset="-122"/>
              </a:rPr>
              <a:t>OA </a:t>
            </a:r>
            <a:r>
              <a:rPr lang="zh-CN" altLang="en-US" sz="1600" dirty="0">
                <a:solidFill>
                  <a:srgbClr val="DF2A3F"/>
                </a:solidFill>
                <a:effectLst/>
                <a:latin typeface="KaiTi" panose="02010609060101010101" pitchFamily="49" charset="-122"/>
                <a:ea typeface="KaiTi" panose="02010609060101010101" pitchFamily="49" charset="-122"/>
              </a:rPr>
              <a:t>申请数据外发报备流程</a:t>
            </a:r>
            <a:r>
              <a:rPr lang="zh-CN" altLang="en-US" sz="1600" dirty="0">
                <a:effectLst/>
                <a:latin typeface="KaiTi" panose="02010609060101010101" pitchFamily="49" charset="-122"/>
                <a:ea typeface="KaiTi" panose="02010609060101010101" pitchFamily="49" charset="-122"/>
              </a:rPr>
              <a:t>。</a:t>
            </a:r>
          </a:p>
          <a:p>
            <a:pPr marL="0" marR="0">
              <a:lnSpc>
                <a:spcPct val="150000"/>
              </a:lnSpc>
              <a:spcBef>
                <a:spcPts val="0"/>
              </a:spcBef>
              <a:spcAft>
                <a:spcPts val="0"/>
              </a:spcAft>
              <a:buFont typeface="+mj-lt"/>
              <a:buAutoNum type="arabicPeriod"/>
            </a:pPr>
            <a:r>
              <a:rPr lang="zh-CN" altLang="en-US" sz="1600" b="1" dirty="0">
                <a:effectLst/>
                <a:latin typeface="KaiTi" panose="02010609060101010101" pitchFamily="49" charset="-122"/>
                <a:ea typeface="KaiTi" panose="02010609060101010101" pitchFamily="49" charset="-122"/>
              </a:rPr>
              <a:t>办公文档管控</a:t>
            </a:r>
            <a:r>
              <a:rPr lang="zh-CN" altLang="en-US" sz="1600" dirty="0">
                <a:effectLst/>
                <a:latin typeface="KaiTi" panose="02010609060101010101" pitchFamily="49" charset="-122"/>
                <a:ea typeface="KaiTi" panose="02010609060101010101" pitchFamily="49" charset="-122"/>
              </a:rPr>
              <a:t>：日常工作文档记录在</a:t>
            </a:r>
            <a:r>
              <a:rPr lang="zh-CN" altLang="en-US" sz="1600" dirty="0">
                <a:solidFill>
                  <a:srgbClr val="DF2A3F"/>
                </a:solidFill>
                <a:effectLst/>
                <a:latin typeface="KaiTi" panose="02010609060101010101" pitchFamily="49" charset="-122"/>
                <a:ea typeface="KaiTi" panose="02010609060101010101" pitchFamily="49" charset="-122"/>
              </a:rPr>
              <a:t>千寻语雀（</a:t>
            </a:r>
            <a:r>
              <a:rPr lang="en-GB" altLang="zh-CN" sz="1600" dirty="0" err="1">
                <a:solidFill>
                  <a:srgbClr val="DF2A3F"/>
                </a:solidFill>
                <a:effectLst/>
                <a:latin typeface="KaiTi" panose="02010609060101010101" pitchFamily="49" charset="-122"/>
                <a:ea typeface="KaiTi" panose="02010609060101010101" pitchFamily="49" charset="-122"/>
              </a:rPr>
              <a:t>qianxun.yueque.com</a:t>
            </a:r>
            <a:r>
              <a:rPr lang="zh-CN" altLang="en-GB" sz="1600" dirty="0">
                <a:solidFill>
                  <a:srgbClr val="DF2A3F"/>
                </a:solidFill>
                <a:effectLst/>
                <a:latin typeface="KaiTi" panose="02010609060101010101" pitchFamily="49" charset="-122"/>
                <a:ea typeface="KaiTi" panose="02010609060101010101" pitchFamily="49" charset="-122"/>
              </a:rPr>
              <a:t>）</a:t>
            </a:r>
            <a:r>
              <a:rPr lang="zh-CN" altLang="en-GB" sz="1600" dirty="0">
                <a:effectLst/>
                <a:latin typeface="KaiTi" panose="02010609060101010101" pitchFamily="49" charset="-122"/>
                <a:ea typeface="KaiTi" panose="02010609060101010101" pitchFamily="49" charset="-122"/>
              </a:rPr>
              <a:t>、</a:t>
            </a:r>
            <a:r>
              <a:rPr lang="zh-CN" altLang="en-US" sz="1600" dirty="0">
                <a:effectLst/>
                <a:latin typeface="KaiTi" panose="02010609060101010101" pitchFamily="49" charset="-122"/>
                <a:ea typeface="KaiTi" panose="02010609060101010101" pitchFamily="49" charset="-122"/>
              </a:rPr>
              <a:t>公司内部</a:t>
            </a:r>
            <a:r>
              <a:rPr lang="en-GB" altLang="zh-CN" sz="1600" dirty="0">
                <a:effectLst/>
                <a:latin typeface="KaiTi" panose="02010609060101010101" pitchFamily="49" charset="-122"/>
                <a:ea typeface="KaiTi" panose="02010609060101010101" pitchFamily="49" charset="-122"/>
              </a:rPr>
              <a:t>confluence</a:t>
            </a:r>
            <a:r>
              <a:rPr lang="zh-CN" altLang="en-GB" sz="1600" dirty="0">
                <a:effectLst/>
                <a:latin typeface="KaiTi" panose="02010609060101010101" pitchFamily="49" charset="-122"/>
                <a:ea typeface="KaiTi" panose="02010609060101010101" pitchFamily="49" charset="-122"/>
              </a:rPr>
              <a:t>、</a:t>
            </a:r>
            <a:r>
              <a:rPr lang="zh-CN" altLang="en-US" sz="1600" dirty="0">
                <a:effectLst/>
                <a:latin typeface="KaiTi" panose="02010609060101010101" pitchFamily="49" charset="-122"/>
                <a:ea typeface="KaiTi" panose="02010609060101010101" pitchFamily="49" charset="-122"/>
              </a:rPr>
              <a:t>公司钉钉文档等公司认可的方式。 禁止使用</a:t>
            </a:r>
            <a:r>
              <a:rPr lang="zh-CN" altLang="en-US" sz="1600" dirty="0">
                <a:solidFill>
                  <a:srgbClr val="DF2A3F"/>
                </a:solidFill>
                <a:effectLst/>
                <a:latin typeface="KaiTi" panose="02010609060101010101" pitchFamily="49" charset="-122"/>
                <a:ea typeface="KaiTi" panose="02010609060101010101" pitchFamily="49" charset="-122"/>
              </a:rPr>
              <a:t>公网语雀（</a:t>
            </a:r>
            <a:r>
              <a:rPr lang="en-GB" altLang="zh-CN" sz="1600" dirty="0" err="1">
                <a:solidFill>
                  <a:srgbClr val="DF2A3F"/>
                </a:solidFill>
                <a:effectLst/>
                <a:latin typeface="KaiTi" panose="02010609060101010101" pitchFamily="49" charset="-122"/>
                <a:ea typeface="KaiTi" panose="02010609060101010101" pitchFamily="49" charset="-122"/>
              </a:rPr>
              <a:t>www.yueque.com</a:t>
            </a:r>
            <a:r>
              <a:rPr lang="zh-CN" altLang="en-GB" sz="1600" dirty="0">
                <a:solidFill>
                  <a:srgbClr val="DF2A3F"/>
                </a:solidFill>
                <a:effectLst/>
                <a:latin typeface="KaiTi" panose="02010609060101010101" pitchFamily="49" charset="-122"/>
                <a:ea typeface="KaiTi" panose="02010609060101010101" pitchFamily="49" charset="-122"/>
              </a:rPr>
              <a:t>）</a:t>
            </a:r>
            <a:r>
              <a:rPr lang="zh-CN" altLang="en-GB" sz="1600" dirty="0">
                <a:effectLst/>
                <a:latin typeface="KaiTi" panose="02010609060101010101" pitchFamily="49" charset="-122"/>
                <a:ea typeface="KaiTi" panose="02010609060101010101" pitchFamily="49" charset="-122"/>
              </a:rPr>
              <a:t>、</a:t>
            </a:r>
            <a:r>
              <a:rPr lang="zh-CN" altLang="en-US" sz="1600" dirty="0">
                <a:effectLst/>
                <a:latin typeface="KaiTi" panose="02010609060101010101" pitchFamily="49" charset="-122"/>
                <a:ea typeface="KaiTi" panose="02010609060101010101" pitchFamily="49" charset="-122"/>
              </a:rPr>
              <a:t>外部在线工具、云笔记等。</a:t>
            </a:r>
          </a:p>
          <a:p>
            <a:pPr marL="0" marR="0">
              <a:lnSpc>
                <a:spcPct val="150000"/>
              </a:lnSpc>
              <a:spcBef>
                <a:spcPts val="0"/>
              </a:spcBef>
              <a:spcAft>
                <a:spcPts val="0"/>
              </a:spcAft>
            </a:pPr>
            <a:r>
              <a:rPr lang="zh-CN" altLang="en-US" sz="1600" dirty="0">
                <a:effectLst/>
                <a:latin typeface="KaiTi" panose="02010609060101010101" pitchFamily="49" charset="-122"/>
                <a:ea typeface="KaiTi" panose="02010609060101010101" pitchFamily="49" charset="-122"/>
              </a:rPr>
              <a:t>其他具体规定参考</a:t>
            </a:r>
            <a:r>
              <a:rPr lang="en-US" altLang="zh-CN" sz="1600" dirty="0">
                <a:effectLst/>
                <a:latin typeface="KaiTi" panose="02010609060101010101" pitchFamily="49" charset="-122"/>
                <a:ea typeface="KaiTi" panose="02010609060101010101" pitchFamily="49" charset="-122"/>
              </a:rPr>
              <a:t>《</a:t>
            </a:r>
            <a:r>
              <a:rPr lang="zh-CN" altLang="en-US" sz="1600" dirty="0">
                <a:effectLst/>
                <a:latin typeface="KaiTi" panose="02010609060101010101" pitchFamily="49" charset="-122"/>
                <a:ea typeface="KaiTi" panose="02010609060101010101" pitchFamily="49" charset="-122"/>
              </a:rPr>
              <a:t>数据安全规范</a:t>
            </a:r>
            <a:r>
              <a:rPr lang="en-US" altLang="zh-CN" sz="1600" dirty="0">
                <a:effectLst/>
                <a:latin typeface="KaiTi" panose="02010609060101010101" pitchFamily="49" charset="-122"/>
                <a:ea typeface="KaiTi" panose="02010609060101010101" pitchFamily="49" charset="-122"/>
              </a:rPr>
              <a:t>》</a:t>
            </a:r>
            <a:r>
              <a:rPr lang="zh-CN" altLang="en-US" sz="1600" dirty="0">
                <a:effectLst/>
                <a:latin typeface="KaiTi" panose="02010609060101010101" pitchFamily="49" charset="-122"/>
                <a:ea typeface="KaiTi" panose="02010609060101010101" pitchFamily="49" charset="-122"/>
              </a:rPr>
              <a:t>与</a:t>
            </a:r>
            <a:r>
              <a:rPr lang="en-US" altLang="zh-CN" sz="1600" dirty="0">
                <a:effectLst/>
                <a:latin typeface="KaiTi" panose="02010609060101010101" pitchFamily="49" charset="-122"/>
                <a:ea typeface="KaiTi" panose="02010609060101010101" pitchFamily="49" charset="-122"/>
              </a:rPr>
              <a:t>《</a:t>
            </a:r>
            <a:r>
              <a:rPr lang="zh-CN" altLang="en-US" sz="1600" dirty="0">
                <a:effectLst/>
                <a:latin typeface="KaiTi" panose="02010609060101010101" pitchFamily="49" charset="-122"/>
                <a:ea typeface="KaiTi" panose="02010609060101010101" pitchFamily="49" charset="-122"/>
              </a:rPr>
              <a:t>千寻位置信息安全手册</a:t>
            </a:r>
            <a:r>
              <a:rPr lang="en-US" altLang="zh-CN" sz="1600" dirty="0">
                <a:effectLst/>
                <a:latin typeface="KaiTi" panose="02010609060101010101" pitchFamily="49" charset="-122"/>
                <a:ea typeface="KaiTi" panose="02010609060101010101" pitchFamily="49" charset="-122"/>
              </a:rPr>
              <a:t>》</a:t>
            </a:r>
            <a:r>
              <a:rPr lang="zh-CN" altLang="en-US" sz="1600" dirty="0">
                <a:effectLst/>
                <a:latin typeface="KaiTi" panose="02010609060101010101" pitchFamily="49" charset="-122"/>
                <a:ea typeface="KaiTi" panose="02010609060101010101" pitchFamily="49" charset="-122"/>
              </a:rPr>
              <a:t>等安全规章制度。</a:t>
            </a:r>
          </a:p>
        </p:txBody>
      </p:sp>
      <p:sp>
        <p:nvSpPr>
          <p:cNvPr id="3" name="标题 1"/>
          <p:cNvSpPr txBox="1"/>
          <p:nvPr/>
        </p:nvSpPr>
        <p:spPr>
          <a:xfrm>
            <a:off x="573125" y="533124"/>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4" name="图片 3"/>
          <p:cNvPicPr>
            <a:picLocks noChangeAspect="1"/>
          </p:cNvPicPr>
          <p:nvPr/>
        </p:nvPicPr>
        <p:blipFill>
          <a:blip r:embed="rId2"/>
          <a:stretch>
            <a:fillRect/>
          </a:stretch>
        </p:blipFill>
        <p:spPr>
          <a:xfrm>
            <a:off x="6400799" y="1559859"/>
            <a:ext cx="5345448" cy="4093738"/>
          </a:xfrm>
          <a:prstGeom prst="rect">
            <a:avLst/>
          </a:prstGeom>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Vector-3713&amp;3360"/>
          <p:cNvSpPr/>
          <p:nvPr>
            <p:custDataLst>
              <p:tags r:id="rId2"/>
            </p:custDataLst>
          </p:nvPr>
        </p:nvSpPr>
        <p:spPr>
          <a:xfrm>
            <a:off x="675173" y="1861073"/>
            <a:ext cx="3469640" cy="4279583"/>
          </a:xfrm>
          <a:custGeom>
            <a:avLst/>
            <a:gdLst/>
            <a:ahLst/>
            <a:cxnLst/>
            <a:rect l="l" t="t" r="r" b="b"/>
            <a:pathLst>
              <a:path w="2441627" h="2870200">
                <a:moveTo>
                  <a:pt x="2402637" y="2420836"/>
                </a:moveTo>
                <a:cubicBezTo>
                  <a:pt x="2400757" y="2593238"/>
                  <a:pt x="2318791" y="2783218"/>
                  <a:pt x="2120925" y="2820873"/>
                </a:cubicBezTo>
                <a:cubicBezTo>
                  <a:pt x="1963966" y="2850464"/>
                  <a:pt x="1800339" y="2825356"/>
                  <a:pt x="1644396" y="2843860"/>
                </a:cubicBezTo>
                <a:cubicBezTo>
                  <a:pt x="1567510" y="2853106"/>
                  <a:pt x="1494828" y="2871330"/>
                  <a:pt x="1416355" y="2870149"/>
                </a:cubicBezTo>
                <a:cubicBezTo>
                  <a:pt x="1299718" y="2867101"/>
                  <a:pt x="1177723" y="2858122"/>
                  <a:pt x="1065154" y="2848483"/>
                </a:cubicBezTo>
                <a:cubicBezTo>
                  <a:pt x="948233" y="2832621"/>
                  <a:pt x="833633" y="2820733"/>
                  <a:pt x="716131" y="2824302"/>
                </a:cubicBezTo>
                <a:cubicBezTo>
                  <a:pt x="613716" y="2824836"/>
                  <a:pt x="518119" y="2785720"/>
                  <a:pt x="416286" y="2776614"/>
                </a:cubicBezTo>
                <a:cubicBezTo>
                  <a:pt x="68423" y="2775026"/>
                  <a:pt x="72050" y="2549449"/>
                  <a:pt x="54062" y="2298700"/>
                </a:cubicBezTo>
                <a:cubicBezTo>
                  <a:pt x="42892" y="2187194"/>
                  <a:pt x="48287" y="2143633"/>
                  <a:pt x="31750" y="2032000"/>
                </a:cubicBezTo>
                <a:cubicBezTo>
                  <a:pt x="13907" y="1927631"/>
                  <a:pt x="-2" y="1784350"/>
                  <a:pt x="26830" y="1663700"/>
                </a:cubicBezTo>
                <a:cubicBezTo>
                  <a:pt x="2" y="1543050"/>
                  <a:pt x="12703" y="1419403"/>
                  <a:pt x="31750" y="1250950"/>
                </a:cubicBezTo>
                <a:cubicBezTo>
                  <a:pt x="50797" y="1082498"/>
                  <a:pt x="44923" y="890914"/>
                  <a:pt x="54062" y="742950"/>
                </a:cubicBezTo>
                <a:cubicBezTo>
                  <a:pt x="52466" y="558921"/>
                  <a:pt x="90908" y="415136"/>
                  <a:pt x="127464" y="234805"/>
                </a:cubicBezTo>
                <a:cubicBezTo>
                  <a:pt x="148643" y="143782"/>
                  <a:pt x="236696" y="100053"/>
                  <a:pt x="332584" y="81953"/>
                </a:cubicBezTo>
                <a:cubicBezTo>
                  <a:pt x="444572" y="56324"/>
                  <a:pt x="560769" y="35451"/>
                  <a:pt x="677544" y="36508"/>
                </a:cubicBezTo>
                <a:cubicBezTo>
                  <a:pt x="769950" y="37697"/>
                  <a:pt x="861920" y="48662"/>
                  <a:pt x="954325" y="42849"/>
                </a:cubicBezTo>
                <a:cubicBezTo>
                  <a:pt x="1067185" y="37961"/>
                  <a:pt x="1177143" y="32280"/>
                  <a:pt x="1286523" y="12331"/>
                </a:cubicBezTo>
                <a:cubicBezTo>
                  <a:pt x="1399527" y="-7749"/>
                  <a:pt x="1516151" y="-1672"/>
                  <a:pt x="1628724" y="18805"/>
                </a:cubicBezTo>
                <a:cubicBezTo>
                  <a:pt x="1802651" y="56060"/>
                  <a:pt x="1981949" y="55003"/>
                  <a:pt x="2158060" y="79972"/>
                </a:cubicBezTo>
                <a:cubicBezTo>
                  <a:pt x="2259902" y="90144"/>
                  <a:pt x="2343163" y="138894"/>
                  <a:pt x="2357819" y="237448"/>
                </a:cubicBezTo>
                <a:cubicBezTo>
                  <a:pt x="2374925" y="354366"/>
                  <a:pt x="2399449" y="471019"/>
                  <a:pt x="2407717" y="588465"/>
                </a:cubicBezTo>
                <a:cubicBezTo>
                  <a:pt x="2413229" y="684378"/>
                  <a:pt x="2399881" y="780421"/>
                  <a:pt x="2408301" y="875805"/>
                </a:cubicBezTo>
                <a:cubicBezTo>
                  <a:pt x="2411489" y="919665"/>
                  <a:pt x="2416277" y="963394"/>
                  <a:pt x="2418448" y="1007387"/>
                </a:cubicBezTo>
                <a:cubicBezTo>
                  <a:pt x="2421928" y="1079519"/>
                  <a:pt x="2408301" y="1123950"/>
                  <a:pt x="2418448" y="1250950"/>
                </a:cubicBezTo>
                <a:cubicBezTo>
                  <a:pt x="2428608" y="1377950"/>
                  <a:pt x="2448331" y="1442644"/>
                  <a:pt x="2439187" y="1543050"/>
                </a:cubicBezTo>
                <a:cubicBezTo>
                  <a:pt x="2424113" y="1680705"/>
                  <a:pt x="2449208" y="1793710"/>
                  <a:pt x="2439187" y="1932292"/>
                </a:cubicBezTo>
                <a:cubicBezTo>
                  <a:pt x="2421496" y="2094522"/>
                  <a:pt x="2396109" y="2254771"/>
                  <a:pt x="2402929" y="2418067"/>
                </a:cubicBezTo>
                <a:lnTo>
                  <a:pt x="2402929" y="2420836"/>
                </a:lnTo>
                <a:lnTo>
                  <a:pt x="2402637" y="2420836"/>
                </a:lnTo>
              </a:path>
            </a:pathLst>
          </a:custGeom>
          <a:solidFill>
            <a:schemeClr val="accent1">
              <a:lumMod val="60000"/>
              <a:lumOff val="40000"/>
            </a:schemeClr>
          </a:solidFill>
        </p:spPr>
        <p:txBody>
          <a:bodyPr/>
          <a:lstStyle/>
          <a:p>
            <a:endParaRPr lang="zh-CN" altLang="en-US"/>
          </a:p>
        </p:txBody>
      </p:sp>
      <p:sp>
        <p:nvSpPr>
          <p:cNvPr id="24" name="Vector-3713&amp;3361"/>
          <p:cNvSpPr/>
          <p:nvPr>
            <p:custDataLst>
              <p:tags r:id="rId3"/>
            </p:custDataLst>
          </p:nvPr>
        </p:nvSpPr>
        <p:spPr>
          <a:xfrm>
            <a:off x="884913" y="2227657"/>
            <a:ext cx="2994660" cy="3493454"/>
          </a:xfrm>
          <a:custGeom>
            <a:avLst/>
            <a:gdLst/>
            <a:ahLst/>
            <a:cxnLst/>
            <a:rect l="l" t="t" r="r" b="b"/>
            <a:pathLst>
              <a:path w="2051164" h="2169232">
                <a:moveTo>
                  <a:pt x="2040992" y="1133102"/>
                </a:moveTo>
                <a:cubicBezTo>
                  <a:pt x="2040992" y="1241356"/>
                  <a:pt x="2040598" y="1349616"/>
                  <a:pt x="2041182" y="1457871"/>
                </a:cubicBezTo>
                <a:cubicBezTo>
                  <a:pt x="2041779" y="1557680"/>
                  <a:pt x="2044129" y="1657287"/>
                  <a:pt x="2044129" y="1757096"/>
                </a:cubicBezTo>
                <a:cubicBezTo>
                  <a:pt x="2044129" y="1818589"/>
                  <a:pt x="2042363" y="1880286"/>
                  <a:pt x="2032343" y="1941182"/>
                </a:cubicBezTo>
                <a:cubicBezTo>
                  <a:pt x="2028215" y="1966138"/>
                  <a:pt x="2021929" y="1991093"/>
                  <a:pt x="2014080" y="2015058"/>
                </a:cubicBezTo>
                <a:cubicBezTo>
                  <a:pt x="1995602" y="2070659"/>
                  <a:pt x="1957692" y="2108581"/>
                  <a:pt x="1904441" y="2131568"/>
                </a:cubicBezTo>
                <a:cubicBezTo>
                  <a:pt x="1874190" y="2144535"/>
                  <a:pt x="1842364" y="2152587"/>
                  <a:pt x="1809941" y="2157108"/>
                </a:cubicBezTo>
                <a:cubicBezTo>
                  <a:pt x="1748244" y="2165756"/>
                  <a:pt x="1685963" y="2170074"/>
                  <a:pt x="1623492" y="2169097"/>
                </a:cubicBezTo>
                <a:cubicBezTo>
                  <a:pt x="1511503" y="2167331"/>
                  <a:pt x="1399515" y="2165160"/>
                  <a:pt x="1287526" y="2162607"/>
                </a:cubicBezTo>
                <a:cubicBezTo>
                  <a:pt x="1212472" y="2161045"/>
                  <a:pt x="1137615" y="2158289"/>
                  <a:pt x="1062563" y="2156524"/>
                </a:cubicBezTo>
                <a:cubicBezTo>
                  <a:pt x="959024" y="2154161"/>
                  <a:pt x="855483" y="2152193"/>
                  <a:pt x="751943" y="2149843"/>
                </a:cubicBezTo>
                <a:cubicBezTo>
                  <a:pt x="661172" y="2147875"/>
                  <a:pt x="570207" y="2146694"/>
                  <a:pt x="479436" y="2143354"/>
                </a:cubicBezTo>
                <a:cubicBezTo>
                  <a:pt x="411851" y="2140801"/>
                  <a:pt x="344461" y="2136673"/>
                  <a:pt x="277072" y="2130781"/>
                </a:cubicBezTo>
                <a:cubicBezTo>
                  <a:pt x="239349" y="2127441"/>
                  <a:pt x="202020" y="2119579"/>
                  <a:pt x="165868" y="2107209"/>
                </a:cubicBezTo>
                <a:cubicBezTo>
                  <a:pt x="100051" y="2084616"/>
                  <a:pt x="56238" y="2040407"/>
                  <a:pt x="36001" y="1974190"/>
                </a:cubicBezTo>
                <a:cubicBezTo>
                  <a:pt x="26964" y="1944916"/>
                  <a:pt x="20480" y="1914665"/>
                  <a:pt x="16551" y="1884210"/>
                </a:cubicBezTo>
                <a:cubicBezTo>
                  <a:pt x="7120" y="1813674"/>
                  <a:pt x="3977" y="1742758"/>
                  <a:pt x="2994" y="1671625"/>
                </a:cubicBezTo>
                <a:cubicBezTo>
                  <a:pt x="1815" y="1582433"/>
                  <a:pt x="-346" y="1493431"/>
                  <a:pt x="47" y="1404226"/>
                </a:cubicBezTo>
                <a:cubicBezTo>
                  <a:pt x="1029" y="1250394"/>
                  <a:pt x="2798" y="1096557"/>
                  <a:pt x="5941" y="942720"/>
                </a:cubicBezTo>
                <a:cubicBezTo>
                  <a:pt x="7709" y="853719"/>
                  <a:pt x="11835" y="764521"/>
                  <a:pt x="16747" y="675716"/>
                </a:cubicBezTo>
                <a:cubicBezTo>
                  <a:pt x="21855" y="582588"/>
                  <a:pt x="28143" y="489461"/>
                  <a:pt x="36001" y="396334"/>
                </a:cubicBezTo>
                <a:cubicBezTo>
                  <a:pt x="40127" y="346823"/>
                  <a:pt x="46611" y="297115"/>
                  <a:pt x="59578" y="248980"/>
                </a:cubicBezTo>
                <a:cubicBezTo>
                  <a:pt x="62525" y="237781"/>
                  <a:pt x="65669" y="226386"/>
                  <a:pt x="69402" y="215383"/>
                </a:cubicBezTo>
                <a:cubicBezTo>
                  <a:pt x="94353" y="140331"/>
                  <a:pt x="143472" y="88660"/>
                  <a:pt x="217344" y="59975"/>
                </a:cubicBezTo>
                <a:cubicBezTo>
                  <a:pt x="262926" y="42292"/>
                  <a:pt x="310079" y="31683"/>
                  <a:pt x="358215" y="24807"/>
                </a:cubicBezTo>
                <a:cubicBezTo>
                  <a:pt x="450360" y="11643"/>
                  <a:pt x="543094" y="6731"/>
                  <a:pt x="636025" y="3588"/>
                </a:cubicBezTo>
                <a:cubicBezTo>
                  <a:pt x="728956" y="248"/>
                  <a:pt x="821887" y="1426"/>
                  <a:pt x="915013" y="3391"/>
                </a:cubicBezTo>
                <a:cubicBezTo>
                  <a:pt x="1001658" y="5159"/>
                  <a:pt x="1088301" y="4963"/>
                  <a:pt x="1174946" y="4570"/>
                </a:cubicBezTo>
                <a:cubicBezTo>
                  <a:pt x="1346073" y="3391"/>
                  <a:pt x="1517396" y="1426"/>
                  <a:pt x="1688516" y="51"/>
                </a:cubicBezTo>
                <a:cubicBezTo>
                  <a:pt x="1748841" y="-538"/>
                  <a:pt x="1808963" y="3981"/>
                  <a:pt x="1868488" y="13215"/>
                </a:cubicBezTo>
                <a:cubicBezTo>
                  <a:pt x="1890103" y="16555"/>
                  <a:pt x="1911515" y="23431"/>
                  <a:pt x="1932343" y="31094"/>
                </a:cubicBezTo>
                <a:cubicBezTo>
                  <a:pt x="1964563" y="43078"/>
                  <a:pt x="1987944" y="65869"/>
                  <a:pt x="2000910" y="97894"/>
                </a:cubicBezTo>
                <a:cubicBezTo>
                  <a:pt x="2008772" y="117344"/>
                  <a:pt x="2015058" y="137777"/>
                  <a:pt x="2019579" y="158407"/>
                </a:cubicBezTo>
                <a:cubicBezTo>
                  <a:pt x="2030387" y="206149"/>
                  <a:pt x="2034502" y="254874"/>
                  <a:pt x="2038045" y="303403"/>
                </a:cubicBezTo>
                <a:cubicBezTo>
                  <a:pt x="2049437" y="456847"/>
                  <a:pt x="2052587" y="610683"/>
                  <a:pt x="2050618" y="764718"/>
                </a:cubicBezTo>
                <a:cubicBezTo>
                  <a:pt x="2049437" y="855880"/>
                  <a:pt x="2046694" y="947240"/>
                  <a:pt x="2045119" y="1038402"/>
                </a:cubicBezTo>
                <a:cubicBezTo>
                  <a:pt x="2044522" y="1070230"/>
                  <a:pt x="2045119" y="1102059"/>
                  <a:pt x="2045119" y="1133886"/>
                </a:cubicBezTo>
                <a:cubicBezTo>
                  <a:pt x="2043544" y="1133102"/>
                  <a:pt x="2042363" y="1133102"/>
                  <a:pt x="2040992" y="1133102"/>
                </a:cubicBezTo>
              </a:path>
            </a:pathLst>
          </a:custGeom>
          <a:solidFill>
            <a:srgbClr val="FFFBF2"/>
          </a:solidFill>
        </p:spPr>
        <p:txBody>
          <a:bodyPr/>
          <a:lstStyle/>
          <a:p>
            <a:endParaRPr lang="zh-CN" altLang="en-US"/>
          </a:p>
        </p:txBody>
      </p:sp>
      <p:sp>
        <p:nvSpPr>
          <p:cNvPr id="33" name="Vector-3714&amp;1732"/>
          <p:cNvSpPr/>
          <p:nvPr>
            <p:custDataLst>
              <p:tags r:id="rId4"/>
            </p:custDataLst>
          </p:nvPr>
        </p:nvSpPr>
        <p:spPr>
          <a:xfrm rot="3091800">
            <a:off x="3333147" y="5113246"/>
            <a:ext cx="630576" cy="630576"/>
          </a:xfrm>
          <a:custGeom>
            <a:avLst/>
            <a:gdLst/>
            <a:ahLst/>
            <a:cxnLst/>
            <a:rect l="l" t="t" r="r" b="b"/>
            <a:pathLst>
              <a:path w="627914" h="627914">
                <a:moveTo>
                  <a:pt x="604275" y="227782"/>
                </a:moveTo>
                <a:cubicBezTo>
                  <a:pt x="574876" y="213331"/>
                  <a:pt x="543505" y="205509"/>
                  <a:pt x="511609" y="203481"/>
                </a:cubicBezTo>
                <a:cubicBezTo>
                  <a:pt x="515616" y="196271"/>
                  <a:pt x="519328" y="188900"/>
                  <a:pt x="522745" y="181369"/>
                </a:cubicBezTo>
                <a:cubicBezTo>
                  <a:pt x="538480" y="146638"/>
                  <a:pt x="540155" y="105761"/>
                  <a:pt x="512102" y="76341"/>
                </a:cubicBezTo>
                <a:cubicBezTo>
                  <a:pt x="484904" y="47824"/>
                  <a:pt x="447718" y="47791"/>
                  <a:pt x="414180" y="64657"/>
                </a:cubicBezTo>
                <a:cubicBezTo>
                  <a:pt x="389445" y="77082"/>
                  <a:pt x="365827" y="92692"/>
                  <a:pt x="343983" y="110428"/>
                </a:cubicBezTo>
                <a:cubicBezTo>
                  <a:pt x="341125" y="81749"/>
                  <a:pt x="333275" y="54003"/>
                  <a:pt x="316226" y="32438"/>
                </a:cubicBezTo>
                <a:cubicBezTo>
                  <a:pt x="295399" y="6077"/>
                  <a:pt x="262551" y="-5189"/>
                  <a:pt x="229276" y="2246"/>
                </a:cubicBezTo>
                <a:cubicBezTo>
                  <a:pt x="200336" y="8716"/>
                  <a:pt x="176357" y="29605"/>
                  <a:pt x="160491" y="53392"/>
                </a:cubicBezTo>
                <a:cubicBezTo>
                  <a:pt x="144855" y="76856"/>
                  <a:pt x="138252" y="103861"/>
                  <a:pt x="136938" y="131413"/>
                </a:cubicBezTo>
                <a:cubicBezTo>
                  <a:pt x="117262" y="117831"/>
                  <a:pt x="94071" y="110363"/>
                  <a:pt x="69041" y="116865"/>
                </a:cubicBezTo>
                <a:cubicBezTo>
                  <a:pt x="41711" y="123946"/>
                  <a:pt x="21213" y="145866"/>
                  <a:pt x="14972" y="172678"/>
                </a:cubicBezTo>
                <a:cubicBezTo>
                  <a:pt x="5774" y="212140"/>
                  <a:pt x="21476" y="248028"/>
                  <a:pt x="45357" y="278252"/>
                </a:cubicBezTo>
                <a:cubicBezTo>
                  <a:pt x="-3850" y="316812"/>
                  <a:pt x="-17253" y="384566"/>
                  <a:pt x="26338" y="433846"/>
                </a:cubicBezTo>
                <a:cubicBezTo>
                  <a:pt x="42860" y="452547"/>
                  <a:pt x="66479" y="465710"/>
                  <a:pt x="90754" y="472051"/>
                </a:cubicBezTo>
                <a:cubicBezTo>
                  <a:pt x="100674" y="474659"/>
                  <a:pt x="111350" y="476364"/>
                  <a:pt x="121828" y="476815"/>
                </a:cubicBezTo>
                <a:cubicBezTo>
                  <a:pt x="118872" y="491524"/>
                  <a:pt x="117295" y="506524"/>
                  <a:pt x="118445" y="521040"/>
                </a:cubicBezTo>
                <a:cubicBezTo>
                  <a:pt x="120810" y="550943"/>
                  <a:pt x="131682" y="574182"/>
                  <a:pt x="152147" y="593494"/>
                </a:cubicBezTo>
                <a:cubicBezTo>
                  <a:pt x="177803" y="623524"/>
                  <a:pt x="225137" y="639296"/>
                  <a:pt x="261697" y="618343"/>
                </a:cubicBezTo>
                <a:cubicBezTo>
                  <a:pt x="297240" y="597968"/>
                  <a:pt x="304433" y="558603"/>
                  <a:pt x="312941" y="522714"/>
                </a:cubicBezTo>
                <a:cubicBezTo>
                  <a:pt x="313204" y="521556"/>
                  <a:pt x="313466" y="520365"/>
                  <a:pt x="313729" y="519205"/>
                </a:cubicBezTo>
                <a:cubicBezTo>
                  <a:pt x="345199" y="542317"/>
                  <a:pt x="383238" y="558989"/>
                  <a:pt x="420126" y="558667"/>
                </a:cubicBezTo>
                <a:cubicBezTo>
                  <a:pt x="464998" y="558281"/>
                  <a:pt x="495120" y="521073"/>
                  <a:pt x="496466" y="479229"/>
                </a:cubicBezTo>
                <a:cubicBezTo>
                  <a:pt x="497385" y="450680"/>
                  <a:pt x="487333" y="422998"/>
                  <a:pt x="471206" y="399566"/>
                </a:cubicBezTo>
                <a:cubicBezTo>
                  <a:pt x="526851" y="381251"/>
                  <a:pt x="577437" y="348614"/>
                  <a:pt x="614228" y="303745"/>
                </a:cubicBezTo>
                <a:cubicBezTo>
                  <a:pt x="632689" y="281245"/>
                  <a:pt x="635316" y="243007"/>
                  <a:pt x="604242" y="227750"/>
                </a:cubicBezTo>
                <a:lnTo>
                  <a:pt x="604275" y="227782"/>
                </a:lnTo>
                <a:moveTo>
                  <a:pt x="391417" y="195692"/>
                </a:moveTo>
                <a:cubicBezTo>
                  <a:pt x="395096" y="192376"/>
                  <a:pt x="398840" y="189093"/>
                  <a:pt x="402618" y="185906"/>
                </a:cubicBezTo>
                <a:cubicBezTo>
                  <a:pt x="403800" y="184909"/>
                  <a:pt x="414148" y="176765"/>
                  <a:pt x="413424" y="177216"/>
                </a:cubicBezTo>
                <a:cubicBezTo>
                  <a:pt x="413490" y="177152"/>
                  <a:pt x="413588" y="177119"/>
                  <a:pt x="413654" y="177056"/>
                </a:cubicBezTo>
                <a:cubicBezTo>
                  <a:pt x="401960" y="194051"/>
                  <a:pt x="391908" y="205670"/>
                  <a:pt x="374302" y="222825"/>
                </a:cubicBezTo>
                <a:cubicBezTo>
                  <a:pt x="369900" y="227106"/>
                  <a:pt x="365794" y="230969"/>
                  <a:pt x="361820" y="234542"/>
                </a:cubicBezTo>
                <a:cubicBezTo>
                  <a:pt x="357779" y="236409"/>
                  <a:pt x="353738" y="238308"/>
                  <a:pt x="349764" y="240271"/>
                </a:cubicBezTo>
                <a:cubicBezTo>
                  <a:pt x="354231" y="234446"/>
                  <a:pt x="358798" y="228909"/>
                  <a:pt x="363463" y="223727"/>
                </a:cubicBezTo>
                <a:cubicBezTo>
                  <a:pt x="372299" y="213910"/>
                  <a:pt x="381627" y="204544"/>
                  <a:pt x="391417" y="195692"/>
                </a:cubicBezTo>
                <a:moveTo>
                  <a:pt x="228947" y="145641"/>
                </a:moveTo>
                <a:cubicBezTo>
                  <a:pt x="228947" y="144225"/>
                  <a:pt x="229967" y="132122"/>
                  <a:pt x="229638" y="132766"/>
                </a:cubicBezTo>
                <a:cubicBezTo>
                  <a:pt x="230229" y="129257"/>
                  <a:pt x="230984" y="125749"/>
                  <a:pt x="231903" y="122273"/>
                </a:cubicBezTo>
                <a:cubicBezTo>
                  <a:pt x="232364" y="120502"/>
                  <a:pt x="237193" y="108851"/>
                  <a:pt x="235746" y="111072"/>
                </a:cubicBezTo>
                <a:cubicBezTo>
                  <a:pt x="237094" y="108593"/>
                  <a:pt x="238506" y="106179"/>
                  <a:pt x="240017" y="103829"/>
                </a:cubicBezTo>
                <a:cubicBezTo>
                  <a:pt x="239131" y="105471"/>
                  <a:pt x="241791" y="102381"/>
                  <a:pt x="244386" y="99452"/>
                </a:cubicBezTo>
                <a:cubicBezTo>
                  <a:pt x="245339" y="103733"/>
                  <a:pt x="246817" y="110202"/>
                  <a:pt x="246620" y="107853"/>
                </a:cubicBezTo>
                <a:cubicBezTo>
                  <a:pt x="247179" y="112423"/>
                  <a:pt x="247473" y="117026"/>
                  <a:pt x="247802" y="121597"/>
                </a:cubicBezTo>
                <a:cubicBezTo>
                  <a:pt x="248722" y="134568"/>
                  <a:pt x="248920" y="147571"/>
                  <a:pt x="248427" y="160543"/>
                </a:cubicBezTo>
                <a:cubicBezTo>
                  <a:pt x="247705" y="180500"/>
                  <a:pt x="244813" y="200777"/>
                  <a:pt x="240083" y="220701"/>
                </a:cubicBezTo>
                <a:cubicBezTo>
                  <a:pt x="236963" y="208792"/>
                  <a:pt x="234170" y="196850"/>
                  <a:pt x="231936" y="184812"/>
                </a:cubicBezTo>
                <a:cubicBezTo>
                  <a:pt x="231739" y="183750"/>
                  <a:pt x="230656" y="176670"/>
                  <a:pt x="230491" y="175865"/>
                </a:cubicBezTo>
                <a:cubicBezTo>
                  <a:pt x="229867" y="170457"/>
                  <a:pt x="229408" y="165017"/>
                  <a:pt x="229145" y="159578"/>
                </a:cubicBezTo>
                <a:cubicBezTo>
                  <a:pt x="228947" y="154943"/>
                  <a:pt x="228849" y="150308"/>
                  <a:pt x="228947" y="145705"/>
                </a:cubicBezTo>
                <a:lnTo>
                  <a:pt x="228947" y="145641"/>
                </a:lnTo>
                <a:moveTo>
                  <a:pt x="106948" y="370629"/>
                </a:moveTo>
                <a:cubicBezTo>
                  <a:pt x="105108" y="369471"/>
                  <a:pt x="102940" y="368183"/>
                  <a:pt x="102086" y="367797"/>
                </a:cubicBezTo>
                <a:cubicBezTo>
                  <a:pt x="102021" y="367701"/>
                  <a:pt x="101955" y="367636"/>
                  <a:pt x="101856" y="367508"/>
                </a:cubicBezTo>
                <a:cubicBezTo>
                  <a:pt x="101593" y="367185"/>
                  <a:pt x="101396" y="366960"/>
                  <a:pt x="101167" y="366734"/>
                </a:cubicBezTo>
                <a:cubicBezTo>
                  <a:pt x="102612" y="365062"/>
                  <a:pt x="104484" y="362679"/>
                  <a:pt x="104911" y="362165"/>
                </a:cubicBezTo>
                <a:cubicBezTo>
                  <a:pt x="99787" y="368569"/>
                  <a:pt x="105273" y="362165"/>
                  <a:pt x="108886" y="359815"/>
                </a:cubicBezTo>
                <a:cubicBezTo>
                  <a:pt x="109642" y="359300"/>
                  <a:pt x="110200" y="358913"/>
                  <a:pt x="110627" y="358592"/>
                </a:cubicBezTo>
                <a:cubicBezTo>
                  <a:pt x="110692" y="358592"/>
                  <a:pt x="110758" y="358592"/>
                  <a:pt x="110824" y="358559"/>
                </a:cubicBezTo>
                <a:cubicBezTo>
                  <a:pt x="113222" y="357948"/>
                  <a:pt x="115587" y="357271"/>
                  <a:pt x="117985" y="356596"/>
                </a:cubicBezTo>
                <a:cubicBezTo>
                  <a:pt x="114339" y="357722"/>
                  <a:pt x="124062" y="355534"/>
                  <a:pt x="127117" y="355534"/>
                </a:cubicBezTo>
                <a:cubicBezTo>
                  <a:pt x="127413" y="355534"/>
                  <a:pt x="139863" y="356982"/>
                  <a:pt x="138252" y="356467"/>
                </a:cubicBezTo>
                <a:cubicBezTo>
                  <a:pt x="139960" y="356822"/>
                  <a:pt x="141702" y="357143"/>
                  <a:pt x="143410" y="357561"/>
                </a:cubicBezTo>
                <a:cubicBezTo>
                  <a:pt x="144264" y="357980"/>
                  <a:pt x="145118" y="358431"/>
                  <a:pt x="145971" y="358849"/>
                </a:cubicBezTo>
                <a:cubicBezTo>
                  <a:pt x="143245" y="361552"/>
                  <a:pt x="140519" y="364225"/>
                  <a:pt x="137825" y="366960"/>
                </a:cubicBezTo>
                <a:cubicBezTo>
                  <a:pt x="135428" y="369406"/>
                  <a:pt x="132833" y="371627"/>
                  <a:pt x="130303" y="373977"/>
                </a:cubicBezTo>
                <a:cubicBezTo>
                  <a:pt x="129285" y="374235"/>
                  <a:pt x="128233" y="374524"/>
                  <a:pt x="127314" y="374782"/>
                </a:cubicBezTo>
                <a:cubicBezTo>
                  <a:pt x="126526" y="374782"/>
                  <a:pt x="125573" y="374782"/>
                  <a:pt x="124259" y="374782"/>
                </a:cubicBezTo>
                <a:cubicBezTo>
                  <a:pt x="122058" y="374782"/>
                  <a:pt x="120646" y="374717"/>
                  <a:pt x="119890" y="374717"/>
                </a:cubicBezTo>
                <a:cubicBezTo>
                  <a:pt x="117394" y="374202"/>
                  <a:pt x="114930" y="373656"/>
                  <a:pt x="112466" y="372947"/>
                </a:cubicBezTo>
                <a:cubicBezTo>
                  <a:pt x="111579" y="372689"/>
                  <a:pt x="108722" y="371403"/>
                  <a:pt x="106915" y="370629"/>
                </a:cubicBezTo>
                <a:lnTo>
                  <a:pt x="106948" y="370629"/>
                </a:lnTo>
              </a:path>
            </a:pathLst>
          </a:custGeom>
          <a:solidFill>
            <a:schemeClr val="accent5"/>
          </a:solidFill>
        </p:spPr>
        <p:txBody>
          <a:bodyPr/>
          <a:lstStyle/>
          <a:p>
            <a:endParaRPr lang="zh-CN" altLang="en-US"/>
          </a:p>
        </p:txBody>
      </p:sp>
      <p:sp>
        <p:nvSpPr>
          <p:cNvPr id="34" name="Vector-3714&amp;1733"/>
          <p:cNvSpPr/>
          <p:nvPr>
            <p:custDataLst>
              <p:tags r:id="rId5"/>
            </p:custDataLst>
          </p:nvPr>
        </p:nvSpPr>
        <p:spPr>
          <a:xfrm rot="3091800">
            <a:off x="3579863" y="4972393"/>
            <a:ext cx="165773" cy="144095"/>
          </a:xfrm>
          <a:custGeom>
            <a:avLst/>
            <a:gdLst/>
            <a:ahLst/>
            <a:cxnLst/>
            <a:rect l="l" t="t" r="r" b="b"/>
            <a:pathLst>
              <a:path w="165241" h="143208">
                <a:moveTo>
                  <a:pt x="150283" y="24122"/>
                </a:moveTo>
                <a:cubicBezTo>
                  <a:pt x="144118" y="16629"/>
                  <a:pt x="135588" y="11363"/>
                  <a:pt x="126025" y="8071"/>
                </a:cubicBezTo>
                <a:cubicBezTo>
                  <a:pt x="113929" y="672"/>
                  <a:pt x="98702" y="-2274"/>
                  <a:pt x="82674" y="1927"/>
                </a:cubicBezTo>
                <a:cubicBezTo>
                  <a:pt x="68613" y="5626"/>
                  <a:pt x="54551" y="9356"/>
                  <a:pt x="40490" y="13055"/>
                </a:cubicBezTo>
                <a:cubicBezTo>
                  <a:pt x="17432" y="19137"/>
                  <a:pt x="-361" y="40298"/>
                  <a:pt x="6" y="63090"/>
                </a:cubicBezTo>
                <a:cubicBezTo>
                  <a:pt x="605" y="100333"/>
                  <a:pt x="28395" y="134221"/>
                  <a:pt x="67814" y="141652"/>
                </a:cubicBezTo>
                <a:cubicBezTo>
                  <a:pt x="116262" y="150806"/>
                  <a:pt x="161378" y="118547"/>
                  <a:pt x="164977" y="72369"/>
                </a:cubicBezTo>
                <a:cubicBezTo>
                  <a:pt x="166409" y="54312"/>
                  <a:pt x="162077" y="38449"/>
                  <a:pt x="150283" y="24091"/>
                </a:cubicBezTo>
                <a:lnTo>
                  <a:pt x="150283" y="24122"/>
                </a:lnTo>
              </a:path>
            </a:pathLst>
          </a:custGeom>
          <a:solidFill>
            <a:srgbClr val="FFFBF2"/>
          </a:solidFill>
        </p:spPr>
        <p:txBody>
          <a:bodyPr/>
          <a:lstStyle/>
          <a:p>
            <a:endParaRPr lang="zh-CN" altLang="en-US"/>
          </a:p>
        </p:txBody>
      </p:sp>
      <p:sp>
        <p:nvSpPr>
          <p:cNvPr id="16" name="Vector-3713&amp;3344"/>
          <p:cNvSpPr/>
          <p:nvPr>
            <p:custDataLst>
              <p:tags r:id="rId6"/>
            </p:custDataLst>
          </p:nvPr>
        </p:nvSpPr>
        <p:spPr>
          <a:xfrm>
            <a:off x="4358853" y="1914338"/>
            <a:ext cx="3734435" cy="4304204"/>
          </a:xfrm>
          <a:custGeom>
            <a:avLst/>
            <a:gdLst/>
            <a:ahLst/>
            <a:cxnLst/>
            <a:rect l="l" t="t" r="r" b="b"/>
            <a:pathLst>
              <a:path w="2441627" h="2870200">
                <a:moveTo>
                  <a:pt x="2402637" y="2420836"/>
                </a:moveTo>
                <a:cubicBezTo>
                  <a:pt x="2400757" y="2593238"/>
                  <a:pt x="2318791" y="2783218"/>
                  <a:pt x="2120925" y="2820873"/>
                </a:cubicBezTo>
                <a:cubicBezTo>
                  <a:pt x="1963966" y="2850464"/>
                  <a:pt x="1800339" y="2825356"/>
                  <a:pt x="1644396" y="2843860"/>
                </a:cubicBezTo>
                <a:cubicBezTo>
                  <a:pt x="1567510" y="2853106"/>
                  <a:pt x="1494828" y="2871330"/>
                  <a:pt x="1416355" y="2870149"/>
                </a:cubicBezTo>
                <a:cubicBezTo>
                  <a:pt x="1299718" y="2867101"/>
                  <a:pt x="1177723" y="2858122"/>
                  <a:pt x="1065154" y="2848483"/>
                </a:cubicBezTo>
                <a:cubicBezTo>
                  <a:pt x="948233" y="2832621"/>
                  <a:pt x="833633" y="2820733"/>
                  <a:pt x="716131" y="2824302"/>
                </a:cubicBezTo>
                <a:cubicBezTo>
                  <a:pt x="613716" y="2824836"/>
                  <a:pt x="518119" y="2785720"/>
                  <a:pt x="416286" y="2776614"/>
                </a:cubicBezTo>
                <a:cubicBezTo>
                  <a:pt x="68423" y="2775026"/>
                  <a:pt x="72050" y="2549449"/>
                  <a:pt x="54062" y="2298700"/>
                </a:cubicBezTo>
                <a:cubicBezTo>
                  <a:pt x="42892" y="2187194"/>
                  <a:pt x="48287" y="2143633"/>
                  <a:pt x="31750" y="2032000"/>
                </a:cubicBezTo>
                <a:cubicBezTo>
                  <a:pt x="13907" y="1927631"/>
                  <a:pt x="-2" y="1784350"/>
                  <a:pt x="26830" y="1663700"/>
                </a:cubicBezTo>
                <a:cubicBezTo>
                  <a:pt x="2" y="1543050"/>
                  <a:pt x="12703" y="1419403"/>
                  <a:pt x="31750" y="1250950"/>
                </a:cubicBezTo>
                <a:cubicBezTo>
                  <a:pt x="50797" y="1082498"/>
                  <a:pt x="44923" y="890914"/>
                  <a:pt x="54062" y="742950"/>
                </a:cubicBezTo>
                <a:cubicBezTo>
                  <a:pt x="52466" y="558921"/>
                  <a:pt x="90908" y="415136"/>
                  <a:pt x="127464" y="234805"/>
                </a:cubicBezTo>
                <a:cubicBezTo>
                  <a:pt x="148643" y="143782"/>
                  <a:pt x="236696" y="100053"/>
                  <a:pt x="332584" y="81953"/>
                </a:cubicBezTo>
                <a:cubicBezTo>
                  <a:pt x="444572" y="56324"/>
                  <a:pt x="560769" y="35451"/>
                  <a:pt x="677544" y="36508"/>
                </a:cubicBezTo>
                <a:cubicBezTo>
                  <a:pt x="769950" y="37697"/>
                  <a:pt x="861920" y="48662"/>
                  <a:pt x="954325" y="42849"/>
                </a:cubicBezTo>
                <a:cubicBezTo>
                  <a:pt x="1067185" y="37961"/>
                  <a:pt x="1177143" y="32280"/>
                  <a:pt x="1286523" y="12331"/>
                </a:cubicBezTo>
                <a:cubicBezTo>
                  <a:pt x="1399527" y="-7749"/>
                  <a:pt x="1516151" y="-1672"/>
                  <a:pt x="1628724" y="18805"/>
                </a:cubicBezTo>
                <a:cubicBezTo>
                  <a:pt x="1802651" y="56060"/>
                  <a:pt x="1981949" y="55003"/>
                  <a:pt x="2158060" y="79972"/>
                </a:cubicBezTo>
                <a:cubicBezTo>
                  <a:pt x="2259902" y="90144"/>
                  <a:pt x="2343163" y="138894"/>
                  <a:pt x="2357819" y="237448"/>
                </a:cubicBezTo>
                <a:cubicBezTo>
                  <a:pt x="2374925" y="354366"/>
                  <a:pt x="2399449" y="471019"/>
                  <a:pt x="2407717" y="588465"/>
                </a:cubicBezTo>
                <a:cubicBezTo>
                  <a:pt x="2413229" y="684378"/>
                  <a:pt x="2399881" y="780421"/>
                  <a:pt x="2408301" y="875805"/>
                </a:cubicBezTo>
                <a:cubicBezTo>
                  <a:pt x="2411489" y="919665"/>
                  <a:pt x="2416277" y="963394"/>
                  <a:pt x="2418448" y="1007387"/>
                </a:cubicBezTo>
                <a:cubicBezTo>
                  <a:pt x="2421928" y="1079519"/>
                  <a:pt x="2408301" y="1123950"/>
                  <a:pt x="2418448" y="1250950"/>
                </a:cubicBezTo>
                <a:cubicBezTo>
                  <a:pt x="2428608" y="1377950"/>
                  <a:pt x="2448331" y="1442644"/>
                  <a:pt x="2439187" y="1543050"/>
                </a:cubicBezTo>
                <a:cubicBezTo>
                  <a:pt x="2424113" y="1680705"/>
                  <a:pt x="2449208" y="1793710"/>
                  <a:pt x="2439187" y="1932292"/>
                </a:cubicBezTo>
                <a:cubicBezTo>
                  <a:pt x="2421496" y="2094522"/>
                  <a:pt x="2396109" y="2254771"/>
                  <a:pt x="2402929" y="2418067"/>
                </a:cubicBezTo>
                <a:lnTo>
                  <a:pt x="2402929" y="2420836"/>
                </a:lnTo>
                <a:lnTo>
                  <a:pt x="2402637" y="2420836"/>
                </a:lnTo>
              </a:path>
            </a:pathLst>
          </a:custGeom>
          <a:solidFill>
            <a:schemeClr val="accent1">
              <a:lumMod val="60000"/>
              <a:lumOff val="40000"/>
            </a:schemeClr>
          </a:solidFill>
        </p:spPr>
        <p:txBody>
          <a:bodyPr/>
          <a:lstStyle/>
          <a:p>
            <a:endParaRPr lang="zh-CN" altLang="en-US"/>
          </a:p>
        </p:txBody>
      </p:sp>
      <p:sp>
        <p:nvSpPr>
          <p:cNvPr id="18" name="Vector-3713&amp;3345"/>
          <p:cNvSpPr/>
          <p:nvPr>
            <p:custDataLst>
              <p:tags r:id="rId7"/>
            </p:custDataLst>
          </p:nvPr>
        </p:nvSpPr>
        <p:spPr>
          <a:xfrm>
            <a:off x="4608847" y="2239114"/>
            <a:ext cx="3334385" cy="3625747"/>
          </a:xfrm>
          <a:custGeom>
            <a:avLst/>
            <a:gdLst/>
            <a:ahLst/>
            <a:cxnLst/>
            <a:rect l="l" t="t" r="r" b="b"/>
            <a:pathLst>
              <a:path w="2051164" h="2169232">
                <a:moveTo>
                  <a:pt x="2040992" y="1133102"/>
                </a:moveTo>
                <a:cubicBezTo>
                  <a:pt x="2040992" y="1241356"/>
                  <a:pt x="2040598" y="1349616"/>
                  <a:pt x="2041182" y="1457871"/>
                </a:cubicBezTo>
                <a:cubicBezTo>
                  <a:pt x="2041779" y="1557680"/>
                  <a:pt x="2044129" y="1657287"/>
                  <a:pt x="2044129" y="1757096"/>
                </a:cubicBezTo>
                <a:cubicBezTo>
                  <a:pt x="2044129" y="1818589"/>
                  <a:pt x="2042363" y="1880286"/>
                  <a:pt x="2032343" y="1941182"/>
                </a:cubicBezTo>
                <a:cubicBezTo>
                  <a:pt x="2028215" y="1966138"/>
                  <a:pt x="2021929" y="1991093"/>
                  <a:pt x="2014080" y="2015058"/>
                </a:cubicBezTo>
                <a:cubicBezTo>
                  <a:pt x="1995602" y="2070659"/>
                  <a:pt x="1957692" y="2108581"/>
                  <a:pt x="1904441" y="2131568"/>
                </a:cubicBezTo>
                <a:cubicBezTo>
                  <a:pt x="1874190" y="2144535"/>
                  <a:pt x="1842364" y="2152587"/>
                  <a:pt x="1809941" y="2157108"/>
                </a:cubicBezTo>
                <a:cubicBezTo>
                  <a:pt x="1748244" y="2165756"/>
                  <a:pt x="1685963" y="2170074"/>
                  <a:pt x="1623492" y="2169097"/>
                </a:cubicBezTo>
                <a:cubicBezTo>
                  <a:pt x="1511503" y="2167331"/>
                  <a:pt x="1399515" y="2165160"/>
                  <a:pt x="1287526" y="2162607"/>
                </a:cubicBezTo>
                <a:cubicBezTo>
                  <a:pt x="1212472" y="2161045"/>
                  <a:pt x="1137615" y="2158289"/>
                  <a:pt x="1062563" y="2156524"/>
                </a:cubicBezTo>
                <a:cubicBezTo>
                  <a:pt x="959024" y="2154161"/>
                  <a:pt x="855483" y="2152193"/>
                  <a:pt x="751943" y="2149843"/>
                </a:cubicBezTo>
                <a:cubicBezTo>
                  <a:pt x="661172" y="2147875"/>
                  <a:pt x="570207" y="2146694"/>
                  <a:pt x="479436" y="2143354"/>
                </a:cubicBezTo>
                <a:cubicBezTo>
                  <a:pt x="411851" y="2140801"/>
                  <a:pt x="344461" y="2136673"/>
                  <a:pt x="277072" y="2130781"/>
                </a:cubicBezTo>
                <a:cubicBezTo>
                  <a:pt x="239349" y="2127441"/>
                  <a:pt x="202020" y="2119579"/>
                  <a:pt x="165868" y="2107209"/>
                </a:cubicBezTo>
                <a:cubicBezTo>
                  <a:pt x="100051" y="2084616"/>
                  <a:pt x="56238" y="2040407"/>
                  <a:pt x="36001" y="1974190"/>
                </a:cubicBezTo>
                <a:cubicBezTo>
                  <a:pt x="26964" y="1944916"/>
                  <a:pt x="20480" y="1914665"/>
                  <a:pt x="16551" y="1884210"/>
                </a:cubicBezTo>
                <a:cubicBezTo>
                  <a:pt x="7120" y="1813674"/>
                  <a:pt x="3977" y="1742758"/>
                  <a:pt x="2994" y="1671625"/>
                </a:cubicBezTo>
                <a:cubicBezTo>
                  <a:pt x="1815" y="1582433"/>
                  <a:pt x="-346" y="1493431"/>
                  <a:pt x="47" y="1404226"/>
                </a:cubicBezTo>
                <a:cubicBezTo>
                  <a:pt x="1029" y="1250394"/>
                  <a:pt x="2798" y="1096557"/>
                  <a:pt x="5941" y="942720"/>
                </a:cubicBezTo>
                <a:cubicBezTo>
                  <a:pt x="7709" y="853719"/>
                  <a:pt x="11835" y="764521"/>
                  <a:pt x="16747" y="675716"/>
                </a:cubicBezTo>
                <a:cubicBezTo>
                  <a:pt x="21855" y="582588"/>
                  <a:pt x="28143" y="489461"/>
                  <a:pt x="36001" y="396334"/>
                </a:cubicBezTo>
                <a:cubicBezTo>
                  <a:pt x="40127" y="346823"/>
                  <a:pt x="46611" y="297115"/>
                  <a:pt x="59578" y="248980"/>
                </a:cubicBezTo>
                <a:cubicBezTo>
                  <a:pt x="62525" y="237781"/>
                  <a:pt x="65669" y="226386"/>
                  <a:pt x="69402" y="215383"/>
                </a:cubicBezTo>
                <a:cubicBezTo>
                  <a:pt x="94353" y="140331"/>
                  <a:pt x="143472" y="88660"/>
                  <a:pt x="217344" y="59975"/>
                </a:cubicBezTo>
                <a:cubicBezTo>
                  <a:pt x="262926" y="42292"/>
                  <a:pt x="310079" y="31683"/>
                  <a:pt x="358215" y="24807"/>
                </a:cubicBezTo>
                <a:cubicBezTo>
                  <a:pt x="450360" y="11643"/>
                  <a:pt x="543094" y="6731"/>
                  <a:pt x="636025" y="3588"/>
                </a:cubicBezTo>
                <a:cubicBezTo>
                  <a:pt x="728956" y="248"/>
                  <a:pt x="821887" y="1426"/>
                  <a:pt x="915013" y="3391"/>
                </a:cubicBezTo>
                <a:cubicBezTo>
                  <a:pt x="1001658" y="5159"/>
                  <a:pt x="1088301" y="4963"/>
                  <a:pt x="1174946" y="4570"/>
                </a:cubicBezTo>
                <a:cubicBezTo>
                  <a:pt x="1346073" y="3391"/>
                  <a:pt x="1517396" y="1426"/>
                  <a:pt x="1688516" y="51"/>
                </a:cubicBezTo>
                <a:cubicBezTo>
                  <a:pt x="1748841" y="-538"/>
                  <a:pt x="1808963" y="3981"/>
                  <a:pt x="1868488" y="13215"/>
                </a:cubicBezTo>
                <a:cubicBezTo>
                  <a:pt x="1890103" y="16555"/>
                  <a:pt x="1911515" y="23431"/>
                  <a:pt x="1932343" y="31094"/>
                </a:cubicBezTo>
                <a:cubicBezTo>
                  <a:pt x="1964563" y="43078"/>
                  <a:pt x="1987944" y="65869"/>
                  <a:pt x="2000910" y="97894"/>
                </a:cubicBezTo>
                <a:cubicBezTo>
                  <a:pt x="2008772" y="117344"/>
                  <a:pt x="2015058" y="137777"/>
                  <a:pt x="2019579" y="158407"/>
                </a:cubicBezTo>
                <a:cubicBezTo>
                  <a:pt x="2030387" y="206149"/>
                  <a:pt x="2034502" y="254874"/>
                  <a:pt x="2038045" y="303403"/>
                </a:cubicBezTo>
                <a:cubicBezTo>
                  <a:pt x="2049437" y="456847"/>
                  <a:pt x="2052587" y="610683"/>
                  <a:pt x="2050618" y="764718"/>
                </a:cubicBezTo>
                <a:cubicBezTo>
                  <a:pt x="2049437" y="855880"/>
                  <a:pt x="2046694" y="947240"/>
                  <a:pt x="2045119" y="1038402"/>
                </a:cubicBezTo>
                <a:cubicBezTo>
                  <a:pt x="2044522" y="1070230"/>
                  <a:pt x="2045119" y="1102059"/>
                  <a:pt x="2045119" y="1133886"/>
                </a:cubicBezTo>
                <a:cubicBezTo>
                  <a:pt x="2043544" y="1133102"/>
                  <a:pt x="2042363" y="1133102"/>
                  <a:pt x="2040992" y="1133102"/>
                </a:cubicBezTo>
              </a:path>
            </a:pathLst>
          </a:custGeom>
          <a:solidFill>
            <a:srgbClr val="FFFBF2"/>
          </a:solidFill>
        </p:spPr>
        <p:txBody>
          <a:bodyPr/>
          <a:lstStyle/>
          <a:p>
            <a:endParaRPr lang="zh-CN" altLang="en-US" dirty="0"/>
          </a:p>
        </p:txBody>
      </p:sp>
      <p:sp>
        <p:nvSpPr>
          <p:cNvPr id="40" name="Union-3714&amp;1748"/>
          <p:cNvSpPr/>
          <p:nvPr>
            <p:custDataLst>
              <p:tags r:id="rId8"/>
            </p:custDataLst>
          </p:nvPr>
        </p:nvSpPr>
        <p:spPr>
          <a:xfrm rot="1244199" flipH="1">
            <a:off x="7512364" y="5253330"/>
            <a:ext cx="230170" cy="540676"/>
          </a:xfrm>
          <a:custGeom>
            <a:avLst/>
            <a:gdLst/>
            <a:ahLst/>
            <a:cxnLst/>
            <a:rect l="l" t="t" r="r" b="b"/>
            <a:pathLst>
              <a:path w="229193" h="538726">
                <a:moveTo>
                  <a:pt x="90508" y="90790"/>
                </a:moveTo>
                <a:cubicBezTo>
                  <a:pt x="89754" y="87795"/>
                  <a:pt x="89000" y="84802"/>
                  <a:pt x="88008" y="82118"/>
                </a:cubicBezTo>
                <a:cubicBezTo>
                  <a:pt x="89024" y="84844"/>
                  <a:pt x="89793" y="87885"/>
                  <a:pt x="90561" y="90923"/>
                </a:cubicBezTo>
                <a:lnTo>
                  <a:pt x="90561" y="90923"/>
                </a:lnTo>
                <a:lnTo>
                  <a:pt x="90561" y="90923"/>
                </a:lnTo>
                <a:cubicBezTo>
                  <a:pt x="91492" y="94606"/>
                  <a:pt x="92422" y="98285"/>
                  <a:pt x="93790" y="101395"/>
                </a:cubicBezTo>
                <a:cubicBezTo>
                  <a:pt x="92387" y="98251"/>
                  <a:pt x="91447" y="94519"/>
                  <a:pt x="90508" y="90790"/>
                </a:cubicBezTo>
                <a:lnTo>
                  <a:pt x="90508" y="90790"/>
                </a:lnTo>
                <a:moveTo>
                  <a:pt x="93950" y="101750"/>
                </a:moveTo>
                <a:lnTo>
                  <a:pt x="93946" y="101741"/>
                </a:lnTo>
                <a:cubicBezTo>
                  <a:pt x="93866" y="101715"/>
                  <a:pt x="93786" y="101675"/>
                  <a:pt x="93706" y="101635"/>
                </a:cubicBezTo>
                <a:cubicBezTo>
                  <a:pt x="93626" y="101595"/>
                  <a:pt x="93545" y="101554"/>
                  <a:pt x="93464" y="101527"/>
                </a:cubicBezTo>
                <a:cubicBezTo>
                  <a:pt x="93092" y="101111"/>
                  <a:pt x="92701" y="100699"/>
                  <a:pt x="92311" y="100287"/>
                </a:cubicBezTo>
                <a:lnTo>
                  <a:pt x="92311" y="100287"/>
                </a:lnTo>
                <a:cubicBezTo>
                  <a:pt x="90786" y="98678"/>
                  <a:pt x="89267" y="97075"/>
                  <a:pt x="88838" y="95234"/>
                </a:cubicBezTo>
                <a:cubicBezTo>
                  <a:pt x="88139" y="92329"/>
                  <a:pt x="87117" y="89909"/>
                  <a:pt x="85934" y="87757"/>
                </a:cubicBezTo>
                <a:cubicBezTo>
                  <a:pt x="84965" y="83669"/>
                  <a:pt x="84374" y="79473"/>
                  <a:pt x="83997" y="75277"/>
                </a:cubicBezTo>
                <a:lnTo>
                  <a:pt x="83997" y="75223"/>
                </a:lnTo>
                <a:lnTo>
                  <a:pt x="83997" y="75224"/>
                </a:lnTo>
                <a:cubicBezTo>
                  <a:pt x="83533" y="70357"/>
                  <a:pt x="83317" y="65452"/>
                  <a:pt x="83100" y="60534"/>
                </a:cubicBezTo>
                <a:lnTo>
                  <a:pt x="83101" y="60560"/>
                </a:lnTo>
                <a:lnTo>
                  <a:pt x="83101" y="60560"/>
                </a:lnTo>
                <a:cubicBezTo>
                  <a:pt x="83313" y="65490"/>
                  <a:pt x="83525" y="70408"/>
                  <a:pt x="83990" y="75287"/>
                </a:cubicBezTo>
                <a:lnTo>
                  <a:pt x="83990" y="75341"/>
                </a:lnTo>
                <a:cubicBezTo>
                  <a:pt x="81417" y="72767"/>
                  <a:pt x="77828" y="71530"/>
                  <a:pt x="72479" y="72587"/>
                </a:cubicBezTo>
                <a:cubicBezTo>
                  <a:pt x="72268" y="74167"/>
                  <a:pt x="72056" y="75696"/>
                  <a:pt x="71794" y="77276"/>
                </a:cubicBezTo>
                <a:cubicBezTo>
                  <a:pt x="77896" y="78630"/>
                  <a:pt x="82715" y="81908"/>
                  <a:pt x="85877" y="87698"/>
                </a:cubicBezTo>
                <a:cubicBezTo>
                  <a:pt x="86684" y="91194"/>
                  <a:pt x="87652" y="94637"/>
                  <a:pt x="89051" y="98025"/>
                </a:cubicBezTo>
                <a:cubicBezTo>
                  <a:pt x="90234" y="99639"/>
                  <a:pt x="91687" y="100769"/>
                  <a:pt x="93408" y="101522"/>
                </a:cubicBezTo>
                <a:cubicBezTo>
                  <a:pt x="93515" y="101651"/>
                  <a:pt x="93631" y="101771"/>
                  <a:pt x="93745" y="101889"/>
                </a:cubicBezTo>
                <a:cubicBezTo>
                  <a:pt x="93917" y="102068"/>
                  <a:pt x="94086" y="102242"/>
                  <a:pt x="94215" y="102436"/>
                </a:cubicBezTo>
                <a:lnTo>
                  <a:pt x="94107" y="102490"/>
                </a:lnTo>
                <a:cubicBezTo>
                  <a:pt x="94107" y="102490"/>
                  <a:pt x="96474" y="102544"/>
                  <a:pt x="96582" y="102544"/>
                </a:cubicBezTo>
                <a:cubicBezTo>
                  <a:pt x="93772" y="132795"/>
                  <a:pt x="93982" y="163045"/>
                  <a:pt x="94190" y="192910"/>
                </a:cubicBezTo>
                <a:lnTo>
                  <a:pt x="94190" y="192910"/>
                </a:lnTo>
                <a:cubicBezTo>
                  <a:pt x="94288" y="207070"/>
                  <a:pt x="94386" y="221141"/>
                  <a:pt x="94161" y="235085"/>
                </a:cubicBezTo>
                <a:cubicBezTo>
                  <a:pt x="100269" y="240307"/>
                  <a:pt x="104195" y="237688"/>
                  <a:pt x="107900" y="235217"/>
                </a:cubicBezTo>
                <a:cubicBezTo>
                  <a:pt x="108469" y="234837"/>
                  <a:pt x="109033" y="234461"/>
                  <a:pt x="109599" y="234117"/>
                </a:cubicBezTo>
                <a:cubicBezTo>
                  <a:pt x="113120" y="231958"/>
                  <a:pt x="116651" y="229815"/>
                  <a:pt x="120183" y="227674"/>
                </a:cubicBezTo>
                <a:lnTo>
                  <a:pt x="120192" y="227668"/>
                </a:lnTo>
                <a:lnTo>
                  <a:pt x="120194" y="227668"/>
                </a:lnTo>
                <a:cubicBezTo>
                  <a:pt x="132145" y="220419"/>
                  <a:pt x="144092" y="213172"/>
                  <a:pt x="155590" y="205285"/>
                </a:cubicBezTo>
                <a:cubicBezTo>
                  <a:pt x="166348" y="197916"/>
                  <a:pt x="177753" y="192644"/>
                  <a:pt x="190232" y="189525"/>
                </a:cubicBezTo>
                <a:cubicBezTo>
                  <a:pt x="210511" y="184414"/>
                  <a:pt x="226487" y="195387"/>
                  <a:pt x="228854" y="215989"/>
                </a:cubicBezTo>
                <a:cubicBezTo>
                  <a:pt x="229822" y="224596"/>
                  <a:pt x="228801" y="232987"/>
                  <a:pt x="224713" y="240840"/>
                </a:cubicBezTo>
                <a:cubicBezTo>
                  <a:pt x="211964" y="265477"/>
                  <a:pt x="197602" y="288930"/>
                  <a:pt x="178076" y="308832"/>
                </a:cubicBezTo>
                <a:cubicBezTo>
                  <a:pt x="170329" y="308994"/>
                  <a:pt x="165595" y="312706"/>
                  <a:pt x="164305" y="320505"/>
                </a:cubicBezTo>
                <a:lnTo>
                  <a:pt x="163982" y="321043"/>
                </a:lnTo>
                <a:cubicBezTo>
                  <a:pt x="163013" y="322011"/>
                  <a:pt x="162046" y="322966"/>
                  <a:pt x="161078" y="323921"/>
                </a:cubicBezTo>
                <a:cubicBezTo>
                  <a:pt x="160109" y="324876"/>
                  <a:pt x="159141" y="325831"/>
                  <a:pt x="158172" y="326799"/>
                </a:cubicBezTo>
                <a:cubicBezTo>
                  <a:pt x="152372" y="329700"/>
                  <a:pt x="146738" y="332952"/>
                  <a:pt x="141107" y="336205"/>
                </a:cubicBezTo>
                <a:lnTo>
                  <a:pt x="141107" y="336205"/>
                </a:lnTo>
                <a:lnTo>
                  <a:pt x="141107" y="336205"/>
                </a:lnTo>
                <a:lnTo>
                  <a:pt x="141107" y="336205"/>
                </a:lnTo>
                <a:lnTo>
                  <a:pt x="141107" y="336205"/>
                </a:lnTo>
                <a:lnTo>
                  <a:pt x="141106" y="336205"/>
                </a:lnTo>
                <a:cubicBezTo>
                  <a:pt x="127312" y="344170"/>
                  <a:pt x="113530" y="352128"/>
                  <a:pt x="97335" y="354877"/>
                </a:cubicBezTo>
                <a:cubicBezTo>
                  <a:pt x="90127" y="356116"/>
                  <a:pt x="85985" y="361547"/>
                  <a:pt x="84748" y="368003"/>
                </a:cubicBezTo>
                <a:cubicBezTo>
                  <a:pt x="82973" y="377363"/>
                  <a:pt x="82220" y="386991"/>
                  <a:pt x="81574" y="396566"/>
                </a:cubicBezTo>
                <a:cubicBezTo>
                  <a:pt x="79853" y="421202"/>
                  <a:pt x="76733" y="445569"/>
                  <a:pt x="66512" y="468324"/>
                </a:cubicBezTo>
                <a:cubicBezTo>
                  <a:pt x="63295" y="475366"/>
                  <a:pt x="62624" y="482570"/>
                  <a:pt x="61942" y="489900"/>
                </a:cubicBezTo>
                <a:lnTo>
                  <a:pt x="61942" y="489900"/>
                </a:lnTo>
                <a:lnTo>
                  <a:pt x="61942" y="489900"/>
                </a:lnTo>
                <a:lnTo>
                  <a:pt x="61942" y="489901"/>
                </a:lnTo>
                <a:lnTo>
                  <a:pt x="61942" y="489901"/>
                </a:lnTo>
                <a:cubicBezTo>
                  <a:pt x="61837" y="491025"/>
                  <a:pt x="61732" y="492153"/>
                  <a:pt x="61618" y="493282"/>
                </a:cubicBezTo>
                <a:cubicBezTo>
                  <a:pt x="59950" y="510173"/>
                  <a:pt x="51451" y="523405"/>
                  <a:pt x="38326" y="533894"/>
                </a:cubicBezTo>
                <a:cubicBezTo>
                  <a:pt x="34023" y="537284"/>
                  <a:pt x="29235" y="539596"/>
                  <a:pt x="23533" y="538414"/>
                </a:cubicBezTo>
                <a:cubicBezTo>
                  <a:pt x="6374" y="534916"/>
                  <a:pt x="-5568" y="514584"/>
                  <a:pt x="2662" y="499254"/>
                </a:cubicBezTo>
                <a:cubicBezTo>
                  <a:pt x="23509" y="460378"/>
                  <a:pt x="28395" y="418116"/>
                  <a:pt x="33286" y="375811"/>
                </a:cubicBezTo>
                <a:lnTo>
                  <a:pt x="33287" y="375811"/>
                </a:lnTo>
                <a:lnTo>
                  <a:pt x="33287" y="375810"/>
                </a:lnTo>
                <a:lnTo>
                  <a:pt x="33287" y="375810"/>
                </a:lnTo>
                <a:lnTo>
                  <a:pt x="33287" y="375810"/>
                </a:lnTo>
                <a:cubicBezTo>
                  <a:pt x="34277" y="367247"/>
                  <a:pt x="35267" y="358682"/>
                  <a:pt x="36390" y="350144"/>
                </a:cubicBezTo>
                <a:cubicBezTo>
                  <a:pt x="37434" y="342137"/>
                  <a:pt x="38263" y="334095"/>
                  <a:pt x="39091" y="326059"/>
                </a:cubicBezTo>
                <a:cubicBezTo>
                  <a:pt x="40566" y="311743"/>
                  <a:pt x="42040" y="297445"/>
                  <a:pt x="44727" y="283389"/>
                </a:cubicBezTo>
                <a:cubicBezTo>
                  <a:pt x="47793" y="267414"/>
                  <a:pt x="48654" y="251653"/>
                  <a:pt x="48761" y="235570"/>
                </a:cubicBezTo>
                <a:cubicBezTo>
                  <a:pt x="49084" y="195979"/>
                  <a:pt x="51021" y="156550"/>
                  <a:pt x="59627" y="117659"/>
                </a:cubicBezTo>
                <a:cubicBezTo>
                  <a:pt x="59997" y="115959"/>
                  <a:pt x="58919" y="113929"/>
                  <a:pt x="57842" y="111900"/>
                </a:cubicBezTo>
                <a:cubicBezTo>
                  <a:pt x="57351" y="110976"/>
                  <a:pt x="56861" y="110052"/>
                  <a:pt x="56507" y="109160"/>
                </a:cubicBezTo>
                <a:lnTo>
                  <a:pt x="56629" y="109080"/>
                </a:lnTo>
                <a:cubicBezTo>
                  <a:pt x="57432" y="103678"/>
                  <a:pt x="58247" y="98277"/>
                  <a:pt x="59063" y="92875"/>
                </a:cubicBezTo>
                <a:cubicBezTo>
                  <a:pt x="59883" y="87443"/>
                  <a:pt x="60703" y="82010"/>
                  <a:pt x="61510" y="76577"/>
                </a:cubicBezTo>
                <a:lnTo>
                  <a:pt x="61666" y="76570"/>
                </a:lnTo>
                <a:cubicBezTo>
                  <a:pt x="65899" y="74357"/>
                  <a:pt x="69401" y="73136"/>
                  <a:pt x="72431" y="72545"/>
                </a:cubicBezTo>
                <a:cubicBezTo>
                  <a:pt x="72567" y="71213"/>
                  <a:pt x="72677" y="69877"/>
                  <a:pt x="72767" y="68538"/>
                </a:cubicBezTo>
                <a:cubicBezTo>
                  <a:pt x="72678" y="69858"/>
                  <a:pt x="72569" y="71175"/>
                  <a:pt x="72433" y="72487"/>
                </a:cubicBezTo>
                <a:cubicBezTo>
                  <a:pt x="69421" y="73079"/>
                  <a:pt x="65871" y="74316"/>
                  <a:pt x="61513" y="76576"/>
                </a:cubicBezTo>
                <a:cubicBezTo>
                  <a:pt x="61836" y="60653"/>
                  <a:pt x="62159" y="44677"/>
                  <a:pt x="62374" y="28755"/>
                </a:cubicBezTo>
                <a:cubicBezTo>
                  <a:pt x="62482" y="21171"/>
                  <a:pt x="64042" y="14016"/>
                  <a:pt x="67646" y="7293"/>
                </a:cubicBezTo>
                <a:cubicBezTo>
                  <a:pt x="70443" y="2021"/>
                  <a:pt x="74531" y="-507"/>
                  <a:pt x="80448" y="84"/>
                </a:cubicBezTo>
                <a:cubicBezTo>
                  <a:pt x="86580" y="730"/>
                  <a:pt x="89969" y="4872"/>
                  <a:pt x="91260" y="10197"/>
                </a:cubicBezTo>
                <a:cubicBezTo>
                  <a:pt x="92766" y="16329"/>
                  <a:pt x="93681" y="22731"/>
                  <a:pt x="93788" y="29078"/>
                </a:cubicBezTo>
                <a:cubicBezTo>
                  <a:pt x="94062" y="46723"/>
                  <a:pt x="94108" y="64369"/>
                  <a:pt x="94154" y="82014"/>
                </a:cubicBezTo>
                <a:cubicBezTo>
                  <a:pt x="94172" y="88628"/>
                  <a:pt x="94189" y="95243"/>
                  <a:pt x="94219" y="101858"/>
                </a:cubicBezTo>
                <a:cubicBezTo>
                  <a:pt x="94165" y="101858"/>
                  <a:pt x="94124" y="101831"/>
                  <a:pt x="94084" y="101804"/>
                </a:cubicBezTo>
                <a:cubicBezTo>
                  <a:pt x="94044" y="101777"/>
                  <a:pt x="94003" y="101750"/>
                  <a:pt x="93950" y="101750"/>
                </a:cubicBezTo>
                <a:moveTo>
                  <a:pt x="78289" y="25907"/>
                </a:moveTo>
                <a:cubicBezTo>
                  <a:pt x="79237" y="28744"/>
                  <a:pt x="79981" y="31597"/>
                  <a:pt x="80571" y="34462"/>
                </a:cubicBezTo>
                <a:cubicBezTo>
                  <a:pt x="79983" y="31579"/>
                  <a:pt x="79242" y="28706"/>
                  <a:pt x="78296" y="25851"/>
                </a:cubicBezTo>
                <a:lnTo>
                  <a:pt x="78296" y="25797"/>
                </a:lnTo>
                <a:cubicBezTo>
                  <a:pt x="73817" y="36099"/>
                  <a:pt x="73508" y="47075"/>
                  <a:pt x="73199" y="58041"/>
                </a:cubicBezTo>
                <a:lnTo>
                  <a:pt x="73199" y="58041"/>
                </a:lnTo>
                <a:lnTo>
                  <a:pt x="73199" y="58041"/>
                </a:lnTo>
                <a:lnTo>
                  <a:pt x="73199" y="58041"/>
                </a:lnTo>
                <a:lnTo>
                  <a:pt x="73199" y="58041"/>
                </a:lnTo>
                <a:lnTo>
                  <a:pt x="73199" y="58041"/>
                </a:lnTo>
                <a:cubicBezTo>
                  <a:pt x="73135" y="60326"/>
                  <a:pt x="73071" y="62610"/>
                  <a:pt x="72969" y="64887"/>
                </a:cubicBezTo>
                <a:cubicBezTo>
                  <a:pt x="73070" y="62646"/>
                  <a:pt x="73135" y="60400"/>
                  <a:pt x="73201" y="58155"/>
                </a:cubicBezTo>
                <a:lnTo>
                  <a:pt x="73201" y="58155"/>
                </a:lnTo>
                <a:lnTo>
                  <a:pt x="73201" y="58151"/>
                </a:lnTo>
                <a:lnTo>
                  <a:pt x="73201" y="58150"/>
                </a:lnTo>
                <a:cubicBezTo>
                  <a:pt x="73523" y="47174"/>
                  <a:pt x="73844" y="36216"/>
                  <a:pt x="78289" y="25907"/>
                </a:cubicBezTo>
                <a:moveTo>
                  <a:pt x="127579" y="270344"/>
                </a:moveTo>
                <a:cubicBezTo>
                  <a:pt x="122478" y="276263"/>
                  <a:pt x="117374" y="282186"/>
                  <a:pt x="112504" y="288285"/>
                </a:cubicBezTo>
                <a:lnTo>
                  <a:pt x="112504" y="288230"/>
                </a:lnTo>
                <a:cubicBezTo>
                  <a:pt x="111805" y="289091"/>
                  <a:pt x="113042" y="291835"/>
                  <a:pt x="113849" y="293502"/>
                </a:cubicBezTo>
                <a:cubicBezTo>
                  <a:pt x="114171" y="294147"/>
                  <a:pt x="115678" y="294416"/>
                  <a:pt x="116646" y="294524"/>
                </a:cubicBezTo>
                <a:cubicBezTo>
                  <a:pt x="123585" y="295063"/>
                  <a:pt x="129179" y="291459"/>
                  <a:pt x="134021" y="287477"/>
                </a:cubicBezTo>
                <a:cubicBezTo>
                  <a:pt x="138605" y="283688"/>
                  <a:pt x="142818" y="279444"/>
                  <a:pt x="147032" y="275198"/>
                </a:cubicBezTo>
                <a:lnTo>
                  <a:pt x="147033" y="275198"/>
                </a:lnTo>
                <a:cubicBezTo>
                  <a:pt x="148784" y="273432"/>
                  <a:pt x="150536" y="271668"/>
                  <a:pt x="152315" y="269935"/>
                </a:cubicBezTo>
                <a:cubicBezTo>
                  <a:pt x="147940" y="263141"/>
                  <a:pt x="141288" y="263540"/>
                  <a:pt x="134675" y="263935"/>
                </a:cubicBezTo>
                <a:cubicBezTo>
                  <a:pt x="134131" y="263968"/>
                  <a:pt x="133587" y="264000"/>
                  <a:pt x="133045" y="264029"/>
                </a:cubicBezTo>
                <a:cubicBezTo>
                  <a:pt x="136121" y="258804"/>
                  <a:pt x="141218" y="257739"/>
                  <a:pt x="146351" y="256666"/>
                </a:cubicBezTo>
                <a:cubicBezTo>
                  <a:pt x="150465" y="255806"/>
                  <a:pt x="154601" y="254942"/>
                  <a:pt x="157737" y="251926"/>
                </a:cubicBezTo>
                <a:cubicBezTo>
                  <a:pt x="162523" y="247354"/>
                  <a:pt x="167203" y="249883"/>
                  <a:pt x="171130" y="254185"/>
                </a:cubicBezTo>
                <a:cubicBezTo>
                  <a:pt x="174508" y="257842"/>
                  <a:pt x="177446" y="262584"/>
                  <a:pt x="176949" y="266785"/>
                </a:cubicBezTo>
                <a:cubicBezTo>
                  <a:pt x="177475" y="262584"/>
                  <a:pt x="174527" y="257838"/>
                  <a:pt x="171136" y="254127"/>
                </a:cubicBezTo>
                <a:cubicBezTo>
                  <a:pt x="167209" y="249878"/>
                  <a:pt x="162530" y="247296"/>
                  <a:pt x="157742" y="251868"/>
                </a:cubicBezTo>
                <a:cubicBezTo>
                  <a:pt x="154616" y="254851"/>
                  <a:pt x="150495" y="255716"/>
                  <a:pt x="146394" y="256578"/>
                </a:cubicBezTo>
                <a:cubicBezTo>
                  <a:pt x="141249" y="257659"/>
                  <a:pt x="136135" y="258733"/>
                  <a:pt x="133052" y="263971"/>
                </a:cubicBezTo>
                <a:cubicBezTo>
                  <a:pt x="131239" y="266095"/>
                  <a:pt x="129414" y="268213"/>
                  <a:pt x="127591" y="270330"/>
                </a:cubicBezTo>
                <a:lnTo>
                  <a:pt x="127587" y="270335"/>
                </a:lnTo>
                <a:lnTo>
                  <a:pt x="127583" y="270339"/>
                </a:lnTo>
                <a:lnTo>
                  <a:pt x="127579" y="270344"/>
                </a:lnTo>
              </a:path>
            </a:pathLst>
          </a:custGeom>
          <a:solidFill>
            <a:srgbClr val="8AB82D"/>
          </a:solidFill>
        </p:spPr>
        <p:txBody>
          <a:bodyPr/>
          <a:lstStyle/>
          <a:p>
            <a:endParaRPr lang="zh-CN" altLang="en-US"/>
          </a:p>
        </p:txBody>
      </p:sp>
      <p:sp>
        <p:nvSpPr>
          <p:cNvPr id="39" name="Vector-3714&amp;1747"/>
          <p:cNvSpPr/>
          <p:nvPr>
            <p:custDataLst>
              <p:tags r:id="rId9"/>
            </p:custDataLst>
          </p:nvPr>
        </p:nvSpPr>
        <p:spPr>
          <a:xfrm rot="1020000">
            <a:off x="7541944" y="5008108"/>
            <a:ext cx="504971" cy="429098"/>
          </a:xfrm>
          <a:custGeom>
            <a:avLst/>
            <a:gdLst/>
            <a:ahLst/>
            <a:cxnLst/>
            <a:rect l="l" t="t" r="r" b="b"/>
            <a:pathLst>
              <a:path w="503182" h="427356">
                <a:moveTo>
                  <a:pt x="438231" y="20920"/>
                </a:moveTo>
                <a:cubicBezTo>
                  <a:pt x="431508" y="17962"/>
                  <a:pt x="424030" y="15487"/>
                  <a:pt x="416768" y="15003"/>
                </a:cubicBezTo>
                <a:cubicBezTo>
                  <a:pt x="381536" y="12583"/>
                  <a:pt x="348186" y="19037"/>
                  <a:pt x="319783" y="41146"/>
                </a:cubicBezTo>
                <a:cubicBezTo>
                  <a:pt x="307734" y="50505"/>
                  <a:pt x="303700" y="53625"/>
                  <a:pt x="294394" y="38887"/>
                </a:cubicBezTo>
                <a:cubicBezTo>
                  <a:pt x="287132" y="27375"/>
                  <a:pt x="277019" y="20059"/>
                  <a:pt x="266315" y="13120"/>
                </a:cubicBezTo>
                <a:cubicBezTo>
                  <a:pt x="236300" y="-6406"/>
                  <a:pt x="196279" y="-4577"/>
                  <a:pt x="172180" y="21566"/>
                </a:cubicBezTo>
                <a:cubicBezTo>
                  <a:pt x="156850" y="38187"/>
                  <a:pt x="142326" y="38994"/>
                  <a:pt x="123822" y="32862"/>
                </a:cubicBezTo>
                <a:cubicBezTo>
                  <a:pt x="116722" y="30549"/>
                  <a:pt x="109406" y="28881"/>
                  <a:pt x="102091" y="27160"/>
                </a:cubicBezTo>
                <a:cubicBezTo>
                  <a:pt x="92731" y="24955"/>
                  <a:pt x="83425" y="22480"/>
                  <a:pt x="73904" y="21189"/>
                </a:cubicBezTo>
                <a:cubicBezTo>
                  <a:pt x="57982" y="18984"/>
                  <a:pt x="45018" y="24148"/>
                  <a:pt x="33668" y="36251"/>
                </a:cubicBezTo>
                <a:cubicBezTo>
                  <a:pt x="15218" y="55938"/>
                  <a:pt x="6396" y="80575"/>
                  <a:pt x="2362" y="105426"/>
                </a:cubicBezTo>
                <a:cubicBezTo>
                  <a:pt x="-1618" y="130385"/>
                  <a:pt x="-1081" y="156528"/>
                  <a:pt x="7956" y="181701"/>
                </a:cubicBezTo>
                <a:cubicBezTo>
                  <a:pt x="13712" y="197731"/>
                  <a:pt x="16617" y="214784"/>
                  <a:pt x="20382" y="231459"/>
                </a:cubicBezTo>
                <a:cubicBezTo>
                  <a:pt x="30495" y="276159"/>
                  <a:pt x="49268" y="316179"/>
                  <a:pt x="81596" y="349423"/>
                </a:cubicBezTo>
                <a:cubicBezTo>
                  <a:pt x="114248" y="383042"/>
                  <a:pt x="156528" y="397942"/>
                  <a:pt x="199668" y="411282"/>
                </a:cubicBezTo>
                <a:cubicBezTo>
                  <a:pt x="201873" y="411982"/>
                  <a:pt x="205262" y="408969"/>
                  <a:pt x="208114" y="407679"/>
                </a:cubicBezTo>
                <a:cubicBezTo>
                  <a:pt x="209727" y="396813"/>
                  <a:pt x="211394" y="385947"/>
                  <a:pt x="213008" y="375081"/>
                </a:cubicBezTo>
                <a:cubicBezTo>
                  <a:pt x="213277" y="359159"/>
                  <a:pt x="213653" y="343183"/>
                  <a:pt x="213868" y="327260"/>
                </a:cubicBezTo>
                <a:cubicBezTo>
                  <a:pt x="213976" y="319676"/>
                  <a:pt x="215537" y="312575"/>
                  <a:pt x="219140" y="305798"/>
                </a:cubicBezTo>
                <a:cubicBezTo>
                  <a:pt x="221938" y="300580"/>
                  <a:pt x="226026" y="297998"/>
                  <a:pt x="231943" y="298590"/>
                </a:cubicBezTo>
                <a:cubicBezTo>
                  <a:pt x="238129" y="299182"/>
                  <a:pt x="241464" y="303378"/>
                  <a:pt x="242754" y="308703"/>
                </a:cubicBezTo>
                <a:cubicBezTo>
                  <a:pt x="244260" y="314834"/>
                  <a:pt x="245175" y="321290"/>
                  <a:pt x="245283" y="327584"/>
                </a:cubicBezTo>
                <a:cubicBezTo>
                  <a:pt x="245660" y="351843"/>
                  <a:pt x="245605" y="376103"/>
                  <a:pt x="245713" y="400362"/>
                </a:cubicBezTo>
                <a:cubicBezTo>
                  <a:pt x="246466" y="400632"/>
                  <a:pt x="247273" y="400846"/>
                  <a:pt x="248187" y="400954"/>
                </a:cubicBezTo>
                <a:cubicBezTo>
                  <a:pt x="256633" y="426505"/>
                  <a:pt x="261850" y="430002"/>
                  <a:pt x="286487" y="425914"/>
                </a:cubicBezTo>
                <a:cubicBezTo>
                  <a:pt x="290683" y="425214"/>
                  <a:pt x="294824" y="423923"/>
                  <a:pt x="298751" y="422256"/>
                </a:cubicBezTo>
                <a:cubicBezTo>
                  <a:pt x="325431" y="411229"/>
                  <a:pt x="352166" y="400148"/>
                  <a:pt x="378738" y="388851"/>
                </a:cubicBezTo>
                <a:cubicBezTo>
                  <a:pt x="395844" y="381589"/>
                  <a:pt x="409992" y="371047"/>
                  <a:pt x="420319" y="354801"/>
                </a:cubicBezTo>
                <a:cubicBezTo>
                  <a:pt x="428871" y="341300"/>
                  <a:pt x="438715" y="328390"/>
                  <a:pt x="449473" y="316610"/>
                </a:cubicBezTo>
                <a:cubicBezTo>
                  <a:pt x="466311" y="298106"/>
                  <a:pt x="478790" y="277020"/>
                  <a:pt x="489226" y="254643"/>
                </a:cubicBezTo>
                <a:cubicBezTo>
                  <a:pt x="492345" y="247919"/>
                  <a:pt x="495035" y="240711"/>
                  <a:pt x="496165" y="233396"/>
                </a:cubicBezTo>
                <a:cubicBezTo>
                  <a:pt x="502619" y="191169"/>
                  <a:pt x="501921" y="148513"/>
                  <a:pt x="503157" y="106018"/>
                </a:cubicBezTo>
                <a:cubicBezTo>
                  <a:pt x="503427" y="97303"/>
                  <a:pt x="501490" y="89073"/>
                  <a:pt x="497832" y="81112"/>
                </a:cubicBezTo>
                <a:cubicBezTo>
                  <a:pt x="485299" y="53625"/>
                  <a:pt x="465826" y="33077"/>
                  <a:pt x="438123" y="20866"/>
                </a:cubicBezTo>
                <a:lnTo>
                  <a:pt x="438231" y="20920"/>
                </a:lnTo>
                <a:moveTo>
                  <a:pt x="74066" y="109192"/>
                </a:moveTo>
                <a:cubicBezTo>
                  <a:pt x="68902" y="108869"/>
                  <a:pt x="67180" y="104996"/>
                  <a:pt x="67503" y="100531"/>
                </a:cubicBezTo>
                <a:cubicBezTo>
                  <a:pt x="67880" y="95421"/>
                  <a:pt x="71699" y="93592"/>
                  <a:pt x="76164" y="93861"/>
                </a:cubicBezTo>
                <a:cubicBezTo>
                  <a:pt x="81327" y="94184"/>
                  <a:pt x="82726" y="98056"/>
                  <a:pt x="82834" y="102521"/>
                </a:cubicBezTo>
                <a:cubicBezTo>
                  <a:pt x="82027" y="107578"/>
                  <a:pt x="78584" y="109460"/>
                  <a:pt x="74066" y="109192"/>
                </a:cubicBezTo>
                <a:moveTo>
                  <a:pt x="352435" y="183692"/>
                </a:moveTo>
                <a:cubicBezTo>
                  <a:pt x="332586" y="158518"/>
                  <a:pt x="335114" y="135818"/>
                  <a:pt x="354425" y="109084"/>
                </a:cubicBezTo>
                <a:cubicBezTo>
                  <a:pt x="355124" y="136301"/>
                  <a:pt x="360289" y="159001"/>
                  <a:pt x="352435" y="183692"/>
                </a:cubicBezTo>
              </a:path>
            </a:pathLst>
          </a:custGeom>
          <a:solidFill>
            <a:schemeClr val="accent4">
              <a:lumMod val="60000"/>
              <a:lumOff val="40000"/>
            </a:schemeClr>
          </a:solidFill>
        </p:spPr>
        <p:txBody>
          <a:bodyPr/>
          <a:lstStyle/>
          <a:p>
            <a:endParaRPr lang="zh-CN" altLang="en-US"/>
          </a:p>
        </p:txBody>
      </p:sp>
      <p:sp>
        <p:nvSpPr>
          <p:cNvPr id="9" name="Vector-3713&amp;3328"/>
          <p:cNvSpPr/>
          <p:nvPr>
            <p:custDataLst>
              <p:tags r:id="rId10"/>
            </p:custDataLst>
          </p:nvPr>
        </p:nvSpPr>
        <p:spPr>
          <a:xfrm>
            <a:off x="8279008" y="1898967"/>
            <a:ext cx="3245485" cy="4279583"/>
          </a:xfrm>
          <a:custGeom>
            <a:avLst/>
            <a:gdLst/>
            <a:ahLst/>
            <a:cxnLst/>
            <a:rect l="l" t="t" r="r" b="b"/>
            <a:pathLst>
              <a:path w="2441627" h="2870200">
                <a:moveTo>
                  <a:pt x="2402637" y="2420836"/>
                </a:moveTo>
                <a:cubicBezTo>
                  <a:pt x="2400757" y="2593238"/>
                  <a:pt x="2318791" y="2783218"/>
                  <a:pt x="2120925" y="2820873"/>
                </a:cubicBezTo>
                <a:cubicBezTo>
                  <a:pt x="1963966" y="2850464"/>
                  <a:pt x="1800339" y="2825356"/>
                  <a:pt x="1644396" y="2843860"/>
                </a:cubicBezTo>
                <a:cubicBezTo>
                  <a:pt x="1567510" y="2853106"/>
                  <a:pt x="1494828" y="2871330"/>
                  <a:pt x="1416355" y="2870149"/>
                </a:cubicBezTo>
                <a:cubicBezTo>
                  <a:pt x="1299718" y="2867101"/>
                  <a:pt x="1177723" y="2858122"/>
                  <a:pt x="1065154" y="2848483"/>
                </a:cubicBezTo>
                <a:cubicBezTo>
                  <a:pt x="948233" y="2832621"/>
                  <a:pt x="833633" y="2820733"/>
                  <a:pt x="716131" y="2824302"/>
                </a:cubicBezTo>
                <a:cubicBezTo>
                  <a:pt x="613716" y="2824836"/>
                  <a:pt x="518119" y="2785720"/>
                  <a:pt x="416286" y="2776614"/>
                </a:cubicBezTo>
                <a:cubicBezTo>
                  <a:pt x="68423" y="2775026"/>
                  <a:pt x="72050" y="2549449"/>
                  <a:pt x="54062" y="2298700"/>
                </a:cubicBezTo>
                <a:cubicBezTo>
                  <a:pt x="42892" y="2187194"/>
                  <a:pt x="48287" y="2143633"/>
                  <a:pt x="31750" y="2032000"/>
                </a:cubicBezTo>
                <a:cubicBezTo>
                  <a:pt x="13907" y="1927631"/>
                  <a:pt x="-2" y="1784350"/>
                  <a:pt x="26830" y="1663700"/>
                </a:cubicBezTo>
                <a:cubicBezTo>
                  <a:pt x="2" y="1543050"/>
                  <a:pt x="12703" y="1419403"/>
                  <a:pt x="31750" y="1250950"/>
                </a:cubicBezTo>
                <a:cubicBezTo>
                  <a:pt x="50797" y="1082498"/>
                  <a:pt x="44923" y="890914"/>
                  <a:pt x="54062" y="742950"/>
                </a:cubicBezTo>
                <a:cubicBezTo>
                  <a:pt x="52466" y="558921"/>
                  <a:pt x="90908" y="415136"/>
                  <a:pt x="127464" y="234805"/>
                </a:cubicBezTo>
                <a:cubicBezTo>
                  <a:pt x="148643" y="143782"/>
                  <a:pt x="236696" y="100053"/>
                  <a:pt x="332584" y="81953"/>
                </a:cubicBezTo>
                <a:cubicBezTo>
                  <a:pt x="444572" y="56324"/>
                  <a:pt x="560769" y="35451"/>
                  <a:pt x="677544" y="36508"/>
                </a:cubicBezTo>
                <a:cubicBezTo>
                  <a:pt x="769950" y="37697"/>
                  <a:pt x="861920" y="48662"/>
                  <a:pt x="954325" y="42849"/>
                </a:cubicBezTo>
                <a:cubicBezTo>
                  <a:pt x="1067185" y="37961"/>
                  <a:pt x="1177143" y="32280"/>
                  <a:pt x="1286523" y="12331"/>
                </a:cubicBezTo>
                <a:cubicBezTo>
                  <a:pt x="1399527" y="-7749"/>
                  <a:pt x="1516151" y="-1672"/>
                  <a:pt x="1628724" y="18805"/>
                </a:cubicBezTo>
                <a:cubicBezTo>
                  <a:pt x="1802651" y="56060"/>
                  <a:pt x="1981949" y="55003"/>
                  <a:pt x="2158060" y="79972"/>
                </a:cubicBezTo>
                <a:cubicBezTo>
                  <a:pt x="2259902" y="90144"/>
                  <a:pt x="2343163" y="138894"/>
                  <a:pt x="2357819" y="237448"/>
                </a:cubicBezTo>
                <a:cubicBezTo>
                  <a:pt x="2374925" y="354366"/>
                  <a:pt x="2399449" y="471019"/>
                  <a:pt x="2407717" y="588465"/>
                </a:cubicBezTo>
                <a:cubicBezTo>
                  <a:pt x="2413229" y="684378"/>
                  <a:pt x="2399881" y="780421"/>
                  <a:pt x="2408301" y="875805"/>
                </a:cubicBezTo>
                <a:cubicBezTo>
                  <a:pt x="2411489" y="919665"/>
                  <a:pt x="2416277" y="963394"/>
                  <a:pt x="2418448" y="1007387"/>
                </a:cubicBezTo>
                <a:cubicBezTo>
                  <a:pt x="2421928" y="1079519"/>
                  <a:pt x="2408301" y="1123950"/>
                  <a:pt x="2418448" y="1250950"/>
                </a:cubicBezTo>
                <a:cubicBezTo>
                  <a:pt x="2428608" y="1377950"/>
                  <a:pt x="2448331" y="1442644"/>
                  <a:pt x="2439187" y="1543050"/>
                </a:cubicBezTo>
                <a:cubicBezTo>
                  <a:pt x="2424113" y="1680705"/>
                  <a:pt x="2449208" y="1793710"/>
                  <a:pt x="2439187" y="1932292"/>
                </a:cubicBezTo>
                <a:cubicBezTo>
                  <a:pt x="2421496" y="2094522"/>
                  <a:pt x="2396109" y="2254771"/>
                  <a:pt x="2402929" y="2418067"/>
                </a:cubicBezTo>
                <a:lnTo>
                  <a:pt x="2402929" y="2420836"/>
                </a:lnTo>
                <a:lnTo>
                  <a:pt x="2402637" y="2420836"/>
                </a:lnTo>
              </a:path>
            </a:pathLst>
          </a:custGeom>
          <a:solidFill>
            <a:schemeClr val="accent1">
              <a:lumMod val="60000"/>
              <a:lumOff val="40000"/>
            </a:schemeClr>
          </a:solidFill>
        </p:spPr>
        <p:txBody>
          <a:bodyPr/>
          <a:lstStyle/>
          <a:p>
            <a:endParaRPr lang="zh-CN" altLang="en-US"/>
          </a:p>
        </p:txBody>
      </p:sp>
      <p:sp>
        <p:nvSpPr>
          <p:cNvPr id="10" name="Vector-3713&amp;3329"/>
          <p:cNvSpPr/>
          <p:nvPr>
            <p:custDataLst>
              <p:tags r:id="rId11"/>
            </p:custDataLst>
          </p:nvPr>
        </p:nvSpPr>
        <p:spPr>
          <a:xfrm>
            <a:off x="8550357" y="2182262"/>
            <a:ext cx="2828290" cy="3637203"/>
          </a:xfrm>
          <a:custGeom>
            <a:avLst/>
            <a:gdLst/>
            <a:ahLst/>
            <a:cxnLst/>
            <a:rect l="l" t="t" r="r" b="b"/>
            <a:pathLst>
              <a:path w="2051164" h="2169232">
                <a:moveTo>
                  <a:pt x="2040992" y="1133102"/>
                </a:moveTo>
                <a:cubicBezTo>
                  <a:pt x="2040992" y="1241356"/>
                  <a:pt x="2040598" y="1349616"/>
                  <a:pt x="2041182" y="1457871"/>
                </a:cubicBezTo>
                <a:cubicBezTo>
                  <a:pt x="2041779" y="1557680"/>
                  <a:pt x="2044129" y="1657287"/>
                  <a:pt x="2044129" y="1757096"/>
                </a:cubicBezTo>
                <a:cubicBezTo>
                  <a:pt x="2044129" y="1818589"/>
                  <a:pt x="2042363" y="1880286"/>
                  <a:pt x="2032343" y="1941182"/>
                </a:cubicBezTo>
                <a:cubicBezTo>
                  <a:pt x="2028215" y="1966138"/>
                  <a:pt x="2021929" y="1991093"/>
                  <a:pt x="2014080" y="2015058"/>
                </a:cubicBezTo>
                <a:cubicBezTo>
                  <a:pt x="1995602" y="2070659"/>
                  <a:pt x="1957692" y="2108581"/>
                  <a:pt x="1904441" y="2131568"/>
                </a:cubicBezTo>
                <a:cubicBezTo>
                  <a:pt x="1874190" y="2144535"/>
                  <a:pt x="1842364" y="2152587"/>
                  <a:pt x="1809941" y="2157108"/>
                </a:cubicBezTo>
                <a:cubicBezTo>
                  <a:pt x="1748244" y="2165756"/>
                  <a:pt x="1685963" y="2170074"/>
                  <a:pt x="1623492" y="2169097"/>
                </a:cubicBezTo>
                <a:cubicBezTo>
                  <a:pt x="1511503" y="2167331"/>
                  <a:pt x="1399515" y="2165160"/>
                  <a:pt x="1287526" y="2162607"/>
                </a:cubicBezTo>
                <a:cubicBezTo>
                  <a:pt x="1212472" y="2161045"/>
                  <a:pt x="1137615" y="2158289"/>
                  <a:pt x="1062563" y="2156524"/>
                </a:cubicBezTo>
                <a:cubicBezTo>
                  <a:pt x="959024" y="2154161"/>
                  <a:pt x="855483" y="2152193"/>
                  <a:pt x="751943" y="2149843"/>
                </a:cubicBezTo>
                <a:cubicBezTo>
                  <a:pt x="661172" y="2147875"/>
                  <a:pt x="570207" y="2146694"/>
                  <a:pt x="479436" y="2143354"/>
                </a:cubicBezTo>
                <a:cubicBezTo>
                  <a:pt x="411851" y="2140801"/>
                  <a:pt x="344461" y="2136673"/>
                  <a:pt x="277072" y="2130781"/>
                </a:cubicBezTo>
                <a:cubicBezTo>
                  <a:pt x="239349" y="2127441"/>
                  <a:pt x="202020" y="2119579"/>
                  <a:pt x="165868" y="2107209"/>
                </a:cubicBezTo>
                <a:cubicBezTo>
                  <a:pt x="100051" y="2084616"/>
                  <a:pt x="56238" y="2040407"/>
                  <a:pt x="36001" y="1974190"/>
                </a:cubicBezTo>
                <a:cubicBezTo>
                  <a:pt x="26964" y="1944916"/>
                  <a:pt x="20480" y="1914665"/>
                  <a:pt x="16551" y="1884210"/>
                </a:cubicBezTo>
                <a:cubicBezTo>
                  <a:pt x="7120" y="1813674"/>
                  <a:pt x="3977" y="1742758"/>
                  <a:pt x="2994" y="1671625"/>
                </a:cubicBezTo>
                <a:cubicBezTo>
                  <a:pt x="1815" y="1582433"/>
                  <a:pt x="-346" y="1493431"/>
                  <a:pt x="47" y="1404226"/>
                </a:cubicBezTo>
                <a:cubicBezTo>
                  <a:pt x="1029" y="1250394"/>
                  <a:pt x="2798" y="1096557"/>
                  <a:pt x="5941" y="942720"/>
                </a:cubicBezTo>
                <a:cubicBezTo>
                  <a:pt x="7709" y="853719"/>
                  <a:pt x="11835" y="764521"/>
                  <a:pt x="16747" y="675716"/>
                </a:cubicBezTo>
                <a:cubicBezTo>
                  <a:pt x="21855" y="582588"/>
                  <a:pt x="28143" y="489461"/>
                  <a:pt x="36001" y="396334"/>
                </a:cubicBezTo>
                <a:cubicBezTo>
                  <a:pt x="40127" y="346823"/>
                  <a:pt x="46611" y="297115"/>
                  <a:pt x="59578" y="248980"/>
                </a:cubicBezTo>
                <a:cubicBezTo>
                  <a:pt x="62525" y="237781"/>
                  <a:pt x="65669" y="226386"/>
                  <a:pt x="69402" y="215383"/>
                </a:cubicBezTo>
                <a:cubicBezTo>
                  <a:pt x="94353" y="140331"/>
                  <a:pt x="143472" y="88660"/>
                  <a:pt x="217344" y="59975"/>
                </a:cubicBezTo>
                <a:cubicBezTo>
                  <a:pt x="262926" y="42292"/>
                  <a:pt x="310079" y="31683"/>
                  <a:pt x="358215" y="24807"/>
                </a:cubicBezTo>
                <a:cubicBezTo>
                  <a:pt x="450360" y="11643"/>
                  <a:pt x="543094" y="6731"/>
                  <a:pt x="636025" y="3588"/>
                </a:cubicBezTo>
                <a:cubicBezTo>
                  <a:pt x="728956" y="248"/>
                  <a:pt x="821887" y="1426"/>
                  <a:pt x="915013" y="3391"/>
                </a:cubicBezTo>
                <a:cubicBezTo>
                  <a:pt x="1001658" y="5159"/>
                  <a:pt x="1088301" y="4963"/>
                  <a:pt x="1174946" y="4570"/>
                </a:cubicBezTo>
                <a:cubicBezTo>
                  <a:pt x="1346073" y="3391"/>
                  <a:pt x="1517396" y="1426"/>
                  <a:pt x="1688516" y="51"/>
                </a:cubicBezTo>
                <a:cubicBezTo>
                  <a:pt x="1748841" y="-538"/>
                  <a:pt x="1808963" y="3981"/>
                  <a:pt x="1868488" y="13215"/>
                </a:cubicBezTo>
                <a:cubicBezTo>
                  <a:pt x="1890103" y="16555"/>
                  <a:pt x="1911515" y="23431"/>
                  <a:pt x="1932343" y="31094"/>
                </a:cubicBezTo>
                <a:cubicBezTo>
                  <a:pt x="1964563" y="43078"/>
                  <a:pt x="1987944" y="65869"/>
                  <a:pt x="2000910" y="97894"/>
                </a:cubicBezTo>
                <a:cubicBezTo>
                  <a:pt x="2008772" y="117344"/>
                  <a:pt x="2015058" y="137777"/>
                  <a:pt x="2019579" y="158407"/>
                </a:cubicBezTo>
                <a:cubicBezTo>
                  <a:pt x="2030387" y="206149"/>
                  <a:pt x="2034502" y="254874"/>
                  <a:pt x="2038045" y="303403"/>
                </a:cubicBezTo>
                <a:cubicBezTo>
                  <a:pt x="2049437" y="456847"/>
                  <a:pt x="2052587" y="610683"/>
                  <a:pt x="2050618" y="764718"/>
                </a:cubicBezTo>
                <a:cubicBezTo>
                  <a:pt x="2049437" y="855880"/>
                  <a:pt x="2046694" y="947240"/>
                  <a:pt x="2045119" y="1038402"/>
                </a:cubicBezTo>
                <a:cubicBezTo>
                  <a:pt x="2044522" y="1070230"/>
                  <a:pt x="2045119" y="1102059"/>
                  <a:pt x="2045119" y="1133886"/>
                </a:cubicBezTo>
                <a:cubicBezTo>
                  <a:pt x="2043544" y="1133102"/>
                  <a:pt x="2042363" y="1133102"/>
                  <a:pt x="2040992" y="1133102"/>
                </a:cubicBezTo>
              </a:path>
            </a:pathLst>
          </a:custGeom>
          <a:solidFill>
            <a:srgbClr val="FFFBF2"/>
          </a:solidFill>
        </p:spPr>
        <p:txBody>
          <a:bodyPr/>
          <a:lstStyle/>
          <a:p>
            <a:endParaRPr lang="zh-CN" altLang="en-US"/>
          </a:p>
        </p:txBody>
      </p:sp>
      <p:sp>
        <p:nvSpPr>
          <p:cNvPr id="38" name="Vector-3714&amp;1746"/>
          <p:cNvSpPr/>
          <p:nvPr>
            <p:custDataLst>
              <p:tags r:id="rId12"/>
            </p:custDataLst>
          </p:nvPr>
        </p:nvSpPr>
        <p:spPr>
          <a:xfrm rot="3091800">
            <a:off x="8254825" y="5110385"/>
            <a:ext cx="165773" cy="144095"/>
          </a:xfrm>
          <a:custGeom>
            <a:avLst/>
            <a:gdLst/>
            <a:ahLst/>
            <a:cxnLst/>
            <a:rect l="l" t="t" r="r" b="b"/>
            <a:pathLst>
              <a:path w="165241" h="143208">
                <a:moveTo>
                  <a:pt x="150283" y="24122"/>
                </a:moveTo>
                <a:cubicBezTo>
                  <a:pt x="144118" y="16629"/>
                  <a:pt x="135588" y="11363"/>
                  <a:pt x="126025" y="8071"/>
                </a:cubicBezTo>
                <a:cubicBezTo>
                  <a:pt x="113929" y="672"/>
                  <a:pt x="98702" y="-2274"/>
                  <a:pt x="82674" y="1927"/>
                </a:cubicBezTo>
                <a:cubicBezTo>
                  <a:pt x="68613" y="5626"/>
                  <a:pt x="54551" y="9356"/>
                  <a:pt x="40490" y="13055"/>
                </a:cubicBezTo>
                <a:cubicBezTo>
                  <a:pt x="17432" y="19137"/>
                  <a:pt x="-361" y="40298"/>
                  <a:pt x="6" y="63090"/>
                </a:cubicBezTo>
                <a:cubicBezTo>
                  <a:pt x="605" y="100333"/>
                  <a:pt x="28395" y="134221"/>
                  <a:pt x="67814" y="141652"/>
                </a:cubicBezTo>
                <a:cubicBezTo>
                  <a:pt x="116262" y="150806"/>
                  <a:pt x="161378" y="118547"/>
                  <a:pt x="164977" y="72369"/>
                </a:cubicBezTo>
                <a:cubicBezTo>
                  <a:pt x="166409" y="54312"/>
                  <a:pt x="162077" y="38449"/>
                  <a:pt x="150283" y="24091"/>
                </a:cubicBezTo>
                <a:lnTo>
                  <a:pt x="150283" y="24122"/>
                </a:lnTo>
              </a:path>
            </a:pathLst>
          </a:custGeom>
          <a:solidFill>
            <a:srgbClr val="FFFBF2"/>
          </a:solidFill>
        </p:spPr>
        <p:txBody>
          <a:bodyPr/>
          <a:lstStyle/>
          <a:p>
            <a:endParaRPr lang="zh-CN" altLang="en-US"/>
          </a:p>
        </p:txBody>
      </p:sp>
      <p:sp>
        <p:nvSpPr>
          <p:cNvPr id="50" name="Vector-3714&amp;1732"/>
          <p:cNvSpPr/>
          <p:nvPr>
            <p:custDataLst>
              <p:tags r:id="rId13"/>
            </p:custDataLst>
          </p:nvPr>
        </p:nvSpPr>
        <p:spPr>
          <a:xfrm rot="3091800">
            <a:off x="10897340" y="5106580"/>
            <a:ext cx="630576" cy="630576"/>
          </a:xfrm>
          <a:custGeom>
            <a:avLst/>
            <a:gdLst/>
            <a:ahLst/>
            <a:cxnLst/>
            <a:rect l="l" t="t" r="r" b="b"/>
            <a:pathLst>
              <a:path w="627914" h="627914">
                <a:moveTo>
                  <a:pt x="604275" y="227782"/>
                </a:moveTo>
                <a:cubicBezTo>
                  <a:pt x="574876" y="213331"/>
                  <a:pt x="543505" y="205509"/>
                  <a:pt x="511609" y="203481"/>
                </a:cubicBezTo>
                <a:cubicBezTo>
                  <a:pt x="515616" y="196271"/>
                  <a:pt x="519328" y="188900"/>
                  <a:pt x="522745" y="181369"/>
                </a:cubicBezTo>
                <a:cubicBezTo>
                  <a:pt x="538480" y="146638"/>
                  <a:pt x="540155" y="105761"/>
                  <a:pt x="512102" y="76341"/>
                </a:cubicBezTo>
                <a:cubicBezTo>
                  <a:pt x="484904" y="47824"/>
                  <a:pt x="447718" y="47791"/>
                  <a:pt x="414180" y="64657"/>
                </a:cubicBezTo>
                <a:cubicBezTo>
                  <a:pt x="389445" y="77082"/>
                  <a:pt x="365827" y="92692"/>
                  <a:pt x="343983" y="110428"/>
                </a:cubicBezTo>
                <a:cubicBezTo>
                  <a:pt x="341125" y="81749"/>
                  <a:pt x="333275" y="54003"/>
                  <a:pt x="316226" y="32438"/>
                </a:cubicBezTo>
                <a:cubicBezTo>
                  <a:pt x="295399" y="6077"/>
                  <a:pt x="262551" y="-5189"/>
                  <a:pt x="229276" y="2246"/>
                </a:cubicBezTo>
                <a:cubicBezTo>
                  <a:pt x="200336" y="8716"/>
                  <a:pt x="176357" y="29605"/>
                  <a:pt x="160491" y="53392"/>
                </a:cubicBezTo>
                <a:cubicBezTo>
                  <a:pt x="144855" y="76856"/>
                  <a:pt x="138252" y="103861"/>
                  <a:pt x="136938" y="131413"/>
                </a:cubicBezTo>
                <a:cubicBezTo>
                  <a:pt x="117262" y="117831"/>
                  <a:pt x="94071" y="110363"/>
                  <a:pt x="69041" y="116865"/>
                </a:cubicBezTo>
                <a:cubicBezTo>
                  <a:pt x="41711" y="123946"/>
                  <a:pt x="21213" y="145866"/>
                  <a:pt x="14972" y="172678"/>
                </a:cubicBezTo>
                <a:cubicBezTo>
                  <a:pt x="5774" y="212140"/>
                  <a:pt x="21476" y="248028"/>
                  <a:pt x="45357" y="278252"/>
                </a:cubicBezTo>
                <a:cubicBezTo>
                  <a:pt x="-3850" y="316812"/>
                  <a:pt x="-17253" y="384566"/>
                  <a:pt x="26338" y="433846"/>
                </a:cubicBezTo>
                <a:cubicBezTo>
                  <a:pt x="42860" y="452547"/>
                  <a:pt x="66479" y="465710"/>
                  <a:pt x="90754" y="472051"/>
                </a:cubicBezTo>
                <a:cubicBezTo>
                  <a:pt x="100674" y="474659"/>
                  <a:pt x="111350" y="476364"/>
                  <a:pt x="121828" y="476815"/>
                </a:cubicBezTo>
                <a:cubicBezTo>
                  <a:pt x="118872" y="491524"/>
                  <a:pt x="117295" y="506524"/>
                  <a:pt x="118445" y="521040"/>
                </a:cubicBezTo>
                <a:cubicBezTo>
                  <a:pt x="120810" y="550943"/>
                  <a:pt x="131682" y="574182"/>
                  <a:pt x="152147" y="593494"/>
                </a:cubicBezTo>
                <a:cubicBezTo>
                  <a:pt x="177803" y="623524"/>
                  <a:pt x="225137" y="639296"/>
                  <a:pt x="261697" y="618343"/>
                </a:cubicBezTo>
                <a:cubicBezTo>
                  <a:pt x="297240" y="597968"/>
                  <a:pt x="304433" y="558603"/>
                  <a:pt x="312941" y="522714"/>
                </a:cubicBezTo>
                <a:cubicBezTo>
                  <a:pt x="313204" y="521556"/>
                  <a:pt x="313466" y="520365"/>
                  <a:pt x="313729" y="519205"/>
                </a:cubicBezTo>
                <a:cubicBezTo>
                  <a:pt x="345199" y="542317"/>
                  <a:pt x="383238" y="558989"/>
                  <a:pt x="420126" y="558667"/>
                </a:cubicBezTo>
                <a:cubicBezTo>
                  <a:pt x="464998" y="558281"/>
                  <a:pt x="495120" y="521073"/>
                  <a:pt x="496466" y="479229"/>
                </a:cubicBezTo>
                <a:cubicBezTo>
                  <a:pt x="497385" y="450680"/>
                  <a:pt x="487333" y="422998"/>
                  <a:pt x="471206" y="399566"/>
                </a:cubicBezTo>
                <a:cubicBezTo>
                  <a:pt x="526851" y="381251"/>
                  <a:pt x="577437" y="348614"/>
                  <a:pt x="614228" y="303745"/>
                </a:cubicBezTo>
                <a:cubicBezTo>
                  <a:pt x="632689" y="281245"/>
                  <a:pt x="635316" y="243007"/>
                  <a:pt x="604242" y="227750"/>
                </a:cubicBezTo>
                <a:lnTo>
                  <a:pt x="604275" y="227782"/>
                </a:lnTo>
                <a:moveTo>
                  <a:pt x="391417" y="195692"/>
                </a:moveTo>
                <a:cubicBezTo>
                  <a:pt x="395096" y="192376"/>
                  <a:pt x="398840" y="189093"/>
                  <a:pt x="402618" y="185906"/>
                </a:cubicBezTo>
                <a:cubicBezTo>
                  <a:pt x="403800" y="184909"/>
                  <a:pt x="414148" y="176765"/>
                  <a:pt x="413424" y="177216"/>
                </a:cubicBezTo>
                <a:cubicBezTo>
                  <a:pt x="413490" y="177152"/>
                  <a:pt x="413588" y="177119"/>
                  <a:pt x="413654" y="177056"/>
                </a:cubicBezTo>
                <a:cubicBezTo>
                  <a:pt x="401960" y="194051"/>
                  <a:pt x="391908" y="205670"/>
                  <a:pt x="374302" y="222825"/>
                </a:cubicBezTo>
                <a:cubicBezTo>
                  <a:pt x="369900" y="227106"/>
                  <a:pt x="365794" y="230969"/>
                  <a:pt x="361820" y="234542"/>
                </a:cubicBezTo>
                <a:cubicBezTo>
                  <a:pt x="357779" y="236409"/>
                  <a:pt x="353738" y="238308"/>
                  <a:pt x="349764" y="240271"/>
                </a:cubicBezTo>
                <a:cubicBezTo>
                  <a:pt x="354231" y="234446"/>
                  <a:pt x="358798" y="228909"/>
                  <a:pt x="363463" y="223727"/>
                </a:cubicBezTo>
                <a:cubicBezTo>
                  <a:pt x="372299" y="213910"/>
                  <a:pt x="381627" y="204544"/>
                  <a:pt x="391417" y="195692"/>
                </a:cubicBezTo>
                <a:moveTo>
                  <a:pt x="228947" y="145641"/>
                </a:moveTo>
                <a:cubicBezTo>
                  <a:pt x="228947" y="144225"/>
                  <a:pt x="229967" y="132122"/>
                  <a:pt x="229638" y="132766"/>
                </a:cubicBezTo>
                <a:cubicBezTo>
                  <a:pt x="230229" y="129257"/>
                  <a:pt x="230984" y="125749"/>
                  <a:pt x="231903" y="122273"/>
                </a:cubicBezTo>
                <a:cubicBezTo>
                  <a:pt x="232364" y="120502"/>
                  <a:pt x="237193" y="108851"/>
                  <a:pt x="235746" y="111072"/>
                </a:cubicBezTo>
                <a:cubicBezTo>
                  <a:pt x="237094" y="108593"/>
                  <a:pt x="238506" y="106179"/>
                  <a:pt x="240017" y="103829"/>
                </a:cubicBezTo>
                <a:cubicBezTo>
                  <a:pt x="239131" y="105471"/>
                  <a:pt x="241791" y="102381"/>
                  <a:pt x="244386" y="99452"/>
                </a:cubicBezTo>
                <a:cubicBezTo>
                  <a:pt x="245339" y="103733"/>
                  <a:pt x="246817" y="110202"/>
                  <a:pt x="246620" y="107853"/>
                </a:cubicBezTo>
                <a:cubicBezTo>
                  <a:pt x="247179" y="112423"/>
                  <a:pt x="247473" y="117026"/>
                  <a:pt x="247802" y="121597"/>
                </a:cubicBezTo>
                <a:cubicBezTo>
                  <a:pt x="248722" y="134568"/>
                  <a:pt x="248920" y="147571"/>
                  <a:pt x="248427" y="160543"/>
                </a:cubicBezTo>
                <a:cubicBezTo>
                  <a:pt x="247705" y="180500"/>
                  <a:pt x="244813" y="200777"/>
                  <a:pt x="240083" y="220701"/>
                </a:cubicBezTo>
                <a:cubicBezTo>
                  <a:pt x="236963" y="208792"/>
                  <a:pt x="234170" y="196850"/>
                  <a:pt x="231936" y="184812"/>
                </a:cubicBezTo>
                <a:cubicBezTo>
                  <a:pt x="231739" y="183750"/>
                  <a:pt x="230656" y="176670"/>
                  <a:pt x="230491" y="175865"/>
                </a:cubicBezTo>
                <a:cubicBezTo>
                  <a:pt x="229867" y="170457"/>
                  <a:pt x="229408" y="165017"/>
                  <a:pt x="229145" y="159578"/>
                </a:cubicBezTo>
                <a:cubicBezTo>
                  <a:pt x="228947" y="154943"/>
                  <a:pt x="228849" y="150308"/>
                  <a:pt x="228947" y="145705"/>
                </a:cubicBezTo>
                <a:lnTo>
                  <a:pt x="228947" y="145641"/>
                </a:lnTo>
                <a:moveTo>
                  <a:pt x="106948" y="370629"/>
                </a:moveTo>
                <a:cubicBezTo>
                  <a:pt x="105108" y="369471"/>
                  <a:pt x="102940" y="368183"/>
                  <a:pt x="102086" y="367797"/>
                </a:cubicBezTo>
                <a:cubicBezTo>
                  <a:pt x="102021" y="367701"/>
                  <a:pt x="101955" y="367636"/>
                  <a:pt x="101856" y="367508"/>
                </a:cubicBezTo>
                <a:cubicBezTo>
                  <a:pt x="101593" y="367185"/>
                  <a:pt x="101396" y="366960"/>
                  <a:pt x="101167" y="366734"/>
                </a:cubicBezTo>
                <a:cubicBezTo>
                  <a:pt x="102612" y="365062"/>
                  <a:pt x="104484" y="362679"/>
                  <a:pt x="104911" y="362165"/>
                </a:cubicBezTo>
                <a:cubicBezTo>
                  <a:pt x="99787" y="368569"/>
                  <a:pt x="105273" y="362165"/>
                  <a:pt x="108886" y="359815"/>
                </a:cubicBezTo>
                <a:cubicBezTo>
                  <a:pt x="109642" y="359300"/>
                  <a:pt x="110200" y="358913"/>
                  <a:pt x="110627" y="358592"/>
                </a:cubicBezTo>
                <a:cubicBezTo>
                  <a:pt x="110692" y="358592"/>
                  <a:pt x="110758" y="358592"/>
                  <a:pt x="110824" y="358559"/>
                </a:cubicBezTo>
                <a:cubicBezTo>
                  <a:pt x="113222" y="357948"/>
                  <a:pt x="115587" y="357271"/>
                  <a:pt x="117985" y="356596"/>
                </a:cubicBezTo>
                <a:cubicBezTo>
                  <a:pt x="114339" y="357722"/>
                  <a:pt x="124062" y="355534"/>
                  <a:pt x="127117" y="355534"/>
                </a:cubicBezTo>
                <a:cubicBezTo>
                  <a:pt x="127413" y="355534"/>
                  <a:pt x="139863" y="356982"/>
                  <a:pt x="138252" y="356467"/>
                </a:cubicBezTo>
                <a:cubicBezTo>
                  <a:pt x="139960" y="356822"/>
                  <a:pt x="141702" y="357143"/>
                  <a:pt x="143410" y="357561"/>
                </a:cubicBezTo>
                <a:cubicBezTo>
                  <a:pt x="144264" y="357980"/>
                  <a:pt x="145118" y="358431"/>
                  <a:pt x="145971" y="358849"/>
                </a:cubicBezTo>
                <a:cubicBezTo>
                  <a:pt x="143245" y="361552"/>
                  <a:pt x="140519" y="364225"/>
                  <a:pt x="137825" y="366960"/>
                </a:cubicBezTo>
                <a:cubicBezTo>
                  <a:pt x="135428" y="369406"/>
                  <a:pt x="132833" y="371627"/>
                  <a:pt x="130303" y="373977"/>
                </a:cubicBezTo>
                <a:cubicBezTo>
                  <a:pt x="129285" y="374235"/>
                  <a:pt x="128233" y="374524"/>
                  <a:pt x="127314" y="374782"/>
                </a:cubicBezTo>
                <a:cubicBezTo>
                  <a:pt x="126526" y="374782"/>
                  <a:pt x="125573" y="374782"/>
                  <a:pt x="124259" y="374782"/>
                </a:cubicBezTo>
                <a:cubicBezTo>
                  <a:pt x="122058" y="374782"/>
                  <a:pt x="120646" y="374717"/>
                  <a:pt x="119890" y="374717"/>
                </a:cubicBezTo>
                <a:cubicBezTo>
                  <a:pt x="117394" y="374202"/>
                  <a:pt x="114930" y="373656"/>
                  <a:pt x="112466" y="372947"/>
                </a:cubicBezTo>
                <a:cubicBezTo>
                  <a:pt x="111579" y="372689"/>
                  <a:pt x="108722" y="371403"/>
                  <a:pt x="106915" y="370629"/>
                </a:cubicBezTo>
                <a:lnTo>
                  <a:pt x="106948" y="370629"/>
                </a:lnTo>
              </a:path>
            </a:pathLst>
          </a:custGeom>
          <a:solidFill>
            <a:schemeClr val="accent5"/>
          </a:solidFill>
        </p:spPr>
        <p:txBody>
          <a:bodyPr/>
          <a:lstStyle/>
          <a:p>
            <a:endParaRPr lang="zh-CN" altLang="en-US"/>
          </a:p>
        </p:txBody>
      </p:sp>
      <p:sp>
        <p:nvSpPr>
          <p:cNvPr id="51" name="Vector-3714&amp;1733"/>
          <p:cNvSpPr/>
          <p:nvPr>
            <p:custDataLst>
              <p:tags r:id="rId14"/>
            </p:custDataLst>
          </p:nvPr>
        </p:nvSpPr>
        <p:spPr>
          <a:xfrm rot="3091800">
            <a:off x="11123801" y="5040893"/>
            <a:ext cx="165773" cy="144095"/>
          </a:xfrm>
          <a:custGeom>
            <a:avLst/>
            <a:gdLst/>
            <a:ahLst/>
            <a:cxnLst/>
            <a:rect l="l" t="t" r="r" b="b"/>
            <a:pathLst>
              <a:path w="165241" h="143208">
                <a:moveTo>
                  <a:pt x="150283" y="24122"/>
                </a:moveTo>
                <a:cubicBezTo>
                  <a:pt x="144118" y="16629"/>
                  <a:pt x="135588" y="11363"/>
                  <a:pt x="126025" y="8071"/>
                </a:cubicBezTo>
                <a:cubicBezTo>
                  <a:pt x="113929" y="672"/>
                  <a:pt x="98702" y="-2274"/>
                  <a:pt x="82674" y="1927"/>
                </a:cubicBezTo>
                <a:cubicBezTo>
                  <a:pt x="68613" y="5626"/>
                  <a:pt x="54551" y="9356"/>
                  <a:pt x="40490" y="13055"/>
                </a:cubicBezTo>
                <a:cubicBezTo>
                  <a:pt x="17432" y="19137"/>
                  <a:pt x="-361" y="40298"/>
                  <a:pt x="6" y="63090"/>
                </a:cubicBezTo>
                <a:cubicBezTo>
                  <a:pt x="605" y="100333"/>
                  <a:pt x="28395" y="134221"/>
                  <a:pt x="67814" y="141652"/>
                </a:cubicBezTo>
                <a:cubicBezTo>
                  <a:pt x="116262" y="150806"/>
                  <a:pt x="161378" y="118547"/>
                  <a:pt x="164977" y="72369"/>
                </a:cubicBezTo>
                <a:cubicBezTo>
                  <a:pt x="166409" y="54312"/>
                  <a:pt x="162077" y="38449"/>
                  <a:pt x="150283" y="24091"/>
                </a:cubicBezTo>
                <a:lnTo>
                  <a:pt x="150283" y="24122"/>
                </a:lnTo>
              </a:path>
            </a:pathLst>
          </a:custGeom>
          <a:solidFill>
            <a:srgbClr val="FFFBF2"/>
          </a:solidFill>
        </p:spPr>
        <p:txBody>
          <a:bodyPr/>
          <a:lstStyle/>
          <a:p>
            <a:endParaRPr lang="zh-CN" altLang="en-US"/>
          </a:p>
        </p:txBody>
      </p:sp>
      <p:sp>
        <p:nvSpPr>
          <p:cNvPr id="3" name="矩形 2"/>
          <p:cNvSpPr/>
          <p:nvPr>
            <p:custDataLst>
              <p:tags r:id="rId15"/>
            </p:custDataLst>
          </p:nvPr>
        </p:nvSpPr>
        <p:spPr>
          <a:xfrm>
            <a:off x="1060836" y="2485272"/>
            <a:ext cx="2874010" cy="366395"/>
          </a:xfrm>
          <a:prstGeom prst="rect">
            <a:avLst/>
          </a:prstGeom>
          <a:noFill/>
        </p:spPr>
        <p:txBody>
          <a:bodyPr wrap="square" lIns="0" tIns="0" rIns="0" bIns="0" rtlCol="0" anchor="ctr" anchorCtr="0">
            <a:noAutofit/>
          </a:bodyPr>
          <a:lstStyle/>
          <a:p>
            <a:pPr marL="0" marR="0">
              <a:lnSpc>
                <a:spcPts val="1800"/>
              </a:lnSpc>
            </a:pPr>
            <a:r>
              <a:rPr lang="zh-CN" altLang="en-US" b="1" dirty="0">
                <a:solidFill>
                  <a:schemeClr val="tx2"/>
                </a:solidFill>
                <a:effectLst/>
                <a:latin typeface="微软雅黑" charset="0"/>
                <a:ea typeface="微软雅黑" charset="0"/>
                <a:sym typeface="+mn-ea"/>
              </a:rPr>
              <a:t>一类违规：辞退并永不录用</a:t>
            </a:r>
            <a:endParaRPr lang="zh-CN" altLang="en-US" b="1" dirty="0">
              <a:solidFill>
                <a:schemeClr val="accent1"/>
              </a:solidFill>
              <a:latin typeface="+mn-ea"/>
              <a:cs typeface="+mn-ea"/>
            </a:endParaRPr>
          </a:p>
        </p:txBody>
      </p:sp>
      <p:sp>
        <p:nvSpPr>
          <p:cNvPr id="11" name="矩形 10"/>
          <p:cNvSpPr/>
          <p:nvPr>
            <p:custDataLst>
              <p:tags r:id="rId16"/>
            </p:custDataLst>
          </p:nvPr>
        </p:nvSpPr>
        <p:spPr>
          <a:xfrm>
            <a:off x="1027781" y="2984396"/>
            <a:ext cx="2564742" cy="2594727"/>
          </a:xfrm>
          <a:prstGeom prst="rect">
            <a:avLst/>
          </a:prstGeom>
          <a:noFill/>
        </p:spPr>
        <p:txBody>
          <a:bodyPr wrap="square" lIns="0" tIns="0" rIns="0" bIns="0" rtlCol="0" anchor="t" anchorCtr="0">
            <a:noAutofit/>
          </a:bodyPr>
          <a:lstStyle/>
          <a:p>
            <a:pPr indent="0" algn="ctr" fontAlgn="auto">
              <a:lnSpc>
                <a:spcPct val="150000"/>
              </a:lnSpc>
              <a:spcBef>
                <a:spcPct val="0"/>
              </a:spcBef>
              <a:spcAft>
                <a:spcPct val="0"/>
              </a:spcAft>
            </a:pPr>
            <a:r>
              <a:rPr lang="zh-CN" altLang="en-US" sz="1400" dirty="0">
                <a:solidFill>
                  <a:schemeClr val="tx2"/>
                </a:solidFill>
                <a:effectLst/>
                <a:latin typeface="KaiTi" panose="02010609060101010101" pitchFamily="49" charset="-122"/>
                <a:ea typeface="KaiTi" panose="02010609060101010101" pitchFamily="49" charset="-122"/>
                <a:sym typeface="+mn-ea"/>
              </a:rPr>
              <a:t>违规案例：小</a:t>
            </a:r>
            <a:r>
              <a:rPr lang="en-US" altLang="zh-CN" sz="1400" dirty="0">
                <a:solidFill>
                  <a:schemeClr val="tx2"/>
                </a:solidFill>
                <a:effectLst/>
                <a:latin typeface="KaiTi" panose="02010609060101010101" pitchFamily="49" charset="-122"/>
                <a:ea typeface="KaiTi" panose="02010609060101010101" pitchFamily="49" charset="-122"/>
                <a:sym typeface="+mn-ea"/>
              </a:rPr>
              <a:t>A</a:t>
            </a:r>
            <a:r>
              <a:rPr lang="zh-CN" altLang="en-US" sz="1400" dirty="0">
                <a:solidFill>
                  <a:schemeClr val="tx2"/>
                </a:solidFill>
                <a:effectLst/>
                <a:latin typeface="KaiTi" panose="02010609060101010101" pitchFamily="49" charset="-122"/>
                <a:ea typeface="KaiTi" panose="02010609060101010101" pitchFamily="49" charset="-122"/>
                <a:sym typeface="+mn-ea"/>
              </a:rPr>
              <a:t>恶意</a:t>
            </a:r>
            <a:r>
              <a:rPr lang="zh-CN" altLang="en-US" sz="1400" dirty="0">
                <a:solidFill>
                  <a:schemeClr val="tx2"/>
                </a:solidFill>
                <a:latin typeface="KaiTi" panose="02010609060101010101" pitchFamily="49" charset="-122"/>
                <a:ea typeface="KaiTi" panose="02010609060101010101" pitchFamily="49" charset="-122"/>
                <a:sym typeface="+mn-ea"/>
              </a:rPr>
              <a:t>从</a:t>
            </a:r>
            <a:r>
              <a:rPr lang="zh-CN" altLang="en-US" sz="1400" b="1" dirty="0">
                <a:solidFill>
                  <a:srgbClr val="FF0000"/>
                </a:solidFill>
                <a:effectLst/>
                <a:latin typeface="KaiTi" panose="02010609060101010101" pitchFamily="49" charset="-122"/>
                <a:ea typeface="KaiTi" panose="02010609060101010101" pitchFamily="49" charset="-122"/>
                <a:sym typeface="+mn-ea"/>
              </a:rPr>
              <a:t>钉盘</a:t>
            </a:r>
            <a:r>
              <a:rPr lang="en-US" altLang="zh-CN" sz="1400" b="1" dirty="0">
                <a:solidFill>
                  <a:srgbClr val="FF0000"/>
                </a:solidFill>
                <a:effectLst/>
                <a:latin typeface="KaiTi" panose="02010609060101010101" pitchFamily="49" charset="-122"/>
                <a:ea typeface="KaiTi" panose="02010609060101010101" pitchFamily="49" charset="-122"/>
                <a:sym typeface="+mn-ea"/>
              </a:rPr>
              <a:t>-</a:t>
            </a:r>
            <a:r>
              <a:rPr lang="zh-CN" altLang="en-US" sz="1400" b="1" dirty="0">
                <a:solidFill>
                  <a:srgbClr val="FF0000"/>
                </a:solidFill>
                <a:effectLst/>
                <a:latin typeface="KaiTi" panose="02010609060101010101" pitchFamily="49" charset="-122"/>
                <a:ea typeface="KaiTi" panose="02010609060101010101" pitchFamily="49" charset="-122"/>
                <a:sym typeface="+mn-ea"/>
              </a:rPr>
              <a:t>群文件</a:t>
            </a:r>
            <a:r>
              <a:rPr lang="zh-CN" altLang="en-US" sz="1400" dirty="0">
                <a:solidFill>
                  <a:schemeClr val="tx1">
                    <a:lumMod val="65000"/>
                    <a:lumOff val="35000"/>
                  </a:schemeClr>
                </a:solidFill>
                <a:effectLst/>
                <a:latin typeface="KaiTi" panose="02010609060101010101" pitchFamily="49" charset="-122"/>
                <a:ea typeface="KaiTi" panose="02010609060101010101" pitchFamily="49" charset="-122"/>
                <a:sym typeface="+mn-ea"/>
              </a:rPr>
              <a:t>下载大量公司敏感数据（涉及</a:t>
            </a:r>
            <a:r>
              <a:rPr lang="en-US" altLang="zh-CN" sz="1400" dirty="0">
                <a:solidFill>
                  <a:schemeClr val="tx1">
                    <a:lumMod val="65000"/>
                    <a:lumOff val="35000"/>
                  </a:schemeClr>
                </a:solidFill>
                <a:effectLst/>
                <a:latin typeface="KaiTi" panose="02010609060101010101" pitchFamily="49" charset="-122"/>
                <a:ea typeface="KaiTi" panose="02010609060101010101" pitchFamily="49" charset="-122"/>
                <a:sym typeface="+mn-ea"/>
              </a:rPr>
              <a:t>L3/L4</a:t>
            </a:r>
            <a:r>
              <a:rPr lang="zh-CN" altLang="en-US" sz="1400" dirty="0">
                <a:solidFill>
                  <a:schemeClr val="tx1">
                    <a:lumMod val="65000"/>
                    <a:lumOff val="35000"/>
                  </a:schemeClr>
                </a:solidFill>
                <a:effectLst/>
                <a:latin typeface="KaiTi" panose="02010609060101010101" pitchFamily="49" charset="-122"/>
                <a:ea typeface="KaiTi" panose="02010609060101010101" pitchFamily="49" charset="-122"/>
                <a:sym typeface="+mn-ea"/>
              </a:rPr>
              <a:t>）到</a:t>
            </a:r>
            <a:r>
              <a:rPr lang="zh-CN" altLang="en-US" sz="1400" b="1" dirty="0">
                <a:solidFill>
                  <a:srgbClr val="FF0000"/>
                </a:solidFill>
                <a:effectLst/>
                <a:latin typeface="KaiTi" panose="02010609060101010101" pitchFamily="49" charset="-122"/>
                <a:ea typeface="KaiTi" panose="02010609060101010101" pitchFamily="49" charset="-122"/>
                <a:sym typeface="+mn-ea"/>
              </a:rPr>
              <a:t>个人手机设备</a:t>
            </a:r>
            <a:r>
              <a:rPr lang="zh-CN" altLang="en-US" sz="1400" dirty="0">
                <a:solidFill>
                  <a:schemeClr val="tx2"/>
                </a:solidFill>
                <a:effectLst/>
                <a:latin typeface="KaiTi" panose="02010609060101010101" pitchFamily="49" charset="-122"/>
                <a:ea typeface="KaiTi" panose="02010609060101010101" pitchFamily="49" charset="-122"/>
                <a:sym typeface="+mn-ea"/>
              </a:rPr>
              <a:t>。公司决定：对小</a:t>
            </a:r>
            <a:r>
              <a:rPr lang="en-US" altLang="zh-CN" sz="1400" dirty="0">
                <a:solidFill>
                  <a:schemeClr val="tx2"/>
                </a:solidFill>
                <a:effectLst/>
                <a:latin typeface="KaiTi" panose="02010609060101010101" pitchFamily="49" charset="-122"/>
                <a:ea typeface="KaiTi" panose="02010609060101010101" pitchFamily="49" charset="-122"/>
                <a:sym typeface="+mn-ea"/>
              </a:rPr>
              <a:t>A</a:t>
            </a:r>
            <a:r>
              <a:rPr lang="zh-CN" altLang="en-US" sz="1400" dirty="0">
                <a:solidFill>
                  <a:schemeClr val="tx2"/>
                </a:solidFill>
                <a:effectLst/>
                <a:latin typeface="KaiTi" panose="02010609060101010101" pitchFamily="49" charset="-122"/>
                <a:ea typeface="KaiTi" panose="02010609060101010101" pitchFamily="49" charset="-122"/>
                <a:sym typeface="+mn-ea"/>
              </a:rPr>
              <a:t>予以辞退处分并永不录用，并在公司内部通报批评，且事后如发现其继续二次泄露公司商业秘密，公司将追究其</a:t>
            </a:r>
            <a:r>
              <a:rPr lang="zh-CN" altLang="en-US" sz="1400" b="1" dirty="0">
                <a:solidFill>
                  <a:srgbClr val="FF0000"/>
                </a:solidFill>
                <a:effectLst/>
                <a:latin typeface="KaiTi" panose="02010609060101010101" pitchFamily="49" charset="-122"/>
                <a:ea typeface="KaiTi" panose="02010609060101010101" pitchFamily="49" charset="-122"/>
                <a:sym typeface="+mn-ea"/>
              </a:rPr>
              <a:t>刑事责任</a:t>
            </a:r>
            <a:r>
              <a:rPr lang="zh-CN" altLang="en-US" sz="1400" dirty="0">
                <a:solidFill>
                  <a:schemeClr val="tx2"/>
                </a:solidFill>
                <a:effectLst/>
                <a:latin typeface="KaiTi" panose="02010609060101010101" pitchFamily="49" charset="-122"/>
                <a:ea typeface="KaiTi" panose="02010609060101010101" pitchFamily="49" charset="-122"/>
                <a:sym typeface="+mn-ea"/>
              </a:rPr>
              <a:t>。</a:t>
            </a:r>
            <a:endParaRPr lang="zh-CN" altLang="en-US" sz="1400" dirty="0">
              <a:solidFill>
                <a:schemeClr val="tx2"/>
              </a:solidFill>
              <a:effectLst/>
              <a:latin typeface="KaiTi" panose="02010609060101010101" pitchFamily="49" charset="-122"/>
              <a:ea typeface="KaiTi" panose="02010609060101010101" pitchFamily="49" charset="-122"/>
            </a:endParaRPr>
          </a:p>
          <a:p>
            <a:pPr indent="0" algn="ctr" fontAlgn="auto">
              <a:lnSpc>
                <a:spcPct val="150000"/>
              </a:lnSpc>
              <a:spcBef>
                <a:spcPct val="0"/>
              </a:spcBef>
              <a:spcAft>
                <a:spcPct val="0"/>
              </a:spcAft>
            </a:pPr>
            <a:endParaRPr lang="zh-CN" altLang="en-US" sz="1200" dirty="0">
              <a:ln>
                <a:noFill/>
                <a:prstDash val="sysDot"/>
              </a:ln>
              <a:solidFill>
                <a:srgbClr val="212121"/>
              </a:solidFill>
              <a:latin typeface="+mn-ea"/>
              <a:cs typeface="+mn-ea"/>
            </a:endParaRPr>
          </a:p>
        </p:txBody>
      </p:sp>
      <p:sp>
        <p:nvSpPr>
          <p:cNvPr id="29" name="矩形 28"/>
          <p:cNvSpPr/>
          <p:nvPr>
            <p:custDataLst>
              <p:tags r:id="rId17"/>
            </p:custDataLst>
          </p:nvPr>
        </p:nvSpPr>
        <p:spPr>
          <a:xfrm>
            <a:off x="4952194" y="2369594"/>
            <a:ext cx="2675255" cy="528320"/>
          </a:xfrm>
          <a:prstGeom prst="rect">
            <a:avLst/>
          </a:prstGeom>
          <a:noFill/>
        </p:spPr>
        <p:txBody>
          <a:bodyPr wrap="square" lIns="0" tIns="0" rIns="0" bIns="0" rtlCol="0" anchor="ctr" anchorCtr="0">
            <a:noAutofit/>
          </a:bodyPr>
          <a:lstStyle/>
          <a:p>
            <a:pPr marL="0" marR="0" algn="ctr">
              <a:lnSpc>
                <a:spcPct val="100000"/>
              </a:lnSpc>
            </a:pPr>
            <a:r>
              <a:rPr lang="zh-CN" altLang="en-US" b="1" dirty="0">
                <a:solidFill>
                  <a:schemeClr val="tx2"/>
                </a:solidFill>
                <a:effectLst/>
                <a:latin typeface="微软雅黑" charset="0"/>
                <a:ea typeface="微软雅黑" charset="0"/>
                <a:sym typeface="+mn-ea"/>
              </a:rPr>
              <a:t>二类违规：记过，情节严重的并处降级降薪处分</a:t>
            </a:r>
            <a:endParaRPr lang="zh-CN" altLang="en-US" b="1" dirty="0">
              <a:solidFill>
                <a:schemeClr val="accent1"/>
              </a:solidFill>
              <a:latin typeface="+mn-ea"/>
              <a:cs typeface="+mn-ea"/>
            </a:endParaRPr>
          </a:p>
        </p:txBody>
      </p:sp>
      <p:sp>
        <p:nvSpPr>
          <p:cNvPr id="30" name="矩形 29"/>
          <p:cNvSpPr/>
          <p:nvPr>
            <p:custDataLst>
              <p:tags r:id="rId18"/>
            </p:custDataLst>
          </p:nvPr>
        </p:nvSpPr>
        <p:spPr>
          <a:xfrm>
            <a:off x="4767901" y="3028394"/>
            <a:ext cx="3124332" cy="2692718"/>
          </a:xfrm>
          <a:prstGeom prst="rect">
            <a:avLst/>
          </a:prstGeom>
          <a:noFill/>
        </p:spPr>
        <p:txBody>
          <a:bodyPr wrap="square" lIns="0" tIns="0" rIns="0" bIns="0" rtlCol="0" anchor="t" anchorCtr="0">
            <a:noAutofit/>
          </a:bodyPr>
          <a:lstStyle/>
          <a:p>
            <a:pPr indent="0" algn="ctr" fontAlgn="auto">
              <a:lnSpc>
                <a:spcPct val="150000"/>
              </a:lnSpc>
              <a:spcBef>
                <a:spcPct val="0"/>
              </a:spcBef>
              <a:spcAft>
                <a:spcPct val="0"/>
              </a:spcAft>
            </a:pPr>
            <a:r>
              <a:rPr lang="zh-CN" altLang="en-US" sz="1400" dirty="0">
                <a:solidFill>
                  <a:schemeClr val="tx2"/>
                </a:solidFill>
                <a:effectLst/>
                <a:latin typeface="KaiTi" panose="02010609060101010101" pitchFamily="49" charset="-122"/>
                <a:ea typeface="KaiTi" panose="02010609060101010101" pitchFamily="49" charset="-122"/>
                <a:sym typeface="+mn-ea"/>
              </a:rPr>
              <a:t>违规案例：小</a:t>
            </a:r>
            <a:r>
              <a:rPr lang="en-US" altLang="zh-CN" sz="1400" dirty="0">
                <a:solidFill>
                  <a:schemeClr val="tx2"/>
                </a:solidFill>
                <a:effectLst/>
                <a:latin typeface="KaiTi" panose="02010609060101010101" pitchFamily="49" charset="-122"/>
                <a:ea typeface="KaiTi" panose="02010609060101010101" pitchFamily="49" charset="-122"/>
                <a:sym typeface="+mn-ea"/>
              </a:rPr>
              <a:t>B</a:t>
            </a:r>
            <a:r>
              <a:rPr lang="zh-CN" altLang="en-US" sz="1400" dirty="0">
                <a:solidFill>
                  <a:schemeClr val="tx2"/>
                </a:solidFill>
                <a:latin typeface="KaiTi" panose="02010609060101010101" pitchFamily="49" charset="-122"/>
                <a:ea typeface="KaiTi" panose="02010609060101010101" pitchFamily="49" charset="-122"/>
                <a:sym typeface="+mn-ea"/>
              </a:rPr>
              <a:t>有意</a:t>
            </a:r>
            <a:r>
              <a:rPr lang="zh-CN" altLang="en-US" sz="1400" dirty="0">
                <a:solidFill>
                  <a:schemeClr val="tx2"/>
                </a:solidFill>
                <a:effectLst/>
                <a:latin typeface="KaiTi" panose="02010609060101010101" pitchFamily="49" charset="-122"/>
                <a:ea typeface="KaiTi" panose="02010609060101010101" pitchFamily="49" charset="-122"/>
                <a:sym typeface="+mn-ea"/>
              </a:rPr>
              <a:t>利用</a:t>
            </a:r>
            <a:r>
              <a:rPr lang="zh-CN" altLang="en-US" sz="1400" b="1" dirty="0">
                <a:solidFill>
                  <a:srgbClr val="FF0000"/>
                </a:solidFill>
                <a:effectLst/>
                <a:latin typeface="KaiTi" panose="02010609060101010101" pitchFamily="49" charset="-122"/>
                <a:ea typeface="KaiTi" panose="02010609060101010101" pitchFamily="49" charset="-122"/>
                <a:sym typeface="+mn-ea"/>
              </a:rPr>
              <a:t>个人语雀</a:t>
            </a:r>
            <a:r>
              <a:rPr lang="zh-CN" altLang="en-US" sz="1400" dirty="0">
                <a:solidFill>
                  <a:schemeClr val="tx2"/>
                </a:solidFill>
                <a:effectLst/>
                <a:latin typeface="KaiTi" panose="02010609060101010101" pitchFamily="49" charset="-122"/>
                <a:ea typeface="KaiTi" panose="02010609060101010101" pitchFamily="49" charset="-122"/>
                <a:sym typeface="+mn-ea"/>
              </a:rPr>
              <a:t>上传大量公司敏感文档（涉及</a:t>
            </a:r>
            <a:r>
              <a:rPr lang="en-US" altLang="zh-CN" sz="1400" dirty="0">
                <a:solidFill>
                  <a:schemeClr val="tx2"/>
                </a:solidFill>
                <a:effectLst/>
                <a:latin typeface="KaiTi" panose="02010609060101010101" pitchFamily="49" charset="-122"/>
                <a:ea typeface="KaiTi" panose="02010609060101010101" pitchFamily="49" charset="-122"/>
                <a:sym typeface="+mn-ea"/>
              </a:rPr>
              <a:t>L3</a:t>
            </a:r>
            <a:r>
              <a:rPr lang="zh-CN" altLang="en-US" sz="1400" dirty="0">
                <a:solidFill>
                  <a:schemeClr val="tx2"/>
                </a:solidFill>
                <a:effectLst/>
                <a:latin typeface="KaiTi" panose="02010609060101010101" pitchFamily="49" charset="-122"/>
                <a:ea typeface="KaiTi" panose="02010609060101010101" pitchFamily="49" charset="-122"/>
                <a:sym typeface="+mn-ea"/>
              </a:rPr>
              <a:t>）上传到个人语雀知识库。事后，员工已在公司监督下对相关数据进行了彻底删除，并进行</a:t>
            </a:r>
            <a:r>
              <a:rPr lang="zh-CN" altLang="en-US" sz="1400" b="1" dirty="0">
                <a:solidFill>
                  <a:srgbClr val="FF0000"/>
                </a:solidFill>
                <a:effectLst/>
                <a:latin typeface="KaiTi" panose="02010609060101010101" pitchFamily="49" charset="-122"/>
                <a:ea typeface="KaiTi" panose="02010609060101010101" pitchFamily="49" charset="-122"/>
                <a:sym typeface="+mn-ea"/>
              </a:rPr>
              <a:t>全公司通报批评且影响绩效评级</a:t>
            </a:r>
            <a:r>
              <a:rPr lang="zh-CN" altLang="en-US" sz="1400" dirty="0">
                <a:solidFill>
                  <a:schemeClr val="tx2"/>
                </a:solidFill>
                <a:effectLst/>
                <a:latin typeface="KaiTi" panose="02010609060101010101" pitchFamily="49" charset="-122"/>
                <a:ea typeface="KaiTi" panose="02010609060101010101" pitchFamily="49" charset="-122"/>
                <a:sym typeface="+mn-ea"/>
              </a:rPr>
              <a:t>。</a:t>
            </a:r>
          </a:p>
          <a:p>
            <a:pPr indent="0" algn="ctr" fontAlgn="auto">
              <a:lnSpc>
                <a:spcPct val="150000"/>
              </a:lnSpc>
              <a:spcBef>
                <a:spcPct val="0"/>
              </a:spcBef>
              <a:spcAft>
                <a:spcPct val="0"/>
              </a:spcAft>
            </a:pPr>
            <a:r>
              <a:rPr lang="zh-CN" altLang="en-US" sz="1400" dirty="0">
                <a:effectLst/>
                <a:latin typeface="KaiTi" panose="02010609060101010101" pitchFamily="49" charset="-122"/>
                <a:ea typeface="KaiTi" panose="02010609060101010101" pitchFamily="49" charset="-122"/>
                <a:cs typeface="仿宋" charset="0"/>
                <a:sym typeface="+mn-ea"/>
              </a:rPr>
              <a:t>注意：云笔记只能使用</a:t>
            </a:r>
            <a:r>
              <a:rPr lang="zh-CN" altLang="en-US" sz="1400" dirty="0">
                <a:solidFill>
                  <a:srgbClr val="FF0000"/>
                </a:solidFill>
                <a:effectLst/>
                <a:latin typeface="KaiTi" panose="02010609060101010101" pitchFamily="49" charset="-122"/>
                <a:ea typeface="KaiTi" panose="02010609060101010101" pitchFamily="49" charset="-122"/>
                <a:cs typeface="仿宋" charset="0"/>
                <a:sym typeface="+mn-ea"/>
              </a:rPr>
              <a:t>千寻语雀（</a:t>
            </a:r>
            <a:r>
              <a:rPr lang="en-US" altLang="zh-CN" sz="1400" dirty="0">
                <a:solidFill>
                  <a:srgbClr val="FF0000"/>
                </a:solidFill>
                <a:effectLst/>
                <a:latin typeface="KaiTi" panose="02010609060101010101" pitchFamily="49" charset="-122"/>
                <a:ea typeface="KaiTi" panose="02010609060101010101" pitchFamily="49" charset="-122"/>
                <a:cs typeface="仿宋" charset="0"/>
                <a:sym typeface="+mn-ea"/>
              </a:rPr>
              <a:t>qianxun.yuque.com</a:t>
            </a:r>
            <a:r>
              <a:rPr lang="zh-CN" altLang="en-US" sz="1400" dirty="0">
                <a:solidFill>
                  <a:srgbClr val="FF0000"/>
                </a:solidFill>
                <a:effectLst/>
                <a:latin typeface="KaiTi" panose="02010609060101010101" pitchFamily="49" charset="-122"/>
                <a:ea typeface="KaiTi" panose="02010609060101010101" pitchFamily="49" charset="-122"/>
                <a:cs typeface="仿宋" charset="0"/>
                <a:sym typeface="+mn-ea"/>
              </a:rPr>
              <a:t>），禁止使用</a:t>
            </a:r>
            <a:r>
              <a:rPr kumimoji="1" lang="zh-CN" altLang="en-US" sz="1400" dirty="0">
                <a:ln w="12700">
                  <a:noFill/>
                </a:ln>
                <a:solidFill>
                  <a:srgbClr val="FF0000"/>
                </a:solidFill>
                <a:latin typeface="KaiTi" panose="02010609060101010101" pitchFamily="49" charset="-122"/>
                <a:ea typeface="KaiTi" panose="02010609060101010101" pitchFamily="49" charset="-122"/>
                <a:cs typeface="仿宋" charset="0"/>
                <a:sym typeface="+mn-ea"/>
              </a:rPr>
              <a:t>个人公网语雀（</a:t>
            </a:r>
            <a:r>
              <a:rPr kumimoji="1" lang="en-US" altLang="zh-CN" sz="1400" dirty="0">
                <a:ln w="12700">
                  <a:noFill/>
                </a:ln>
                <a:solidFill>
                  <a:srgbClr val="FF0000"/>
                </a:solidFill>
                <a:latin typeface="KaiTi" panose="02010609060101010101" pitchFamily="49" charset="-122"/>
                <a:ea typeface="KaiTi" panose="02010609060101010101" pitchFamily="49" charset="-122"/>
                <a:cs typeface="仿宋" charset="0"/>
                <a:sym typeface="+mn-ea"/>
              </a:rPr>
              <a:t>www.yuque.com</a:t>
            </a:r>
            <a:r>
              <a:rPr kumimoji="1" lang="zh-CN" altLang="en-US" sz="1400" dirty="0">
                <a:ln w="12700">
                  <a:noFill/>
                </a:ln>
                <a:solidFill>
                  <a:srgbClr val="FF0000"/>
                </a:solidFill>
                <a:latin typeface="KaiTi" panose="02010609060101010101" pitchFamily="49" charset="-122"/>
                <a:ea typeface="KaiTi" panose="02010609060101010101" pitchFamily="49" charset="-122"/>
                <a:cs typeface="仿宋" charset="0"/>
                <a:sym typeface="+mn-ea"/>
              </a:rPr>
              <a:t>）</a:t>
            </a:r>
            <a:endParaRPr lang="zh-CN" altLang="en-US" sz="1400" dirty="0">
              <a:ln>
                <a:noFill/>
                <a:prstDash val="sysDot"/>
              </a:ln>
              <a:solidFill>
                <a:srgbClr val="212121"/>
              </a:solidFill>
              <a:latin typeface="KaiTi" panose="02010609060101010101" pitchFamily="49" charset="-122"/>
              <a:ea typeface="KaiTi" panose="02010609060101010101" pitchFamily="49" charset="-122"/>
              <a:cs typeface="+mn-ea"/>
            </a:endParaRPr>
          </a:p>
        </p:txBody>
      </p:sp>
      <p:sp>
        <p:nvSpPr>
          <p:cNvPr id="36" name="矩形 35"/>
          <p:cNvSpPr/>
          <p:nvPr>
            <p:custDataLst>
              <p:tags r:id="rId19"/>
            </p:custDataLst>
          </p:nvPr>
        </p:nvSpPr>
        <p:spPr>
          <a:xfrm>
            <a:off x="8896574" y="2485273"/>
            <a:ext cx="2099017" cy="275468"/>
          </a:xfrm>
          <a:prstGeom prst="rect">
            <a:avLst/>
          </a:prstGeom>
          <a:noFill/>
        </p:spPr>
        <p:txBody>
          <a:bodyPr wrap="square" lIns="0" tIns="0" rIns="0" bIns="0" rtlCol="0" anchor="ctr" anchorCtr="0">
            <a:noAutofit/>
          </a:bodyPr>
          <a:lstStyle/>
          <a:p>
            <a:pPr algn="ctr">
              <a:spcBef>
                <a:spcPct val="0"/>
              </a:spcBef>
              <a:spcAft>
                <a:spcPct val="0"/>
              </a:spcAft>
              <a:buClr>
                <a:schemeClr val="accent1"/>
              </a:buClr>
              <a:buSzPct val="70000"/>
            </a:pPr>
            <a:r>
              <a:rPr lang="zh-CN" altLang="en-US" b="1" dirty="0">
                <a:solidFill>
                  <a:schemeClr val="tx2"/>
                </a:solidFill>
                <a:effectLst/>
                <a:latin typeface="微软雅黑" charset="0"/>
                <a:ea typeface="微软雅黑" charset="0"/>
                <a:sym typeface="+mn-ea"/>
              </a:rPr>
              <a:t>三类违规：书面警告</a:t>
            </a:r>
            <a:r>
              <a:rPr lang="en-US" altLang="zh-CN" b="1" dirty="0">
                <a:solidFill>
                  <a:schemeClr val="tx2"/>
                </a:solidFill>
                <a:effectLst/>
                <a:latin typeface="微软雅黑" charset="0"/>
                <a:ea typeface="微软雅黑" charset="0"/>
                <a:sym typeface="+mn-ea"/>
              </a:rPr>
              <a:t>+</a:t>
            </a:r>
            <a:r>
              <a:rPr lang="zh-CN" altLang="en-US" b="1" dirty="0">
                <a:solidFill>
                  <a:schemeClr val="tx2"/>
                </a:solidFill>
                <a:effectLst/>
                <a:latin typeface="微软雅黑" charset="0"/>
                <a:ea typeface="微软雅黑" charset="0"/>
                <a:sym typeface="+mn-ea"/>
              </a:rPr>
              <a:t>部门内部通报</a:t>
            </a:r>
            <a:endParaRPr lang="zh-CN" altLang="en-US" b="1" dirty="0">
              <a:solidFill>
                <a:schemeClr val="accent1"/>
              </a:solidFill>
              <a:latin typeface="+mn-ea"/>
              <a:cs typeface="+mn-ea"/>
            </a:endParaRPr>
          </a:p>
        </p:txBody>
      </p:sp>
      <p:sp>
        <p:nvSpPr>
          <p:cNvPr id="37" name="矩形 36"/>
          <p:cNvSpPr/>
          <p:nvPr>
            <p:custDataLst>
              <p:tags r:id="rId20"/>
            </p:custDataLst>
          </p:nvPr>
        </p:nvSpPr>
        <p:spPr>
          <a:xfrm>
            <a:off x="8640652" y="3102835"/>
            <a:ext cx="2566035" cy="2736715"/>
          </a:xfrm>
          <a:prstGeom prst="rect">
            <a:avLst/>
          </a:prstGeom>
          <a:noFill/>
        </p:spPr>
        <p:txBody>
          <a:bodyPr wrap="square" lIns="0" tIns="0" rIns="0" bIns="0" rtlCol="0" anchor="t" anchorCtr="0">
            <a:noAutofit/>
          </a:bodyPr>
          <a:lstStyle/>
          <a:p>
            <a:pPr indent="0" algn="ctr" fontAlgn="auto">
              <a:lnSpc>
                <a:spcPct val="150000"/>
              </a:lnSpc>
              <a:spcBef>
                <a:spcPct val="0"/>
              </a:spcBef>
              <a:spcAft>
                <a:spcPct val="0"/>
              </a:spcAft>
            </a:pPr>
            <a:r>
              <a:rPr lang="zh-CN" altLang="en-US" sz="1400" dirty="0">
                <a:solidFill>
                  <a:schemeClr val="tx2"/>
                </a:solidFill>
                <a:effectLst/>
                <a:latin typeface="KaiTi" panose="02010609060101010101" pitchFamily="49" charset="-122"/>
                <a:ea typeface="KaiTi" panose="02010609060101010101" pitchFamily="49" charset="-122"/>
                <a:sym typeface="+mn-ea"/>
              </a:rPr>
              <a:t>违规案例：小</a:t>
            </a:r>
            <a:r>
              <a:rPr lang="en-US" altLang="zh-CN" sz="1400" dirty="0">
                <a:solidFill>
                  <a:schemeClr val="tx2"/>
                </a:solidFill>
                <a:effectLst/>
                <a:latin typeface="KaiTi" panose="02010609060101010101" pitchFamily="49" charset="-122"/>
                <a:ea typeface="KaiTi" panose="02010609060101010101" pitchFamily="49" charset="-122"/>
                <a:sym typeface="+mn-ea"/>
              </a:rPr>
              <a:t>C</a:t>
            </a:r>
            <a:r>
              <a:rPr lang="zh-CN" altLang="en-US" sz="1400" dirty="0">
                <a:solidFill>
                  <a:schemeClr val="tx2"/>
                </a:solidFill>
                <a:effectLst/>
                <a:latin typeface="KaiTi" panose="02010609060101010101" pitchFamily="49" charset="-122"/>
                <a:ea typeface="KaiTi" panose="02010609060101010101" pitchFamily="49" charset="-122"/>
                <a:sym typeface="+mn-ea"/>
              </a:rPr>
              <a:t>未经安全审批将</a:t>
            </a:r>
            <a:r>
              <a:rPr lang="zh-CN" altLang="en-US" sz="1400" dirty="0">
                <a:solidFill>
                  <a:schemeClr val="tx2"/>
                </a:solidFill>
                <a:latin typeface="KaiTi" panose="02010609060101010101" pitchFamily="49" charset="-122"/>
                <a:ea typeface="KaiTi" panose="02010609060101010101" pitchFamily="49" charset="-122"/>
                <a:sym typeface="+mn-ea"/>
              </a:rPr>
              <a:t>公司</a:t>
            </a:r>
            <a:r>
              <a:rPr lang="zh-CN" altLang="en-US" sz="1400" dirty="0">
                <a:solidFill>
                  <a:schemeClr val="tx2"/>
                </a:solidFill>
                <a:effectLst/>
                <a:latin typeface="KaiTi" panose="02010609060101010101" pitchFamily="49" charset="-122"/>
                <a:ea typeface="KaiTi" panose="02010609060101010101" pitchFamily="49" charset="-122"/>
                <a:sym typeface="+mn-ea"/>
              </a:rPr>
              <a:t>敏感资料（涉及</a:t>
            </a:r>
            <a:r>
              <a:rPr lang="en-US" altLang="zh-CN" sz="1400" dirty="0">
                <a:solidFill>
                  <a:schemeClr val="tx2"/>
                </a:solidFill>
                <a:effectLst/>
                <a:latin typeface="KaiTi" panose="02010609060101010101" pitchFamily="49" charset="-122"/>
                <a:ea typeface="KaiTi" panose="02010609060101010101" pitchFamily="49" charset="-122"/>
                <a:sym typeface="+mn-ea"/>
              </a:rPr>
              <a:t>L4</a:t>
            </a:r>
            <a:r>
              <a:rPr lang="zh-CN" altLang="en-US" sz="1400" dirty="0">
                <a:solidFill>
                  <a:schemeClr val="tx2"/>
                </a:solidFill>
                <a:effectLst/>
                <a:latin typeface="KaiTi" panose="02010609060101010101" pitchFamily="49" charset="-122"/>
                <a:ea typeface="KaiTi" panose="02010609060101010101" pitchFamily="49" charset="-122"/>
                <a:sym typeface="+mn-ea"/>
              </a:rPr>
              <a:t>）通过即时通讯工具外发。因有业务场景且暂未对业务带来直接影响，故进行降级处理进行书面警告</a:t>
            </a:r>
            <a:r>
              <a:rPr lang="en-US" altLang="zh-CN" sz="1400" dirty="0">
                <a:solidFill>
                  <a:schemeClr val="tx2"/>
                </a:solidFill>
                <a:effectLst/>
                <a:latin typeface="KaiTi" panose="02010609060101010101" pitchFamily="49" charset="-122"/>
                <a:ea typeface="KaiTi" panose="02010609060101010101" pitchFamily="49" charset="-122"/>
                <a:sym typeface="+mn-ea"/>
              </a:rPr>
              <a:t>+</a:t>
            </a:r>
            <a:r>
              <a:rPr lang="zh-CN" altLang="en-US" sz="1400" dirty="0">
                <a:solidFill>
                  <a:schemeClr val="tx2"/>
                </a:solidFill>
                <a:effectLst/>
                <a:latin typeface="KaiTi" panose="02010609060101010101" pitchFamily="49" charset="-122"/>
                <a:ea typeface="KaiTi" panose="02010609060101010101" pitchFamily="49" charset="-122"/>
                <a:sym typeface="+mn-ea"/>
              </a:rPr>
              <a:t>部门内部通报，补交外发敏感数据报备流程 。</a:t>
            </a:r>
            <a:endParaRPr lang="zh-CN" altLang="en-US" sz="1400" dirty="0">
              <a:ln>
                <a:noFill/>
                <a:prstDash val="sysDot"/>
              </a:ln>
              <a:solidFill>
                <a:srgbClr val="212121"/>
              </a:solidFill>
              <a:latin typeface="KaiTi" panose="02010609060101010101" pitchFamily="49" charset="-122"/>
              <a:ea typeface="KaiTi" panose="02010609060101010101" pitchFamily="49" charset="-122"/>
              <a:cs typeface="+mn-ea"/>
            </a:endParaRPr>
          </a:p>
        </p:txBody>
      </p:sp>
      <p:sp>
        <p:nvSpPr>
          <p:cNvPr id="31" name="标题 1"/>
          <p:cNvSpPr txBox="1"/>
          <p:nvPr/>
        </p:nvSpPr>
        <p:spPr>
          <a:xfrm>
            <a:off x="606425" y="308610"/>
            <a:ext cx="11069955"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l"/>
            <a:r>
              <a:rPr kumimoji="1" lang="en-US" altLang="zh-CN" dirty="0">
                <a:solidFill>
                  <a:srgbClr val="0045D4"/>
                </a:solidFill>
                <a:latin typeface="微软雅黑" panose="020B0503020204020204" pitchFamily="34" charset="-122"/>
                <a:ea typeface="微软雅黑" panose="020B0503020204020204" pitchFamily="34" charset="-122"/>
                <a:sym typeface="+mn-ea"/>
              </a:rPr>
              <a:t>       </a:t>
            </a:r>
          </a:p>
          <a:p>
            <a:pPr algn="l"/>
            <a:r>
              <a:rPr kumimoji="1" lang="en-US" altLang="zh-CN" dirty="0">
                <a:solidFill>
                  <a:srgbClr val="0045D4"/>
                </a:solidFill>
                <a:latin typeface="微软雅黑" panose="020B0503020204020204" pitchFamily="34" charset="-122"/>
                <a:ea typeface="微软雅黑" panose="020B0503020204020204" pitchFamily="34" charset="-122"/>
                <a:sym typeface="+mn-ea"/>
              </a:rPr>
              <a:t>      </a:t>
            </a:r>
            <a:r>
              <a:rPr kumimoji="1" lang="zh-CN" altLang="en-US" sz="3200" dirty="0">
                <a:solidFill>
                  <a:srgbClr val="0045D4"/>
                </a:solidFill>
                <a:latin typeface="微软雅黑" panose="020B0503020204020204" pitchFamily="34" charset="-122"/>
                <a:ea typeface="微软雅黑" panose="020B0503020204020204" pitchFamily="34" charset="-122"/>
                <a:sym typeface="+mn-ea"/>
              </a:rPr>
              <a:t>违规</a:t>
            </a:r>
            <a:r>
              <a:rPr kumimoji="1" lang="en-GB" altLang="zh-CN" sz="3200" dirty="0">
                <a:solidFill>
                  <a:srgbClr val="0045D4"/>
                </a:solidFill>
                <a:latin typeface="微软雅黑" panose="020B0503020204020204" pitchFamily="34" charset="-122"/>
                <a:ea typeface="微软雅黑" panose="020B0503020204020204" pitchFamily="34" charset="-122"/>
                <a:sym typeface="+mn-ea"/>
              </a:rPr>
              <a:t>CASE</a:t>
            </a:r>
            <a:endParaRPr kumimoji="1" lang="zh-CN" altLang="en-US" sz="3200"/>
          </a:p>
        </p:txBody>
      </p:sp>
      <p:sp>
        <p:nvSpPr>
          <p:cNvPr id="32" name="标题 1"/>
          <p:cNvSpPr txBox="1"/>
          <p:nvPr/>
        </p:nvSpPr>
        <p:spPr>
          <a:xfrm>
            <a:off x="606175" y="561754"/>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 name="文本框 1"/>
          <p:cNvSpPr txBox="1"/>
          <p:nvPr/>
        </p:nvSpPr>
        <p:spPr>
          <a:xfrm>
            <a:off x="606175" y="1170635"/>
            <a:ext cx="11069955" cy="861774"/>
          </a:xfrm>
          <a:prstGeom prst="rect">
            <a:avLst/>
          </a:prstGeom>
          <a:noFill/>
        </p:spPr>
        <p:txBody>
          <a:bodyPr wrap="square" rtlCol="0">
            <a:spAutoFit/>
          </a:bodyPr>
          <a:lstStyle/>
          <a:p>
            <a:r>
              <a:rPr lang="en-US" altLang="zh-CN" sz="1600" dirty="0">
                <a:effectLst/>
                <a:latin typeface="KaiTi" panose="02010609060101010101" pitchFamily="49" charset="-122"/>
                <a:ea typeface="KaiTi" panose="02010609060101010101" pitchFamily="49" charset="-122"/>
                <a:cs typeface="微软雅黑" charset="0"/>
              </a:rPr>
              <a:t>2024 </a:t>
            </a:r>
            <a:r>
              <a:rPr lang="zh-CN" altLang="en-US" sz="1600" dirty="0">
                <a:effectLst/>
                <a:latin typeface="KaiTi" panose="02010609060101010101" pitchFamily="49" charset="-122"/>
                <a:ea typeface="KaiTi" panose="02010609060101010101" pitchFamily="49" charset="-122"/>
                <a:cs typeface="微软雅黑" charset="0"/>
              </a:rPr>
              <a:t>年数据违规事件共发生 </a:t>
            </a:r>
            <a:r>
              <a:rPr lang="en-US" altLang="zh-CN" sz="1600" dirty="0">
                <a:effectLst/>
                <a:latin typeface="KaiTi" panose="02010609060101010101" pitchFamily="49" charset="-122"/>
                <a:ea typeface="KaiTi" panose="02010609060101010101" pitchFamily="49" charset="-122"/>
                <a:cs typeface="微软雅黑" charset="0"/>
              </a:rPr>
              <a:t>14 </a:t>
            </a:r>
            <a:r>
              <a:rPr lang="zh-CN" altLang="en-US" sz="1600" dirty="0">
                <a:effectLst/>
                <a:latin typeface="KaiTi" panose="02010609060101010101" pitchFamily="49" charset="-122"/>
                <a:ea typeface="KaiTi" panose="02010609060101010101" pitchFamily="49" charset="-122"/>
                <a:cs typeface="微软雅黑" charset="0"/>
              </a:rPr>
              <a:t>起，同比减少 </a:t>
            </a:r>
            <a:r>
              <a:rPr lang="en-US" altLang="zh-CN" sz="1600" dirty="0">
                <a:effectLst/>
                <a:latin typeface="KaiTi" panose="02010609060101010101" pitchFamily="49" charset="-122"/>
                <a:ea typeface="KaiTi" panose="02010609060101010101" pitchFamily="49" charset="-122"/>
                <a:cs typeface="微软雅黑" charset="0"/>
              </a:rPr>
              <a:t>28 </a:t>
            </a:r>
            <a:r>
              <a:rPr lang="zh-CN" altLang="en-US" sz="1600" dirty="0">
                <a:effectLst/>
                <a:latin typeface="KaiTi" panose="02010609060101010101" pitchFamily="49" charset="-122"/>
                <a:ea typeface="KaiTi" panose="02010609060101010101" pitchFamily="49" charset="-122"/>
                <a:cs typeface="微软雅黑" charset="0"/>
              </a:rPr>
              <a:t>起。其中因安全意识薄弱引发的违规事件占比 </a:t>
            </a:r>
            <a:r>
              <a:rPr lang="en-US" altLang="zh-CN" sz="1600" dirty="0">
                <a:effectLst/>
                <a:latin typeface="KaiTi" panose="02010609060101010101" pitchFamily="49" charset="-122"/>
                <a:ea typeface="KaiTi" panose="02010609060101010101" pitchFamily="49" charset="-122"/>
                <a:cs typeface="微软雅黑" charset="0"/>
              </a:rPr>
              <a:t>42%</a:t>
            </a:r>
            <a:r>
              <a:rPr lang="zh-CN" altLang="en-US" sz="1600" dirty="0">
                <a:effectLst/>
                <a:latin typeface="KaiTi" panose="02010609060101010101" pitchFamily="49" charset="-122"/>
                <a:ea typeface="KaiTi" panose="02010609060101010101" pitchFamily="49" charset="-122"/>
                <a:cs typeface="微软雅黑" charset="0"/>
              </a:rPr>
              <a:t>（</a:t>
            </a:r>
            <a:r>
              <a:rPr lang="en-US" altLang="zh-CN" sz="1600" dirty="0">
                <a:effectLst/>
                <a:latin typeface="KaiTi" panose="02010609060101010101" pitchFamily="49" charset="-122"/>
                <a:ea typeface="KaiTi" panose="02010609060101010101" pitchFamily="49" charset="-122"/>
                <a:cs typeface="微软雅黑" charset="0"/>
              </a:rPr>
              <a:t>6 </a:t>
            </a:r>
            <a:r>
              <a:rPr lang="zh-CN" altLang="en-US" sz="1600" dirty="0">
                <a:effectLst/>
                <a:latin typeface="KaiTi" panose="02010609060101010101" pitchFamily="49" charset="-122"/>
                <a:ea typeface="KaiTi" panose="02010609060101010101" pitchFamily="49" charset="-122"/>
                <a:cs typeface="微软雅黑" charset="0"/>
              </a:rPr>
              <a:t>起），较 </a:t>
            </a:r>
            <a:r>
              <a:rPr lang="en-US" altLang="zh-CN" sz="1600" dirty="0">
                <a:effectLst/>
                <a:latin typeface="KaiTi" panose="02010609060101010101" pitchFamily="49" charset="-122"/>
                <a:ea typeface="KaiTi" panose="02010609060101010101" pitchFamily="49" charset="-122"/>
                <a:cs typeface="微软雅黑" charset="0"/>
              </a:rPr>
              <a:t>2023 </a:t>
            </a:r>
            <a:r>
              <a:rPr lang="zh-CN" altLang="en-US" sz="1600" dirty="0">
                <a:effectLst/>
                <a:latin typeface="KaiTi" panose="02010609060101010101" pitchFamily="49" charset="-122"/>
                <a:ea typeface="KaiTi" panose="02010609060101010101" pitchFamily="49" charset="-122"/>
                <a:cs typeface="微软雅黑" charset="0"/>
              </a:rPr>
              <a:t>年的 </a:t>
            </a:r>
            <a:r>
              <a:rPr lang="en-US" altLang="zh-CN" sz="1600" dirty="0">
                <a:effectLst/>
                <a:latin typeface="KaiTi" panose="02010609060101010101" pitchFamily="49" charset="-122"/>
                <a:ea typeface="KaiTi" panose="02010609060101010101" pitchFamily="49" charset="-122"/>
                <a:cs typeface="微软雅黑" charset="0"/>
              </a:rPr>
              <a:t>34 </a:t>
            </a:r>
            <a:r>
              <a:rPr lang="zh-CN" altLang="en-US" sz="1600" dirty="0">
                <a:effectLst/>
                <a:latin typeface="KaiTi" panose="02010609060101010101" pitchFamily="49" charset="-122"/>
                <a:ea typeface="KaiTi" panose="02010609060101010101" pitchFamily="49" charset="-122"/>
                <a:cs typeface="微软雅黑" charset="0"/>
              </a:rPr>
              <a:t>起显著下降，显示人员安全意识持续提升。有</a:t>
            </a:r>
            <a:r>
              <a:rPr lang="en-US" altLang="zh-CN" sz="1600" dirty="0">
                <a:effectLst/>
                <a:latin typeface="KaiTi" panose="02010609060101010101" pitchFamily="49" charset="-122"/>
                <a:ea typeface="KaiTi" panose="02010609060101010101" pitchFamily="49" charset="-122"/>
                <a:cs typeface="微软雅黑" charset="0"/>
              </a:rPr>
              <a:t>80%</a:t>
            </a:r>
            <a:r>
              <a:rPr lang="zh-CN" altLang="en-US" sz="1600" dirty="0">
                <a:effectLst/>
                <a:latin typeface="KaiTi" panose="02010609060101010101" pitchFamily="49" charset="-122"/>
                <a:ea typeface="KaiTi" panose="02010609060101010101" pitchFamily="49" charset="-122"/>
                <a:cs typeface="微软雅黑" charset="0"/>
              </a:rPr>
              <a:t>重大违规事件均发生在员工离职期间。</a:t>
            </a:r>
          </a:p>
          <a:p>
            <a:endParaRPr kumimoji="1" lang="zh-CN" altLang="en-US" dirty="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917484" y="1028700"/>
            <a:ext cx="3987800" cy="1515671"/>
          </a:xfrm>
          <a:prstGeom prst="rect">
            <a:avLst/>
          </a:prstGeom>
          <a:noFill/>
          <a:ln>
            <a:noFill/>
          </a:ln>
        </p:spPr>
        <p:txBody>
          <a:bodyPr vert="horz" wrap="square" lIns="0" tIns="0" rIns="0" bIns="0" rtlCol="0" anchor="t">
            <a:spAutoFit/>
          </a:bodyPr>
          <a:lstStyle/>
          <a:p>
            <a:pPr algn="l"/>
            <a:r>
              <a:rPr kumimoji="1" lang="en-US" altLang="zh-CN" sz="9850" dirty="0">
                <a:ln w="19050">
                  <a:solidFill>
                    <a:srgbClr val="457EFF">
                      <a:alpha val="100000"/>
                    </a:srgbClr>
                  </a:solidFill>
                </a:ln>
                <a:noFill/>
                <a:latin typeface="OPPOSans H"/>
                <a:ea typeface="OPPOSans H"/>
                <a:cs typeface="OPPOSans H"/>
              </a:rPr>
              <a:t>02</a:t>
            </a:r>
            <a:endParaRPr kumimoji="1" lang="zh-CN" altLang="en-US" dirty="0"/>
          </a:p>
        </p:txBody>
      </p:sp>
      <p:sp>
        <p:nvSpPr>
          <p:cNvPr id="3" name="标题 1"/>
          <p:cNvSpPr txBox="1"/>
          <p:nvPr/>
        </p:nvSpPr>
        <p:spPr>
          <a:xfrm>
            <a:off x="660400" y="2658468"/>
            <a:ext cx="10858500" cy="2825521"/>
          </a:xfrm>
          <a:prstGeom prst="roundRect">
            <a:avLst>
              <a:gd name="adj" fmla="val 50000"/>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11343100" y="5954100"/>
            <a:ext cx="360000" cy="360000"/>
          </a:xfrm>
          <a:prstGeom prst="ellipse">
            <a:avLst/>
          </a:prstGeom>
          <a:noFill/>
          <a:ln w="19050" cap="sq">
            <a:solidFill>
              <a:schemeClr val="accent1"/>
            </a:solid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512446" y="-1401229"/>
            <a:ext cx="2429929" cy="2429929"/>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grpSp>
        <p:nvGrpSpPr>
          <p:cNvPr id="6" name="组合 5"/>
          <p:cNvGrpSpPr/>
          <p:nvPr/>
        </p:nvGrpSpPr>
        <p:grpSpPr>
          <a:xfrm>
            <a:off x="6732715" y="797009"/>
            <a:ext cx="4032000" cy="4420493"/>
            <a:chOff x="6732715" y="797009"/>
            <a:chExt cx="4032000" cy="4420493"/>
          </a:xfrm>
        </p:grpSpPr>
        <p:sp>
          <p:nvSpPr>
            <p:cNvPr id="7" name="标题 1"/>
            <p:cNvSpPr txBox="1"/>
            <p:nvPr/>
          </p:nvSpPr>
          <p:spPr>
            <a:xfrm>
              <a:off x="9029073" y="3000248"/>
              <a:ext cx="1031" cy="9406"/>
            </a:xfrm>
            <a:custGeom>
              <a:avLst/>
              <a:gdLst>
                <a:gd name="connsiteX0" fmla="*/ 580 w 1010"/>
                <a:gd name="connsiteY0" fmla="*/ 5107 h 9219"/>
                <a:gd name="connsiteX1" fmla="*/ 580 w 1010"/>
                <a:gd name="connsiteY1" fmla="*/ 5107 h 9219"/>
              </a:gdLst>
              <a:ahLst/>
              <a:cxnLst/>
              <a:rect l="l" t="t" r="r" b="b"/>
              <a:pathLst>
                <a:path w="1010" h="9219">
                  <a:moveTo>
                    <a:pt x="580" y="5107"/>
                  </a:moveTo>
                  <a:cubicBezTo>
                    <a:pt x="-1313" y="-11826"/>
                    <a:pt x="2173" y="20048"/>
                    <a:pt x="580" y="5107"/>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a:off x="6905378" y="4968716"/>
              <a:ext cx="3859337" cy="248786"/>
            </a:xfrm>
            <a:custGeom>
              <a:avLst/>
              <a:gdLst>
                <a:gd name="connsiteX0" fmla="*/ 3782556 w 3782556"/>
                <a:gd name="connsiteY0" fmla="*/ 121918 h 243836"/>
                <a:gd name="connsiteX1" fmla="*/ 1891278 w 3782556"/>
                <a:gd name="connsiteY1" fmla="*/ 243836 h 243836"/>
                <a:gd name="connsiteX2" fmla="*/ 0 w 3782556"/>
                <a:gd name="connsiteY2" fmla="*/ 121918 h 243836"/>
                <a:gd name="connsiteX3" fmla="*/ 1891278 w 3782556"/>
                <a:gd name="connsiteY3" fmla="*/ 0 h 243836"/>
                <a:gd name="connsiteX4" fmla="*/ 3782556 w 3782556"/>
                <a:gd name="connsiteY4" fmla="*/ 121918 h 243836"/>
              </a:gdLst>
              <a:ahLst/>
              <a:cxnLst/>
              <a:rect l="l" t="t" r="r" b="b"/>
              <a:pathLst>
                <a:path w="3782556" h="243836">
                  <a:moveTo>
                    <a:pt x="3782556" y="121918"/>
                  </a:moveTo>
                  <a:cubicBezTo>
                    <a:pt x="3782556" y="189252"/>
                    <a:pt x="2935802" y="243836"/>
                    <a:pt x="1891278" y="243836"/>
                  </a:cubicBezTo>
                  <a:cubicBezTo>
                    <a:pt x="846754" y="243836"/>
                    <a:pt x="0" y="189252"/>
                    <a:pt x="0" y="121918"/>
                  </a:cubicBezTo>
                  <a:cubicBezTo>
                    <a:pt x="0" y="54584"/>
                    <a:pt x="846754" y="0"/>
                    <a:pt x="1891278" y="0"/>
                  </a:cubicBezTo>
                  <a:cubicBezTo>
                    <a:pt x="2935802" y="0"/>
                    <a:pt x="3782556" y="54585"/>
                    <a:pt x="3782556" y="121918"/>
                  </a:cubicBezTo>
                  <a:close/>
                </a:path>
              </a:pathLst>
            </a:custGeom>
            <a:solidFill>
              <a:schemeClr val="bg1">
                <a:lumMod val="85000"/>
              </a:schemeClr>
            </a:solidFill>
            <a:ln w="4973"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8189013" y="4795999"/>
              <a:ext cx="363995" cy="329753"/>
            </a:xfrm>
            <a:custGeom>
              <a:avLst/>
              <a:gdLst>
                <a:gd name="connsiteX0" fmla="*/ 21746 w 356753"/>
                <a:gd name="connsiteY0" fmla="*/ 0 h 323193"/>
                <a:gd name="connsiteX1" fmla="*/ 1825 w 356753"/>
                <a:gd name="connsiteY1" fmla="*/ 169331 h 323193"/>
                <a:gd name="connsiteX2" fmla="*/ 7552 w 356753"/>
                <a:gd name="connsiteY2" fmla="*/ 228248 h 323193"/>
                <a:gd name="connsiteX3" fmla="*/ 64229 w 356753"/>
                <a:gd name="connsiteY3" fmla="*/ 257283 h 323193"/>
                <a:gd name="connsiteX4" fmla="*/ 331921 w 356753"/>
                <a:gd name="connsiteY4" fmla="*/ 322725 h 323193"/>
                <a:gd name="connsiteX5" fmla="*/ 356524 w 356753"/>
                <a:gd name="connsiteY5" fmla="*/ 313113 h 323193"/>
                <a:gd name="connsiteX6" fmla="*/ 340637 w 356753"/>
                <a:gd name="connsiteY6" fmla="*/ 289855 h 323193"/>
                <a:gd name="connsiteX7" fmla="*/ 197851 w 356753"/>
                <a:gd name="connsiteY7" fmla="*/ 186065 h 323193"/>
                <a:gd name="connsiteX8" fmla="*/ 137390 w 356753"/>
                <a:gd name="connsiteY8" fmla="*/ 124508 h 323193"/>
                <a:gd name="connsiteX9" fmla="*/ 115476 w 356753"/>
                <a:gd name="connsiteY9" fmla="*/ 31526 h 323193"/>
                <a:gd name="connsiteX10" fmla="*/ 21746 w 356753"/>
                <a:gd name="connsiteY10" fmla="*/ 0 h 323193"/>
              </a:gdLst>
              <a:ahLst/>
              <a:cxnLst/>
              <a:rect l="l" t="t" r="r" b="b"/>
              <a:pathLst>
                <a:path w="356753" h="323193">
                  <a:moveTo>
                    <a:pt x="21746" y="0"/>
                  </a:moveTo>
                  <a:cubicBezTo>
                    <a:pt x="15521" y="53240"/>
                    <a:pt x="8200" y="115992"/>
                    <a:pt x="1825" y="169331"/>
                  </a:cubicBezTo>
                  <a:cubicBezTo>
                    <a:pt x="-416" y="188804"/>
                    <a:pt x="-2408" y="210020"/>
                    <a:pt x="7552" y="228248"/>
                  </a:cubicBezTo>
                  <a:cubicBezTo>
                    <a:pt x="18908" y="249066"/>
                    <a:pt x="43062" y="249564"/>
                    <a:pt x="64229" y="257283"/>
                  </a:cubicBezTo>
                  <a:cubicBezTo>
                    <a:pt x="150468" y="289900"/>
                    <a:pt x="240363" y="311878"/>
                    <a:pt x="331921" y="322725"/>
                  </a:cubicBezTo>
                  <a:cubicBezTo>
                    <a:pt x="341882" y="324020"/>
                    <a:pt x="354681" y="323173"/>
                    <a:pt x="356524" y="313113"/>
                  </a:cubicBezTo>
                  <a:cubicBezTo>
                    <a:pt x="358366" y="303053"/>
                    <a:pt x="348754" y="295433"/>
                    <a:pt x="340637" y="289855"/>
                  </a:cubicBezTo>
                  <a:cubicBezTo>
                    <a:pt x="285853" y="251855"/>
                    <a:pt x="249198" y="229842"/>
                    <a:pt x="197851" y="186065"/>
                  </a:cubicBezTo>
                  <a:cubicBezTo>
                    <a:pt x="176037" y="167488"/>
                    <a:pt x="154323" y="148115"/>
                    <a:pt x="137390" y="124508"/>
                  </a:cubicBezTo>
                  <a:cubicBezTo>
                    <a:pt x="120456" y="100901"/>
                    <a:pt x="114679" y="59266"/>
                    <a:pt x="115476" y="31526"/>
                  </a:cubicBezTo>
                  <a:cubicBezTo>
                    <a:pt x="87736" y="21266"/>
                    <a:pt x="49586" y="10558"/>
                    <a:pt x="21746" y="0"/>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a:off x="7290972" y="4704532"/>
              <a:ext cx="307866" cy="370053"/>
            </a:xfrm>
            <a:custGeom>
              <a:avLst/>
              <a:gdLst>
                <a:gd name="connsiteX0" fmla="*/ 180122 w 301741"/>
                <a:gd name="connsiteY0" fmla="*/ 16337 h 362691"/>
                <a:gd name="connsiteX1" fmla="*/ 39228 w 301741"/>
                <a:gd name="connsiteY1" fmla="*/ 285274 h 362691"/>
                <a:gd name="connsiteX2" fmla="*/ 10243 w 301741"/>
                <a:gd name="connsiteY2" fmla="*/ 310624 h 362691"/>
                <a:gd name="connsiteX3" fmla="*/ 1726 w 301741"/>
                <a:gd name="connsiteY3" fmla="*/ 343544 h 362691"/>
                <a:gd name="connsiteX4" fmla="*/ 20602 w 301741"/>
                <a:gd name="connsiteY4" fmla="*/ 354999 h 362691"/>
                <a:gd name="connsiteX5" fmla="*/ 166774 w 301741"/>
                <a:gd name="connsiteY5" fmla="*/ 351114 h 362691"/>
                <a:gd name="connsiteX6" fmla="*/ 236997 w 301741"/>
                <a:gd name="connsiteY6" fmla="*/ 309927 h 362691"/>
                <a:gd name="connsiteX7" fmla="*/ 260006 w 301741"/>
                <a:gd name="connsiteY7" fmla="*/ 258181 h 362691"/>
                <a:gd name="connsiteX8" fmla="*/ 301741 w 301741"/>
                <a:gd name="connsiteY8" fmla="*/ 1 h 362691"/>
                <a:gd name="connsiteX9" fmla="*/ 180122 w 301741"/>
                <a:gd name="connsiteY9" fmla="*/ 16337 h 362691"/>
              </a:gdLst>
              <a:ahLst/>
              <a:cxnLst/>
              <a:rect l="l" t="t" r="r" b="b"/>
              <a:pathLst>
                <a:path w="301741" h="362691">
                  <a:moveTo>
                    <a:pt x="180122" y="16337"/>
                  </a:moveTo>
                  <a:cubicBezTo>
                    <a:pt x="182014" y="110415"/>
                    <a:pt x="124890" y="219484"/>
                    <a:pt x="39228" y="285274"/>
                  </a:cubicBezTo>
                  <a:cubicBezTo>
                    <a:pt x="28600" y="292555"/>
                    <a:pt x="18874" y="301062"/>
                    <a:pt x="10243" y="310624"/>
                  </a:cubicBezTo>
                  <a:cubicBezTo>
                    <a:pt x="2125" y="320585"/>
                    <a:pt x="-2806" y="334480"/>
                    <a:pt x="1726" y="343544"/>
                  </a:cubicBezTo>
                  <a:cubicBezTo>
                    <a:pt x="5163" y="350367"/>
                    <a:pt x="12982" y="353056"/>
                    <a:pt x="20602" y="354999"/>
                  </a:cubicBezTo>
                  <a:cubicBezTo>
                    <a:pt x="65425" y="366553"/>
                    <a:pt x="116025" y="364959"/>
                    <a:pt x="166774" y="351114"/>
                  </a:cubicBezTo>
                  <a:cubicBezTo>
                    <a:pt x="191975" y="344141"/>
                    <a:pt x="219267" y="332537"/>
                    <a:pt x="236997" y="309927"/>
                  </a:cubicBezTo>
                  <a:cubicBezTo>
                    <a:pt x="249149" y="294388"/>
                    <a:pt x="254976" y="275911"/>
                    <a:pt x="260006" y="258181"/>
                  </a:cubicBezTo>
                  <a:cubicBezTo>
                    <a:pt x="284021" y="174063"/>
                    <a:pt x="298031" y="87401"/>
                    <a:pt x="301741" y="1"/>
                  </a:cubicBezTo>
                  <a:cubicBezTo>
                    <a:pt x="260649" y="-89"/>
                    <a:pt x="219735" y="5410"/>
                    <a:pt x="180122" y="16337"/>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11" name="标题 1"/>
            <p:cNvSpPr txBox="1"/>
            <p:nvPr/>
          </p:nvSpPr>
          <p:spPr>
            <a:xfrm>
              <a:off x="7414216" y="3003122"/>
              <a:ext cx="1014650" cy="1888330"/>
            </a:xfrm>
            <a:custGeom>
              <a:avLst/>
              <a:gdLst>
                <a:gd name="connsiteX0" fmla="*/ 931783 w 994464"/>
                <a:gd name="connsiteY0" fmla="*/ 1803824 h 1850762"/>
                <a:gd name="connsiteX1" fmla="*/ 908275 w 994464"/>
                <a:gd name="connsiteY1" fmla="*/ 1836943 h 1850762"/>
                <a:gd name="connsiteX2" fmla="*/ 762253 w 994464"/>
                <a:gd name="connsiteY2" fmla="*/ 1844662 h 1850762"/>
                <a:gd name="connsiteX3" fmla="*/ 730179 w 994464"/>
                <a:gd name="connsiteY3" fmla="*/ 1813386 h 1850762"/>
                <a:gd name="connsiteX4" fmla="*/ 675396 w 994464"/>
                <a:gd name="connsiteY4" fmla="*/ 389910 h 1850762"/>
                <a:gd name="connsiteX5" fmla="*/ 188220 w 994464"/>
                <a:gd name="connsiteY5" fmla="*/ 1801682 h 1850762"/>
                <a:gd name="connsiteX6" fmla="*/ 156994 w 994464"/>
                <a:gd name="connsiteY6" fmla="*/ 1827879 h 1850762"/>
                <a:gd name="connsiteX7" fmla="*/ 34428 w 994464"/>
                <a:gd name="connsiteY7" fmla="*/ 1831913 h 1850762"/>
                <a:gd name="connsiteX8" fmla="*/ 338 w 994464"/>
                <a:gd name="connsiteY8" fmla="*/ 1787583 h 1850762"/>
                <a:gd name="connsiteX9" fmla="*/ 362 w 994464"/>
                <a:gd name="connsiteY9" fmla="*/ 1787389 h 1850762"/>
                <a:gd name="connsiteX10" fmla="*/ 338477 w 994464"/>
                <a:gd name="connsiteY10" fmla="*/ 119976 h 1850762"/>
                <a:gd name="connsiteX11" fmla="*/ 360888 w 994464"/>
                <a:gd name="connsiteY11" fmla="*/ 56676 h 1850762"/>
                <a:gd name="connsiteX12" fmla="*/ 965748 w 994464"/>
                <a:gd name="connsiteY12" fmla="*/ 0 h 1850762"/>
                <a:gd name="connsiteX13" fmla="*/ 991646 w 994464"/>
                <a:gd name="connsiteY13" fmla="*/ 291598 h 1850762"/>
                <a:gd name="connsiteX14" fmla="*/ 931783 w 994464"/>
                <a:gd name="connsiteY14" fmla="*/ 1803824 h 1850762"/>
              </a:gdLst>
              <a:ahLst/>
              <a:cxnLst/>
              <a:rect l="l" t="t" r="r" b="b"/>
              <a:pathLst>
                <a:path w="994464" h="1850762">
                  <a:moveTo>
                    <a:pt x="931783" y="1803824"/>
                  </a:moveTo>
                  <a:cubicBezTo>
                    <a:pt x="930582" y="1818326"/>
                    <a:pt x="921573" y="1831026"/>
                    <a:pt x="908275" y="1836943"/>
                  </a:cubicBezTo>
                  <a:cubicBezTo>
                    <a:pt x="862606" y="1857312"/>
                    <a:pt x="798111" y="1850838"/>
                    <a:pt x="762253" y="1844662"/>
                  </a:cubicBezTo>
                  <a:cubicBezTo>
                    <a:pt x="746081" y="1841948"/>
                    <a:pt x="733297" y="1829482"/>
                    <a:pt x="730179" y="1813386"/>
                  </a:cubicBezTo>
                  <a:cubicBezTo>
                    <a:pt x="609108" y="1193136"/>
                    <a:pt x="675396" y="389910"/>
                    <a:pt x="675396" y="389910"/>
                  </a:cubicBezTo>
                  <a:lnTo>
                    <a:pt x="188220" y="1801682"/>
                  </a:lnTo>
                  <a:cubicBezTo>
                    <a:pt x="183404" y="1815482"/>
                    <a:pt x="171422" y="1825533"/>
                    <a:pt x="156994" y="1827879"/>
                  </a:cubicBezTo>
                  <a:cubicBezTo>
                    <a:pt x="116523" y="1834891"/>
                    <a:pt x="75271" y="1836245"/>
                    <a:pt x="34428" y="1831913"/>
                  </a:cubicBezTo>
                  <a:cubicBezTo>
                    <a:pt x="12773" y="1829084"/>
                    <a:pt x="-2491" y="1809237"/>
                    <a:pt x="338" y="1787583"/>
                  </a:cubicBezTo>
                  <a:cubicBezTo>
                    <a:pt x="347" y="1787518"/>
                    <a:pt x="352" y="1787453"/>
                    <a:pt x="362" y="1787389"/>
                  </a:cubicBezTo>
                  <a:cubicBezTo>
                    <a:pt x="127859" y="809352"/>
                    <a:pt x="281701" y="289556"/>
                    <a:pt x="338477" y="119976"/>
                  </a:cubicBezTo>
                  <a:cubicBezTo>
                    <a:pt x="352770" y="77245"/>
                    <a:pt x="360888" y="56676"/>
                    <a:pt x="360888" y="56676"/>
                  </a:cubicBezTo>
                  <a:lnTo>
                    <a:pt x="965748" y="0"/>
                  </a:lnTo>
                  <a:cubicBezTo>
                    <a:pt x="979743" y="71866"/>
                    <a:pt x="987861" y="173166"/>
                    <a:pt x="991646" y="291598"/>
                  </a:cubicBezTo>
                  <a:cubicBezTo>
                    <a:pt x="1008729" y="812042"/>
                    <a:pt x="943038" y="1663478"/>
                    <a:pt x="931783" y="1803824"/>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12" name="标题 1"/>
            <p:cNvSpPr txBox="1"/>
            <p:nvPr/>
          </p:nvSpPr>
          <p:spPr>
            <a:xfrm>
              <a:off x="8020572" y="3219480"/>
              <a:ext cx="188257" cy="387965"/>
            </a:xfrm>
            <a:custGeom>
              <a:avLst/>
              <a:gdLst>
                <a:gd name="connsiteX0" fmla="*/ 162681 w 184512"/>
                <a:gd name="connsiteY0" fmla="*/ 85470 h 380246"/>
                <a:gd name="connsiteX1" fmla="*/ 86781 w 184512"/>
                <a:gd name="connsiteY1" fmla="*/ 181092 h 380246"/>
                <a:gd name="connsiteX2" fmla="*/ 133845 w 184512"/>
                <a:gd name="connsiteY2" fmla="*/ 14401 h 380246"/>
                <a:gd name="connsiteX3" fmla="*/ 111534 w 184512"/>
                <a:gd name="connsiteY3" fmla="*/ 8225 h 380246"/>
                <a:gd name="connsiteX4" fmla="*/ 721 w 184512"/>
                <a:gd name="connsiteY4" fmla="*/ 366261 h 380246"/>
                <a:gd name="connsiteX5" fmla="*/ 23033 w 184512"/>
                <a:gd name="connsiteY5" fmla="*/ 372437 h 380246"/>
                <a:gd name="connsiteX6" fmla="*/ 77269 w 184512"/>
                <a:gd name="connsiteY6" fmla="*/ 211572 h 380246"/>
                <a:gd name="connsiteX7" fmla="*/ 90865 w 184512"/>
                <a:gd name="connsiteY7" fmla="*/ 210028 h 380246"/>
                <a:gd name="connsiteX8" fmla="*/ 182653 w 184512"/>
                <a:gd name="connsiteY8" fmla="*/ 97124 h 380246"/>
                <a:gd name="connsiteX9" fmla="*/ 162681 w 184512"/>
                <a:gd name="connsiteY9" fmla="*/ 85470 h 380246"/>
              </a:gdLst>
              <a:ahLst/>
              <a:cxnLst/>
              <a:rect l="l" t="t" r="r" b="b"/>
              <a:pathLst>
                <a:path w="184512" h="380246">
                  <a:moveTo>
                    <a:pt x="162681" y="85470"/>
                  </a:moveTo>
                  <a:cubicBezTo>
                    <a:pt x="140748" y="119879"/>
                    <a:pt x="115314" y="151923"/>
                    <a:pt x="86781" y="181092"/>
                  </a:cubicBezTo>
                  <a:cubicBezTo>
                    <a:pt x="103615" y="125846"/>
                    <a:pt x="119303" y="70280"/>
                    <a:pt x="133845" y="14401"/>
                  </a:cubicBezTo>
                  <a:cubicBezTo>
                    <a:pt x="137581" y="-42"/>
                    <a:pt x="115269" y="-6218"/>
                    <a:pt x="111534" y="8225"/>
                  </a:cubicBezTo>
                  <a:cubicBezTo>
                    <a:pt x="80322" y="129347"/>
                    <a:pt x="43388" y="248690"/>
                    <a:pt x="721" y="366261"/>
                  </a:cubicBezTo>
                  <a:cubicBezTo>
                    <a:pt x="-4259" y="380305"/>
                    <a:pt x="18003" y="386182"/>
                    <a:pt x="23033" y="372437"/>
                  </a:cubicBezTo>
                  <a:cubicBezTo>
                    <a:pt x="42357" y="319311"/>
                    <a:pt x="60435" y="265693"/>
                    <a:pt x="77269" y="211572"/>
                  </a:cubicBezTo>
                  <a:cubicBezTo>
                    <a:pt x="81592" y="214356"/>
                    <a:pt x="87279" y="213713"/>
                    <a:pt x="90865" y="210028"/>
                  </a:cubicBezTo>
                  <a:cubicBezTo>
                    <a:pt x="125817" y="176157"/>
                    <a:pt x="156630" y="138257"/>
                    <a:pt x="182653" y="97124"/>
                  </a:cubicBezTo>
                  <a:cubicBezTo>
                    <a:pt x="190671" y="84524"/>
                    <a:pt x="170650" y="72870"/>
                    <a:pt x="162681" y="85470"/>
                  </a:cubicBezTo>
                  <a:close/>
                </a:path>
              </a:pathLst>
            </a:custGeom>
            <a:solidFill>
              <a:srgbClr val="235AE0">
                <a:alpha val="100000"/>
              </a:srgbClr>
            </a:solidFill>
            <a:ln w="4973" cap="flat">
              <a:noFill/>
              <a:miter/>
            </a:ln>
          </p:spPr>
          <p:txBody>
            <a:bodyPr vert="horz" wrap="square" lIns="91440" tIns="45720" rIns="91440" bIns="45720" rtlCol="0" anchor="ctr"/>
            <a:lstStyle/>
            <a:p>
              <a:pPr algn="l"/>
              <a:endParaRPr kumimoji="1" lang="zh-CN" altLang="en-US"/>
            </a:p>
          </p:txBody>
        </p:sp>
        <p:sp>
          <p:nvSpPr>
            <p:cNvPr id="13" name="标题 1"/>
            <p:cNvSpPr txBox="1"/>
            <p:nvPr/>
          </p:nvSpPr>
          <p:spPr>
            <a:xfrm>
              <a:off x="7759310" y="3003122"/>
              <a:ext cx="666885" cy="297516"/>
            </a:xfrm>
            <a:custGeom>
              <a:avLst/>
              <a:gdLst>
                <a:gd name="connsiteX0" fmla="*/ 653618 w 653617"/>
                <a:gd name="connsiteY0" fmla="*/ 291598 h 291597"/>
                <a:gd name="connsiteX1" fmla="*/ 0 w 653617"/>
                <a:gd name="connsiteY1" fmla="*/ 119976 h 291597"/>
                <a:gd name="connsiteX2" fmla="*/ 22411 w 653617"/>
                <a:gd name="connsiteY2" fmla="*/ 56676 h 291597"/>
                <a:gd name="connsiteX3" fmla="*/ 627521 w 653617"/>
                <a:gd name="connsiteY3" fmla="*/ 0 h 291597"/>
                <a:gd name="connsiteX4" fmla="*/ 653618 w 653617"/>
                <a:gd name="connsiteY4" fmla="*/ 291598 h 291597"/>
              </a:gdLst>
              <a:ahLst/>
              <a:cxnLst/>
              <a:rect l="l" t="t" r="r" b="b"/>
              <a:pathLst>
                <a:path w="653617" h="291597">
                  <a:moveTo>
                    <a:pt x="653618" y="291598"/>
                  </a:moveTo>
                  <a:cubicBezTo>
                    <a:pt x="551720" y="118681"/>
                    <a:pt x="32023" y="119777"/>
                    <a:pt x="0" y="119976"/>
                  </a:cubicBezTo>
                  <a:cubicBezTo>
                    <a:pt x="14294" y="77245"/>
                    <a:pt x="22411" y="56676"/>
                    <a:pt x="22411" y="56676"/>
                  </a:cubicBezTo>
                  <a:lnTo>
                    <a:pt x="627521" y="0"/>
                  </a:lnTo>
                  <a:cubicBezTo>
                    <a:pt x="641715" y="71866"/>
                    <a:pt x="649833" y="173166"/>
                    <a:pt x="653618" y="291598"/>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7808107" y="1812240"/>
              <a:ext cx="176919" cy="236086"/>
            </a:xfrm>
            <a:custGeom>
              <a:avLst/>
              <a:gdLst>
                <a:gd name="connsiteX0" fmla="*/ 36441 w 173399"/>
                <a:gd name="connsiteY0" fmla="*/ 0 h 231389"/>
                <a:gd name="connsiteX1" fmla="*/ 57607 w 173399"/>
                <a:gd name="connsiteY1" fmla="*/ 196424 h 231389"/>
                <a:gd name="connsiteX2" fmla="*/ 173400 w 173399"/>
                <a:gd name="connsiteY2" fmla="*/ 228298 h 231389"/>
                <a:gd name="connsiteX3" fmla="*/ 65675 w 173399"/>
                <a:gd name="connsiteY3" fmla="*/ 92684 h 231389"/>
                <a:gd name="connsiteX4" fmla="*/ 36441 w 173399"/>
                <a:gd name="connsiteY4" fmla="*/ 0 h 231389"/>
              </a:gdLst>
              <a:ahLst/>
              <a:cxnLst/>
              <a:rect l="l" t="t" r="r" b="b"/>
              <a:pathLst>
                <a:path w="173399" h="231389">
                  <a:moveTo>
                    <a:pt x="36441" y="0"/>
                  </a:moveTo>
                  <a:cubicBezTo>
                    <a:pt x="-35077" y="16037"/>
                    <a:pt x="13233" y="131431"/>
                    <a:pt x="57607" y="196424"/>
                  </a:cubicBezTo>
                  <a:cubicBezTo>
                    <a:pt x="79620" y="228696"/>
                    <a:pt x="144215" y="236665"/>
                    <a:pt x="173400" y="228298"/>
                  </a:cubicBezTo>
                  <a:cubicBezTo>
                    <a:pt x="133856" y="188754"/>
                    <a:pt x="81214" y="152597"/>
                    <a:pt x="65675" y="92684"/>
                  </a:cubicBezTo>
                  <a:cubicBezTo>
                    <a:pt x="53025" y="98112"/>
                    <a:pt x="50336" y="4582"/>
                    <a:pt x="36441" y="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7890868" y="1996899"/>
              <a:ext cx="162402" cy="187168"/>
            </a:xfrm>
            <a:custGeom>
              <a:avLst/>
              <a:gdLst>
                <a:gd name="connsiteX0" fmla="*/ 159171 w 159171"/>
                <a:gd name="connsiteY0" fmla="*/ 159321 h 183444"/>
                <a:gd name="connsiteX1" fmla="*/ 16186 w 159171"/>
                <a:gd name="connsiteY1" fmla="*/ 177549 h 183444"/>
                <a:gd name="connsiteX2" fmla="*/ 0 w 159171"/>
                <a:gd name="connsiteY2" fmla="*/ 0 h 183444"/>
                <a:gd name="connsiteX3" fmla="*/ 76647 w 159171"/>
                <a:gd name="connsiteY3" fmla="*/ 13696 h 183444"/>
                <a:gd name="connsiteX4" fmla="*/ 132477 w 159171"/>
                <a:gd name="connsiteY4" fmla="*/ 23955 h 183444"/>
                <a:gd name="connsiteX5" fmla="*/ 147418 w 159171"/>
                <a:gd name="connsiteY5" fmla="*/ 115195 h 183444"/>
                <a:gd name="connsiteX6" fmla="*/ 159171 w 159171"/>
                <a:gd name="connsiteY6" fmla="*/ 159321 h 183444"/>
              </a:gdLst>
              <a:ahLst/>
              <a:cxnLst/>
              <a:rect l="l" t="t" r="r" b="b"/>
              <a:pathLst>
                <a:path w="159171" h="183444">
                  <a:moveTo>
                    <a:pt x="159171" y="159321"/>
                  </a:moveTo>
                  <a:cubicBezTo>
                    <a:pt x="115469" y="183067"/>
                    <a:pt x="64450" y="189571"/>
                    <a:pt x="16186" y="177549"/>
                  </a:cubicBezTo>
                  <a:cubicBezTo>
                    <a:pt x="29583" y="127347"/>
                    <a:pt x="21465" y="47413"/>
                    <a:pt x="0" y="0"/>
                  </a:cubicBezTo>
                  <a:cubicBezTo>
                    <a:pt x="25649" y="5628"/>
                    <a:pt x="51148" y="9562"/>
                    <a:pt x="76647" y="13696"/>
                  </a:cubicBezTo>
                  <a:cubicBezTo>
                    <a:pt x="95274" y="16834"/>
                    <a:pt x="113900" y="19921"/>
                    <a:pt x="132477" y="23955"/>
                  </a:cubicBezTo>
                  <a:cubicBezTo>
                    <a:pt x="135704" y="54629"/>
                    <a:pt x="140689" y="85094"/>
                    <a:pt x="147418" y="115195"/>
                  </a:cubicBezTo>
                  <a:cubicBezTo>
                    <a:pt x="150560" y="130101"/>
                    <a:pt x="154485" y="144828"/>
                    <a:pt x="159171" y="159321"/>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16" name="标题 1"/>
            <p:cNvSpPr txBox="1"/>
            <p:nvPr/>
          </p:nvSpPr>
          <p:spPr>
            <a:xfrm>
              <a:off x="7910737" y="2010975"/>
              <a:ext cx="130541" cy="103457"/>
            </a:xfrm>
            <a:custGeom>
              <a:avLst/>
              <a:gdLst>
                <a:gd name="connsiteX0" fmla="*/ 127944 w 127944"/>
                <a:gd name="connsiteY0" fmla="*/ 101399 h 101399"/>
                <a:gd name="connsiteX1" fmla="*/ 0 w 127944"/>
                <a:gd name="connsiteY1" fmla="*/ 16734 h 101399"/>
                <a:gd name="connsiteX2" fmla="*/ 57174 w 127944"/>
                <a:gd name="connsiteY2" fmla="*/ 0 h 101399"/>
                <a:gd name="connsiteX3" fmla="*/ 113004 w 127944"/>
                <a:gd name="connsiteY3" fmla="*/ 10259 h 101399"/>
                <a:gd name="connsiteX4" fmla="*/ 127944 w 127944"/>
                <a:gd name="connsiteY4" fmla="*/ 101399 h 101399"/>
              </a:gdLst>
              <a:ahLst/>
              <a:cxnLst/>
              <a:rect l="l" t="t" r="r" b="b"/>
              <a:pathLst>
                <a:path w="127944" h="101399">
                  <a:moveTo>
                    <a:pt x="127944" y="101399"/>
                  </a:moveTo>
                  <a:cubicBezTo>
                    <a:pt x="74087" y="95597"/>
                    <a:pt x="26391" y="64037"/>
                    <a:pt x="0" y="16734"/>
                  </a:cubicBezTo>
                  <a:lnTo>
                    <a:pt x="57174" y="0"/>
                  </a:lnTo>
                  <a:cubicBezTo>
                    <a:pt x="75801" y="3138"/>
                    <a:pt x="94427" y="6225"/>
                    <a:pt x="113004" y="10259"/>
                  </a:cubicBezTo>
                  <a:cubicBezTo>
                    <a:pt x="116236" y="40898"/>
                    <a:pt x="121221" y="71333"/>
                    <a:pt x="127944" y="101399"/>
                  </a:cubicBezTo>
                  <a:close/>
                </a:path>
              </a:pathLst>
            </a:custGeom>
            <a:solidFill>
              <a:srgbClr val="C66745">
                <a:alpha val="100000"/>
              </a:srgbClr>
            </a:solidFill>
            <a:ln w="4973" cap="flat">
              <a:noFill/>
              <a:miter/>
            </a:ln>
          </p:spPr>
          <p:txBody>
            <a:bodyPr vert="horz" wrap="square" lIns="91440" tIns="45720" rIns="91440" bIns="45720" rtlCol="0" anchor="ctr"/>
            <a:lstStyle/>
            <a:p>
              <a:pPr algn="l"/>
              <a:endParaRPr kumimoji="1" lang="zh-CN" altLang="en-US"/>
            </a:p>
          </p:txBody>
        </p:sp>
        <p:sp>
          <p:nvSpPr>
            <p:cNvPr id="17" name="标题 1"/>
            <p:cNvSpPr txBox="1"/>
            <p:nvPr/>
          </p:nvSpPr>
          <p:spPr>
            <a:xfrm>
              <a:off x="8023290" y="1783124"/>
              <a:ext cx="38465" cy="127035"/>
            </a:xfrm>
            <a:custGeom>
              <a:avLst/>
              <a:gdLst>
                <a:gd name="connsiteX0" fmla="*/ 4731 w 37700"/>
                <a:gd name="connsiteY0" fmla="*/ 0 h 124508"/>
                <a:gd name="connsiteX1" fmla="*/ 36456 w 37700"/>
                <a:gd name="connsiteY1" fmla="*/ 75950 h 124508"/>
                <a:gd name="connsiteX2" fmla="*/ 11554 w 37700"/>
                <a:gd name="connsiteY2" fmla="*/ 124508 h 124508"/>
                <a:gd name="connsiteX3" fmla="*/ 0 w 37700"/>
                <a:gd name="connsiteY3" fmla="*/ 33567 h 124508"/>
                <a:gd name="connsiteX4" fmla="*/ 4731 w 37700"/>
                <a:gd name="connsiteY4" fmla="*/ 0 h 124508"/>
              </a:gdLst>
              <a:ahLst/>
              <a:cxnLst/>
              <a:rect l="l" t="t" r="r" b="b"/>
              <a:pathLst>
                <a:path w="37700" h="124508">
                  <a:moveTo>
                    <a:pt x="4731" y="0"/>
                  </a:moveTo>
                  <a:cubicBezTo>
                    <a:pt x="21913" y="10459"/>
                    <a:pt x="43080" y="36008"/>
                    <a:pt x="36456" y="75950"/>
                  </a:cubicBezTo>
                  <a:cubicBezTo>
                    <a:pt x="33453" y="94347"/>
                    <a:pt x="24742" y="111335"/>
                    <a:pt x="11554" y="124508"/>
                  </a:cubicBezTo>
                  <a:cubicBezTo>
                    <a:pt x="8018" y="94128"/>
                    <a:pt x="3536" y="63947"/>
                    <a:pt x="0" y="33567"/>
                  </a:cubicBezTo>
                  <a:cubicBezTo>
                    <a:pt x="9612" y="31326"/>
                    <a:pt x="-3436" y="5478"/>
                    <a:pt x="4731" y="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18" name="标题 1"/>
            <p:cNvSpPr txBox="1"/>
            <p:nvPr/>
          </p:nvSpPr>
          <p:spPr>
            <a:xfrm>
              <a:off x="7881138" y="1812323"/>
              <a:ext cx="195554" cy="263292"/>
            </a:xfrm>
            <a:custGeom>
              <a:avLst/>
              <a:gdLst>
                <a:gd name="connsiteX0" fmla="*/ 175232 w 191663"/>
                <a:gd name="connsiteY0" fmla="*/ 235837 h 258054"/>
                <a:gd name="connsiteX1" fmla="*/ 72737 w 191663"/>
                <a:gd name="connsiteY1" fmla="*/ 250778 h 258054"/>
                <a:gd name="connsiteX2" fmla="*/ 9537 w 191663"/>
                <a:gd name="connsiteY2" fmla="*/ 191014 h 258054"/>
                <a:gd name="connsiteX3" fmla="*/ 6897 w 191663"/>
                <a:gd name="connsiteY3" fmla="*/ 186034 h 258054"/>
                <a:gd name="connsiteX4" fmla="*/ 6897 w 191663"/>
                <a:gd name="connsiteY4" fmla="*/ 174031 h 258054"/>
                <a:gd name="connsiteX5" fmla="*/ 3162 w 191663"/>
                <a:gd name="connsiteY5" fmla="*/ 142058 h 258054"/>
                <a:gd name="connsiteX6" fmla="*/ 4407 w 191663"/>
                <a:gd name="connsiteY6" fmla="*/ 88718 h 258054"/>
                <a:gd name="connsiteX7" fmla="*/ 7893 w 191663"/>
                <a:gd name="connsiteY7" fmla="*/ 18546 h 258054"/>
                <a:gd name="connsiteX8" fmla="*/ 145151 w 191663"/>
                <a:gd name="connsiteY8" fmla="*/ 218 h 258054"/>
                <a:gd name="connsiteX9" fmla="*/ 150624 w 191663"/>
                <a:gd name="connsiteY9" fmla="*/ 2977 h 258054"/>
                <a:gd name="connsiteX10" fmla="*/ 150779 w 191663"/>
                <a:gd name="connsiteY10" fmla="*/ 3605 h 258054"/>
                <a:gd name="connsiteX11" fmla="*/ 158150 w 191663"/>
                <a:gd name="connsiteY11" fmla="*/ 44493 h 258054"/>
                <a:gd name="connsiteX12" fmla="*/ 158150 w 191663"/>
                <a:gd name="connsiteY12" fmla="*/ 44493 h 258054"/>
                <a:gd name="connsiteX13" fmla="*/ 161287 w 191663"/>
                <a:gd name="connsiteY13" fmla="*/ 62123 h 258054"/>
                <a:gd name="connsiteX14" fmla="*/ 187284 w 191663"/>
                <a:gd name="connsiteY14" fmla="*/ 149777 h 258054"/>
                <a:gd name="connsiteX15" fmla="*/ 175232 w 191663"/>
                <a:gd name="connsiteY15" fmla="*/ 235837 h 258054"/>
              </a:gdLst>
              <a:ahLst/>
              <a:cxnLst/>
              <a:rect l="l" t="t" r="r" b="b"/>
              <a:pathLst>
                <a:path w="191663" h="258054">
                  <a:moveTo>
                    <a:pt x="175232" y="235837"/>
                  </a:moveTo>
                  <a:cubicBezTo>
                    <a:pt x="152621" y="261486"/>
                    <a:pt x="102918" y="262681"/>
                    <a:pt x="72737" y="250778"/>
                  </a:cubicBezTo>
                  <a:cubicBezTo>
                    <a:pt x="42556" y="238875"/>
                    <a:pt x="25225" y="219801"/>
                    <a:pt x="9537" y="191014"/>
                  </a:cubicBezTo>
                  <a:cubicBezTo>
                    <a:pt x="8690" y="189321"/>
                    <a:pt x="7744" y="187578"/>
                    <a:pt x="6897" y="186034"/>
                  </a:cubicBezTo>
                  <a:cubicBezTo>
                    <a:pt x="6897" y="182050"/>
                    <a:pt x="6897" y="178065"/>
                    <a:pt x="6897" y="174031"/>
                  </a:cubicBezTo>
                  <a:cubicBezTo>
                    <a:pt x="6349" y="163373"/>
                    <a:pt x="4656" y="152666"/>
                    <a:pt x="3162" y="142058"/>
                  </a:cubicBezTo>
                  <a:cubicBezTo>
                    <a:pt x="771" y="124427"/>
                    <a:pt x="-972" y="106050"/>
                    <a:pt x="4407" y="88718"/>
                  </a:cubicBezTo>
                  <a:cubicBezTo>
                    <a:pt x="10981" y="67403"/>
                    <a:pt x="-11082" y="30698"/>
                    <a:pt x="7893" y="18546"/>
                  </a:cubicBezTo>
                  <a:cubicBezTo>
                    <a:pt x="45893" y="-131"/>
                    <a:pt x="130459" y="4750"/>
                    <a:pt x="145151" y="218"/>
                  </a:cubicBezTo>
                  <a:cubicBezTo>
                    <a:pt x="147422" y="-529"/>
                    <a:pt x="149872" y="706"/>
                    <a:pt x="150624" y="2977"/>
                  </a:cubicBezTo>
                  <a:cubicBezTo>
                    <a:pt x="150689" y="3181"/>
                    <a:pt x="150744" y="3390"/>
                    <a:pt x="150779" y="3605"/>
                  </a:cubicBezTo>
                  <a:lnTo>
                    <a:pt x="158150" y="44493"/>
                  </a:lnTo>
                  <a:lnTo>
                    <a:pt x="158150" y="44493"/>
                  </a:lnTo>
                  <a:cubicBezTo>
                    <a:pt x="158882" y="50420"/>
                    <a:pt x="159933" y="56306"/>
                    <a:pt x="161287" y="62123"/>
                  </a:cubicBezTo>
                  <a:cubicBezTo>
                    <a:pt x="168260" y="92005"/>
                    <a:pt x="181208" y="119696"/>
                    <a:pt x="187284" y="149777"/>
                  </a:cubicBezTo>
                  <a:cubicBezTo>
                    <a:pt x="193360" y="179858"/>
                    <a:pt x="196050" y="212031"/>
                    <a:pt x="175232" y="235837"/>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19" name="标题 1"/>
            <p:cNvSpPr txBox="1"/>
            <p:nvPr/>
          </p:nvSpPr>
          <p:spPr>
            <a:xfrm>
              <a:off x="7845569" y="1929546"/>
              <a:ext cx="51090" cy="77396"/>
            </a:xfrm>
            <a:custGeom>
              <a:avLst/>
              <a:gdLst>
                <a:gd name="connsiteX0" fmla="*/ 39068 w 50074"/>
                <a:gd name="connsiteY0" fmla="*/ 17953 h 75856"/>
                <a:gd name="connsiteX1" fmla="*/ 22683 w 50074"/>
                <a:gd name="connsiteY1" fmla="*/ 422 h 75856"/>
                <a:gd name="connsiteX2" fmla="*/ 6049 w 50074"/>
                <a:gd name="connsiteY2" fmla="*/ 8191 h 75856"/>
                <a:gd name="connsiteX3" fmla="*/ 8489 w 50074"/>
                <a:gd name="connsiteY3" fmla="*/ 57148 h 75856"/>
                <a:gd name="connsiteX4" fmla="*/ 50075 w 50074"/>
                <a:gd name="connsiteY4" fmla="*/ 74928 h 75856"/>
                <a:gd name="connsiteX5" fmla="*/ 39068 w 50074"/>
                <a:gd name="connsiteY5" fmla="*/ 17953 h 75856"/>
              </a:gdLst>
              <a:ahLst/>
              <a:cxnLst/>
              <a:rect l="l" t="t" r="r" b="b"/>
              <a:pathLst>
                <a:path w="50074" h="75856">
                  <a:moveTo>
                    <a:pt x="39068" y="17953"/>
                  </a:moveTo>
                  <a:cubicBezTo>
                    <a:pt x="36354" y="10039"/>
                    <a:pt x="30392" y="3664"/>
                    <a:pt x="22683" y="422"/>
                  </a:cubicBezTo>
                  <a:cubicBezTo>
                    <a:pt x="16707" y="-1421"/>
                    <a:pt x="10232" y="3062"/>
                    <a:pt x="6049" y="8191"/>
                  </a:cubicBezTo>
                  <a:cubicBezTo>
                    <a:pt x="-4559" y="21389"/>
                    <a:pt x="421" y="43054"/>
                    <a:pt x="8489" y="57148"/>
                  </a:cubicBezTo>
                  <a:cubicBezTo>
                    <a:pt x="17095" y="71387"/>
                    <a:pt x="33834" y="78544"/>
                    <a:pt x="50075" y="74928"/>
                  </a:cubicBezTo>
                  <a:cubicBezTo>
                    <a:pt x="47385" y="56202"/>
                    <a:pt x="41907" y="36679"/>
                    <a:pt x="39068" y="17953"/>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a:off x="7968894" y="1961506"/>
              <a:ext cx="86713" cy="56770"/>
            </a:xfrm>
            <a:custGeom>
              <a:avLst/>
              <a:gdLst>
                <a:gd name="connsiteX0" fmla="*/ 5752 w 84988"/>
                <a:gd name="connsiteY0" fmla="*/ 11232 h 55641"/>
                <a:gd name="connsiteX1" fmla="*/ 76174 w 84988"/>
                <a:gd name="connsiteY1" fmla="*/ 723 h 55641"/>
                <a:gd name="connsiteX2" fmla="*/ 84277 w 84988"/>
                <a:gd name="connsiteY2" fmla="*/ 3134 h 55641"/>
                <a:gd name="connsiteX3" fmla="*/ 84989 w 84988"/>
                <a:gd name="connsiteY3" fmla="*/ 5703 h 55641"/>
                <a:gd name="connsiteX4" fmla="*/ 871 w 84988"/>
                <a:gd name="connsiteY4" fmla="*/ 20246 h 55641"/>
                <a:gd name="connsiteX5" fmla="*/ 5752 w 84988"/>
                <a:gd name="connsiteY5" fmla="*/ 11232 h 55641"/>
              </a:gdLst>
              <a:ahLst/>
              <a:cxnLst/>
              <a:rect l="l" t="t" r="r" b="b"/>
              <a:pathLst>
                <a:path w="84988" h="55641">
                  <a:moveTo>
                    <a:pt x="5752" y="11232"/>
                  </a:moveTo>
                  <a:cubicBezTo>
                    <a:pt x="32646" y="13373"/>
                    <a:pt x="64171" y="6749"/>
                    <a:pt x="76174" y="723"/>
                  </a:cubicBezTo>
                  <a:cubicBezTo>
                    <a:pt x="79077" y="-851"/>
                    <a:pt x="82703" y="230"/>
                    <a:pt x="84277" y="3134"/>
                  </a:cubicBezTo>
                  <a:cubicBezTo>
                    <a:pt x="84705" y="3925"/>
                    <a:pt x="84949" y="4802"/>
                    <a:pt x="84989" y="5703"/>
                  </a:cubicBezTo>
                  <a:cubicBezTo>
                    <a:pt x="84391" y="86235"/>
                    <a:pt x="14866" y="52718"/>
                    <a:pt x="871" y="20246"/>
                  </a:cubicBezTo>
                  <a:cubicBezTo>
                    <a:pt x="-1221" y="15664"/>
                    <a:pt x="473" y="10783"/>
                    <a:pt x="5752" y="11232"/>
                  </a:cubicBezTo>
                  <a:close/>
                </a:path>
              </a:pathLst>
            </a:custGeom>
            <a:solidFill>
              <a:srgbClr val="FFFF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1" name="标题 1"/>
            <p:cNvSpPr txBox="1"/>
            <p:nvPr/>
          </p:nvSpPr>
          <p:spPr>
            <a:xfrm>
              <a:off x="7839452" y="1692217"/>
              <a:ext cx="218065" cy="239487"/>
            </a:xfrm>
            <a:custGeom>
              <a:avLst/>
              <a:gdLst>
                <a:gd name="connsiteX0" fmla="*/ 39586 w 213727"/>
                <a:gd name="connsiteY0" fmla="*/ 234723 h 234722"/>
                <a:gd name="connsiteX1" fmla="*/ 56071 w 213727"/>
                <a:gd name="connsiteY1" fmla="*/ 151750 h 234722"/>
                <a:gd name="connsiteX2" fmla="*/ 159661 w 213727"/>
                <a:gd name="connsiteY2" fmla="*/ 144031 h 234722"/>
                <a:gd name="connsiteX3" fmla="*/ 203488 w 213727"/>
                <a:gd name="connsiteY3" fmla="*/ 114547 h 234722"/>
                <a:gd name="connsiteX4" fmla="*/ 172560 w 213727"/>
                <a:gd name="connsiteY4" fmla="*/ 0 h 234722"/>
                <a:gd name="connsiteX5" fmla="*/ 118424 w 213727"/>
                <a:gd name="connsiteY5" fmla="*/ 41835 h 234722"/>
                <a:gd name="connsiteX6" fmla="*/ 48700 w 213727"/>
                <a:gd name="connsiteY6" fmla="*/ 57871 h 234722"/>
                <a:gd name="connsiteX7" fmla="*/ 440 w 213727"/>
                <a:gd name="connsiteY7" fmla="*/ 148214 h 234722"/>
                <a:gd name="connsiteX8" fmla="*/ 39586 w 213727"/>
                <a:gd name="connsiteY8" fmla="*/ 234723 h 234722"/>
              </a:gdLst>
              <a:ahLst/>
              <a:cxnLst/>
              <a:rect l="l" t="t" r="r" b="b"/>
              <a:pathLst>
                <a:path w="213727" h="234722">
                  <a:moveTo>
                    <a:pt x="39586" y="234723"/>
                  </a:moveTo>
                  <a:cubicBezTo>
                    <a:pt x="52036" y="207929"/>
                    <a:pt x="69468" y="178146"/>
                    <a:pt x="56071" y="151750"/>
                  </a:cubicBezTo>
                  <a:cubicBezTo>
                    <a:pt x="90793" y="154246"/>
                    <a:pt x="125690" y="151641"/>
                    <a:pt x="159661" y="144031"/>
                  </a:cubicBezTo>
                  <a:cubicBezTo>
                    <a:pt x="181973" y="139051"/>
                    <a:pt x="190141" y="133174"/>
                    <a:pt x="203488" y="114547"/>
                  </a:cubicBezTo>
                  <a:cubicBezTo>
                    <a:pt x="232424" y="74107"/>
                    <a:pt x="192930" y="10708"/>
                    <a:pt x="172560" y="0"/>
                  </a:cubicBezTo>
                  <a:cubicBezTo>
                    <a:pt x="165837" y="23059"/>
                    <a:pt x="141832" y="36655"/>
                    <a:pt x="118424" y="41835"/>
                  </a:cubicBezTo>
                  <a:cubicBezTo>
                    <a:pt x="95017" y="47014"/>
                    <a:pt x="70165" y="47413"/>
                    <a:pt x="48700" y="57871"/>
                  </a:cubicBezTo>
                  <a:cubicBezTo>
                    <a:pt x="15929" y="73659"/>
                    <a:pt x="-3195" y="112007"/>
                    <a:pt x="440" y="148214"/>
                  </a:cubicBezTo>
                  <a:cubicBezTo>
                    <a:pt x="4076" y="184421"/>
                    <a:pt x="7363" y="217889"/>
                    <a:pt x="39586" y="234723"/>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22" name="标题 1"/>
            <p:cNvSpPr txBox="1"/>
            <p:nvPr/>
          </p:nvSpPr>
          <p:spPr>
            <a:xfrm>
              <a:off x="7757837" y="2145586"/>
              <a:ext cx="651183" cy="984059"/>
            </a:xfrm>
            <a:custGeom>
              <a:avLst/>
              <a:gdLst>
                <a:gd name="connsiteX0" fmla="*/ 0 w 638228"/>
                <a:gd name="connsiteY0" fmla="*/ 960451 h 964481"/>
                <a:gd name="connsiteX1" fmla="*/ 638228 w 638228"/>
                <a:gd name="connsiteY1" fmla="*/ 897151 h 964481"/>
                <a:gd name="connsiteX2" fmla="*/ 341551 w 638228"/>
                <a:gd name="connsiteY2" fmla="*/ 1738 h 964481"/>
                <a:gd name="connsiteX3" fmla="*/ 2889 w 638228"/>
                <a:gd name="connsiteY3" fmla="*/ 83366 h 964481"/>
                <a:gd name="connsiteX4" fmla="*/ 0 w 638228"/>
                <a:gd name="connsiteY4" fmla="*/ 960451 h 964481"/>
              </a:gdLst>
              <a:ahLst/>
              <a:cxnLst/>
              <a:rect l="l" t="t" r="r" b="b"/>
              <a:pathLst>
                <a:path w="638228" h="964481">
                  <a:moveTo>
                    <a:pt x="0" y="960451"/>
                  </a:moveTo>
                  <a:cubicBezTo>
                    <a:pt x="0" y="960451"/>
                    <a:pt x="389511" y="988390"/>
                    <a:pt x="638228" y="897151"/>
                  </a:cubicBezTo>
                  <a:cubicBezTo>
                    <a:pt x="638228" y="897151"/>
                    <a:pt x="595796" y="263255"/>
                    <a:pt x="341551" y="1738"/>
                  </a:cubicBezTo>
                  <a:cubicBezTo>
                    <a:pt x="341551" y="1738"/>
                    <a:pt x="172518" y="-19079"/>
                    <a:pt x="2889" y="83366"/>
                  </a:cubicBezTo>
                  <a:cubicBezTo>
                    <a:pt x="3138" y="83366"/>
                    <a:pt x="99407" y="644001"/>
                    <a:pt x="0" y="960451"/>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3" name="标题 1"/>
            <p:cNvSpPr txBox="1"/>
            <p:nvPr/>
          </p:nvSpPr>
          <p:spPr>
            <a:xfrm>
              <a:off x="7306290" y="2239028"/>
              <a:ext cx="544150" cy="612681"/>
            </a:xfrm>
            <a:custGeom>
              <a:avLst/>
              <a:gdLst>
                <a:gd name="connsiteX0" fmla="*/ 533305 w 533324"/>
                <a:gd name="connsiteY0" fmla="*/ 580258 h 600492"/>
                <a:gd name="connsiteX1" fmla="*/ 524041 w 533324"/>
                <a:gd name="connsiteY1" fmla="*/ 590218 h 600492"/>
                <a:gd name="connsiteX2" fmla="*/ 511690 w 533324"/>
                <a:gd name="connsiteY2" fmla="*/ 595199 h 600492"/>
                <a:gd name="connsiteX3" fmla="*/ 493811 w 533324"/>
                <a:gd name="connsiteY3" fmla="*/ 598635 h 600492"/>
                <a:gd name="connsiteX4" fmla="*/ 444256 w 533324"/>
                <a:gd name="connsiteY4" fmla="*/ 599283 h 600492"/>
                <a:gd name="connsiteX5" fmla="*/ 380309 w 533324"/>
                <a:gd name="connsiteY5" fmla="*/ 586632 h 600492"/>
                <a:gd name="connsiteX6" fmla="*/ 229854 w 533324"/>
                <a:gd name="connsiteY6" fmla="*/ 527516 h 600492"/>
                <a:gd name="connsiteX7" fmla="*/ 149421 w 533324"/>
                <a:gd name="connsiteY7" fmla="*/ 493949 h 600492"/>
                <a:gd name="connsiteX8" fmla="*/ 76210 w 533324"/>
                <a:gd name="connsiteY8" fmla="*/ 476717 h 600492"/>
                <a:gd name="connsiteX9" fmla="*/ 51 w 533324"/>
                <a:gd name="connsiteY9" fmla="*/ 394900 h 600492"/>
                <a:gd name="connsiteX10" fmla="*/ 1506 w 533324"/>
                <a:gd name="connsiteY10" fmla="*/ 382389 h 600492"/>
                <a:gd name="connsiteX11" fmla="*/ 4095 w 533324"/>
                <a:gd name="connsiteY11" fmla="*/ 369441 h 600492"/>
                <a:gd name="connsiteX12" fmla="*/ 222184 w 533324"/>
                <a:gd name="connsiteY12" fmla="*/ 75352 h 600492"/>
                <a:gd name="connsiteX13" fmla="*/ 372291 w 533324"/>
                <a:gd name="connsiteY13" fmla="*/ 0 h 600492"/>
                <a:gd name="connsiteX14" fmla="*/ 437483 w 533324"/>
                <a:gd name="connsiteY14" fmla="*/ 236267 h 600492"/>
                <a:gd name="connsiteX15" fmla="*/ 222034 w 533324"/>
                <a:gd name="connsiteY15" fmla="*/ 352159 h 600492"/>
                <a:gd name="connsiteX16" fmla="*/ 301720 w 533324"/>
                <a:gd name="connsiteY16" fmla="*/ 411923 h 600492"/>
                <a:gd name="connsiteX17" fmla="*/ 417413 w 533324"/>
                <a:gd name="connsiteY17" fmla="*/ 509935 h 600492"/>
                <a:gd name="connsiteX18" fmla="*/ 462235 w 533324"/>
                <a:gd name="connsiteY18" fmla="*/ 540963 h 600492"/>
                <a:gd name="connsiteX19" fmla="*/ 498791 w 533324"/>
                <a:gd name="connsiteY19" fmla="*/ 560286 h 600492"/>
                <a:gd name="connsiteX20" fmla="*/ 523693 w 533324"/>
                <a:gd name="connsiteY20" fmla="*/ 571393 h 600492"/>
                <a:gd name="connsiteX21" fmla="*/ 533305 w 533324"/>
                <a:gd name="connsiteY21" fmla="*/ 580258 h 600492"/>
              </a:gdLst>
              <a:ahLst/>
              <a:cxnLst/>
              <a:rect l="l" t="t" r="r" b="b"/>
              <a:pathLst>
                <a:path w="533324" h="600492">
                  <a:moveTo>
                    <a:pt x="533305" y="580258"/>
                  </a:moveTo>
                  <a:cubicBezTo>
                    <a:pt x="533604" y="583345"/>
                    <a:pt x="530615" y="586632"/>
                    <a:pt x="524041" y="590218"/>
                  </a:cubicBezTo>
                  <a:cubicBezTo>
                    <a:pt x="520132" y="592355"/>
                    <a:pt x="515988" y="594028"/>
                    <a:pt x="511690" y="595199"/>
                  </a:cubicBezTo>
                  <a:cubicBezTo>
                    <a:pt x="505838" y="596847"/>
                    <a:pt x="499857" y="597998"/>
                    <a:pt x="493811" y="598635"/>
                  </a:cubicBezTo>
                  <a:cubicBezTo>
                    <a:pt x="477381" y="600871"/>
                    <a:pt x="460741" y="601090"/>
                    <a:pt x="444256" y="599283"/>
                  </a:cubicBezTo>
                  <a:cubicBezTo>
                    <a:pt x="422602" y="597007"/>
                    <a:pt x="401202" y="592773"/>
                    <a:pt x="380309" y="586632"/>
                  </a:cubicBezTo>
                  <a:cubicBezTo>
                    <a:pt x="334440" y="573733"/>
                    <a:pt x="282794" y="551272"/>
                    <a:pt x="229854" y="527516"/>
                  </a:cubicBezTo>
                  <a:cubicBezTo>
                    <a:pt x="203209" y="515663"/>
                    <a:pt x="176066" y="503760"/>
                    <a:pt x="149421" y="493949"/>
                  </a:cubicBezTo>
                  <a:cubicBezTo>
                    <a:pt x="122777" y="484137"/>
                    <a:pt x="96779" y="477514"/>
                    <a:pt x="76210" y="476717"/>
                  </a:cubicBezTo>
                  <a:cubicBezTo>
                    <a:pt x="32588" y="475153"/>
                    <a:pt x="-1507" y="438523"/>
                    <a:pt x="51" y="394900"/>
                  </a:cubicBezTo>
                  <a:cubicBezTo>
                    <a:pt x="206" y="390696"/>
                    <a:pt x="689" y="386513"/>
                    <a:pt x="1506" y="382389"/>
                  </a:cubicBezTo>
                  <a:lnTo>
                    <a:pt x="4095" y="369441"/>
                  </a:lnTo>
                  <a:cubicBezTo>
                    <a:pt x="39655" y="226605"/>
                    <a:pt x="136771" y="132726"/>
                    <a:pt x="222184" y="75352"/>
                  </a:cubicBezTo>
                  <a:cubicBezTo>
                    <a:pt x="268705" y="43772"/>
                    <a:pt x="319176" y="18442"/>
                    <a:pt x="372291" y="0"/>
                  </a:cubicBezTo>
                  <a:lnTo>
                    <a:pt x="437483" y="236267"/>
                  </a:lnTo>
                  <a:lnTo>
                    <a:pt x="222034" y="352159"/>
                  </a:lnTo>
                  <a:cubicBezTo>
                    <a:pt x="249835" y="370377"/>
                    <a:pt x="276449" y="390338"/>
                    <a:pt x="301720" y="411923"/>
                  </a:cubicBezTo>
                  <a:cubicBezTo>
                    <a:pt x="348037" y="450769"/>
                    <a:pt x="384841" y="485034"/>
                    <a:pt x="417413" y="509935"/>
                  </a:cubicBezTo>
                  <a:cubicBezTo>
                    <a:pt x="431741" y="521131"/>
                    <a:pt x="446712" y="531490"/>
                    <a:pt x="462235" y="540963"/>
                  </a:cubicBezTo>
                  <a:cubicBezTo>
                    <a:pt x="473979" y="548209"/>
                    <a:pt x="486191" y="554664"/>
                    <a:pt x="498791" y="560286"/>
                  </a:cubicBezTo>
                  <a:lnTo>
                    <a:pt x="523693" y="571393"/>
                  </a:lnTo>
                  <a:cubicBezTo>
                    <a:pt x="529520" y="574281"/>
                    <a:pt x="533105" y="577170"/>
                    <a:pt x="533305" y="580258"/>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4" name="标题 1"/>
            <p:cNvSpPr txBox="1"/>
            <p:nvPr/>
          </p:nvSpPr>
          <p:spPr>
            <a:xfrm>
              <a:off x="7711181" y="2762353"/>
              <a:ext cx="191215" cy="143135"/>
            </a:xfrm>
            <a:custGeom>
              <a:avLst/>
              <a:gdLst>
                <a:gd name="connsiteX0" fmla="*/ 176261 w 187411"/>
                <a:gd name="connsiteY0" fmla="*/ 11515 h 140287"/>
                <a:gd name="connsiteX1" fmla="*/ 148421 w 187411"/>
                <a:gd name="connsiteY1" fmla="*/ 1057 h 140287"/>
                <a:gd name="connsiteX2" fmla="*/ 97672 w 187411"/>
                <a:gd name="connsiteY2" fmla="*/ 3945 h 140287"/>
                <a:gd name="connsiteX3" fmla="*/ 27648 w 187411"/>
                <a:gd name="connsiteY3" fmla="*/ 22970 h 140287"/>
                <a:gd name="connsiteX4" fmla="*/ 2249 w 187411"/>
                <a:gd name="connsiteY4" fmla="*/ 52304 h 140287"/>
                <a:gd name="connsiteX5" fmla="*/ 17588 w 187411"/>
                <a:gd name="connsiteY5" fmla="*/ 80941 h 140287"/>
                <a:gd name="connsiteX6" fmla="*/ 106138 w 187411"/>
                <a:gd name="connsiteY6" fmla="*/ 132188 h 140287"/>
                <a:gd name="connsiteX7" fmla="*/ 131040 w 187411"/>
                <a:gd name="connsiteY7" fmla="*/ 137328 h 140287"/>
                <a:gd name="connsiteX8" fmla="*/ 135472 w 187411"/>
                <a:gd name="connsiteY8" fmla="*/ 133185 h 140287"/>
                <a:gd name="connsiteX9" fmla="*/ 185275 w 187411"/>
                <a:gd name="connsiteY9" fmla="*/ 43240 h 140287"/>
                <a:gd name="connsiteX10" fmla="*/ 176261 w 187411"/>
                <a:gd name="connsiteY10" fmla="*/ 11515 h 140287"/>
              </a:gdLst>
              <a:ahLst/>
              <a:cxnLst/>
              <a:rect l="l" t="t" r="r" b="b"/>
              <a:pathLst>
                <a:path w="187411" h="140287">
                  <a:moveTo>
                    <a:pt x="176261" y="11515"/>
                  </a:moveTo>
                  <a:cubicBezTo>
                    <a:pt x="167804" y="6142"/>
                    <a:pt x="158327" y="2581"/>
                    <a:pt x="148421" y="1057"/>
                  </a:cubicBezTo>
                  <a:cubicBezTo>
                    <a:pt x="131468" y="-1015"/>
                    <a:pt x="114281" y="-34"/>
                    <a:pt x="97672" y="3945"/>
                  </a:cubicBezTo>
                  <a:cubicBezTo>
                    <a:pt x="73856" y="8383"/>
                    <a:pt x="50438" y="14742"/>
                    <a:pt x="27648" y="22970"/>
                  </a:cubicBezTo>
                  <a:cubicBezTo>
                    <a:pt x="16642" y="27153"/>
                    <a:pt x="9420" y="40052"/>
                    <a:pt x="2249" y="52304"/>
                  </a:cubicBezTo>
                  <a:cubicBezTo>
                    <a:pt x="-4076" y="63161"/>
                    <a:pt x="3543" y="77704"/>
                    <a:pt x="17588" y="80941"/>
                  </a:cubicBezTo>
                  <a:cubicBezTo>
                    <a:pt x="53895" y="89358"/>
                    <a:pt x="87711" y="105594"/>
                    <a:pt x="106138" y="132188"/>
                  </a:cubicBezTo>
                  <a:cubicBezTo>
                    <a:pt x="111597" y="140486"/>
                    <a:pt x="122742" y="142782"/>
                    <a:pt x="131040" y="137328"/>
                  </a:cubicBezTo>
                  <a:cubicBezTo>
                    <a:pt x="132743" y="136208"/>
                    <a:pt x="134242" y="134808"/>
                    <a:pt x="135472" y="133185"/>
                  </a:cubicBezTo>
                  <a:cubicBezTo>
                    <a:pt x="155867" y="105464"/>
                    <a:pt x="172606" y="75234"/>
                    <a:pt x="185275" y="43240"/>
                  </a:cubicBezTo>
                  <a:cubicBezTo>
                    <a:pt x="190181" y="31865"/>
                    <a:pt x="186416" y="18612"/>
                    <a:pt x="176261" y="11515"/>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5" name="标题 1"/>
            <p:cNvSpPr txBox="1"/>
            <p:nvPr/>
          </p:nvSpPr>
          <p:spPr>
            <a:xfrm>
              <a:off x="7975982" y="2186954"/>
              <a:ext cx="195634" cy="658643"/>
            </a:xfrm>
            <a:custGeom>
              <a:avLst/>
              <a:gdLst>
                <a:gd name="connsiteX0" fmla="*/ 0 w 191742"/>
                <a:gd name="connsiteY0" fmla="*/ 17570 h 645539"/>
                <a:gd name="connsiteX1" fmla="*/ 44823 w 191742"/>
                <a:gd name="connsiteY1" fmla="*/ 76687 h 645539"/>
                <a:gd name="connsiteX2" fmla="*/ 50351 w 191742"/>
                <a:gd name="connsiteY2" fmla="*/ 600717 h 645539"/>
                <a:gd name="connsiteX3" fmla="*/ 144180 w 191742"/>
                <a:gd name="connsiteY3" fmla="*/ 645539 h 645539"/>
                <a:gd name="connsiteX4" fmla="*/ 191743 w 191742"/>
                <a:gd name="connsiteY4" fmla="*/ 558135 h 645539"/>
                <a:gd name="connsiteX5" fmla="*/ 63997 w 191742"/>
                <a:gd name="connsiteY5" fmla="*/ 77533 h 645539"/>
                <a:gd name="connsiteX6" fmla="*/ 72264 w 191742"/>
                <a:gd name="connsiteY6" fmla="*/ 1733 h 645539"/>
                <a:gd name="connsiteX7" fmla="*/ 0 w 191742"/>
                <a:gd name="connsiteY7" fmla="*/ 17570 h 645539"/>
              </a:gdLst>
              <a:ahLst/>
              <a:cxnLst/>
              <a:rect l="l" t="t" r="r" b="b"/>
              <a:pathLst>
                <a:path w="191742" h="645539">
                  <a:moveTo>
                    <a:pt x="0" y="17570"/>
                  </a:moveTo>
                  <a:lnTo>
                    <a:pt x="44823" y="76687"/>
                  </a:lnTo>
                  <a:cubicBezTo>
                    <a:pt x="44823" y="76687"/>
                    <a:pt x="31077" y="434872"/>
                    <a:pt x="50351" y="600717"/>
                  </a:cubicBezTo>
                  <a:lnTo>
                    <a:pt x="144180" y="645539"/>
                  </a:lnTo>
                  <a:lnTo>
                    <a:pt x="191743" y="558135"/>
                  </a:lnTo>
                  <a:cubicBezTo>
                    <a:pt x="191743" y="558135"/>
                    <a:pt x="141242" y="254883"/>
                    <a:pt x="63997" y="77533"/>
                  </a:cubicBezTo>
                  <a:lnTo>
                    <a:pt x="72264" y="1733"/>
                  </a:lnTo>
                  <a:cubicBezTo>
                    <a:pt x="72264" y="1733"/>
                    <a:pt x="45869" y="-7730"/>
                    <a:pt x="0" y="17570"/>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6" name="标题 1"/>
            <p:cNvSpPr txBox="1"/>
            <p:nvPr/>
          </p:nvSpPr>
          <p:spPr>
            <a:xfrm>
              <a:off x="7932992" y="2129320"/>
              <a:ext cx="116971" cy="59514"/>
            </a:xfrm>
            <a:custGeom>
              <a:avLst/>
              <a:gdLst>
                <a:gd name="connsiteX0" fmla="*/ 88749 w 114644"/>
                <a:gd name="connsiteY0" fmla="*/ 53738 h 58330"/>
                <a:gd name="connsiteX1" fmla="*/ 109069 w 114644"/>
                <a:gd name="connsiteY1" fmla="*/ 0 h 58330"/>
                <a:gd name="connsiteX2" fmla="*/ 0 w 114644"/>
                <a:gd name="connsiteY2" fmla="*/ 19374 h 58330"/>
                <a:gd name="connsiteX3" fmla="*/ 88749 w 114644"/>
                <a:gd name="connsiteY3" fmla="*/ 53738 h 58330"/>
              </a:gdLst>
              <a:ahLst/>
              <a:cxnLst/>
              <a:rect l="l" t="t" r="r" b="b"/>
              <a:pathLst>
                <a:path w="114644" h="58330">
                  <a:moveTo>
                    <a:pt x="88749" y="53738"/>
                  </a:moveTo>
                  <a:cubicBezTo>
                    <a:pt x="88749" y="53738"/>
                    <a:pt x="129090" y="36755"/>
                    <a:pt x="109069" y="0"/>
                  </a:cubicBezTo>
                  <a:lnTo>
                    <a:pt x="0" y="19374"/>
                  </a:lnTo>
                  <a:cubicBezTo>
                    <a:pt x="0" y="19374"/>
                    <a:pt x="7222" y="74257"/>
                    <a:pt x="88749" y="53738"/>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7" name="标题 1"/>
            <p:cNvSpPr txBox="1"/>
            <p:nvPr/>
          </p:nvSpPr>
          <p:spPr>
            <a:xfrm>
              <a:off x="7891122" y="2114584"/>
              <a:ext cx="189450" cy="145379"/>
            </a:xfrm>
            <a:custGeom>
              <a:avLst/>
              <a:gdLst>
                <a:gd name="connsiteX0" fmla="*/ 22461 w 185681"/>
                <a:gd name="connsiteY0" fmla="*/ 3436 h 142487"/>
                <a:gd name="connsiteX1" fmla="*/ 129538 w 185681"/>
                <a:gd name="connsiteY1" fmla="*/ 68181 h 142487"/>
                <a:gd name="connsiteX2" fmla="*/ 147169 w 185681"/>
                <a:gd name="connsiteY2" fmla="*/ 0 h 142487"/>
                <a:gd name="connsiteX3" fmla="*/ 174461 w 185681"/>
                <a:gd name="connsiteY3" fmla="*/ 30529 h 142487"/>
                <a:gd name="connsiteX4" fmla="*/ 167787 w 185681"/>
                <a:gd name="connsiteY4" fmla="*/ 131281 h 142487"/>
                <a:gd name="connsiteX5" fmla="*/ 129787 w 185681"/>
                <a:gd name="connsiteY5" fmla="*/ 75651 h 142487"/>
                <a:gd name="connsiteX6" fmla="*/ 101549 w 185681"/>
                <a:gd name="connsiteY6" fmla="*/ 142487 h 142487"/>
                <a:gd name="connsiteX7" fmla="*/ 0 w 185681"/>
                <a:gd name="connsiteY7" fmla="*/ 41187 h 142487"/>
              </a:gdLst>
              <a:ahLst/>
              <a:cxnLst/>
              <a:rect l="l" t="t" r="r" b="b"/>
              <a:pathLst>
                <a:path w="185681" h="142487">
                  <a:moveTo>
                    <a:pt x="22461" y="3436"/>
                  </a:moveTo>
                  <a:cubicBezTo>
                    <a:pt x="22461" y="3436"/>
                    <a:pt x="40938" y="68181"/>
                    <a:pt x="129538" y="68181"/>
                  </a:cubicBezTo>
                  <a:cubicBezTo>
                    <a:pt x="129538" y="68181"/>
                    <a:pt x="160117" y="48259"/>
                    <a:pt x="147169" y="0"/>
                  </a:cubicBezTo>
                  <a:lnTo>
                    <a:pt x="174461" y="30529"/>
                  </a:lnTo>
                  <a:cubicBezTo>
                    <a:pt x="174461" y="30529"/>
                    <a:pt x="203695" y="81578"/>
                    <a:pt x="167787" y="131281"/>
                  </a:cubicBezTo>
                  <a:lnTo>
                    <a:pt x="129787" y="75651"/>
                  </a:lnTo>
                  <a:lnTo>
                    <a:pt x="101549" y="142487"/>
                  </a:lnTo>
                  <a:cubicBezTo>
                    <a:pt x="101549" y="142487"/>
                    <a:pt x="34414" y="130136"/>
                    <a:pt x="0" y="41187"/>
                  </a:cubicBezTo>
                  <a:close/>
                </a:path>
              </a:pathLst>
            </a:custGeom>
            <a:solidFill>
              <a:srgbClr val="FFFF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8" name="标题 1"/>
            <p:cNvSpPr txBox="1"/>
            <p:nvPr/>
          </p:nvSpPr>
          <p:spPr>
            <a:xfrm>
              <a:off x="8012967" y="1748368"/>
              <a:ext cx="540606" cy="466167"/>
            </a:xfrm>
            <a:custGeom>
              <a:avLst/>
              <a:gdLst>
                <a:gd name="connsiteX0" fmla="*/ 520202 w 529851"/>
                <a:gd name="connsiteY0" fmla="*/ 212160 h 456893"/>
                <a:gd name="connsiteX1" fmla="*/ 520202 w 529851"/>
                <a:gd name="connsiteY1" fmla="*/ 212459 h 456893"/>
                <a:gd name="connsiteX2" fmla="*/ 464572 w 529851"/>
                <a:gd name="connsiteY2" fmla="*/ 307085 h 456893"/>
                <a:gd name="connsiteX3" fmla="*/ 397935 w 529851"/>
                <a:gd name="connsiteY3" fmla="*/ 386322 h 456893"/>
                <a:gd name="connsiteX4" fmla="*/ 325621 w 529851"/>
                <a:gd name="connsiteY4" fmla="*/ 447879 h 456893"/>
                <a:gd name="connsiteX5" fmla="*/ 312572 w 529851"/>
                <a:gd name="connsiteY5" fmla="*/ 456894 h 456893"/>
                <a:gd name="connsiteX6" fmla="*/ 171480 w 529851"/>
                <a:gd name="connsiteY6" fmla="*/ 316199 h 456893"/>
                <a:gd name="connsiteX7" fmla="*/ 189259 w 529851"/>
                <a:gd name="connsiteY7" fmla="*/ 300013 h 456893"/>
                <a:gd name="connsiteX8" fmla="*/ 244890 w 529851"/>
                <a:gd name="connsiteY8" fmla="*/ 249911 h 456893"/>
                <a:gd name="connsiteX9" fmla="*/ 305251 w 529851"/>
                <a:gd name="connsiteY9" fmla="*/ 193136 h 456893"/>
                <a:gd name="connsiteX10" fmla="*/ 330153 w 529851"/>
                <a:gd name="connsiteY10" fmla="*/ 167686 h 456893"/>
                <a:gd name="connsiteX11" fmla="*/ 263416 w 529851"/>
                <a:gd name="connsiteY11" fmla="*/ 136360 h 456893"/>
                <a:gd name="connsiteX12" fmla="*/ 126856 w 529851"/>
                <a:gd name="connsiteY12" fmla="*/ 75749 h 456893"/>
                <a:gd name="connsiteX13" fmla="*/ 33176 w 529851"/>
                <a:gd name="connsiteY13" fmla="*/ 35459 h 456893"/>
                <a:gd name="connsiteX14" fmla="*/ 7876 w 529851"/>
                <a:gd name="connsiteY14" fmla="*/ 21862 h 456893"/>
                <a:gd name="connsiteX15" fmla="*/ 57 w 529851"/>
                <a:gd name="connsiteY15" fmla="*/ 11553 h 456893"/>
                <a:gd name="connsiteX16" fmla="*/ 11362 w 529851"/>
                <a:gd name="connsiteY16" fmla="*/ 4481 h 456893"/>
                <a:gd name="connsiteX17" fmla="*/ 40796 w 529851"/>
                <a:gd name="connsiteY17" fmla="*/ 696 h 456893"/>
                <a:gd name="connsiteX18" fmla="*/ 147226 w 529851"/>
                <a:gd name="connsiteY18" fmla="*/ 3435 h 456893"/>
                <a:gd name="connsiteX19" fmla="*/ 304205 w 529851"/>
                <a:gd name="connsiteY19" fmla="*/ 24701 h 456893"/>
                <a:gd name="connsiteX20" fmla="*/ 439720 w 529851"/>
                <a:gd name="connsiteY20" fmla="*/ 57472 h 456893"/>
                <a:gd name="connsiteX21" fmla="*/ 520202 w 529851"/>
                <a:gd name="connsiteY21" fmla="*/ 212160 h 456893"/>
              </a:gdLst>
              <a:ahLst/>
              <a:cxnLst/>
              <a:rect l="l" t="t" r="r" b="b"/>
              <a:pathLst>
                <a:path w="529851" h="456893">
                  <a:moveTo>
                    <a:pt x="520202" y="212160"/>
                  </a:moveTo>
                  <a:cubicBezTo>
                    <a:pt x="520202" y="212160"/>
                    <a:pt x="520202" y="212160"/>
                    <a:pt x="520202" y="212459"/>
                  </a:cubicBezTo>
                  <a:cubicBezTo>
                    <a:pt x="504120" y="245384"/>
                    <a:pt x="485519" y="277019"/>
                    <a:pt x="464572" y="307085"/>
                  </a:cubicBezTo>
                  <a:cubicBezTo>
                    <a:pt x="444491" y="335219"/>
                    <a:pt x="422209" y="361715"/>
                    <a:pt x="397935" y="386322"/>
                  </a:cubicBezTo>
                  <a:cubicBezTo>
                    <a:pt x="375633" y="408868"/>
                    <a:pt x="351439" y="429462"/>
                    <a:pt x="325621" y="447879"/>
                  </a:cubicBezTo>
                  <a:cubicBezTo>
                    <a:pt x="321188" y="450917"/>
                    <a:pt x="316905" y="453955"/>
                    <a:pt x="312572" y="456894"/>
                  </a:cubicBezTo>
                  <a:cubicBezTo>
                    <a:pt x="275768" y="400750"/>
                    <a:pt x="227727" y="352845"/>
                    <a:pt x="171480" y="316199"/>
                  </a:cubicBezTo>
                  <a:lnTo>
                    <a:pt x="189259" y="300013"/>
                  </a:lnTo>
                  <a:lnTo>
                    <a:pt x="244890" y="249911"/>
                  </a:lnTo>
                  <a:cubicBezTo>
                    <a:pt x="264348" y="232181"/>
                    <a:pt x="284468" y="213256"/>
                    <a:pt x="305251" y="193136"/>
                  </a:cubicBezTo>
                  <a:cubicBezTo>
                    <a:pt x="313518" y="184918"/>
                    <a:pt x="321836" y="176352"/>
                    <a:pt x="330153" y="167686"/>
                  </a:cubicBezTo>
                  <a:cubicBezTo>
                    <a:pt x="307243" y="156829"/>
                    <a:pt x="284782" y="146271"/>
                    <a:pt x="263416" y="136360"/>
                  </a:cubicBezTo>
                  <a:cubicBezTo>
                    <a:pt x="212418" y="112803"/>
                    <a:pt x="166151" y="92334"/>
                    <a:pt x="126856" y="75749"/>
                  </a:cubicBezTo>
                  <a:cubicBezTo>
                    <a:pt x="87561" y="59165"/>
                    <a:pt x="55388" y="45867"/>
                    <a:pt x="33176" y="35459"/>
                  </a:cubicBezTo>
                  <a:cubicBezTo>
                    <a:pt x="24431" y="31534"/>
                    <a:pt x="15974" y="26992"/>
                    <a:pt x="7876" y="21862"/>
                  </a:cubicBezTo>
                  <a:cubicBezTo>
                    <a:pt x="2348" y="17828"/>
                    <a:pt x="-441" y="14392"/>
                    <a:pt x="57" y="11553"/>
                  </a:cubicBezTo>
                  <a:cubicBezTo>
                    <a:pt x="555" y="8714"/>
                    <a:pt x="4489" y="6324"/>
                    <a:pt x="11362" y="4481"/>
                  </a:cubicBezTo>
                  <a:cubicBezTo>
                    <a:pt x="21039" y="2319"/>
                    <a:pt x="30890" y="1054"/>
                    <a:pt x="40796" y="696"/>
                  </a:cubicBezTo>
                  <a:cubicBezTo>
                    <a:pt x="76296" y="-798"/>
                    <a:pt x="111850" y="113"/>
                    <a:pt x="147226" y="3435"/>
                  </a:cubicBezTo>
                  <a:cubicBezTo>
                    <a:pt x="199877" y="7887"/>
                    <a:pt x="252266" y="14989"/>
                    <a:pt x="304205" y="24701"/>
                  </a:cubicBezTo>
                  <a:cubicBezTo>
                    <a:pt x="330103" y="29681"/>
                    <a:pt x="385634" y="43377"/>
                    <a:pt x="439720" y="57472"/>
                  </a:cubicBezTo>
                  <a:cubicBezTo>
                    <a:pt x="511138" y="76148"/>
                    <a:pt x="548889" y="148611"/>
                    <a:pt x="520202" y="212160"/>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9" name="标题 1"/>
            <p:cNvSpPr txBox="1"/>
            <p:nvPr/>
          </p:nvSpPr>
          <p:spPr>
            <a:xfrm>
              <a:off x="7893419" y="1740586"/>
              <a:ext cx="195776" cy="67705"/>
            </a:xfrm>
            <a:custGeom>
              <a:avLst/>
              <a:gdLst>
                <a:gd name="connsiteX0" fmla="*/ 191881 w 191881"/>
                <a:gd name="connsiteY0" fmla="*/ 13503 h 66358"/>
                <a:gd name="connsiteX1" fmla="*/ 102235 w 191881"/>
                <a:gd name="connsiteY1" fmla="*/ 1252 h 66358"/>
                <a:gd name="connsiteX2" fmla="*/ 13137 w 191881"/>
                <a:gd name="connsiteY2" fmla="*/ 21820 h 66358"/>
                <a:gd name="connsiteX3" fmla="*/ 736 w 191881"/>
                <a:gd name="connsiteY3" fmla="*/ 29888 h 66358"/>
                <a:gd name="connsiteX4" fmla="*/ 14631 w 191881"/>
                <a:gd name="connsiteY4" fmla="*/ 48913 h 66358"/>
                <a:gd name="connsiteX5" fmla="*/ 177637 w 191881"/>
                <a:gd name="connsiteY5" fmla="*/ 52150 h 66358"/>
                <a:gd name="connsiteX6" fmla="*/ 191881 w 191881"/>
                <a:gd name="connsiteY6" fmla="*/ 13503 h 66358"/>
              </a:gdLst>
              <a:ahLst/>
              <a:cxnLst/>
              <a:rect l="l" t="t" r="r" b="b"/>
              <a:pathLst>
                <a:path w="191881" h="66358">
                  <a:moveTo>
                    <a:pt x="191881" y="13503"/>
                  </a:moveTo>
                  <a:cubicBezTo>
                    <a:pt x="164240" y="554"/>
                    <a:pt x="132665" y="-1936"/>
                    <a:pt x="102235" y="1252"/>
                  </a:cubicBezTo>
                  <a:cubicBezTo>
                    <a:pt x="71806" y="4439"/>
                    <a:pt x="42471" y="13155"/>
                    <a:pt x="13137" y="21820"/>
                  </a:cubicBezTo>
                  <a:cubicBezTo>
                    <a:pt x="8023" y="22567"/>
                    <a:pt x="3490" y="25516"/>
                    <a:pt x="736" y="29888"/>
                  </a:cubicBezTo>
                  <a:cubicBezTo>
                    <a:pt x="-2700" y="37957"/>
                    <a:pt x="6563" y="45427"/>
                    <a:pt x="14631" y="48913"/>
                  </a:cubicBezTo>
                  <a:cubicBezTo>
                    <a:pt x="66511" y="70996"/>
                    <a:pt x="124921" y="72156"/>
                    <a:pt x="177637" y="52150"/>
                  </a:cubicBezTo>
                  <a:cubicBezTo>
                    <a:pt x="182319" y="38455"/>
                    <a:pt x="187299" y="27249"/>
                    <a:pt x="191881" y="13503"/>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0" name="标题 1"/>
            <p:cNvSpPr txBox="1"/>
            <p:nvPr/>
          </p:nvSpPr>
          <p:spPr>
            <a:xfrm>
              <a:off x="8069277" y="2003301"/>
              <a:ext cx="315149" cy="370638"/>
            </a:xfrm>
            <a:custGeom>
              <a:avLst/>
              <a:gdLst>
                <a:gd name="connsiteX0" fmla="*/ 0 w 308879"/>
                <a:gd name="connsiteY0" fmla="*/ 139449 h 363264"/>
                <a:gd name="connsiteX1" fmla="*/ 189651 w 308879"/>
                <a:gd name="connsiteY1" fmla="*/ 0 h 363264"/>
                <a:gd name="connsiteX2" fmla="*/ 308880 w 308879"/>
                <a:gd name="connsiteY2" fmla="*/ 214154 h 363264"/>
                <a:gd name="connsiteX3" fmla="*/ 154490 w 308879"/>
                <a:gd name="connsiteY3" fmla="*/ 363265 h 363264"/>
                <a:gd name="connsiteX4" fmla="*/ 0 w 308879"/>
                <a:gd name="connsiteY4" fmla="*/ 139449 h 363264"/>
              </a:gdLst>
              <a:ahLst/>
              <a:cxnLst/>
              <a:rect l="l" t="t" r="r" b="b"/>
              <a:pathLst>
                <a:path w="308879" h="363264">
                  <a:moveTo>
                    <a:pt x="0" y="139449"/>
                  </a:moveTo>
                  <a:cubicBezTo>
                    <a:pt x="0" y="139449"/>
                    <a:pt x="98710" y="45470"/>
                    <a:pt x="189651" y="0"/>
                  </a:cubicBezTo>
                  <a:cubicBezTo>
                    <a:pt x="189651" y="0"/>
                    <a:pt x="279297" y="76448"/>
                    <a:pt x="308880" y="214154"/>
                  </a:cubicBezTo>
                  <a:lnTo>
                    <a:pt x="154490" y="363265"/>
                  </a:lnTo>
                  <a:cubicBezTo>
                    <a:pt x="154490" y="363265"/>
                    <a:pt x="81378" y="185168"/>
                    <a:pt x="0" y="139449"/>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31" name="标题 1"/>
            <p:cNvSpPr txBox="1"/>
            <p:nvPr/>
          </p:nvSpPr>
          <p:spPr>
            <a:xfrm>
              <a:off x="7542954" y="2170785"/>
              <a:ext cx="353960" cy="374551"/>
            </a:xfrm>
            <a:custGeom>
              <a:avLst/>
              <a:gdLst>
                <a:gd name="connsiteX0" fmla="*/ 346919 w 346918"/>
                <a:gd name="connsiteY0" fmla="*/ 0 h 367099"/>
                <a:gd name="connsiteX1" fmla="*/ 89 w 346918"/>
                <a:gd name="connsiteY1" fmla="*/ 135814 h 367099"/>
                <a:gd name="connsiteX2" fmla="*/ 106070 w 346918"/>
                <a:gd name="connsiteY2" fmla="*/ 367100 h 367099"/>
                <a:gd name="connsiteX3" fmla="*/ 311658 w 346918"/>
                <a:gd name="connsiteY3" fmla="*/ 282783 h 367099"/>
              </a:gdLst>
              <a:ahLst/>
              <a:cxnLst/>
              <a:rect l="l" t="t" r="r" b="b"/>
              <a:pathLst>
                <a:path w="346918" h="367099">
                  <a:moveTo>
                    <a:pt x="346919" y="0"/>
                  </a:moveTo>
                  <a:cubicBezTo>
                    <a:pt x="346919" y="0"/>
                    <a:pt x="141680" y="9413"/>
                    <a:pt x="89" y="135814"/>
                  </a:cubicBezTo>
                  <a:cubicBezTo>
                    <a:pt x="89" y="135814"/>
                    <a:pt x="-7033" y="264655"/>
                    <a:pt x="106070" y="367100"/>
                  </a:cubicBezTo>
                  <a:lnTo>
                    <a:pt x="311658" y="282783"/>
                  </a:ln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32" name="标题 1"/>
            <p:cNvSpPr txBox="1"/>
            <p:nvPr/>
          </p:nvSpPr>
          <p:spPr>
            <a:xfrm>
              <a:off x="7463298" y="2571766"/>
              <a:ext cx="139672" cy="81845"/>
            </a:xfrm>
            <a:custGeom>
              <a:avLst/>
              <a:gdLst>
                <a:gd name="connsiteX0" fmla="*/ 133193 w 136893"/>
                <a:gd name="connsiteY0" fmla="*/ 60803 h 80217"/>
                <a:gd name="connsiteX1" fmla="*/ 14462 w 136893"/>
                <a:gd name="connsiteY1" fmla="*/ 292 h 80217"/>
                <a:gd name="connsiteX2" fmla="*/ 8336 w 136893"/>
                <a:gd name="connsiteY2" fmla="*/ 22604 h 80217"/>
                <a:gd name="connsiteX3" fmla="*/ 116807 w 136893"/>
                <a:gd name="connsiteY3" fmla="*/ 77139 h 80217"/>
                <a:gd name="connsiteX4" fmla="*/ 133193 w 136893"/>
                <a:gd name="connsiteY4" fmla="*/ 60803 h 80217"/>
              </a:gdLst>
              <a:ahLst/>
              <a:cxnLst/>
              <a:rect l="l" t="t" r="r" b="b"/>
              <a:pathLst>
                <a:path w="136893" h="80217">
                  <a:moveTo>
                    <a:pt x="133193" y="60803"/>
                  </a:moveTo>
                  <a:cubicBezTo>
                    <a:pt x="99615" y="30558"/>
                    <a:pt x="58667" y="9685"/>
                    <a:pt x="14462" y="292"/>
                  </a:cubicBezTo>
                  <a:cubicBezTo>
                    <a:pt x="-81" y="-2795"/>
                    <a:pt x="-6256" y="19517"/>
                    <a:pt x="8336" y="22604"/>
                  </a:cubicBezTo>
                  <a:cubicBezTo>
                    <a:pt x="48677" y="30872"/>
                    <a:pt x="86109" y="49687"/>
                    <a:pt x="116807" y="77139"/>
                  </a:cubicBezTo>
                  <a:cubicBezTo>
                    <a:pt x="127913" y="87050"/>
                    <a:pt x="144299" y="70714"/>
                    <a:pt x="133193" y="60803"/>
                  </a:cubicBezTo>
                  <a:close/>
                </a:path>
              </a:pathLst>
            </a:custGeom>
            <a:solidFill>
              <a:srgbClr val="C66745">
                <a:alpha val="100000"/>
              </a:srgbClr>
            </a:solidFill>
            <a:ln w="4973" cap="flat">
              <a:noFill/>
              <a:miter/>
            </a:ln>
          </p:spPr>
          <p:txBody>
            <a:bodyPr vert="horz" wrap="square" lIns="91440" tIns="45720" rIns="91440" bIns="45720" rtlCol="0" anchor="ctr"/>
            <a:lstStyle/>
            <a:p>
              <a:pPr algn="l"/>
              <a:endParaRPr kumimoji="1" lang="zh-CN" altLang="en-US"/>
            </a:p>
          </p:txBody>
        </p:sp>
        <p:sp>
          <p:nvSpPr>
            <p:cNvPr id="33" name="标题 1"/>
            <p:cNvSpPr txBox="1"/>
            <p:nvPr/>
          </p:nvSpPr>
          <p:spPr>
            <a:xfrm>
              <a:off x="9252172" y="1881805"/>
              <a:ext cx="977621" cy="752964"/>
            </a:xfrm>
            <a:custGeom>
              <a:avLst/>
              <a:gdLst>
                <a:gd name="connsiteX0" fmla="*/ 958172 w 958171"/>
                <a:gd name="connsiteY0" fmla="*/ 379800 h 737984"/>
                <a:gd name="connsiteX1" fmla="*/ 837847 w 958171"/>
                <a:gd name="connsiteY1" fmla="*/ 543503 h 737984"/>
                <a:gd name="connsiteX2" fmla="*/ 541269 w 958171"/>
                <a:gd name="connsiteY2" fmla="*/ 737984 h 737984"/>
                <a:gd name="connsiteX3" fmla="*/ 182685 w 958171"/>
                <a:gd name="connsiteY3" fmla="*/ 531899 h 737984"/>
                <a:gd name="connsiteX4" fmla="*/ 143740 w 958171"/>
                <a:gd name="connsiteY4" fmla="*/ 463768 h 737984"/>
                <a:gd name="connsiteX5" fmla="*/ 118439 w 958171"/>
                <a:gd name="connsiteY5" fmla="*/ 97515 h 737984"/>
                <a:gd name="connsiteX6" fmla="*/ 247479 w 958171"/>
                <a:gd name="connsiteY6" fmla="*/ 0 h 737984"/>
                <a:gd name="connsiteX7" fmla="*/ 427319 w 958171"/>
                <a:gd name="connsiteY7" fmla="*/ 158125 h 737984"/>
                <a:gd name="connsiteX8" fmla="*/ 759606 w 958171"/>
                <a:gd name="connsiteY8" fmla="*/ 132377 h 737984"/>
                <a:gd name="connsiteX9" fmla="*/ 958172 w 958171"/>
                <a:gd name="connsiteY9" fmla="*/ 379800 h 737984"/>
              </a:gdLst>
              <a:ahLst/>
              <a:cxnLst/>
              <a:rect l="l" t="t" r="r" b="b"/>
              <a:pathLst>
                <a:path w="958171" h="737984">
                  <a:moveTo>
                    <a:pt x="958172" y="379800"/>
                  </a:moveTo>
                  <a:cubicBezTo>
                    <a:pt x="958172" y="450968"/>
                    <a:pt x="890489" y="490911"/>
                    <a:pt x="837847" y="543503"/>
                  </a:cubicBezTo>
                  <a:cubicBezTo>
                    <a:pt x="779677" y="601723"/>
                    <a:pt x="769019" y="737984"/>
                    <a:pt x="541269" y="737984"/>
                  </a:cubicBezTo>
                  <a:cubicBezTo>
                    <a:pt x="439172" y="737984"/>
                    <a:pt x="324575" y="691618"/>
                    <a:pt x="182685" y="531899"/>
                  </a:cubicBezTo>
                  <a:cubicBezTo>
                    <a:pt x="167246" y="514567"/>
                    <a:pt x="152156" y="484785"/>
                    <a:pt x="143740" y="463768"/>
                  </a:cubicBezTo>
                  <a:cubicBezTo>
                    <a:pt x="125412" y="418945"/>
                    <a:pt x="-153486" y="228248"/>
                    <a:pt x="118439" y="97515"/>
                  </a:cubicBezTo>
                  <a:cubicBezTo>
                    <a:pt x="136219" y="15738"/>
                    <a:pt x="163262" y="0"/>
                    <a:pt x="247479" y="0"/>
                  </a:cubicBezTo>
                  <a:cubicBezTo>
                    <a:pt x="343201" y="0"/>
                    <a:pt x="398632" y="152647"/>
                    <a:pt x="427319" y="158125"/>
                  </a:cubicBezTo>
                  <a:cubicBezTo>
                    <a:pt x="583054" y="188007"/>
                    <a:pt x="609350" y="123263"/>
                    <a:pt x="759606" y="132377"/>
                  </a:cubicBezTo>
                  <a:cubicBezTo>
                    <a:pt x="855726" y="138055"/>
                    <a:pt x="958172" y="240848"/>
                    <a:pt x="958172" y="37980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34" name="标题 1"/>
            <p:cNvSpPr txBox="1"/>
            <p:nvPr/>
          </p:nvSpPr>
          <p:spPr>
            <a:xfrm>
              <a:off x="9331275" y="3310831"/>
              <a:ext cx="1181067" cy="1064590"/>
            </a:xfrm>
            <a:custGeom>
              <a:avLst/>
              <a:gdLst>
                <a:gd name="connsiteX0" fmla="*/ 1148685 w 1157570"/>
                <a:gd name="connsiteY0" fmla="*/ 1029604 h 1043410"/>
                <a:gd name="connsiteX1" fmla="*/ 1120884 w 1157570"/>
                <a:gd name="connsiteY1" fmla="*/ 1041975 h 1043410"/>
                <a:gd name="connsiteX2" fmla="*/ 1114769 w 1157570"/>
                <a:gd name="connsiteY2" fmla="*/ 1038369 h 1043410"/>
                <a:gd name="connsiteX3" fmla="*/ 1097835 w 1157570"/>
                <a:gd name="connsiteY3" fmla="*/ 1016456 h 1043410"/>
                <a:gd name="connsiteX4" fmla="*/ 1076619 w 1157570"/>
                <a:gd name="connsiteY4" fmla="*/ 967151 h 1043410"/>
                <a:gd name="connsiteX5" fmla="*/ 1066659 w 1157570"/>
                <a:gd name="connsiteY5" fmla="*/ 947728 h 1043410"/>
                <a:gd name="connsiteX6" fmla="*/ 971086 w 1157570"/>
                <a:gd name="connsiteY6" fmla="*/ 860970 h 1043410"/>
                <a:gd name="connsiteX7" fmla="*/ 945437 w 1157570"/>
                <a:gd name="connsiteY7" fmla="*/ 851906 h 1043410"/>
                <a:gd name="connsiteX8" fmla="*/ 801008 w 1157570"/>
                <a:gd name="connsiteY8" fmla="*/ 866249 h 1043410"/>
                <a:gd name="connsiteX9" fmla="*/ 549950 w 1157570"/>
                <a:gd name="connsiteY9" fmla="*/ 878302 h 1043410"/>
                <a:gd name="connsiteX10" fmla="*/ 402084 w 1157570"/>
                <a:gd name="connsiteY10" fmla="*/ 880692 h 1043410"/>
                <a:gd name="connsiteX11" fmla="*/ 363138 w 1157570"/>
                <a:gd name="connsiteY11" fmla="*/ 880692 h 1043410"/>
                <a:gd name="connsiteX12" fmla="*/ 318763 w 1157570"/>
                <a:gd name="connsiteY12" fmla="*/ 878999 h 1043410"/>
                <a:gd name="connsiteX13" fmla="*/ 209595 w 1157570"/>
                <a:gd name="connsiteY13" fmla="*/ 857982 h 1043410"/>
                <a:gd name="connsiteX14" fmla="*/ 89220 w 1157570"/>
                <a:gd name="connsiteY14" fmla="*/ 773864 h 1043410"/>
                <a:gd name="connsiteX15" fmla="*/ 31349 w 1157570"/>
                <a:gd name="connsiteY15" fmla="*/ 656179 h 1043410"/>
                <a:gd name="connsiteX16" fmla="*/ 14515 w 1157570"/>
                <a:gd name="connsiteY16" fmla="*/ 567828 h 1043410"/>
                <a:gd name="connsiteX17" fmla="*/ 5700 w 1157570"/>
                <a:gd name="connsiteY17" fmla="*/ 492825 h 1043410"/>
                <a:gd name="connsiteX18" fmla="*/ 8738 w 1157570"/>
                <a:gd name="connsiteY18" fmla="*/ 231806 h 1043410"/>
                <a:gd name="connsiteX19" fmla="*/ 57844 w 1157570"/>
                <a:gd name="connsiteY19" fmla="*/ 58839 h 1043410"/>
                <a:gd name="connsiteX20" fmla="*/ 128067 w 1157570"/>
                <a:gd name="connsiteY20" fmla="*/ 71 h 1043410"/>
                <a:gd name="connsiteX21" fmla="*/ 192014 w 1157570"/>
                <a:gd name="connsiteY21" fmla="*/ 64318 h 1043410"/>
                <a:gd name="connsiteX22" fmla="*/ 237634 w 1157570"/>
                <a:gd name="connsiteY22" fmla="*/ 227224 h 1043410"/>
                <a:gd name="connsiteX23" fmla="*/ 273442 w 1157570"/>
                <a:gd name="connsiteY23" fmla="*/ 462993 h 1043410"/>
                <a:gd name="connsiteX24" fmla="*/ 282507 w 1157570"/>
                <a:gd name="connsiteY24" fmla="*/ 530875 h 1043410"/>
                <a:gd name="connsiteX25" fmla="*/ 291421 w 1157570"/>
                <a:gd name="connsiteY25" fmla="*/ 590290 h 1043410"/>
                <a:gd name="connsiteX26" fmla="*/ 297248 w 1157570"/>
                <a:gd name="connsiteY26" fmla="*/ 613448 h 1043410"/>
                <a:gd name="connsiteX27" fmla="*/ 304619 w 1157570"/>
                <a:gd name="connsiteY27" fmla="*/ 622413 h 1043410"/>
                <a:gd name="connsiteX28" fmla="*/ 350886 w 1157570"/>
                <a:gd name="connsiteY28" fmla="*/ 638649 h 1043410"/>
                <a:gd name="connsiteX29" fmla="*/ 384404 w 1157570"/>
                <a:gd name="connsiteY29" fmla="*/ 645621 h 1043410"/>
                <a:gd name="connsiteX30" fmla="*/ 422354 w 1157570"/>
                <a:gd name="connsiteY30" fmla="*/ 652394 h 1043410"/>
                <a:gd name="connsiteX31" fmla="*/ 567481 w 1157570"/>
                <a:gd name="connsiteY31" fmla="*/ 680583 h 1043410"/>
                <a:gd name="connsiteX32" fmla="*/ 812463 w 1157570"/>
                <a:gd name="connsiteY32" fmla="*/ 736612 h 1043410"/>
                <a:gd name="connsiteX33" fmla="*/ 908484 w 1157570"/>
                <a:gd name="connsiteY33" fmla="*/ 762808 h 1043410"/>
                <a:gd name="connsiteX34" fmla="*/ 1016457 w 1157570"/>
                <a:gd name="connsiteY34" fmla="*/ 751851 h 1043410"/>
                <a:gd name="connsiteX35" fmla="*/ 1042902 w 1157570"/>
                <a:gd name="connsiteY35" fmla="*/ 746523 h 1043410"/>
                <a:gd name="connsiteX36" fmla="*/ 1108742 w 1157570"/>
                <a:gd name="connsiteY36" fmla="*/ 749710 h 1043410"/>
                <a:gd name="connsiteX37" fmla="*/ 1130855 w 1157570"/>
                <a:gd name="connsiteY37" fmla="*/ 798019 h 1043410"/>
                <a:gd name="connsiteX38" fmla="*/ 1150776 w 1157570"/>
                <a:gd name="connsiteY38" fmla="*/ 910375 h 1043410"/>
                <a:gd name="connsiteX39" fmla="*/ 1148685 w 1157570"/>
                <a:gd name="connsiteY39" fmla="*/ 1029604 h 1043410"/>
              </a:gdLst>
              <a:ahLst/>
              <a:cxnLst/>
              <a:rect l="l" t="t" r="r" b="b"/>
              <a:pathLst>
                <a:path w="1157570" h="1043410">
                  <a:moveTo>
                    <a:pt x="1148685" y="1029604"/>
                  </a:moveTo>
                  <a:cubicBezTo>
                    <a:pt x="1144426" y="1040695"/>
                    <a:pt x="1131980" y="1046234"/>
                    <a:pt x="1120884" y="1041975"/>
                  </a:cubicBezTo>
                  <a:cubicBezTo>
                    <a:pt x="1118663" y="1041119"/>
                    <a:pt x="1116596" y="1039904"/>
                    <a:pt x="1114769" y="1038369"/>
                  </a:cubicBezTo>
                  <a:cubicBezTo>
                    <a:pt x="1107950" y="1032049"/>
                    <a:pt x="1102228" y="1024649"/>
                    <a:pt x="1097835" y="1016456"/>
                  </a:cubicBezTo>
                  <a:cubicBezTo>
                    <a:pt x="1089020" y="1000818"/>
                    <a:pt x="1083940" y="983437"/>
                    <a:pt x="1076619" y="967151"/>
                  </a:cubicBezTo>
                  <a:cubicBezTo>
                    <a:pt x="1073731" y="960462"/>
                    <a:pt x="1070404" y="953973"/>
                    <a:pt x="1066659" y="947728"/>
                  </a:cubicBezTo>
                  <a:cubicBezTo>
                    <a:pt x="1044690" y="909499"/>
                    <a:pt x="1011257" y="879149"/>
                    <a:pt x="971086" y="860970"/>
                  </a:cubicBezTo>
                  <a:cubicBezTo>
                    <a:pt x="962784" y="857290"/>
                    <a:pt x="954208" y="854262"/>
                    <a:pt x="945437" y="851906"/>
                  </a:cubicBezTo>
                  <a:cubicBezTo>
                    <a:pt x="907487" y="857385"/>
                    <a:pt x="858531" y="861867"/>
                    <a:pt x="801008" y="866249"/>
                  </a:cubicBezTo>
                  <a:cubicBezTo>
                    <a:pt x="729391" y="871230"/>
                    <a:pt x="644178" y="875712"/>
                    <a:pt x="549950" y="878302"/>
                  </a:cubicBezTo>
                  <a:cubicBezTo>
                    <a:pt x="502736" y="879696"/>
                    <a:pt x="453332" y="880493"/>
                    <a:pt x="402084" y="880692"/>
                  </a:cubicBezTo>
                  <a:cubicBezTo>
                    <a:pt x="389235" y="880692"/>
                    <a:pt x="376186" y="880692"/>
                    <a:pt x="363138" y="880692"/>
                  </a:cubicBezTo>
                  <a:cubicBezTo>
                    <a:pt x="350090" y="880692"/>
                    <a:pt x="334551" y="880095"/>
                    <a:pt x="318763" y="878999"/>
                  </a:cubicBezTo>
                  <a:cubicBezTo>
                    <a:pt x="281580" y="877062"/>
                    <a:pt x="244840" y="869990"/>
                    <a:pt x="209595" y="857982"/>
                  </a:cubicBezTo>
                  <a:cubicBezTo>
                    <a:pt x="162550" y="841447"/>
                    <a:pt x="120920" y="812357"/>
                    <a:pt x="89220" y="773864"/>
                  </a:cubicBezTo>
                  <a:cubicBezTo>
                    <a:pt x="62008" y="739052"/>
                    <a:pt x="42305" y="698985"/>
                    <a:pt x="31349" y="656179"/>
                  </a:cubicBezTo>
                  <a:cubicBezTo>
                    <a:pt x="23804" y="627129"/>
                    <a:pt x="18181" y="597616"/>
                    <a:pt x="14515" y="567828"/>
                  </a:cubicBezTo>
                  <a:cubicBezTo>
                    <a:pt x="10830" y="542329"/>
                    <a:pt x="7891" y="517378"/>
                    <a:pt x="5700" y="492825"/>
                  </a:cubicBezTo>
                  <a:cubicBezTo>
                    <a:pt x="-3215" y="394762"/>
                    <a:pt x="-1272" y="305864"/>
                    <a:pt x="8738" y="231806"/>
                  </a:cubicBezTo>
                  <a:cubicBezTo>
                    <a:pt x="18748" y="157749"/>
                    <a:pt x="36727" y="98582"/>
                    <a:pt x="57844" y="58839"/>
                  </a:cubicBezTo>
                  <a:cubicBezTo>
                    <a:pt x="78961" y="19096"/>
                    <a:pt x="103862" y="-1373"/>
                    <a:pt x="128067" y="71"/>
                  </a:cubicBezTo>
                  <a:cubicBezTo>
                    <a:pt x="152271" y="1516"/>
                    <a:pt x="173936" y="24973"/>
                    <a:pt x="192014" y="64318"/>
                  </a:cubicBezTo>
                  <a:cubicBezTo>
                    <a:pt x="210092" y="103662"/>
                    <a:pt x="224735" y="159492"/>
                    <a:pt x="237634" y="227224"/>
                  </a:cubicBezTo>
                  <a:cubicBezTo>
                    <a:pt x="250533" y="294957"/>
                    <a:pt x="261689" y="374692"/>
                    <a:pt x="273442" y="462993"/>
                  </a:cubicBezTo>
                  <a:cubicBezTo>
                    <a:pt x="276381" y="485105"/>
                    <a:pt x="279369" y="507816"/>
                    <a:pt x="282507" y="530875"/>
                  </a:cubicBezTo>
                  <a:cubicBezTo>
                    <a:pt x="285495" y="555029"/>
                    <a:pt x="288383" y="575697"/>
                    <a:pt x="291421" y="590290"/>
                  </a:cubicBezTo>
                  <a:cubicBezTo>
                    <a:pt x="294459" y="604882"/>
                    <a:pt x="297647" y="612203"/>
                    <a:pt x="297248" y="613448"/>
                  </a:cubicBezTo>
                  <a:cubicBezTo>
                    <a:pt x="296850" y="614693"/>
                    <a:pt x="295654" y="616636"/>
                    <a:pt x="304619" y="622413"/>
                  </a:cubicBezTo>
                  <a:cubicBezTo>
                    <a:pt x="319162" y="630058"/>
                    <a:pt x="334755" y="635531"/>
                    <a:pt x="350886" y="638649"/>
                  </a:cubicBezTo>
                  <a:cubicBezTo>
                    <a:pt x="361146" y="641089"/>
                    <a:pt x="372202" y="643280"/>
                    <a:pt x="384404" y="645621"/>
                  </a:cubicBezTo>
                  <a:cubicBezTo>
                    <a:pt x="396606" y="647962"/>
                    <a:pt x="409854" y="650004"/>
                    <a:pt x="422354" y="652394"/>
                  </a:cubicBezTo>
                  <a:cubicBezTo>
                    <a:pt x="472705" y="661508"/>
                    <a:pt x="521363" y="671070"/>
                    <a:pt x="567481" y="680583"/>
                  </a:cubicBezTo>
                  <a:cubicBezTo>
                    <a:pt x="659915" y="699757"/>
                    <a:pt x="742938" y="718932"/>
                    <a:pt x="812463" y="736612"/>
                  </a:cubicBezTo>
                  <a:cubicBezTo>
                    <a:pt x="848321" y="745711"/>
                    <a:pt x="880330" y="754441"/>
                    <a:pt x="908484" y="762808"/>
                  </a:cubicBezTo>
                  <a:cubicBezTo>
                    <a:pt x="944690" y="761777"/>
                    <a:pt x="980778" y="758117"/>
                    <a:pt x="1016457" y="751851"/>
                  </a:cubicBezTo>
                  <a:cubicBezTo>
                    <a:pt x="1025372" y="750357"/>
                    <a:pt x="1034137" y="748515"/>
                    <a:pt x="1042902" y="746523"/>
                  </a:cubicBezTo>
                  <a:cubicBezTo>
                    <a:pt x="1065065" y="741542"/>
                    <a:pt x="1090713" y="736014"/>
                    <a:pt x="1108742" y="749710"/>
                  </a:cubicBezTo>
                  <a:cubicBezTo>
                    <a:pt x="1123086" y="760667"/>
                    <a:pt x="1127518" y="780190"/>
                    <a:pt x="1130855" y="798019"/>
                  </a:cubicBezTo>
                  <a:cubicBezTo>
                    <a:pt x="1137678" y="835272"/>
                    <a:pt x="1144451" y="872724"/>
                    <a:pt x="1150776" y="910375"/>
                  </a:cubicBezTo>
                  <a:cubicBezTo>
                    <a:pt x="1157350" y="949819"/>
                    <a:pt x="1162878" y="993347"/>
                    <a:pt x="1148685" y="1029604"/>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5" name="标题 1"/>
            <p:cNvSpPr txBox="1"/>
            <p:nvPr/>
          </p:nvSpPr>
          <p:spPr>
            <a:xfrm>
              <a:off x="8862760" y="1690017"/>
              <a:ext cx="1027148" cy="844803"/>
            </a:xfrm>
            <a:custGeom>
              <a:avLst/>
              <a:gdLst>
                <a:gd name="connsiteX0" fmla="*/ 908092 w 1006713"/>
                <a:gd name="connsiteY0" fmla="*/ 146934 h 827996"/>
                <a:gd name="connsiteX1" fmla="*/ 856795 w 1006713"/>
                <a:gd name="connsiteY1" fmla="*/ 44190 h 827996"/>
                <a:gd name="connsiteX2" fmla="*/ 830698 w 1006713"/>
                <a:gd name="connsiteY2" fmla="*/ 10025 h 827996"/>
                <a:gd name="connsiteX3" fmla="*/ 856347 w 1006713"/>
                <a:gd name="connsiteY3" fmla="*/ 162522 h 827996"/>
                <a:gd name="connsiteX4" fmla="*/ 876268 w 1006713"/>
                <a:gd name="connsiteY4" fmla="*/ 325329 h 827996"/>
                <a:gd name="connsiteX5" fmla="*/ 881946 w 1006713"/>
                <a:gd name="connsiteY5" fmla="*/ 485198 h 827996"/>
                <a:gd name="connsiteX6" fmla="*/ 738711 w 1006713"/>
                <a:gd name="connsiteY6" fmla="*/ 574843 h 827996"/>
                <a:gd name="connsiteX7" fmla="*/ 606434 w 1006713"/>
                <a:gd name="connsiteY7" fmla="*/ 656272 h 827996"/>
                <a:gd name="connsiteX8" fmla="*/ 526998 w 1006713"/>
                <a:gd name="connsiteY8" fmla="*/ 722809 h 827996"/>
                <a:gd name="connsiteX9" fmla="*/ 525106 w 1006713"/>
                <a:gd name="connsiteY9" fmla="*/ 717430 h 827996"/>
                <a:gd name="connsiteX10" fmla="*/ 503042 w 1006713"/>
                <a:gd name="connsiteY10" fmla="*/ 685905 h 827996"/>
                <a:gd name="connsiteX11" fmla="*/ 412401 w 1006713"/>
                <a:gd name="connsiteY11" fmla="*/ 622107 h 827996"/>
                <a:gd name="connsiteX12" fmla="*/ 272952 w 1006713"/>
                <a:gd name="connsiteY12" fmla="*/ 553677 h 827996"/>
                <a:gd name="connsiteX13" fmla="*/ 121849 w 1006713"/>
                <a:gd name="connsiteY13" fmla="*/ 478076 h 827996"/>
                <a:gd name="connsiteX14" fmla="*/ 112286 w 1006713"/>
                <a:gd name="connsiteY14" fmla="*/ 318407 h 827996"/>
                <a:gd name="connsiteX15" fmla="*/ 116569 w 1006713"/>
                <a:gd name="connsiteY15" fmla="*/ 154454 h 827996"/>
                <a:gd name="connsiteX16" fmla="*/ 127576 w 1006713"/>
                <a:gd name="connsiteY16" fmla="*/ 64 h 827996"/>
                <a:gd name="connsiteX17" fmla="*/ 104816 w 1006713"/>
                <a:gd name="connsiteY17" fmla="*/ 36520 h 827996"/>
                <a:gd name="connsiteX18" fmla="*/ 63529 w 1006713"/>
                <a:gd name="connsiteY18" fmla="*/ 143697 h 827996"/>
                <a:gd name="connsiteX19" fmla="*/ 976 w 1006713"/>
                <a:gd name="connsiteY19" fmla="*/ 490925 h 827996"/>
                <a:gd name="connsiteX20" fmla="*/ 32103 w 1006713"/>
                <a:gd name="connsiteY20" fmla="*/ 580571 h 827996"/>
                <a:gd name="connsiteX21" fmla="*/ 102824 w 1006713"/>
                <a:gd name="connsiteY21" fmla="*/ 646062 h 827996"/>
                <a:gd name="connsiteX22" fmla="*/ 188485 w 1006713"/>
                <a:gd name="connsiteY22" fmla="*/ 707569 h 827996"/>
                <a:gd name="connsiteX23" fmla="*/ 351342 w 1006713"/>
                <a:gd name="connsiteY23" fmla="*/ 779784 h 827996"/>
                <a:gd name="connsiteX24" fmla="*/ 473908 w 1006713"/>
                <a:gd name="connsiteY24" fmla="*/ 787653 h 827996"/>
                <a:gd name="connsiteX25" fmla="*/ 500652 w 1006713"/>
                <a:gd name="connsiteY25" fmla="*/ 778340 h 827996"/>
                <a:gd name="connsiteX26" fmla="*/ 502943 w 1006713"/>
                <a:gd name="connsiteY26" fmla="*/ 792135 h 827996"/>
                <a:gd name="connsiteX27" fmla="*/ 522864 w 1006713"/>
                <a:gd name="connsiteY27" fmla="*/ 815045 h 827996"/>
                <a:gd name="connsiteX28" fmla="*/ 561113 w 1006713"/>
                <a:gd name="connsiteY28" fmla="*/ 826898 h 827996"/>
                <a:gd name="connsiteX29" fmla="*/ 682384 w 1006713"/>
                <a:gd name="connsiteY29" fmla="*/ 807425 h 827996"/>
                <a:gd name="connsiteX30" fmla="*/ 837621 w 1006713"/>
                <a:gd name="connsiteY30" fmla="*/ 720020 h 827996"/>
                <a:gd name="connsiteX31" fmla="*/ 917306 w 1006713"/>
                <a:gd name="connsiteY31" fmla="*/ 650744 h 827996"/>
                <a:gd name="connsiteX32" fmla="*/ 981502 w 1006713"/>
                <a:gd name="connsiteY32" fmla="*/ 578778 h 827996"/>
                <a:gd name="connsiteX33" fmla="*/ 1003914 w 1006713"/>
                <a:gd name="connsiteY33" fmla="*/ 486642 h 827996"/>
                <a:gd name="connsiteX34" fmla="*/ 908092 w 1006713"/>
                <a:gd name="connsiteY34" fmla="*/ 146934 h 827996"/>
              </a:gdLst>
              <a:ahLst/>
              <a:cxnLst/>
              <a:rect l="l" t="t" r="r" b="b"/>
              <a:pathLst>
                <a:path w="1006713" h="827996">
                  <a:moveTo>
                    <a:pt x="908092" y="146934"/>
                  </a:moveTo>
                  <a:cubicBezTo>
                    <a:pt x="892882" y="111778"/>
                    <a:pt x="875755" y="77478"/>
                    <a:pt x="856795" y="44190"/>
                  </a:cubicBezTo>
                  <a:cubicBezTo>
                    <a:pt x="843099" y="20782"/>
                    <a:pt x="834035" y="8630"/>
                    <a:pt x="830698" y="10025"/>
                  </a:cubicBezTo>
                  <a:cubicBezTo>
                    <a:pt x="823527" y="12913"/>
                    <a:pt x="840659" y="69789"/>
                    <a:pt x="856347" y="162522"/>
                  </a:cubicBezTo>
                  <a:cubicBezTo>
                    <a:pt x="864266" y="208889"/>
                    <a:pt x="871288" y="264221"/>
                    <a:pt x="876268" y="325329"/>
                  </a:cubicBezTo>
                  <a:cubicBezTo>
                    <a:pt x="880203" y="375132"/>
                    <a:pt x="882045" y="429269"/>
                    <a:pt x="881946" y="485198"/>
                  </a:cubicBezTo>
                  <a:cubicBezTo>
                    <a:pt x="831844" y="518964"/>
                    <a:pt x="783186" y="548498"/>
                    <a:pt x="738711" y="574843"/>
                  </a:cubicBezTo>
                  <a:cubicBezTo>
                    <a:pt x="688360" y="604725"/>
                    <a:pt x="643438" y="631221"/>
                    <a:pt x="606434" y="656272"/>
                  </a:cubicBezTo>
                  <a:cubicBezTo>
                    <a:pt x="572419" y="679281"/>
                    <a:pt x="545375" y="701543"/>
                    <a:pt x="526998" y="722809"/>
                  </a:cubicBezTo>
                  <a:cubicBezTo>
                    <a:pt x="526400" y="721016"/>
                    <a:pt x="525902" y="719223"/>
                    <a:pt x="525106" y="717430"/>
                  </a:cubicBezTo>
                  <a:cubicBezTo>
                    <a:pt x="519717" y="705672"/>
                    <a:pt x="512241" y="694994"/>
                    <a:pt x="503042" y="685905"/>
                  </a:cubicBezTo>
                  <a:cubicBezTo>
                    <a:pt x="482623" y="664788"/>
                    <a:pt x="451596" y="643472"/>
                    <a:pt x="412401" y="622107"/>
                  </a:cubicBezTo>
                  <a:cubicBezTo>
                    <a:pt x="373206" y="600741"/>
                    <a:pt x="325942" y="578579"/>
                    <a:pt x="272952" y="553677"/>
                  </a:cubicBezTo>
                  <a:cubicBezTo>
                    <a:pt x="226186" y="531714"/>
                    <a:pt x="174939" y="506912"/>
                    <a:pt x="121849" y="478076"/>
                  </a:cubicBezTo>
                  <a:cubicBezTo>
                    <a:pt x="116420" y="422396"/>
                    <a:pt x="113133" y="368509"/>
                    <a:pt x="112286" y="318407"/>
                  </a:cubicBezTo>
                  <a:cubicBezTo>
                    <a:pt x="111141" y="257099"/>
                    <a:pt x="113083" y="201319"/>
                    <a:pt x="116569" y="154454"/>
                  </a:cubicBezTo>
                  <a:cubicBezTo>
                    <a:pt x="123144" y="60525"/>
                    <a:pt x="134947" y="2405"/>
                    <a:pt x="127576" y="64"/>
                  </a:cubicBezTo>
                  <a:cubicBezTo>
                    <a:pt x="124090" y="-1031"/>
                    <a:pt x="116221" y="11917"/>
                    <a:pt x="104816" y="36520"/>
                  </a:cubicBezTo>
                  <a:cubicBezTo>
                    <a:pt x="89123" y="71472"/>
                    <a:pt x="75337" y="107251"/>
                    <a:pt x="63529" y="143697"/>
                  </a:cubicBezTo>
                  <a:cubicBezTo>
                    <a:pt x="40868" y="212027"/>
                    <a:pt x="13726" y="398988"/>
                    <a:pt x="976" y="490925"/>
                  </a:cubicBezTo>
                  <a:cubicBezTo>
                    <a:pt x="-3581" y="524064"/>
                    <a:pt x="7988" y="557387"/>
                    <a:pt x="32103" y="580571"/>
                  </a:cubicBezTo>
                  <a:cubicBezTo>
                    <a:pt x="57005" y="604526"/>
                    <a:pt x="87534" y="633561"/>
                    <a:pt x="102824" y="646062"/>
                  </a:cubicBezTo>
                  <a:cubicBezTo>
                    <a:pt x="130016" y="668394"/>
                    <a:pt x="158633" y="688943"/>
                    <a:pt x="188485" y="707569"/>
                  </a:cubicBezTo>
                  <a:cubicBezTo>
                    <a:pt x="245660" y="743079"/>
                    <a:pt x="301887" y="767333"/>
                    <a:pt x="351342" y="779784"/>
                  </a:cubicBezTo>
                  <a:cubicBezTo>
                    <a:pt x="400797" y="792235"/>
                    <a:pt x="443179" y="794376"/>
                    <a:pt x="473908" y="787653"/>
                  </a:cubicBezTo>
                  <a:cubicBezTo>
                    <a:pt x="483211" y="785805"/>
                    <a:pt x="492216" y="782672"/>
                    <a:pt x="500652" y="778340"/>
                  </a:cubicBezTo>
                  <a:cubicBezTo>
                    <a:pt x="500652" y="783031"/>
                    <a:pt x="501424" y="787693"/>
                    <a:pt x="502943" y="792135"/>
                  </a:cubicBezTo>
                  <a:cubicBezTo>
                    <a:pt x="506668" y="801887"/>
                    <a:pt x="513725" y="809999"/>
                    <a:pt x="522864" y="815045"/>
                  </a:cubicBezTo>
                  <a:cubicBezTo>
                    <a:pt x="534623" y="821678"/>
                    <a:pt x="547666" y="825722"/>
                    <a:pt x="561113" y="826898"/>
                  </a:cubicBezTo>
                  <a:cubicBezTo>
                    <a:pt x="592340" y="830683"/>
                    <a:pt x="634324" y="824806"/>
                    <a:pt x="682384" y="807425"/>
                  </a:cubicBezTo>
                  <a:cubicBezTo>
                    <a:pt x="730444" y="790043"/>
                    <a:pt x="784082" y="760809"/>
                    <a:pt x="837621" y="720020"/>
                  </a:cubicBezTo>
                  <a:cubicBezTo>
                    <a:pt x="865660" y="698684"/>
                    <a:pt x="892280" y="675546"/>
                    <a:pt x="917306" y="650744"/>
                  </a:cubicBezTo>
                  <a:cubicBezTo>
                    <a:pt x="931350" y="636799"/>
                    <a:pt x="959041" y="605024"/>
                    <a:pt x="981502" y="578778"/>
                  </a:cubicBezTo>
                  <a:cubicBezTo>
                    <a:pt x="1003266" y="553413"/>
                    <a:pt x="1011593" y="519168"/>
                    <a:pt x="1003914" y="486642"/>
                  </a:cubicBezTo>
                  <a:cubicBezTo>
                    <a:pt x="982150" y="396299"/>
                    <a:pt x="937178" y="212774"/>
                    <a:pt x="908092" y="146934"/>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6" name="标题 1"/>
            <p:cNvSpPr txBox="1"/>
            <p:nvPr/>
          </p:nvSpPr>
          <p:spPr>
            <a:xfrm>
              <a:off x="8961791" y="3105521"/>
              <a:ext cx="366439" cy="2051470"/>
            </a:xfrm>
            <a:custGeom>
              <a:avLst/>
              <a:gdLst>
                <a:gd name="connsiteX0" fmla="*/ 253783 w 359149"/>
                <a:gd name="connsiteY0" fmla="*/ 165985 h 2010656"/>
                <a:gd name="connsiteX1" fmla="*/ 260008 w 359149"/>
                <a:gd name="connsiteY1" fmla="*/ 273511 h 2010656"/>
                <a:gd name="connsiteX2" fmla="*/ 260905 w 359149"/>
                <a:gd name="connsiteY2" fmla="*/ 335416 h 2010656"/>
                <a:gd name="connsiteX3" fmla="*/ 261801 w 359149"/>
                <a:gd name="connsiteY3" fmla="*/ 402252 h 2010656"/>
                <a:gd name="connsiteX4" fmla="*/ 260855 w 359149"/>
                <a:gd name="connsiteY4" fmla="*/ 549371 h 2010656"/>
                <a:gd name="connsiteX5" fmla="*/ 260556 w 359149"/>
                <a:gd name="connsiteY5" fmla="*/ 629056 h 2010656"/>
                <a:gd name="connsiteX6" fmla="*/ 260058 w 359149"/>
                <a:gd name="connsiteY6" fmla="*/ 670442 h 2010656"/>
                <a:gd name="connsiteX7" fmla="*/ 260058 w 359149"/>
                <a:gd name="connsiteY7" fmla="*/ 712526 h 2010656"/>
                <a:gd name="connsiteX8" fmla="*/ 260357 w 359149"/>
                <a:gd name="connsiteY8" fmla="*/ 888929 h 2010656"/>
                <a:gd name="connsiteX9" fmla="*/ 263644 w 359149"/>
                <a:gd name="connsiteY9" fmla="*/ 1066827 h 2010656"/>
                <a:gd name="connsiteX10" fmla="*/ 265885 w 359149"/>
                <a:gd name="connsiteY10" fmla="*/ 1151940 h 2010656"/>
                <a:gd name="connsiteX11" fmla="*/ 268475 w 359149"/>
                <a:gd name="connsiteY11" fmla="*/ 1233916 h 2010656"/>
                <a:gd name="connsiteX12" fmla="*/ 280876 w 359149"/>
                <a:gd name="connsiteY12" fmla="*/ 1519339 h 2010656"/>
                <a:gd name="connsiteX13" fmla="*/ 285209 w 359149"/>
                <a:gd name="connsiteY13" fmla="*/ 1622232 h 2010656"/>
                <a:gd name="connsiteX14" fmla="*/ 285209 w 359149"/>
                <a:gd name="connsiteY14" fmla="*/ 1622232 h 2010656"/>
                <a:gd name="connsiteX15" fmla="*/ 335410 w 359149"/>
                <a:gd name="connsiteY15" fmla="*/ 1826425 h 2010656"/>
                <a:gd name="connsiteX16" fmla="*/ 345620 w 359149"/>
                <a:gd name="connsiteY16" fmla="*/ 1851327 h 2010656"/>
                <a:gd name="connsiteX17" fmla="*/ 354983 w 359149"/>
                <a:gd name="connsiteY17" fmla="*/ 1916619 h 2010656"/>
                <a:gd name="connsiteX18" fmla="*/ 311704 w 359149"/>
                <a:gd name="connsiteY18" fmla="*/ 1947447 h 2010656"/>
                <a:gd name="connsiteX19" fmla="*/ 205125 w 359149"/>
                <a:gd name="connsiteY19" fmla="*/ 1988236 h 2010656"/>
                <a:gd name="connsiteX20" fmla="*/ 87490 w 359149"/>
                <a:gd name="connsiteY20" fmla="*/ 2008705 h 2010656"/>
                <a:gd name="connsiteX21" fmla="*/ 70153 w 359149"/>
                <a:gd name="connsiteY21" fmla="*/ 1983699 h 2010656"/>
                <a:gd name="connsiteX22" fmla="*/ 72549 w 359149"/>
                <a:gd name="connsiteY22" fmla="*/ 1977030 h 2010656"/>
                <a:gd name="connsiteX23" fmla="*/ 90826 w 359149"/>
                <a:gd name="connsiteY23" fmla="*/ 1956263 h 2010656"/>
                <a:gd name="connsiteX24" fmla="*/ 135301 w 359149"/>
                <a:gd name="connsiteY24" fmla="*/ 1926132 h 2010656"/>
                <a:gd name="connsiteX25" fmla="*/ 152483 w 359149"/>
                <a:gd name="connsiteY25" fmla="*/ 1912784 h 2010656"/>
                <a:gd name="connsiteX26" fmla="*/ 219916 w 359149"/>
                <a:gd name="connsiteY26" fmla="*/ 1802271 h 2010656"/>
                <a:gd name="connsiteX27" fmla="*/ 215285 w 359149"/>
                <a:gd name="connsiteY27" fmla="*/ 1668699 h 2010656"/>
                <a:gd name="connsiteX28" fmla="*/ 215285 w 359149"/>
                <a:gd name="connsiteY28" fmla="*/ 1668201 h 2010656"/>
                <a:gd name="connsiteX29" fmla="*/ 197057 w 359149"/>
                <a:gd name="connsiteY29" fmla="*/ 1616505 h 2010656"/>
                <a:gd name="connsiteX30" fmla="*/ 197057 w 359149"/>
                <a:gd name="connsiteY30" fmla="*/ 1616057 h 2010656"/>
                <a:gd name="connsiteX31" fmla="*/ 171558 w 359149"/>
                <a:gd name="connsiteY31" fmla="*/ 1539061 h 2010656"/>
                <a:gd name="connsiteX32" fmla="*/ 91872 w 359149"/>
                <a:gd name="connsiteY32" fmla="*/ 1258967 h 2010656"/>
                <a:gd name="connsiteX33" fmla="*/ 72399 w 359149"/>
                <a:gd name="connsiteY33" fmla="*/ 1176693 h 2010656"/>
                <a:gd name="connsiteX34" fmla="*/ 54171 w 359149"/>
                <a:gd name="connsiteY34" fmla="*/ 1090334 h 2010656"/>
                <a:gd name="connsiteX35" fmla="*/ 22845 w 359149"/>
                <a:gd name="connsiteY35" fmla="*/ 906759 h 2010656"/>
                <a:gd name="connsiteX36" fmla="*/ 4318 w 359149"/>
                <a:gd name="connsiteY36" fmla="*/ 720395 h 2010656"/>
                <a:gd name="connsiteX37" fmla="*/ 1629 w 359149"/>
                <a:gd name="connsiteY37" fmla="*/ 675572 h 2010656"/>
                <a:gd name="connsiteX38" fmla="*/ 583 w 359149"/>
                <a:gd name="connsiteY38" fmla="*/ 631148 h 2010656"/>
                <a:gd name="connsiteX39" fmla="*/ 334 w 359149"/>
                <a:gd name="connsiteY39" fmla="*/ 545337 h 2010656"/>
                <a:gd name="connsiteX40" fmla="*/ 11838 w 359149"/>
                <a:gd name="connsiteY40" fmla="*/ 386614 h 2010656"/>
                <a:gd name="connsiteX41" fmla="*/ 21799 w 359149"/>
                <a:gd name="connsiteY41" fmla="*/ 315096 h 2010656"/>
                <a:gd name="connsiteX42" fmla="*/ 35644 w 359149"/>
                <a:gd name="connsiteY42" fmla="*/ 249655 h 2010656"/>
                <a:gd name="connsiteX43" fmla="*/ 69660 w 359149"/>
                <a:gd name="connsiteY43" fmla="*/ 138892 h 2010656"/>
                <a:gd name="connsiteX44" fmla="*/ 88536 w 359149"/>
                <a:gd name="connsiteY44" fmla="*/ 94717 h 2010656"/>
                <a:gd name="connsiteX45" fmla="*/ 109204 w 359149"/>
                <a:gd name="connsiteY45" fmla="*/ 58659 h 2010656"/>
                <a:gd name="connsiteX46" fmla="*/ 187993 w 359149"/>
                <a:gd name="connsiteY46" fmla="*/ 738 h 2010656"/>
                <a:gd name="connsiteX47" fmla="*/ 240933 w 359149"/>
                <a:gd name="connsiteY47" fmla="*/ 82167 h 2010656"/>
                <a:gd name="connsiteX48" fmla="*/ 247956 w 359149"/>
                <a:gd name="connsiteY48" fmla="*/ 120814 h 2010656"/>
                <a:gd name="connsiteX49" fmla="*/ 253783 w 359149"/>
                <a:gd name="connsiteY49" fmla="*/ 165985 h 2010656"/>
              </a:gdLst>
              <a:ahLst/>
              <a:cxnLst/>
              <a:rect l="l" t="t" r="r" b="b"/>
              <a:pathLst>
                <a:path w="359149" h="2010656">
                  <a:moveTo>
                    <a:pt x="253783" y="165985"/>
                  </a:moveTo>
                  <a:cubicBezTo>
                    <a:pt x="257219" y="198108"/>
                    <a:pt x="257966" y="233768"/>
                    <a:pt x="260008" y="273511"/>
                  </a:cubicBezTo>
                  <a:cubicBezTo>
                    <a:pt x="260705" y="293432"/>
                    <a:pt x="261004" y="314065"/>
                    <a:pt x="260905" y="335416"/>
                  </a:cubicBezTo>
                  <a:cubicBezTo>
                    <a:pt x="261303" y="356831"/>
                    <a:pt x="261452" y="379044"/>
                    <a:pt x="261801" y="402252"/>
                  </a:cubicBezTo>
                  <a:cubicBezTo>
                    <a:pt x="260954" y="448270"/>
                    <a:pt x="261801" y="497575"/>
                    <a:pt x="260855" y="549371"/>
                  </a:cubicBezTo>
                  <a:cubicBezTo>
                    <a:pt x="260855" y="575269"/>
                    <a:pt x="260855" y="601963"/>
                    <a:pt x="260556" y="629056"/>
                  </a:cubicBezTo>
                  <a:cubicBezTo>
                    <a:pt x="260556" y="642752"/>
                    <a:pt x="260207" y="656448"/>
                    <a:pt x="260058" y="670442"/>
                  </a:cubicBezTo>
                  <a:cubicBezTo>
                    <a:pt x="259908" y="684437"/>
                    <a:pt x="260058" y="698382"/>
                    <a:pt x="260058" y="712526"/>
                  </a:cubicBezTo>
                  <a:cubicBezTo>
                    <a:pt x="259361" y="769352"/>
                    <a:pt x="260506" y="828369"/>
                    <a:pt x="260357" y="888929"/>
                  </a:cubicBezTo>
                  <a:cubicBezTo>
                    <a:pt x="261452" y="949689"/>
                    <a:pt x="261851" y="1009104"/>
                    <a:pt x="263644" y="1066827"/>
                  </a:cubicBezTo>
                  <a:cubicBezTo>
                    <a:pt x="264042" y="1095712"/>
                    <a:pt x="264939" y="1124050"/>
                    <a:pt x="265885" y="1151940"/>
                  </a:cubicBezTo>
                  <a:cubicBezTo>
                    <a:pt x="266831" y="1179830"/>
                    <a:pt x="267628" y="1207271"/>
                    <a:pt x="268475" y="1233916"/>
                  </a:cubicBezTo>
                  <a:cubicBezTo>
                    <a:pt x="272558" y="1340645"/>
                    <a:pt x="276842" y="1437512"/>
                    <a:pt x="280876" y="1519339"/>
                  </a:cubicBezTo>
                  <a:cubicBezTo>
                    <a:pt x="282569" y="1556840"/>
                    <a:pt x="284113" y="1591055"/>
                    <a:pt x="285209" y="1622232"/>
                  </a:cubicBezTo>
                  <a:lnTo>
                    <a:pt x="285209" y="1622232"/>
                  </a:lnTo>
                  <a:cubicBezTo>
                    <a:pt x="295817" y="1689467"/>
                    <a:pt x="310409" y="1761681"/>
                    <a:pt x="335410" y="1826425"/>
                  </a:cubicBezTo>
                  <a:cubicBezTo>
                    <a:pt x="338548" y="1834892"/>
                    <a:pt x="342034" y="1843159"/>
                    <a:pt x="345620" y="1851327"/>
                  </a:cubicBezTo>
                  <a:cubicBezTo>
                    <a:pt x="354883" y="1872095"/>
                    <a:pt x="365043" y="1896150"/>
                    <a:pt x="354983" y="1916619"/>
                  </a:cubicBezTo>
                  <a:cubicBezTo>
                    <a:pt x="346915" y="1932756"/>
                    <a:pt x="328587" y="1940824"/>
                    <a:pt x="311704" y="1947447"/>
                  </a:cubicBezTo>
                  <a:cubicBezTo>
                    <a:pt x="276393" y="1961193"/>
                    <a:pt x="240784" y="1974939"/>
                    <a:pt x="205125" y="1988236"/>
                  </a:cubicBezTo>
                  <a:cubicBezTo>
                    <a:pt x="167474" y="2002181"/>
                    <a:pt x="125838" y="2015827"/>
                    <a:pt x="87490" y="2008705"/>
                  </a:cubicBezTo>
                  <a:cubicBezTo>
                    <a:pt x="75796" y="2006589"/>
                    <a:pt x="68036" y="1995393"/>
                    <a:pt x="70153" y="1983699"/>
                  </a:cubicBezTo>
                  <a:cubicBezTo>
                    <a:pt x="70576" y="1981358"/>
                    <a:pt x="71388" y="1979107"/>
                    <a:pt x="72549" y="1977030"/>
                  </a:cubicBezTo>
                  <a:cubicBezTo>
                    <a:pt x="77469" y="1969157"/>
                    <a:pt x="83645" y="1962144"/>
                    <a:pt x="90826" y="1956263"/>
                  </a:cubicBezTo>
                  <a:cubicBezTo>
                    <a:pt x="104572" y="1944658"/>
                    <a:pt x="120708" y="1936341"/>
                    <a:pt x="135301" y="1926132"/>
                  </a:cubicBezTo>
                  <a:cubicBezTo>
                    <a:pt x="141307" y="1922053"/>
                    <a:pt x="147044" y="1917595"/>
                    <a:pt x="152483" y="1912784"/>
                  </a:cubicBezTo>
                  <a:cubicBezTo>
                    <a:pt x="186020" y="1883953"/>
                    <a:pt x="209617" y="1845281"/>
                    <a:pt x="219916" y="1802271"/>
                  </a:cubicBezTo>
                  <a:cubicBezTo>
                    <a:pt x="227885" y="1768006"/>
                    <a:pt x="225594" y="1713671"/>
                    <a:pt x="215285" y="1668699"/>
                  </a:cubicBezTo>
                  <a:lnTo>
                    <a:pt x="215285" y="1668201"/>
                  </a:lnTo>
                  <a:cubicBezTo>
                    <a:pt x="211525" y="1650236"/>
                    <a:pt x="205394" y="1632855"/>
                    <a:pt x="197057" y="1616505"/>
                  </a:cubicBezTo>
                  <a:cubicBezTo>
                    <a:pt x="197057" y="1616505"/>
                    <a:pt x="197057" y="1616206"/>
                    <a:pt x="197057" y="1616057"/>
                  </a:cubicBezTo>
                  <a:cubicBezTo>
                    <a:pt x="188839" y="1592450"/>
                    <a:pt x="180273" y="1566702"/>
                    <a:pt x="171558" y="1539061"/>
                  </a:cubicBezTo>
                  <a:cubicBezTo>
                    <a:pt x="146208" y="1460322"/>
                    <a:pt x="118567" y="1365596"/>
                    <a:pt x="91872" y="1258967"/>
                  </a:cubicBezTo>
                  <a:cubicBezTo>
                    <a:pt x="84999" y="1232422"/>
                    <a:pt x="78973" y="1204881"/>
                    <a:pt x="72399" y="1176693"/>
                  </a:cubicBezTo>
                  <a:cubicBezTo>
                    <a:pt x="65825" y="1148504"/>
                    <a:pt x="59749" y="1119867"/>
                    <a:pt x="54171" y="1090334"/>
                  </a:cubicBezTo>
                  <a:cubicBezTo>
                    <a:pt x="42069" y="1031516"/>
                    <a:pt x="32158" y="969959"/>
                    <a:pt x="22845" y="906759"/>
                  </a:cubicBezTo>
                  <a:cubicBezTo>
                    <a:pt x="14976" y="843260"/>
                    <a:pt x="7655" y="781006"/>
                    <a:pt x="4318" y="720395"/>
                  </a:cubicBezTo>
                  <a:cubicBezTo>
                    <a:pt x="3422" y="705454"/>
                    <a:pt x="2525" y="690513"/>
                    <a:pt x="1629" y="675572"/>
                  </a:cubicBezTo>
                  <a:cubicBezTo>
                    <a:pt x="732" y="660631"/>
                    <a:pt x="981" y="645690"/>
                    <a:pt x="583" y="631148"/>
                  </a:cubicBezTo>
                  <a:cubicBezTo>
                    <a:pt x="284" y="601963"/>
                    <a:pt x="-413" y="573376"/>
                    <a:pt x="334" y="545337"/>
                  </a:cubicBezTo>
                  <a:cubicBezTo>
                    <a:pt x="2476" y="489358"/>
                    <a:pt x="4966" y="436367"/>
                    <a:pt x="11838" y="386614"/>
                  </a:cubicBezTo>
                  <a:cubicBezTo>
                    <a:pt x="14976" y="361712"/>
                    <a:pt x="17865" y="337906"/>
                    <a:pt x="21799" y="315096"/>
                  </a:cubicBezTo>
                  <a:cubicBezTo>
                    <a:pt x="25734" y="292286"/>
                    <a:pt x="30863" y="270273"/>
                    <a:pt x="35644" y="249655"/>
                  </a:cubicBezTo>
                  <a:cubicBezTo>
                    <a:pt x="44186" y="211934"/>
                    <a:pt x="55556" y="174905"/>
                    <a:pt x="69660" y="138892"/>
                  </a:cubicBezTo>
                  <a:cubicBezTo>
                    <a:pt x="75836" y="122906"/>
                    <a:pt x="81962" y="108064"/>
                    <a:pt x="88536" y="94717"/>
                  </a:cubicBezTo>
                  <a:cubicBezTo>
                    <a:pt x="95110" y="81370"/>
                    <a:pt x="102381" y="69317"/>
                    <a:pt x="109204" y="58659"/>
                  </a:cubicBezTo>
                  <a:cubicBezTo>
                    <a:pt x="136795" y="16078"/>
                    <a:pt x="163987" y="-4242"/>
                    <a:pt x="187993" y="738"/>
                  </a:cubicBezTo>
                  <a:cubicBezTo>
                    <a:pt x="211998" y="5719"/>
                    <a:pt x="229927" y="35053"/>
                    <a:pt x="240933" y="82167"/>
                  </a:cubicBezTo>
                  <a:cubicBezTo>
                    <a:pt x="243722" y="94020"/>
                    <a:pt x="245914" y="106819"/>
                    <a:pt x="247956" y="120814"/>
                  </a:cubicBezTo>
                  <a:cubicBezTo>
                    <a:pt x="249998" y="134809"/>
                    <a:pt x="252338" y="149899"/>
                    <a:pt x="253783" y="165985"/>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7" name="标题 1"/>
            <p:cNvSpPr txBox="1"/>
            <p:nvPr/>
          </p:nvSpPr>
          <p:spPr>
            <a:xfrm>
              <a:off x="9162747" y="4754839"/>
              <a:ext cx="18648" cy="52744"/>
            </a:xfrm>
            <a:custGeom>
              <a:avLst/>
              <a:gdLst>
                <a:gd name="connsiteX0" fmla="*/ 18278 w 18277"/>
                <a:gd name="connsiteY0" fmla="*/ 51696 h 51695"/>
                <a:gd name="connsiteX1" fmla="*/ 9961 w 18277"/>
                <a:gd name="connsiteY1" fmla="*/ 28338 h 51695"/>
                <a:gd name="connsiteX2" fmla="*/ 0 w 18277"/>
                <a:gd name="connsiteY2" fmla="*/ 0 h 51695"/>
                <a:gd name="connsiteX3" fmla="*/ 18278 w 18277"/>
                <a:gd name="connsiteY3" fmla="*/ 51696 h 51695"/>
              </a:gdLst>
              <a:ahLst/>
              <a:cxnLst/>
              <a:rect l="l" t="t" r="r" b="b"/>
              <a:pathLst>
                <a:path w="18277" h="51695">
                  <a:moveTo>
                    <a:pt x="18278" y="51696"/>
                  </a:moveTo>
                  <a:cubicBezTo>
                    <a:pt x="15539" y="44175"/>
                    <a:pt x="12750" y="36755"/>
                    <a:pt x="9961" y="28338"/>
                  </a:cubicBezTo>
                  <a:cubicBezTo>
                    <a:pt x="6723" y="19224"/>
                    <a:pt x="3486" y="9861"/>
                    <a:pt x="0" y="0"/>
                  </a:cubicBezTo>
                  <a:cubicBezTo>
                    <a:pt x="8352" y="16345"/>
                    <a:pt x="14498" y="33731"/>
                    <a:pt x="18278" y="51696"/>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8" name="标题 1"/>
            <p:cNvSpPr txBox="1"/>
            <p:nvPr/>
          </p:nvSpPr>
          <p:spPr>
            <a:xfrm>
              <a:off x="9317120" y="2141364"/>
              <a:ext cx="176274" cy="247969"/>
            </a:xfrm>
            <a:custGeom>
              <a:avLst/>
              <a:gdLst>
                <a:gd name="connsiteX0" fmla="*/ 0 w 172767"/>
                <a:gd name="connsiteY0" fmla="*/ 216246 h 243036"/>
                <a:gd name="connsiteX1" fmla="*/ 70970 w 172767"/>
                <a:gd name="connsiteY1" fmla="*/ 242990 h 243036"/>
                <a:gd name="connsiteX2" fmla="*/ 140196 w 172767"/>
                <a:gd name="connsiteY2" fmla="*/ 218935 h 243036"/>
                <a:gd name="connsiteX3" fmla="*/ 139100 w 172767"/>
                <a:gd name="connsiteY3" fmla="*/ 164152 h 243036"/>
                <a:gd name="connsiteX4" fmla="*/ 139598 w 172767"/>
                <a:gd name="connsiteY4" fmla="*/ 151502 h 243036"/>
                <a:gd name="connsiteX5" fmla="*/ 139598 w 172767"/>
                <a:gd name="connsiteY5" fmla="*/ 151103 h 243036"/>
                <a:gd name="connsiteX6" fmla="*/ 140594 w 172767"/>
                <a:gd name="connsiteY6" fmla="*/ 136511 h 243036"/>
                <a:gd name="connsiteX7" fmla="*/ 149061 w 172767"/>
                <a:gd name="connsiteY7" fmla="*/ 82175 h 243036"/>
                <a:gd name="connsiteX8" fmla="*/ 149858 w 172767"/>
                <a:gd name="connsiteY8" fmla="*/ 78341 h 243036"/>
                <a:gd name="connsiteX9" fmla="*/ 154041 w 172767"/>
                <a:gd name="connsiteY9" fmla="*/ 60113 h 243036"/>
                <a:gd name="connsiteX10" fmla="*/ 154041 w 172767"/>
                <a:gd name="connsiteY10" fmla="*/ 60113 h 243036"/>
                <a:gd name="connsiteX11" fmla="*/ 172767 w 172767"/>
                <a:gd name="connsiteY11" fmla="*/ 0 h 243036"/>
                <a:gd name="connsiteX12" fmla="*/ 70721 w 172767"/>
                <a:gd name="connsiteY12" fmla="*/ 44823 h 243036"/>
                <a:gd name="connsiteX13" fmla="*/ 66886 w 172767"/>
                <a:gd name="connsiteY13" fmla="*/ 63549 h 243036"/>
                <a:gd name="connsiteX14" fmla="*/ 62354 w 172767"/>
                <a:gd name="connsiteY14" fmla="*/ 82076 h 243036"/>
                <a:gd name="connsiteX15" fmla="*/ 60710 w 172767"/>
                <a:gd name="connsiteY15" fmla="*/ 88002 h 243036"/>
                <a:gd name="connsiteX16" fmla="*/ 54335 w 172767"/>
                <a:gd name="connsiteY16" fmla="*/ 109368 h 243036"/>
                <a:gd name="connsiteX17" fmla="*/ 53787 w 172767"/>
                <a:gd name="connsiteY17" fmla="*/ 111061 h 243036"/>
                <a:gd name="connsiteX18" fmla="*/ 48309 w 172767"/>
                <a:gd name="connsiteY18" fmla="*/ 127048 h 243036"/>
                <a:gd name="connsiteX19" fmla="*/ 43877 w 172767"/>
                <a:gd name="connsiteY19" fmla="*/ 138752 h 243036"/>
                <a:gd name="connsiteX20" fmla="*/ 43877 w 172767"/>
                <a:gd name="connsiteY20" fmla="*/ 139350 h 243036"/>
                <a:gd name="connsiteX21" fmla="*/ 0 w 172767"/>
                <a:gd name="connsiteY21" fmla="*/ 216246 h 243036"/>
              </a:gdLst>
              <a:ahLst/>
              <a:cxnLst/>
              <a:rect l="l" t="t" r="r" b="b"/>
              <a:pathLst>
                <a:path w="172767" h="243036">
                  <a:moveTo>
                    <a:pt x="0" y="216246"/>
                  </a:moveTo>
                  <a:cubicBezTo>
                    <a:pt x="20031" y="232795"/>
                    <a:pt x="44997" y="242203"/>
                    <a:pt x="70970" y="242990"/>
                  </a:cubicBezTo>
                  <a:cubicBezTo>
                    <a:pt x="96818" y="243787"/>
                    <a:pt x="119578" y="234324"/>
                    <a:pt x="140196" y="218935"/>
                  </a:cubicBezTo>
                  <a:cubicBezTo>
                    <a:pt x="138951" y="200657"/>
                    <a:pt x="138553" y="182330"/>
                    <a:pt x="139100" y="164152"/>
                  </a:cubicBezTo>
                  <a:cubicBezTo>
                    <a:pt x="139100" y="159918"/>
                    <a:pt x="139100" y="155635"/>
                    <a:pt x="139598" y="151502"/>
                  </a:cubicBezTo>
                  <a:lnTo>
                    <a:pt x="139598" y="151103"/>
                  </a:lnTo>
                  <a:cubicBezTo>
                    <a:pt x="139598" y="146123"/>
                    <a:pt x="140196" y="141143"/>
                    <a:pt x="140594" y="136511"/>
                  </a:cubicBezTo>
                  <a:cubicBezTo>
                    <a:pt x="142144" y="118223"/>
                    <a:pt x="144972" y="100065"/>
                    <a:pt x="149061" y="82175"/>
                  </a:cubicBezTo>
                  <a:cubicBezTo>
                    <a:pt x="149360" y="80930"/>
                    <a:pt x="149559" y="79586"/>
                    <a:pt x="149858" y="78341"/>
                  </a:cubicBezTo>
                  <a:cubicBezTo>
                    <a:pt x="151103" y="72265"/>
                    <a:pt x="152547" y="66189"/>
                    <a:pt x="154041" y="60113"/>
                  </a:cubicBezTo>
                  <a:lnTo>
                    <a:pt x="154041" y="60113"/>
                  </a:lnTo>
                  <a:cubicBezTo>
                    <a:pt x="159101" y="39728"/>
                    <a:pt x="165357" y="19652"/>
                    <a:pt x="172767" y="0"/>
                  </a:cubicBezTo>
                  <a:cubicBezTo>
                    <a:pt x="136560" y="9961"/>
                    <a:pt x="100553" y="22063"/>
                    <a:pt x="70721" y="44823"/>
                  </a:cubicBezTo>
                  <a:cubicBezTo>
                    <a:pt x="69575" y="51048"/>
                    <a:pt x="68280" y="57373"/>
                    <a:pt x="66886" y="63549"/>
                  </a:cubicBezTo>
                  <a:cubicBezTo>
                    <a:pt x="65491" y="69725"/>
                    <a:pt x="63997" y="75900"/>
                    <a:pt x="62354" y="82076"/>
                  </a:cubicBezTo>
                  <a:cubicBezTo>
                    <a:pt x="61806" y="84068"/>
                    <a:pt x="61308" y="86160"/>
                    <a:pt x="60710" y="88002"/>
                  </a:cubicBezTo>
                  <a:cubicBezTo>
                    <a:pt x="58768" y="95274"/>
                    <a:pt x="56626" y="102346"/>
                    <a:pt x="54335" y="109368"/>
                  </a:cubicBezTo>
                  <a:cubicBezTo>
                    <a:pt x="54335" y="109966"/>
                    <a:pt x="53937" y="110513"/>
                    <a:pt x="53787" y="111061"/>
                  </a:cubicBezTo>
                  <a:cubicBezTo>
                    <a:pt x="52044" y="116440"/>
                    <a:pt x="50251" y="121769"/>
                    <a:pt x="48309" y="127048"/>
                  </a:cubicBezTo>
                  <a:cubicBezTo>
                    <a:pt x="46865" y="131032"/>
                    <a:pt x="45421" y="134917"/>
                    <a:pt x="43877" y="138752"/>
                  </a:cubicBezTo>
                  <a:cubicBezTo>
                    <a:pt x="43896" y="138951"/>
                    <a:pt x="43896" y="139150"/>
                    <a:pt x="43877" y="139350"/>
                  </a:cubicBezTo>
                  <a:cubicBezTo>
                    <a:pt x="32023" y="169680"/>
                    <a:pt x="17780" y="188456"/>
                    <a:pt x="0" y="216246"/>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9" name="标题 1"/>
            <p:cNvSpPr txBox="1"/>
            <p:nvPr/>
          </p:nvSpPr>
          <p:spPr>
            <a:xfrm>
              <a:off x="9361735" y="2206152"/>
              <a:ext cx="101628" cy="77339"/>
            </a:xfrm>
            <a:custGeom>
              <a:avLst/>
              <a:gdLst>
                <a:gd name="connsiteX0" fmla="*/ 0 w 99606"/>
                <a:gd name="connsiteY0" fmla="*/ 75801 h 75800"/>
                <a:gd name="connsiteX1" fmla="*/ 99606 w 99606"/>
                <a:gd name="connsiteY1" fmla="*/ 9015 h 75800"/>
                <a:gd name="connsiteX2" fmla="*/ 23159 w 99606"/>
                <a:gd name="connsiteY2" fmla="*/ 0 h 75800"/>
                <a:gd name="connsiteX3" fmla="*/ 18627 w 99606"/>
                <a:gd name="connsiteY3" fmla="*/ 18527 h 75800"/>
                <a:gd name="connsiteX4" fmla="*/ 16983 w 99606"/>
                <a:gd name="connsiteY4" fmla="*/ 24453 h 75800"/>
                <a:gd name="connsiteX5" fmla="*/ 10608 w 99606"/>
                <a:gd name="connsiteY5" fmla="*/ 45819 h 75800"/>
                <a:gd name="connsiteX6" fmla="*/ 10060 w 99606"/>
                <a:gd name="connsiteY6" fmla="*/ 47512 h 75800"/>
                <a:gd name="connsiteX7" fmla="*/ 4582 w 99606"/>
                <a:gd name="connsiteY7" fmla="*/ 63499 h 75800"/>
                <a:gd name="connsiteX8" fmla="*/ 150 w 99606"/>
                <a:gd name="connsiteY8" fmla="*/ 75203 h 75800"/>
                <a:gd name="connsiteX9" fmla="*/ 0 w 99606"/>
                <a:gd name="connsiteY9" fmla="*/ 75801 h 75800"/>
              </a:gdLst>
              <a:ahLst/>
              <a:cxnLst/>
              <a:rect l="l" t="t" r="r" b="b"/>
              <a:pathLst>
                <a:path w="99606" h="75800">
                  <a:moveTo>
                    <a:pt x="0" y="75801"/>
                  </a:moveTo>
                  <a:cubicBezTo>
                    <a:pt x="70023" y="75801"/>
                    <a:pt x="99606" y="9015"/>
                    <a:pt x="99606" y="9015"/>
                  </a:cubicBezTo>
                  <a:lnTo>
                    <a:pt x="23159" y="0"/>
                  </a:lnTo>
                  <a:cubicBezTo>
                    <a:pt x="21764" y="6176"/>
                    <a:pt x="20270" y="12351"/>
                    <a:pt x="18627" y="18527"/>
                  </a:cubicBezTo>
                  <a:cubicBezTo>
                    <a:pt x="18079" y="20519"/>
                    <a:pt x="17581" y="22611"/>
                    <a:pt x="16983" y="24453"/>
                  </a:cubicBezTo>
                  <a:cubicBezTo>
                    <a:pt x="15041" y="31725"/>
                    <a:pt x="12899" y="38797"/>
                    <a:pt x="10608" y="45819"/>
                  </a:cubicBezTo>
                  <a:cubicBezTo>
                    <a:pt x="10608" y="46417"/>
                    <a:pt x="10210" y="46965"/>
                    <a:pt x="10060" y="47512"/>
                  </a:cubicBezTo>
                  <a:cubicBezTo>
                    <a:pt x="8317" y="52891"/>
                    <a:pt x="6524" y="58220"/>
                    <a:pt x="4582" y="63499"/>
                  </a:cubicBezTo>
                  <a:cubicBezTo>
                    <a:pt x="3138" y="67483"/>
                    <a:pt x="1693" y="71368"/>
                    <a:pt x="150" y="75203"/>
                  </a:cubicBezTo>
                  <a:cubicBezTo>
                    <a:pt x="120" y="75407"/>
                    <a:pt x="70" y="75606"/>
                    <a:pt x="0" y="75801"/>
                  </a:cubicBezTo>
                  <a:close/>
                </a:path>
              </a:pathLst>
            </a:custGeom>
            <a:solidFill>
              <a:srgbClr val="C66745">
                <a:alpha val="100000"/>
              </a:srgbClr>
            </a:solidFill>
            <a:ln w="4973" cap="flat">
              <a:noFill/>
              <a:miter/>
            </a:ln>
          </p:spPr>
          <p:txBody>
            <a:bodyPr vert="horz" wrap="square" lIns="91440" tIns="45720" rIns="91440" bIns="45720" rtlCol="0" anchor="ctr"/>
            <a:lstStyle/>
            <a:p>
              <a:pPr algn="l"/>
              <a:endParaRPr kumimoji="1" lang="zh-CN" altLang="en-US"/>
            </a:p>
          </p:txBody>
        </p:sp>
        <p:sp>
          <p:nvSpPr>
            <p:cNvPr id="40" name="标题 1"/>
            <p:cNvSpPr txBox="1"/>
            <p:nvPr/>
          </p:nvSpPr>
          <p:spPr>
            <a:xfrm>
              <a:off x="9310461" y="2005436"/>
              <a:ext cx="193396" cy="235031"/>
            </a:xfrm>
            <a:custGeom>
              <a:avLst/>
              <a:gdLst>
                <a:gd name="connsiteX0" fmla="*/ 6178 w 189548"/>
                <a:gd name="connsiteY0" fmla="*/ 198117 h 230355"/>
                <a:gd name="connsiteX1" fmla="*/ 93135 w 189548"/>
                <a:gd name="connsiteY1" fmla="*/ 229195 h 230355"/>
                <a:gd name="connsiteX2" fmla="*/ 162062 w 189548"/>
                <a:gd name="connsiteY2" fmla="*/ 189352 h 230355"/>
                <a:gd name="connsiteX3" fmla="*/ 165548 w 189548"/>
                <a:gd name="connsiteY3" fmla="*/ 185368 h 230355"/>
                <a:gd name="connsiteX4" fmla="*/ 168288 w 189548"/>
                <a:gd name="connsiteY4" fmla="*/ 175158 h 230355"/>
                <a:gd name="connsiteX5" fmla="*/ 178647 w 189548"/>
                <a:gd name="connsiteY5" fmla="*/ 148563 h 230355"/>
                <a:gd name="connsiteX6" fmla="*/ 189454 w 189548"/>
                <a:gd name="connsiteY6" fmla="*/ 102744 h 230355"/>
                <a:gd name="connsiteX7" fmla="*/ 163656 w 189548"/>
                <a:gd name="connsiteY7" fmla="*/ 52194 h 230355"/>
                <a:gd name="connsiteX8" fmla="*/ 81281 w 189548"/>
                <a:gd name="connsiteY8" fmla="*/ 0 h 230355"/>
                <a:gd name="connsiteX9" fmla="*/ 63850 w 189548"/>
                <a:gd name="connsiteY9" fmla="*/ 37601 h 230355"/>
                <a:gd name="connsiteX10" fmla="*/ 63850 w 189548"/>
                <a:gd name="connsiteY10" fmla="*/ 37601 h 230355"/>
                <a:gd name="connsiteX11" fmla="*/ 57127 w 189548"/>
                <a:gd name="connsiteY11" fmla="*/ 52094 h 230355"/>
                <a:gd name="connsiteX12" fmla="*/ 14794 w 189548"/>
                <a:gd name="connsiteY12" fmla="*/ 122317 h 230355"/>
                <a:gd name="connsiteX13" fmla="*/ 6178 w 189548"/>
                <a:gd name="connsiteY13" fmla="*/ 198117 h 230355"/>
              </a:gdLst>
              <a:ahLst/>
              <a:cxnLst/>
              <a:rect l="l" t="t" r="r" b="b"/>
              <a:pathLst>
                <a:path w="189548" h="230355">
                  <a:moveTo>
                    <a:pt x="6178" y="198117"/>
                  </a:moveTo>
                  <a:cubicBezTo>
                    <a:pt x="20422" y="224065"/>
                    <a:pt x="63950" y="233976"/>
                    <a:pt x="93135" y="229195"/>
                  </a:cubicBezTo>
                  <a:cubicBezTo>
                    <a:pt x="122319" y="224413"/>
                    <a:pt x="141892" y="211265"/>
                    <a:pt x="162062" y="189352"/>
                  </a:cubicBezTo>
                  <a:cubicBezTo>
                    <a:pt x="163208" y="188057"/>
                    <a:pt x="164403" y="186762"/>
                    <a:pt x="165548" y="185368"/>
                  </a:cubicBezTo>
                  <a:cubicBezTo>
                    <a:pt x="166296" y="181981"/>
                    <a:pt x="167192" y="178545"/>
                    <a:pt x="168288" y="175158"/>
                  </a:cubicBezTo>
                  <a:cubicBezTo>
                    <a:pt x="171126" y="166144"/>
                    <a:pt x="175061" y="157329"/>
                    <a:pt x="178647" y="148563"/>
                  </a:cubicBezTo>
                  <a:cubicBezTo>
                    <a:pt x="184723" y="133921"/>
                    <a:pt x="190350" y="118681"/>
                    <a:pt x="189454" y="102744"/>
                  </a:cubicBezTo>
                  <a:cubicBezTo>
                    <a:pt x="188408" y="83371"/>
                    <a:pt x="177651" y="65940"/>
                    <a:pt x="163656" y="52194"/>
                  </a:cubicBezTo>
                  <a:cubicBezTo>
                    <a:pt x="137529" y="32775"/>
                    <a:pt x="109998" y="15329"/>
                    <a:pt x="81281" y="0"/>
                  </a:cubicBezTo>
                  <a:lnTo>
                    <a:pt x="63850" y="37601"/>
                  </a:lnTo>
                  <a:lnTo>
                    <a:pt x="63850" y="37601"/>
                  </a:lnTo>
                  <a:cubicBezTo>
                    <a:pt x="61883" y="42557"/>
                    <a:pt x="59637" y="47393"/>
                    <a:pt x="57127" y="52094"/>
                  </a:cubicBezTo>
                  <a:cubicBezTo>
                    <a:pt x="44377" y="76299"/>
                    <a:pt x="26647" y="97664"/>
                    <a:pt x="14794" y="122317"/>
                  </a:cubicBezTo>
                  <a:cubicBezTo>
                    <a:pt x="2941" y="146969"/>
                    <a:pt x="-6820" y="174112"/>
                    <a:pt x="6178" y="198117"/>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41" name="标题 1"/>
            <p:cNvSpPr txBox="1"/>
            <p:nvPr/>
          </p:nvSpPr>
          <p:spPr>
            <a:xfrm>
              <a:off x="9471036" y="2137248"/>
              <a:ext cx="51772" cy="62641"/>
            </a:xfrm>
            <a:custGeom>
              <a:avLst/>
              <a:gdLst>
                <a:gd name="connsiteX0" fmla="*/ 22362 w 50742"/>
                <a:gd name="connsiteY0" fmla="*/ 11554 h 61395"/>
                <a:gd name="connsiteX1" fmla="*/ 34165 w 50742"/>
                <a:gd name="connsiteY1" fmla="*/ 0 h 61395"/>
                <a:gd name="connsiteX2" fmla="*/ 47064 w 50742"/>
                <a:gd name="connsiteY2" fmla="*/ 9612 h 61395"/>
                <a:gd name="connsiteX3" fmla="*/ 30604 w 50742"/>
                <a:gd name="connsiteY3" fmla="*/ 57727 h 61395"/>
                <a:gd name="connsiteX4" fmla="*/ 0 w 50742"/>
                <a:gd name="connsiteY4" fmla="*/ 58220 h 61395"/>
                <a:gd name="connsiteX5" fmla="*/ 22362 w 50742"/>
                <a:gd name="connsiteY5" fmla="*/ 11554 h 61395"/>
              </a:gdLst>
              <a:ahLst/>
              <a:cxnLst/>
              <a:rect l="l" t="t" r="r" b="b"/>
              <a:pathLst>
                <a:path w="50742" h="61395">
                  <a:moveTo>
                    <a:pt x="22362" y="11554"/>
                  </a:moveTo>
                  <a:cubicBezTo>
                    <a:pt x="24653" y="6225"/>
                    <a:pt x="28388" y="498"/>
                    <a:pt x="34165" y="0"/>
                  </a:cubicBezTo>
                  <a:cubicBezTo>
                    <a:pt x="39997" y="344"/>
                    <a:pt x="45067" y="4124"/>
                    <a:pt x="47064" y="9612"/>
                  </a:cubicBezTo>
                  <a:cubicBezTo>
                    <a:pt x="55805" y="27442"/>
                    <a:pt x="48434" y="48986"/>
                    <a:pt x="30604" y="57727"/>
                  </a:cubicBezTo>
                  <a:cubicBezTo>
                    <a:pt x="20982" y="62438"/>
                    <a:pt x="9766" y="62623"/>
                    <a:pt x="0" y="58220"/>
                  </a:cubicBezTo>
                  <a:cubicBezTo>
                    <a:pt x="6524" y="42681"/>
                    <a:pt x="15638" y="26993"/>
                    <a:pt x="22362" y="11554"/>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42" name="标题 1"/>
            <p:cNvSpPr txBox="1"/>
            <p:nvPr/>
          </p:nvSpPr>
          <p:spPr>
            <a:xfrm>
              <a:off x="9336718" y="2131293"/>
              <a:ext cx="76976" cy="54220"/>
            </a:xfrm>
            <a:custGeom>
              <a:avLst/>
              <a:gdLst>
                <a:gd name="connsiteX0" fmla="*/ 71434 w 75445"/>
                <a:gd name="connsiteY0" fmla="*/ 22720 h 53141"/>
                <a:gd name="connsiteX1" fmla="*/ 11670 w 75445"/>
                <a:gd name="connsiteY1" fmla="*/ 1205 h 53141"/>
                <a:gd name="connsiteX2" fmla="*/ 3766 w 75445"/>
                <a:gd name="connsiteY2" fmla="*/ 2146 h 53141"/>
                <a:gd name="connsiteX3" fmla="*/ 2805 w 75445"/>
                <a:gd name="connsiteY3" fmla="*/ 3994 h 53141"/>
                <a:gd name="connsiteX4" fmla="*/ 73625 w 75445"/>
                <a:gd name="connsiteY4" fmla="*/ 31436 h 53141"/>
                <a:gd name="connsiteX5" fmla="*/ 71434 w 75445"/>
                <a:gd name="connsiteY5" fmla="*/ 22720 h 53141"/>
              </a:gdLst>
              <a:ahLst/>
              <a:cxnLst/>
              <a:rect l="l" t="t" r="r" b="b"/>
              <a:pathLst>
                <a:path w="75445" h="53141">
                  <a:moveTo>
                    <a:pt x="71434" y="22720"/>
                  </a:moveTo>
                  <a:cubicBezTo>
                    <a:pt x="47229" y="19782"/>
                    <a:pt x="20983" y="8476"/>
                    <a:pt x="11670" y="1205"/>
                  </a:cubicBezTo>
                  <a:cubicBezTo>
                    <a:pt x="9230" y="-717"/>
                    <a:pt x="5688" y="-294"/>
                    <a:pt x="3766" y="2146"/>
                  </a:cubicBezTo>
                  <a:cubicBezTo>
                    <a:pt x="3333" y="2699"/>
                    <a:pt x="3009" y="3327"/>
                    <a:pt x="2805" y="3994"/>
                  </a:cubicBezTo>
                  <a:cubicBezTo>
                    <a:pt x="-14626" y="72872"/>
                    <a:pt x="54102" y="56686"/>
                    <a:pt x="73625" y="31436"/>
                  </a:cubicBezTo>
                  <a:cubicBezTo>
                    <a:pt x="76464" y="27750"/>
                    <a:pt x="76165" y="23318"/>
                    <a:pt x="71434" y="22720"/>
                  </a:cubicBezTo>
                  <a:close/>
                </a:path>
              </a:pathLst>
            </a:custGeom>
            <a:solidFill>
              <a:srgbClr val="FFFF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3" name="标题 1"/>
            <p:cNvSpPr txBox="1"/>
            <p:nvPr/>
          </p:nvSpPr>
          <p:spPr>
            <a:xfrm>
              <a:off x="9051718" y="2335962"/>
              <a:ext cx="562665" cy="721949"/>
            </a:xfrm>
            <a:custGeom>
              <a:avLst/>
              <a:gdLst>
                <a:gd name="connsiteX0" fmla="*/ 366851 w 551471"/>
                <a:gd name="connsiteY0" fmla="*/ 667185 h 707586"/>
                <a:gd name="connsiteX1" fmla="*/ 551123 w 551471"/>
                <a:gd name="connsiteY1" fmla="*/ 141910 h 707586"/>
                <a:gd name="connsiteX2" fmla="*/ 551471 w 551471"/>
                <a:gd name="connsiteY2" fmla="*/ 141910 h 707586"/>
                <a:gd name="connsiteX3" fmla="*/ 450371 w 551471"/>
                <a:gd name="connsiteY3" fmla="*/ 26416 h 707586"/>
                <a:gd name="connsiteX4" fmla="*/ 417999 w 551471"/>
                <a:gd name="connsiteY4" fmla="*/ 7889 h 707586"/>
                <a:gd name="connsiteX5" fmla="*/ 400269 w 551471"/>
                <a:gd name="connsiteY5" fmla="*/ 2909 h 707586"/>
                <a:gd name="connsiteX6" fmla="*/ 396633 w 551471"/>
                <a:gd name="connsiteY6" fmla="*/ 2013 h 707586"/>
                <a:gd name="connsiteX7" fmla="*/ 394392 w 551471"/>
                <a:gd name="connsiteY7" fmla="*/ 1714 h 707586"/>
                <a:gd name="connsiteX8" fmla="*/ 284426 w 551471"/>
                <a:gd name="connsiteY8" fmla="*/ 2760 h 707586"/>
                <a:gd name="connsiteX9" fmla="*/ 253548 w 551471"/>
                <a:gd name="connsiteY9" fmla="*/ 4005 h 707586"/>
                <a:gd name="connsiteX10" fmla="*/ 252403 w 551471"/>
                <a:gd name="connsiteY10" fmla="*/ 4005 h 707586"/>
                <a:gd name="connsiteX11" fmla="*/ 251955 w 551471"/>
                <a:gd name="connsiteY11" fmla="*/ 4005 h 707586"/>
                <a:gd name="connsiteX12" fmla="*/ 241994 w 551471"/>
                <a:gd name="connsiteY12" fmla="*/ 7391 h 707586"/>
                <a:gd name="connsiteX13" fmla="*/ 166691 w 551471"/>
                <a:gd name="connsiteY13" fmla="*/ 65462 h 707586"/>
                <a:gd name="connsiteX14" fmla="*/ 81478 w 551471"/>
                <a:gd name="connsiteY14" fmla="*/ 174780 h 707586"/>
                <a:gd name="connsiteX15" fmla="*/ 70173 w 551471"/>
                <a:gd name="connsiteY15" fmla="*/ 297495 h 707586"/>
                <a:gd name="connsiteX16" fmla="*/ 59216 w 551471"/>
                <a:gd name="connsiteY16" fmla="*/ 372200 h 707586"/>
                <a:gd name="connsiteX17" fmla="*/ 9961 w 551471"/>
                <a:gd name="connsiteY17" fmla="*/ 633617 h 707586"/>
                <a:gd name="connsiteX18" fmla="*/ 0 w 551471"/>
                <a:gd name="connsiteY18" fmla="*/ 664944 h 707586"/>
                <a:gd name="connsiteX19" fmla="*/ 386573 w 551471"/>
                <a:gd name="connsiteY19" fmla="*/ 689845 h 707586"/>
                <a:gd name="connsiteX20" fmla="*/ 366851 w 551471"/>
                <a:gd name="connsiteY20" fmla="*/ 667185 h 707586"/>
              </a:gdLst>
              <a:ahLst/>
              <a:cxnLst/>
              <a:rect l="l" t="t" r="r" b="b"/>
              <a:pathLst>
                <a:path w="551471" h="707586">
                  <a:moveTo>
                    <a:pt x="366851" y="667185"/>
                  </a:moveTo>
                  <a:cubicBezTo>
                    <a:pt x="309527" y="294457"/>
                    <a:pt x="540515" y="146940"/>
                    <a:pt x="551123" y="141910"/>
                  </a:cubicBezTo>
                  <a:cubicBezTo>
                    <a:pt x="551232" y="141865"/>
                    <a:pt x="551362" y="141865"/>
                    <a:pt x="551471" y="141910"/>
                  </a:cubicBezTo>
                  <a:cubicBezTo>
                    <a:pt x="514019" y="90463"/>
                    <a:pt x="476368" y="47284"/>
                    <a:pt x="450371" y="26416"/>
                  </a:cubicBezTo>
                  <a:cubicBezTo>
                    <a:pt x="440644" y="18542"/>
                    <a:pt x="429712" y="12287"/>
                    <a:pt x="417999" y="7889"/>
                  </a:cubicBezTo>
                  <a:cubicBezTo>
                    <a:pt x="412291" y="5578"/>
                    <a:pt x="406345" y="3910"/>
                    <a:pt x="400269" y="2909"/>
                  </a:cubicBezTo>
                  <a:cubicBezTo>
                    <a:pt x="399098" y="2466"/>
                    <a:pt x="397878" y="2162"/>
                    <a:pt x="396633" y="2013"/>
                  </a:cubicBezTo>
                  <a:cubicBezTo>
                    <a:pt x="395876" y="2003"/>
                    <a:pt x="395124" y="1903"/>
                    <a:pt x="394392" y="1714"/>
                  </a:cubicBezTo>
                  <a:cubicBezTo>
                    <a:pt x="356243" y="-3267"/>
                    <a:pt x="322625" y="4353"/>
                    <a:pt x="284426" y="2760"/>
                  </a:cubicBezTo>
                  <a:cubicBezTo>
                    <a:pt x="274117" y="2520"/>
                    <a:pt x="263803" y="2939"/>
                    <a:pt x="253548" y="4005"/>
                  </a:cubicBezTo>
                  <a:cubicBezTo>
                    <a:pt x="253170" y="4069"/>
                    <a:pt x="252781" y="4069"/>
                    <a:pt x="252403" y="4005"/>
                  </a:cubicBezTo>
                  <a:cubicBezTo>
                    <a:pt x="252258" y="4044"/>
                    <a:pt x="252099" y="4044"/>
                    <a:pt x="251955" y="4005"/>
                  </a:cubicBezTo>
                  <a:cubicBezTo>
                    <a:pt x="248548" y="4871"/>
                    <a:pt x="245221" y="6002"/>
                    <a:pt x="241994" y="7391"/>
                  </a:cubicBezTo>
                  <a:cubicBezTo>
                    <a:pt x="227053" y="12969"/>
                    <a:pt x="197868" y="28259"/>
                    <a:pt x="166691" y="65462"/>
                  </a:cubicBezTo>
                  <a:cubicBezTo>
                    <a:pt x="145575" y="90862"/>
                    <a:pt x="95224" y="122536"/>
                    <a:pt x="81478" y="174780"/>
                  </a:cubicBezTo>
                  <a:cubicBezTo>
                    <a:pt x="72115" y="209891"/>
                    <a:pt x="78490" y="257553"/>
                    <a:pt x="70173" y="297495"/>
                  </a:cubicBezTo>
                  <a:cubicBezTo>
                    <a:pt x="65222" y="322188"/>
                    <a:pt x="61567" y="347124"/>
                    <a:pt x="59216" y="372200"/>
                  </a:cubicBezTo>
                  <a:cubicBezTo>
                    <a:pt x="51098" y="460700"/>
                    <a:pt x="34603" y="548230"/>
                    <a:pt x="9961" y="633617"/>
                  </a:cubicBezTo>
                  <a:cubicBezTo>
                    <a:pt x="6923" y="644126"/>
                    <a:pt x="3486" y="654485"/>
                    <a:pt x="0" y="664944"/>
                  </a:cubicBezTo>
                  <a:cubicBezTo>
                    <a:pt x="128592" y="713053"/>
                    <a:pt x="231585" y="719129"/>
                    <a:pt x="386573" y="689845"/>
                  </a:cubicBezTo>
                  <a:cubicBezTo>
                    <a:pt x="374022" y="674705"/>
                    <a:pt x="366851" y="667185"/>
                    <a:pt x="366851" y="667185"/>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4" name="标题 1"/>
            <p:cNvSpPr txBox="1"/>
            <p:nvPr/>
          </p:nvSpPr>
          <p:spPr>
            <a:xfrm>
              <a:off x="9307687" y="2307323"/>
              <a:ext cx="152322" cy="107653"/>
            </a:xfrm>
            <a:custGeom>
              <a:avLst/>
              <a:gdLst>
                <a:gd name="connsiteX0" fmla="*/ 24286 w 149292"/>
                <a:gd name="connsiteY0" fmla="*/ 30430 h 105511"/>
                <a:gd name="connsiteX1" fmla="*/ 149292 w 149292"/>
                <a:gd name="connsiteY1" fmla="*/ 30878 h 105511"/>
                <a:gd name="connsiteX2" fmla="*/ 24286 w 149292"/>
                <a:gd name="connsiteY2" fmla="*/ 30430 h 105511"/>
              </a:gdLst>
              <a:ahLst/>
              <a:cxnLst/>
              <a:rect l="l" t="t" r="r" b="b"/>
              <a:pathLst>
                <a:path w="149292" h="105511">
                  <a:moveTo>
                    <a:pt x="24286" y="30430"/>
                  </a:moveTo>
                  <a:cubicBezTo>
                    <a:pt x="24286" y="30430"/>
                    <a:pt x="-81745" y="199064"/>
                    <a:pt x="149292" y="30878"/>
                  </a:cubicBezTo>
                  <a:cubicBezTo>
                    <a:pt x="149292" y="30878"/>
                    <a:pt x="136144" y="-38298"/>
                    <a:pt x="24286" y="30430"/>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45" name="标题 1"/>
            <p:cNvSpPr txBox="1"/>
            <p:nvPr/>
          </p:nvSpPr>
          <p:spPr>
            <a:xfrm>
              <a:off x="9460010" y="2290402"/>
              <a:ext cx="212759" cy="310423"/>
            </a:xfrm>
            <a:custGeom>
              <a:avLst/>
              <a:gdLst>
                <a:gd name="connsiteX0" fmla="*/ 0 w 208526"/>
                <a:gd name="connsiteY0" fmla="*/ 47462 h 304247"/>
                <a:gd name="connsiteX1" fmla="*/ 134070 w 208526"/>
                <a:gd name="connsiteY1" fmla="*/ 0 h 304247"/>
                <a:gd name="connsiteX2" fmla="*/ 208526 w 208526"/>
                <a:gd name="connsiteY2" fmla="*/ 177001 h 304247"/>
                <a:gd name="connsiteX3" fmla="*/ 37850 w 208526"/>
                <a:gd name="connsiteY3" fmla="*/ 304248 h 304247"/>
              </a:gdLst>
              <a:ahLst/>
              <a:cxnLst/>
              <a:rect l="l" t="t" r="r" b="b"/>
              <a:pathLst>
                <a:path w="208526" h="304247">
                  <a:moveTo>
                    <a:pt x="0" y="47462"/>
                  </a:moveTo>
                  <a:lnTo>
                    <a:pt x="134070" y="0"/>
                  </a:lnTo>
                  <a:cubicBezTo>
                    <a:pt x="134070" y="0"/>
                    <a:pt x="204143" y="27890"/>
                    <a:pt x="208526" y="177001"/>
                  </a:cubicBezTo>
                  <a:cubicBezTo>
                    <a:pt x="143832" y="207799"/>
                    <a:pt x="85836" y="251038"/>
                    <a:pt x="37850" y="304248"/>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6" name="标题 1"/>
            <p:cNvSpPr txBox="1"/>
            <p:nvPr/>
          </p:nvSpPr>
          <p:spPr>
            <a:xfrm>
              <a:off x="9087137" y="2264080"/>
              <a:ext cx="245329" cy="233440"/>
            </a:xfrm>
            <a:custGeom>
              <a:avLst/>
              <a:gdLst>
                <a:gd name="connsiteX0" fmla="*/ 240449 w 240448"/>
                <a:gd name="connsiteY0" fmla="*/ 72812 h 228796"/>
                <a:gd name="connsiteX1" fmla="*/ 77194 w 240448"/>
                <a:gd name="connsiteY1" fmla="*/ 0 h 228796"/>
                <a:gd name="connsiteX2" fmla="*/ 49 w 240448"/>
                <a:gd name="connsiteY2" fmla="*/ 169331 h 228796"/>
                <a:gd name="connsiteX3" fmla="*/ 88848 w 240448"/>
                <a:gd name="connsiteY3" fmla="*/ 228796 h 228796"/>
              </a:gdLst>
              <a:ahLst/>
              <a:cxnLst/>
              <a:rect l="l" t="t" r="r" b="b"/>
              <a:pathLst>
                <a:path w="240448" h="228796">
                  <a:moveTo>
                    <a:pt x="240449" y="72812"/>
                  </a:moveTo>
                  <a:lnTo>
                    <a:pt x="77194" y="0"/>
                  </a:lnTo>
                  <a:cubicBezTo>
                    <a:pt x="77194" y="0"/>
                    <a:pt x="-2242" y="43478"/>
                    <a:pt x="49" y="169331"/>
                  </a:cubicBezTo>
                  <a:lnTo>
                    <a:pt x="88848" y="228796"/>
                  </a:ln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7" name="标题 1"/>
            <p:cNvSpPr txBox="1"/>
            <p:nvPr/>
          </p:nvSpPr>
          <p:spPr>
            <a:xfrm>
              <a:off x="9033420" y="4968767"/>
              <a:ext cx="295190" cy="187970"/>
            </a:xfrm>
            <a:custGeom>
              <a:avLst/>
              <a:gdLst>
                <a:gd name="connsiteX0" fmla="*/ 285178 w 289317"/>
                <a:gd name="connsiteY0" fmla="*/ 90194 h 184230"/>
                <a:gd name="connsiteX1" fmla="*/ 241899 w 289317"/>
                <a:gd name="connsiteY1" fmla="*/ 121022 h 184230"/>
                <a:gd name="connsiteX2" fmla="*/ 135320 w 289317"/>
                <a:gd name="connsiteY2" fmla="*/ 161811 h 184230"/>
                <a:gd name="connsiteX3" fmla="*/ 17685 w 289317"/>
                <a:gd name="connsiteY3" fmla="*/ 182280 h 184230"/>
                <a:gd name="connsiteX4" fmla="*/ 348 w 289317"/>
                <a:gd name="connsiteY4" fmla="*/ 157274 h 184230"/>
                <a:gd name="connsiteX5" fmla="*/ 2744 w 289317"/>
                <a:gd name="connsiteY5" fmla="*/ 150605 h 184230"/>
                <a:gd name="connsiteX6" fmla="*/ 21021 w 289317"/>
                <a:gd name="connsiteY6" fmla="*/ 129837 h 184230"/>
                <a:gd name="connsiteX7" fmla="*/ 65496 w 289317"/>
                <a:gd name="connsiteY7" fmla="*/ 99706 h 184230"/>
                <a:gd name="connsiteX8" fmla="*/ 82678 w 289317"/>
                <a:gd name="connsiteY8" fmla="*/ 86359 h 184230"/>
                <a:gd name="connsiteX9" fmla="*/ 141346 w 289317"/>
                <a:gd name="connsiteY9" fmla="*/ 107177 h 184230"/>
                <a:gd name="connsiteX10" fmla="*/ 199616 w 289317"/>
                <a:gd name="connsiteY10" fmla="*/ 75153 h 184230"/>
                <a:gd name="connsiteX11" fmla="*/ 265555 w 289317"/>
                <a:gd name="connsiteY11" fmla="*/ 0 h 184230"/>
                <a:gd name="connsiteX12" fmla="*/ 275765 w 289317"/>
                <a:gd name="connsiteY12" fmla="*/ 24902 h 184230"/>
                <a:gd name="connsiteX13" fmla="*/ 285178 w 289317"/>
                <a:gd name="connsiteY13" fmla="*/ 90194 h 184230"/>
              </a:gdLst>
              <a:ahLst/>
              <a:cxnLst/>
              <a:rect l="l" t="t" r="r" b="b"/>
              <a:pathLst>
                <a:path w="289317" h="184230">
                  <a:moveTo>
                    <a:pt x="285178" y="90194"/>
                  </a:moveTo>
                  <a:cubicBezTo>
                    <a:pt x="277110" y="106330"/>
                    <a:pt x="258782" y="114398"/>
                    <a:pt x="241899" y="121022"/>
                  </a:cubicBezTo>
                  <a:cubicBezTo>
                    <a:pt x="206588" y="134768"/>
                    <a:pt x="170979" y="148513"/>
                    <a:pt x="135320" y="161811"/>
                  </a:cubicBezTo>
                  <a:cubicBezTo>
                    <a:pt x="97669" y="175756"/>
                    <a:pt x="56033" y="189402"/>
                    <a:pt x="17685" y="182280"/>
                  </a:cubicBezTo>
                  <a:cubicBezTo>
                    <a:pt x="5991" y="180163"/>
                    <a:pt x="-1769" y="168967"/>
                    <a:pt x="348" y="157274"/>
                  </a:cubicBezTo>
                  <a:cubicBezTo>
                    <a:pt x="771" y="154933"/>
                    <a:pt x="1583" y="152682"/>
                    <a:pt x="2744" y="150605"/>
                  </a:cubicBezTo>
                  <a:cubicBezTo>
                    <a:pt x="7664" y="142731"/>
                    <a:pt x="13840" y="135719"/>
                    <a:pt x="21021" y="129837"/>
                  </a:cubicBezTo>
                  <a:cubicBezTo>
                    <a:pt x="34767" y="118233"/>
                    <a:pt x="50903" y="109916"/>
                    <a:pt x="65496" y="99706"/>
                  </a:cubicBezTo>
                  <a:cubicBezTo>
                    <a:pt x="71502" y="95627"/>
                    <a:pt x="77239" y="91170"/>
                    <a:pt x="82678" y="86359"/>
                  </a:cubicBezTo>
                  <a:cubicBezTo>
                    <a:pt x="100657" y="98710"/>
                    <a:pt x="120180" y="108820"/>
                    <a:pt x="141346" y="107177"/>
                  </a:cubicBezTo>
                  <a:cubicBezTo>
                    <a:pt x="163907" y="105433"/>
                    <a:pt x="183031" y="90492"/>
                    <a:pt x="199616" y="75153"/>
                  </a:cubicBezTo>
                  <a:cubicBezTo>
                    <a:pt x="224054" y="52373"/>
                    <a:pt x="246147" y="27193"/>
                    <a:pt x="265555" y="0"/>
                  </a:cubicBezTo>
                  <a:cubicBezTo>
                    <a:pt x="268693" y="8467"/>
                    <a:pt x="272179" y="16734"/>
                    <a:pt x="275765" y="24902"/>
                  </a:cubicBezTo>
                  <a:cubicBezTo>
                    <a:pt x="285178" y="45669"/>
                    <a:pt x="295138" y="69725"/>
                    <a:pt x="285178" y="90194"/>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48" name="标题 1"/>
            <p:cNvSpPr txBox="1"/>
            <p:nvPr/>
          </p:nvSpPr>
          <p:spPr>
            <a:xfrm>
              <a:off x="10368364" y="4066698"/>
              <a:ext cx="144100" cy="308817"/>
            </a:xfrm>
            <a:custGeom>
              <a:avLst/>
              <a:gdLst>
                <a:gd name="connsiteX0" fmla="*/ 92385 w 141233"/>
                <a:gd name="connsiteY0" fmla="*/ 8681 h 302673"/>
                <a:gd name="connsiteX1" fmla="*/ 114498 w 141233"/>
                <a:gd name="connsiteY1" fmla="*/ 56990 h 302673"/>
                <a:gd name="connsiteX2" fmla="*/ 134419 w 141233"/>
                <a:gd name="connsiteY2" fmla="*/ 169346 h 302673"/>
                <a:gd name="connsiteX3" fmla="*/ 132327 w 141233"/>
                <a:gd name="connsiteY3" fmla="*/ 288874 h 302673"/>
                <a:gd name="connsiteX4" fmla="*/ 104527 w 141233"/>
                <a:gd name="connsiteY4" fmla="*/ 301235 h 302673"/>
                <a:gd name="connsiteX5" fmla="*/ 98361 w 141233"/>
                <a:gd name="connsiteY5" fmla="*/ 297589 h 302673"/>
                <a:gd name="connsiteX6" fmla="*/ 81428 w 141233"/>
                <a:gd name="connsiteY6" fmla="*/ 275726 h 302673"/>
                <a:gd name="connsiteX7" fmla="*/ 60262 w 141233"/>
                <a:gd name="connsiteY7" fmla="*/ 226421 h 302673"/>
                <a:gd name="connsiteX8" fmla="*/ 50301 w 141233"/>
                <a:gd name="connsiteY8" fmla="*/ 206997 h 302673"/>
                <a:gd name="connsiteX9" fmla="*/ 81827 w 141233"/>
                <a:gd name="connsiteY9" fmla="*/ 153310 h 302673"/>
                <a:gd name="connsiteX10" fmla="*/ 61407 w 141233"/>
                <a:gd name="connsiteY10" fmla="*/ 90059 h 302673"/>
                <a:gd name="connsiteX11" fmla="*/ 0 w 141233"/>
                <a:gd name="connsiteY11" fmla="*/ 10972 h 302673"/>
                <a:gd name="connsiteX12" fmla="*/ 26495 w 141233"/>
                <a:gd name="connsiteY12" fmla="*/ 5643 h 302673"/>
                <a:gd name="connsiteX13" fmla="*/ 92385 w 141233"/>
                <a:gd name="connsiteY13" fmla="*/ 8681 h 302673"/>
              </a:gdLst>
              <a:ahLst/>
              <a:cxnLst/>
              <a:rect l="l" t="t" r="r" b="b"/>
              <a:pathLst>
                <a:path w="141233" h="302673">
                  <a:moveTo>
                    <a:pt x="92385" y="8681"/>
                  </a:moveTo>
                  <a:cubicBezTo>
                    <a:pt x="106728" y="19638"/>
                    <a:pt x="111161" y="39161"/>
                    <a:pt x="114498" y="56990"/>
                  </a:cubicBezTo>
                  <a:cubicBezTo>
                    <a:pt x="121271" y="94243"/>
                    <a:pt x="128044" y="131695"/>
                    <a:pt x="134419" y="169346"/>
                  </a:cubicBezTo>
                  <a:cubicBezTo>
                    <a:pt x="140993" y="208940"/>
                    <a:pt x="146571" y="252468"/>
                    <a:pt x="132327" y="288874"/>
                  </a:cubicBezTo>
                  <a:cubicBezTo>
                    <a:pt x="128064" y="299965"/>
                    <a:pt x="115618" y="305498"/>
                    <a:pt x="104527" y="301235"/>
                  </a:cubicBezTo>
                  <a:cubicBezTo>
                    <a:pt x="102281" y="300374"/>
                    <a:pt x="100199" y="299138"/>
                    <a:pt x="98361" y="297589"/>
                  </a:cubicBezTo>
                  <a:cubicBezTo>
                    <a:pt x="91558" y="291280"/>
                    <a:pt x="85836" y="283894"/>
                    <a:pt x="81428" y="275726"/>
                  </a:cubicBezTo>
                  <a:cubicBezTo>
                    <a:pt x="72663" y="260088"/>
                    <a:pt x="67533" y="242706"/>
                    <a:pt x="60262" y="226421"/>
                  </a:cubicBezTo>
                  <a:cubicBezTo>
                    <a:pt x="57373" y="219732"/>
                    <a:pt x="54046" y="213243"/>
                    <a:pt x="50301" y="206997"/>
                  </a:cubicBezTo>
                  <a:cubicBezTo>
                    <a:pt x="65790" y="191658"/>
                    <a:pt x="79436" y="174376"/>
                    <a:pt x="81827" y="153310"/>
                  </a:cubicBezTo>
                  <a:cubicBezTo>
                    <a:pt x="84367" y="130848"/>
                    <a:pt x="73310" y="109234"/>
                    <a:pt x="61407" y="90059"/>
                  </a:cubicBezTo>
                  <a:cubicBezTo>
                    <a:pt x="43643" y="61706"/>
                    <a:pt x="23069" y="35211"/>
                    <a:pt x="0" y="10972"/>
                  </a:cubicBezTo>
                  <a:cubicBezTo>
                    <a:pt x="8915" y="9478"/>
                    <a:pt x="17680" y="7635"/>
                    <a:pt x="26495" y="5643"/>
                  </a:cubicBezTo>
                  <a:cubicBezTo>
                    <a:pt x="48608" y="364"/>
                    <a:pt x="74257" y="-5065"/>
                    <a:pt x="92385" y="8681"/>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49" name="标题 1"/>
            <p:cNvSpPr txBox="1"/>
            <p:nvPr/>
          </p:nvSpPr>
          <p:spPr>
            <a:xfrm>
              <a:off x="9118625" y="2419433"/>
              <a:ext cx="74974" cy="217664"/>
            </a:xfrm>
            <a:custGeom>
              <a:avLst/>
              <a:gdLst>
                <a:gd name="connsiteX0" fmla="*/ 63065 w 73482"/>
                <a:gd name="connsiteY0" fmla="*/ 2227 h 213334"/>
                <a:gd name="connsiteX1" fmla="*/ 26061 w 73482"/>
                <a:gd name="connsiteY1" fmla="*/ 211152 h 213334"/>
                <a:gd name="connsiteX2" fmla="*/ 35723 w 73482"/>
                <a:gd name="connsiteY2" fmla="*/ 204229 h 213334"/>
                <a:gd name="connsiteX3" fmla="*/ 72229 w 73482"/>
                <a:gd name="connsiteY3" fmla="*/ 9996 h 213334"/>
                <a:gd name="connsiteX4" fmla="*/ 63065 w 73482"/>
                <a:gd name="connsiteY4" fmla="*/ 2227 h 213334"/>
              </a:gdLst>
              <a:ahLst/>
              <a:cxnLst/>
              <a:rect l="l" t="t" r="r" b="b"/>
              <a:pathLst>
                <a:path w="73482" h="213334">
                  <a:moveTo>
                    <a:pt x="63065" y="2227"/>
                  </a:moveTo>
                  <a:cubicBezTo>
                    <a:pt x="18691" y="61194"/>
                    <a:pt x="-31910" y="143419"/>
                    <a:pt x="26061" y="211152"/>
                  </a:cubicBezTo>
                  <a:cubicBezTo>
                    <a:pt x="31042" y="216929"/>
                    <a:pt x="40703" y="210056"/>
                    <a:pt x="35723" y="204229"/>
                  </a:cubicBezTo>
                  <a:cubicBezTo>
                    <a:pt x="-19060" y="140481"/>
                    <a:pt x="31141" y="64382"/>
                    <a:pt x="72229" y="9996"/>
                  </a:cubicBezTo>
                  <a:cubicBezTo>
                    <a:pt x="76811" y="3771"/>
                    <a:pt x="67697" y="-3849"/>
                    <a:pt x="63065" y="2227"/>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0" name="标题 1"/>
            <p:cNvSpPr txBox="1"/>
            <p:nvPr/>
          </p:nvSpPr>
          <p:spPr>
            <a:xfrm>
              <a:off x="9308148" y="2614645"/>
              <a:ext cx="152325" cy="62988"/>
            </a:xfrm>
            <a:custGeom>
              <a:avLst/>
              <a:gdLst>
                <a:gd name="connsiteX0" fmla="*/ 137834 w 149295"/>
                <a:gd name="connsiteY0" fmla="*/ 3289 h 61735"/>
                <a:gd name="connsiteX1" fmla="*/ 6851 w 149295"/>
                <a:gd name="connsiteY1" fmla="*/ 49357 h 61735"/>
                <a:gd name="connsiteX2" fmla="*/ 4760 w 149295"/>
                <a:gd name="connsiteY2" fmla="*/ 61061 h 61735"/>
                <a:gd name="connsiteX3" fmla="*/ 148591 w 149295"/>
                <a:gd name="connsiteY3" fmla="*/ 8320 h 61735"/>
                <a:gd name="connsiteX4" fmla="*/ 137834 w 149295"/>
                <a:gd name="connsiteY4" fmla="*/ 3289 h 61735"/>
              </a:gdLst>
              <a:ahLst/>
              <a:cxnLst/>
              <a:rect l="l" t="t" r="r" b="b"/>
              <a:pathLst>
                <a:path w="149295" h="61735">
                  <a:moveTo>
                    <a:pt x="137834" y="3289"/>
                  </a:moveTo>
                  <a:cubicBezTo>
                    <a:pt x="112434" y="51499"/>
                    <a:pt x="54264" y="51549"/>
                    <a:pt x="6851" y="49357"/>
                  </a:cubicBezTo>
                  <a:cubicBezTo>
                    <a:pt x="-719" y="49009"/>
                    <a:pt x="-2860" y="60712"/>
                    <a:pt x="4760" y="61061"/>
                  </a:cubicBezTo>
                  <a:cubicBezTo>
                    <a:pt x="58348" y="63501"/>
                    <a:pt x="120253" y="62057"/>
                    <a:pt x="148591" y="8320"/>
                  </a:cubicBezTo>
                  <a:cubicBezTo>
                    <a:pt x="152127" y="1397"/>
                    <a:pt x="141370" y="-3584"/>
                    <a:pt x="137834" y="3289"/>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1" name="标题 1"/>
            <p:cNvSpPr txBox="1"/>
            <p:nvPr/>
          </p:nvSpPr>
          <p:spPr>
            <a:xfrm>
              <a:off x="9669771" y="1680456"/>
              <a:ext cx="103175" cy="137571"/>
            </a:xfrm>
            <a:custGeom>
              <a:avLst/>
              <a:gdLst>
                <a:gd name="connsiteX0" fmla="*/ 6324 w 101122"/>
                <a:gd name="connsiteY0" fmla="*/ 55403 h 134834"/>
                <a:gd name="connsiteX1" fmla="*/ 747 w 101122"/>
                <a:gd name="connsiteY1" fmla="*/ 31846 h 134834"/>
                <a:gd name="connsiteX2" fmla="*/ 18427 w 101122"/>
                <a:gd name="connsiteY2" fmla="*/ 15411 h 134834"/>
                <a:gd name="connsiteX3" fmla="*/ 56427 w 101122"/>
                <a:gd name="connsiteY3" fmla="*/ 470 h 134834"/>
                <a:gd name="connsiteX4" fmla="*/ 93530 w 101122"/>
                <a:gd name="connsiteY4" fmla="*/ 13220 h 134834"/>
                <a:gd name="connsiteX5" fmla="*/ 100851 w 101122"/>
                <a:gd name="connsiteY5" fmla="*/ 52066 h 134834"/>
                <a:gd name="connsiteX6" fmla="*/ 98112 w 101122"/>
                <a:gd name="connsiteY6" fmla="*/ 113623 h 134834"/>
                <a:gd name="connsiteX7" fmla="*/ 68728 w 101122"/>
                <a:gd name="connsiteY7" fmla="*/ 133545 h 134834"/>
                <a:gd name="connsiteX8" fmla="*/ 6324 w 101122"/>
                <a:gd name="connsiteY8" fmla="*/ 55403 h 134834"/>
              </a:gdLst>
              <a:ahLst/>
              <a:cxnLst/>
              <a:rect l="l" t="t" r="r" b="b"/>
              <a:pathLst>
                <a:path w="101122" h="134834">
                  <a:moveTo>
                    <a:pt x="6324" y="55403"/>
                  </a:moveTo>
                  <a:cubicBezTo>
                    <a:pt x="2290" y="48132"/>
                    <a:pt x="-1694" y="39765"/>
                    <a:pt x="747" y="31846"/>
                  </a:cubicBezTo>
                  <a:cubicBezTo>
                    <a:pt x="3187" y="23928"/>
                    <a:pt x="11106" y="19296"/>
                    <a:pt x="18427" y="15411"/>
                  </a:cubicBezTo>
                  <a:cubicBezTo>
                    <a:pt x="30116" y="8235"/>
                    <a:pt x="42980" y="3180"/>
                    <a:pt x="56427" y="470"/>
                  </a:cubicBezTo>
                  <a:cubicBezTo>
                    <a:pt x="70023" y="-1422"/>
                    <a:pt x="85263" y="2313"/>
                    <a:pt x="93530" y="13220"/>
                  </a:cubicBezTo>
                  <a:cubicBezTo>
                    <a:pt x="101797" y="24127"/>
                    <a:pt x="101449" y="38620"/>
                    <a:pt x="100851" y="52066"/>
                  </a:cubicBezTo>
                  <a:cubicBezTo>
                    <a:pt x="99955" y="72585"/>
                    <a:pt x="99506" y="93154"/>
                    <a:pt x="98112" y="113623"/>
                  </a:cubicBezTo>
                  <a:cubicBezTo>
                    <a:pt x="96917" y="131104"/>
                    <a:pt x="86657" y="137927"/>
                    <a:pt x="68728" y="133545"/>
                  </a:cubicBezTo>
                  <a:cubicBezTo>
                    <a:pt x="41585" y="126572"/>
                    <a:pt x="18775" y="77516"/>
                    <a:pt x="6324" y="55403"/>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52" name="标题 1"/>
            <p:cNvSpPr txBox="1"/>
            <p:nvPr/>
          </p:nvSpPr>
          <p:spPr>
            <a:xfrm>
              <a:off x="8944851" y="1670273"/>
              <a:ext cx="94498" cy="127590"/>
            </a:xfrm>
            <a:custGeom>
              <a:avLst/>
              <a:gdLst>
                <a:gd name="connsiteX0" fmla="*/ 88405 w 92618"/>
                <a:gd name="connsiteY0" fmla="*/ 45911 h 125052"/>
                <a:gd name="connsiteX1" fmla="*/ 91394 w 92618"/>
                <a:gd name="connsiteY1" fmla="*/ 23848 h 125052"/>
                <a:gd name="connsiteX2" fmla="*/ 73763 w 92618"/>
                <a:gd name="connsiteY2" fmla="*/ 10351 h 125052"/>
                <a:gd name="connsiteX3" fmla="*/ 37606 w 92618"/>
                <a:gd name="connsiteY3" fmla="*/ 42 h 125052"/>
                <a:gd name="connsiteX4" fmla="*/ 4786 w 92618"/>
                <a:gd name="connsiteY4" fmla="*/ 14983 h 125052"/>
                <a:gd name="connsiteX5" fmla="*/ 1548 w 92618"/>
                <a:gd name="connsiteY5" fmla="*/ 51190 h 125052"/>
                <a:gd name="connsiteX6" fmla="*/ 9567 w 92618"/>
                <a:gd name="connsiteY6" fmla="*/ 107269 h 125052"/>
                <a:gd name="connsiteX7" fmla="*/ 38253 w 92618"/>
                <a:gd name="connsiteY7" fmla="*/ 122857 h 125052"/>
                <a:gd name="connsiteX8" fmla="*/ 88405 w 92618"/>
                <a:gd name="connsiteY8" fmla="*/ 45911 h 125052"/>
              </a:gdLst>
              <a:ahLst/>
              <a:cxnLst/>
              <a:rect l="l" t="t" r="r" b="b"/>
              <a:pathLst>
                <a:path w="92618" h="125052">
                  <a:moveTo>
                    <a:pt x="88405" y="45911"/>
                  </a:moveTo>
                  <a:cubicBezTo>
                    <a:pt x="91443" y="38889"/>
                    <a:pt x="94332" y="30970"/>
                    <a:pt x="91394" y="23848"/>
                  </a:cubicBezTo>
                  <a:cubicBezTo>
                    <a:pt x="88455" y="16726"/>
                    <a:pt x="80785" y="13290"/>
                    <a:pt x="73763" y="10351"/>
                  </a:cubicBezTo>
                  <a:cubicBezTo>
                    <a:pt x="62418" y="4788"/>
                    <a:pt x="50176" y="1297"/>
                    <a:pt x="37606" y="42"/>
                  </a:cubicBezTo>
                  <a:cubicBezTo>
                    <a:pt x="25006" y="-506"/>
                    <a:pt x="11410" y="4275"/>
                    <a:pt x="4786" y="14983"/>
                  </a:cubicBezTo>
                  <a:cubicBezTo>
                    <a:pt x="-1838" y="25691"/>
                    <a:pt x="-195" y="38938"/>
                    <a:pt x="1548" y="51190"/>
                  </a:cubicBezTo>
                  <a:cubicBezTo>
                    <a:pt x="4238" y="69866"/>
                    <a:pt x="6529" y="88692"/>
                    <a:pt x="9567" y="107269"/>
                  </a:cubicBezTo>
                  <a:cubicBezTo>
                    <a:pt x="12256" y="123156"/>
                    <a:pt x="22217" y="128534"/>
                    <a:pt x="38253" y="122857"/>
                  </a:cubicBezTo>
                  <a:cubicBezTo>
                    <a:pt x="62508" y="114341"/>
                    <a:pt x="78993" y="67376"/>
                    <a:pt x="88405" y="45911"/>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53" name="标题 1"/>
            <p:cNvSpPr txBox="1"/>
            <p:nvPr/>
          </p:nvSpPr>
          <p:spPr>
            <a:xfrm>
              <a:off x="8929041" y="2982541"/>
              <a:ext cx="852114" cy="1016906"/>
            </a:xfrm>
            <a:custGeom>
              <a:avLst/>
              <a:gdLst>
                <a:gd name="connsiteX0" fmla="*/ 835162 w 835161"/>
                <a:gd name="connsiteY0" fmla="*/ 891727 h 996675"/>
                <a:gd name="connsiteX1" fmla="*/ 31686 w 835161"/>
                <a:gd name="connsiteY1" fmla="*/ 946212 h 996675"/>
                <a:gd name="connsiteX2" fmla="*/ 99419 w 835161"/>
                <a:gd name="connsiteY2" fmla="*/ 90742 h 996675"/>
                <a:gd name="connsiteX3" fmla="*/ 130097 w 835161"/>
                <a:gd name="connsiteY3" fmla="*/ 0 h 996675"/>
                <a:gd name="connsiteX4" fmla="*/ 486888 w 835161"/>
                <a:gd name="connsiteY4" fmla="*/ 33468 h 996675"/>
                <a:gd name="connsiteX5" fmla="*/ 555069 w 835161"/>
                <a:gd name="connsiteY5" fmla="*/ 121918 h 996675"/>
                <a:gd name="connsiteX6" fmla="*/ 835162 w 835161"/>
                <a:gd name="connsiteY6" fmla="*/ 891727 h 996675"/>
              </a:gdLst>
              <a:ahLst/>
              <a:cxnLst/>
              <a:rect l="l" t="t" r="r" b="b"/>
              <a:pathLst>
                <a:path w="835161" h="996675">
                  <a:moveTo>
                    <a:pt x="835162" y="891727"/>
                  </a:moveTo>
                  <a:cubicBezTo>
                    <a:pt x="671359" y="964340"/>
                    <a:pt x="206396" y="1055231"/>
                    <a:pt x="31686" y="946212"/>
                  </a:cubicBezTo>
                  <a:cubicBezTo>
                    <a:pt x="31686" y="946212"/>
                    <a:pt x="-73498" y="538921"/>
                    <a:pt x="99419" y="90742"/>
                  </a:cubicBezTo>
                  <a:cubicBezTo>
                    <a:pt x="111023" y="60860"/>
                    <a:pt x="121183" y="30579"/>
                    <a:pt x="130097" y="0"/>
                  </a:cubicBezTo>
                  <a:cubicBezTo>
                    <a:pt x="130097" y="0"/>
                    <a:pt x="233638" y="94228"/>
                    <a:pt x="486888" y="33468"/>
                  </a:cubicBezTo>
                  <a:cubicBezTo>
                    <a:pt x="486888" y="33468"/>
                    <a:pt x="514827" y="62005"/>
                    <a:pt x="555069" y="121918"/>
                  </a:cubicBezTo>
                  <a:cubicBezTo>
                    <a:pt x="638638" y="247024"/>
                    <a:pt x="790887" y="471338"/>
                    <a:pt x="835162" y="891727"/>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4" name="标题 1"/>
            <p:cNvSpPr txBox="1"/>
            <p:nvPr/>
          </p:nvSpPr>
          <p:spPr>
            <a:xfrm>
              <a:off x="8881559" y="1167477"/>
              <a:ext cx="96782" cy="234285"/>
            </a:xfrm>
            <a:custGeom>
              <a:avLst/>
              <a:gdLst>
                <a:gd name="connsiteX0" fmla="*/ 35592 w 94857"/>
                <a:gd name="connsiteY0" fmla="*/ 218270 h 229624"/>
                <a:gd name="connsiteX1" fmla="*/ 8399 w 94857"/>
                <a:gd name="connsiteY1" fmla="*/ 18210 h 229624"/>
                <a:gd name="connsiteX2" fmla="*/ 19655 w 94857"/>
                <a:gd name="connsiteY2" fmla="*/ 928 h 229624"/>
                <a:gd name="connsiteX3" fmla="*/ 44208 w 94857"/>
                <a:gd name="connsiteY3" fmla="*/ 12333 h 229624"/>
                <a:gd name="connsiteX4" fmla="*/ 94858 w 94857"/>
                <a:gd name="connsiteY4" fmla="*/ 85793 h 229624"/>
                <a:gd name="connsiteX5" fmla="*/ 65972 w 94857"/>
                <a:gd name="connsiteY5" fmla="*/ 166425 h 229624"/>
                <a:gd name="connsiteX6" fmla="*/ 62535 w 94857"/>
                <a:gd name="connsiteY6" fmla="*/ 206267 h 229624"/>
                <a:gd name="connsiteX7" fmla="*/ 59298 w 94857"/>
                <a:gd name="connsiteY7" fmla="*/ 221208 h 229624"/>
                <a:gd name="connsiteX8" fmla="*/ 47644 w 94857"/>
                <a:gd name="connsiteY8" fmla="*/ 229625 h 229624"/>
                <a:gd name="connsiteX9" fmla="*/ 35592 w 94857"/>
                <a:gd name="connsiteY9" fmla="*/ 218270 h 229624"/>
              </a:gdLst>
              <a:ahLst/>
              <a:cxnLst/>
              <a:rect l="l" t="t" r="r" b="b"/>
              <a:pathLst>
                <a:path w="94857" h="229624">
                  <a:moveTo>
                    <a:pt x="35592" y="218270"/>
                  </a:moveTo>
                  <a:cubicBezTo>
                    <a:pt x="804" y="157674"/>
                    <a:pt x="-8952" y="85892"/>
                    <a:pt x="8399" y="18210"/>
                  </a:cubicBezTo>
                  <a:cubicBezTo>
                    <a:pt x="10192" y="11288"/>
                    <a:pt x="13031" y="3618"/>
                    <a:pt x="19655" y="928"/>
                  </a:cubicBezTo>
                  <a:cubicBezTo>
                    <a:pt x="28619" y="-2707"/>
                    <a:pt x="37883" y="5012"/>
                    <a:pt x="44208" y="12333"/>
                  </a:cubicBezTo>
                  <a:cubicBezTo>
                    <a:pt x="63790" y="34847"/>
                    <a:pt x="80778" y="59487"/>
                    <a:pt x="94858" y="85793"/>
                  </a:cubicBezTo>
                  <a:cubicBezTo>
                    <a:pt x="80181" y="110585"/>
                    <a:pt x="70374" y="137952"/>
                    <a:pt x="65972" y="166425"/>
                  </a:cubicBezTo>
                  <a:cubicBezTo>
                    <a:pt x="64179" y="179722"/>
                    <a:pt x="63631" y="193119"/>
                    <a:pt x="62535" y="206267"/>
                  </a:cubicBezTo>
                  <a:cubicBezTo>
                    <a:pt x="62456" y="211412"/>
                    <a:pt x="61355" y="216492"/>
                    <a:pt x="59298" y="221208"/>
                  </a:cubicBezTo>
                  <a:cubicBezTo>
                    <a:pt x="57201" y="225900"/>
                    <a:pt x="52754" y="229107"/>
                    <a:pt x="47644" y="229625"/>
                  </a:cubicBezTo>
                  <a:cubicBezTo>
                    <a:pt x="42614" y="229476"/>
                    <a:pt x="34795" y="223250"/>
                    <a:pt x="35592" y="21827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5" name="标题 1"/>
            <p:cNvSpPr txBox="1"/>
            <p:nvPr/>
          </p:nvSpPr>
          <p:spPr>
            <a:xfrm>
              <a:off x="8927343" y="1178841"/>
              <a:ext cx="175062" cy="304738"/>
            </a:xfrm>
            <a:custGeom>
              <a:avLst/>
              <a:gdLst>
                <a:gd name="connsiteX0" fmla="*/ 381 w 171579"/>
                <a:gd name="connsiteY0" fmla="*/ 212262 h 298675"/>
                <a:gd name="connsiteX1" fmla="*/ 44108 w 171579"/>
                <a:gd name="connsiteY1" fmla="*/ 24852 h 298675"/>
                <a:gd name="connsiteX2" fmla="*/ 58352 w 171579"/>
                <a:gd name="connsiteY2" fmla="*/ 5877 h 298675"/>
                <a:gd name="connsiteX3" fmla="*/ 80663 w 171579"/>
                <a:gd name="connsiteY3" fmla="*/ 897 h 298675"/>
                <a:gd name="connsiteX4" fmla="*/ 98144 w 171579"/>
                <a:gd name="connsiteY4" fmla="*/ 19623 h 298675"/>
                <a:gd name="connsiteX5" fmla="*/ 131911 w 171579"/>
                <a:gd name="connsiteY5" fmla="*/ 103293 h 298675"/>
                <a:gd name="connsiteX6" fmla="*/ 134650 w 171579"/>
                <a:gd name="connsiteY6" fmla="*/ 129788 h 298675"/>
                <a:gd name="connsiteX7" fmla="*/ 106213 w 171579"/>
                <a:gd name="connsiteY7" fmla="*/ 161911 h 298675"/>
                <a:gd name="connsiteX8" fmla="*/ 80116 w 171579"/>
                <a:gd name="connsiteY8" fmla="*/ 195478 h 298675"/>
                <a:gd name="connsiteX9" fmla="*/ 118215 w 171579"/>
                <a:gd name="connsiteY9" fmla="*/ 186364 h 298675"/>
                <a:gd name="connsiteX10" fmla="*/ 170748 w 171579"/>
                <a:gd name="connsiteY10" fmla="*/ 225136 h 298675"/>
                <a:gd name="connsiteX11" fmla="*/ 171256 w 171579"/>
                <a:gd name="connsiteY11" fmla="*/ 231187 h 298675"/>
                <a:gd name="connsiteX12" fmla="*/ 168915 w 171579"/>
                <a:gd name="connsiteY12" fmla="*/ 269586 h 298675"/>
                <a:gd name="connsiteX13" fmla="*/ 151683 w 171579"/>
                <a:gd name="connsiteY13" fmla="*/ 298422 h 298675"/>
                <a:gd name="connsiteX14" fmla="*/ 134949 w 171579"/>
                <a:gd name="connsiteY14" fmla="*/ 295882 h 298675"/>
                <a:gd name="connsiteX15" fmla="*/ 49835 w 171579"/>
                <a:gd name="connsiteY15" fmla="*/ 265551 h 298675"/>
                <a:gd name="connsiteX16" fmla="*/ 381 w 171579"/>
                <a:gd name="connsiteY16" fmla="*/ 212262 h 298675"/>
              </a:gdLst>
              <a:ahLst/>
              <a:cxnLst/>
              <a:rect l="l" t="t" r="r" b="b"/>
              <a:pathLst>
                <a:path w="171579" h="298675">
                  <a:moveTo>
                    <a:pt x="381" y="212262"/>
                  </a:moveTo>
                  <a:cubicBezTo>
                    <a:pt x="-2652" y="146950"/>
                    <a:pt x="12488" y="82078"/>
                    <a:pt x="44108" y="24852"/>
                  </a:cubicBezTo>
                  <a:cubicBezTo>
                    <a:pt x="47599" y="17674"/>
                    <a:pt x="52435" y="11232"/>
                    <a:pt x="58352" y="5877"/>
                  </a:cubicBezTo>
                  <a:cubicBezTo>
                    <a:pt x="64482" y="580"/>
                    <a:pt x="72859" y="-1290"/>
                    <a:pt x="80663" y="897"/>
                  </a:cubicBezTo>
                  <a:cubicBezTo>
                    <a:pt x="88981" y="3686"/>
                    <a:pt x="94011" y="11904"/>
                    <a:pt x="98144" y="19623"/>
                  </a:cubicBezTo>
                  <a:cubicBezTo>
                    <a:pt x="112254" y="46276"/>
                    <a:pt x="123569" y="74314"/>
                    <a:pt x="131911" y="103293"/>
                  </a:cubicBezTo>
                  <a:cubicBezTo>
                    <a:pt x="135034" y="111754"/>
                    <a:pt x="135975" y="120866"/>
                    <a:pt x="134650" y="129788"/>
                  </a:cubicBezTo>
                  <a:cubicBezTo>
                    <a:pt x="131413" y="144081"/>
                    <a:pt x="118215" y="153494"/>
                    <a:pt x="106213" y="161911"/>
                  </a:cubicBezTo>
                  <a:cubicBezTo>
                    <a:pt x="94210" y="170328"/>
                    <a:pt x="81311" y="180886"/>
                    <a:pt x="80116" y="195478"/>
                  </a:cubicBezTo>
                  <a:cubicBezTo>
                    <a:pt x="92367" y="190802"/>
                    <a:pt x="105172" y="187739"/>
                    <a:pt x="118215" y="186364"/>
                  </a:cubicBezTo>
                  <a:cubicBezTo>
                    <a:pt x="143430" y="182564"/>
                    <a:pt x="166948" y="199921"/>
                    <a:pt x="170748" y="225136"/>
                  </a:cubicBezTo>
                  <a:cubicBezTo>
                    <a:pt x="171051" y="227138"/>
                    <a:pt x="171221" y="229160"/>
                    <a:pt x="171256" y="231187"/>
                  </a:cubicBezTo>
                  <a:cubicBezTo>
                    <a:pt x="172092" y="244037"/>
                    <a:pt x="171305" y="256936"/>
                    <a:pt x="168915" y="269586"/>
                  </a:cubicBezTo>
                  <a:cubicBezTo>
                    <a:pt x="167172" y="281389"/>
                    <a:pt x="163287" y="295682"/>
                    <a:pt x="151683" y="298422"/>
                  </a:cubicBezTo>
                  <a:cubicBezTo>
                    <a:pt x="145975" y="299159"/>
                    <a:pt x="140178" y="298282"/>
                    <a:pt x="134949" y="295882"/>
                  </a:cubicBezTo>
                  <a:lnTo>
                    <a:pt x="49835" y="265551"/>
                  </a:lnTo>
                  <a:cubicBezTo>
                    <a:pt x="35392" y="245999"/>
                    <a:pt x="18803" y="228124"/>
                    <a:pt x="381" y="212262"/>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6" name="标题 1"/>
            <p:cNvSpPr txBox="1"/>
            <p:nvPr/>
          </p:nvSpPr>
          <p:spPr>
            <a:xfrm>
              <a:off x="8896440" y="1377859"/>
              <a:ext cx="91437" cy="87979"/>
            </a:xfrm>
            <a:custGeom>
              <a:avLst/>
              <a:gdLst>
                <a:gd name="connsiteX0" fmla="*/ 88938 w 89618"/>
                <a:gd name="connsiteY0" fmla="*/ 86081 h 86229"/>
                <a:gd name="connsiteX1" fmla="*/ 44962 w 89618"/>
                <a:gd name="connsiteY1" fmla="*/ 42952 h 86229"/>
                <a:gd name="connsiteX2" fmla="*/ 139 w 89618"/>
                <a:gd name="connsiteY2" fmla="*/ 768 h 86229"/>
                <a:gd name="connsiteX3" fmla="*/ 18865 w 89618"/>
                <a:gd name="connsiteY3" fmla="*/ 5400 h 86229"/>
                <a:gd name="connsiteX4" fmla="*/ 36446 w 89618"/>
                <a:gd name="connsiteY4" fmla="*/ 15809 h 86229"/>
                <a:gd name="connsiteX5" fmla="*/ 55869 w 89618"/>
                <a:gd name="connsiteY5" fmla="*/ 31696 h 86229"/>
                <a:gd name="connsiteX6" fmla="*/ 72503 w 89618"/>
                <a:gd name="connsiteY6" fmla="*/ 50422 h 86229"/>
                <a:gd name="connsiteX7" fmla="*/ 83610 w 89618"/>
                <a:gd name="connsiteY7" fmla="*/ 67604 h 86229"/>
                <a:gd name="connsiteX8" fmla="*/ 88938 w 89618"/>
                <a:gd name="connsiteY8" fmla="*/ 86081 h 86229"/>
              </a:gdLst>
              <a:ahLst/>
              <a:cxnLst/>
              <a:rect l="l" t="t" r="r" b="b"/>
              <a:pathLst>
                <a:path w="89618" h="86229">
                  <a:moveTo>
                    <a:pt x="88938" y="86081"/>
                  </a:moveTo>
                  <a:cubicBezTo>
                    <a:pt x="85004" y="88273"/>
                    <a:pt x="69017" y="65861"/>
                    <a:pt x="44962" y="42952"/>
                  </a:cubicBezTo>
                  <a:cubicBezTo>
                    <a:pt x="20907" y="20042"/>
                    <a:pt x="-2002" y="4802"/>
                    <a:pt x="139" y="768"/>
                  </a:cubicBezTo>
                  <a:cubicBezTo>
                    <a:pt x="1086" y="-1074"/>
                    <a:pt x="8307" y="370"/>
                    <a:pt x="18865" y="5400"/>
                  </a:cubicBezTo>
                  <a:cubicBezTo>
                    <a:pt x="24991" y="8403"/>
                    <a:pt x="30868" y="11879"/>
                    <a:pt x="36446" y="15809"/>
                  </a:cubicBezTo>
                  <a:cubicBezTo>
                    <a:pt x="43309" y="20610"/>
                    <a:pt x="49803" y="25924"/>
                    <a:pt x="55869" y="31696"/>
                  </a:cubicBezTo>
                  <a:cubicBezTo>
                    <a:pt x="61865" y="37518"/>
                    <a:pt x="67428" y="43778"/>
                    <a:pt x="72503" y="50422"/>
                  </a:cubicBezTo>
                  <a:cubicBezTo>
                    <a:pt x="76657" y="55841"/>
                    <a:pt x="80372" y="61588"/>
                    <a:pt x="83610" y="67604"/>
                  </a:cubicBezTo>
                  <a:cubicBezTo>
                    <a:pt x="88988" y="78063"/>
                    <a:pt x="90731" y="85085"/>
                    <a:pt x="88938" y="86081"/>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7" name="标题 1"/>
            <p:cNvSpPr txBox="1"/>
            <p:nvPr/>
          </p:nvSpPr>
          <p:spPr>
            <a:xfrm>
              <a:off x="10462616" y="2731200"/>
              <a:ext cx="205630" cy="231259"/>
            </a:xfrm>
            <a:custGeom>
              <a:avLst/>
              <a:gdLst>
                <a:gd name="connsiteX0" fmla="*/ 55489 w 201539"/>
                <a:gd name="connsiteY0" fmla="*/ 59131 h 226658"/>
                <a:gd name="connsiteX1" fmla="*/ 165056 w 201539"/>
                <a:gd name="connsiteY1" fmla="*/ 1807 h 226658"/>
                <a:gd name="connsiteX2" fmla="*/ 185425 w 201539"/>
                <a:gd name="connsiteY2" fmla="*/ 463 h 226658"/>
                <a:gd name="connsiteX3" fmla="*/ 200765 w 201539"/>
                <a:gd name="connsiteY3" fmla="*/ 12615 h 226658"/>
                <a:gd name="connsiteX4" fmla="*/ 190804 w 201539"/>
                <a:gd name="connsiteY4" fmla="*/ 39309 h 226658"/>
                <a:gd name="connsiteX5" fmla="*/ 129496 w 201539"/>
                <a:gd name="connsiteY5" fmla="*/ 113217 h 226658"/>
                <a:gd name="connsiteX6" fmla="*/ 113858 w 201539"/>
                <a:gd name="connsiteY6" fmla="*/ 123427 h 226658"/>
                <a:gd name="connsiteX7" fmla="*/ 106288 w 201539"/>
                <a:gd name="connsiteY7" fmla="*/ 121285 h 226658"/>
                <a:gd name="connsiteX8" fmla="*/ 71426 w 201539"/>
                <a:gd name="connsiteY8" fmla="*/ 106344 h 226658"/>
                <a:gd name="connsiteX9" fmla="*/ 62461 w 201539"/>
                <a:gd name="connsiteY9" fmla="*/ 173479 h 226658"/>
                <a:gd name="connsiteX10" fmla="*/ 16891 w 201539"/>
                <a:gd name="connsiteY10" fmla="*/ 221738 h 226658"/>
                <a:gd name="connsiteX11" fmla="*/ 2249 w 201539"/>
                <a:gd name="connsiteY11" fmla="*/ 224976 h 226658"/>
                <a:gd name="connsiteX12" fmla="*/ 157 w 201539"/>
                <a:gd name="connsiteY12" fmla="*/ 216260 h 226658"/>
                <a:gd name="connsiteX13" fmla="*/ 3594 w 201539"/>
                <a:gd name="connsiteY13" fmla="*/ 133238 h 226658"/>
                <a:gd name="connsiteX14" fmla="*/ 55489 w 201539"/>
                <a:gd name="connsiteY14" fmla="*/ 59131 h 226658"/>
              </a:gdLst>
              <a:ahLst/>
              <a:cxnLst/>
              <a:rect l="l" t="t" r="r" b="b"/>
              <a:pathLst>
                <a:path w="201539" h="226658">
                  <a:moveTo>
                    <a:pt x="55489" y="59131"/>
                  </a:moveTo>
                  <a:cubicBezTo>
                    <a:pt x="86352" y="30743"/>
                    <a:pt x="124138" y="10976"/>
                    <a:pt x="165056" y="1807"/>
                  </a:cubicBezTo>
                  <a:cubicBezTo>
                    <a:pt x="171685" y="0"/>
                    <a:pt x="178612" y="-459"/>
                    <a:pt x="185425" y="463"/>
                  </a:cubicBezTo>
                  <a:cubicBezTo>
                    <a:pt x="192338" y="1494"/>
                    <a:pt x="198180" y="6120"/>
                    <a:pt x="200765" y="12615"/>
                  </a:cubicBezTo>
                  <a:cubicBezTo>
                    <a:pt x="203853" y="22077"/>
                    <a:pt x="197129" y="31639"/>
                    <a:pt x="190804" y="39309"/>
                  </a:cubicBezTo>
                  <a:lnTo>
                    <a:pt x="129496" y="113217"/>
                  </a:lnTo>
                  <a:cubicBezTo>
                    <a:pt x="125363" y="118198"/>
                    <a:pt x="120332" y="123626"/>
                    <a:pt x="113858" y="123427"/>
                  </a:cubicBezTo>
                  <a:cubicBezTo>
                    <a:pt x="111219" y="123208"/>
                    <a:pt x="108649" y="122481"/>
                    <a:pt x="106288" y="121285"/>
                  </a:cubicBezTo>
                  <a:lnTo>
                    <a:pt x="71426" y="106344"/>
                  </a:lnTo>
                  <a:cubicBezTo>
                    <a:pt x="80838" y="126266"/>
                    <a:pt x="73916" y="154454"/>
                    <a:pt x="62461" y="173479"/>
                  </a:cubicBezTo>
                  <a:cubicBezTo>
                    <a:pt x="51006" y="192504"/>
                    <a:pt x="33824" y="207345"/>
                    <a:pt x="16891" y="221738"/>
                  </a:cubicBezTo>
                  <a:cubicBezTo>
                    <a:pt x="12658" y="225275"/>
                    <a:pt x="6134" y="228860"/>
                    <a:pt x="2249" y="224976"/>
                  </a:cubicBezTo>
                  <a:cubicBezTo>
                    <a:pt x="396" y="222476"/>
                    <a:pt x="-356" y="219328"/>
                    <a:pt x="157" y="216260"/>
                  </a:cubicBezTo>
                  <a:lnTo>
                    <a:pt x="3594" y="133238"/>
                  </a:lnTo>
                  <a:cubicBezTo>
                    <a:pt x="4988" y="101015"/>
                    <a:pt x="31832" y="80995"/>
                    <a:pt x="55489" y="59131"/>
                  </a:cubicBezTo>
                  <a:close/>
                </a:path>
              </a:pathLst>
            </a:custGeom>
            <a:solidFill>
              <a:srgbClr val="F7CB0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8" name="标题 1"/>
            <p:cNvSpPr txBox="1"/>
            <p:nvPr/>
          </p:nvSpPr>
          <p:spPr>
            <a:xfrm>
              <a:off x="10344368" y="2581757"/>
              <a:ext cx="174574" cy="328418"/>
            </a:xfrm>
            <a:custGeom>
              <a:avLst/>
              <a:gdLst>
                <a:gd name="connsiteX0" fmla="*/ 165009 w 171101"/>
                <a:gd name="connsiteY0" fmla="*/ 208539 h 321884"/>
                <a:gd name="connsiteX1" fmla="*/ 168844 w 171101"/>
                <a:gd name="connsiteY1" fmla="*/ 99520 h 321884"/>
                <a:gd name="connsiteX2" fmla="*/ 121631 w 171101"/>
                <a:gd name="connsiteY2" fmla="*/ 6388 h 321884"/>
                <a:gd name="connsiteX3" fmla="*/ 101012 w 171101"/>
                <a:gd name="connsiteY3" fmla="*/ 1408 h 321884"/>
                <a:gd name="connsiteX4" fmla="*/ 92446 w 171101"/>
                <a:gd name="connsiteY4" fmla="*/ 13012 h 321884"/>
                <a:gd name="connsiteX5" fmla="*/ 64606 w 171101"/>
                <a:gd name="connsiteY5" fmla="*/ 76909 h 321884"/>
                <a:gd name="connsiteX6" fmla="*/ 52304 w 171101"/>
                <a:gd name="connsiteY6" fmla="*/ 123127 h 321884"/>
                <a:gd name="connsiteX7" fmla="*/ 73122 w 171101"/>
                <a:gd name="connsiteY7" fmla="*/ 167950 h 321884"/>
                <a:gd name="connsiteX8" fmla="*/ 112965 w 171101"/>
                <a:gd name="connsiteY8" fmla="*/ 198977 h 321884"/>
                <a:gd name="connsiteX9" fmla="*/ 65054 w 171101"/>
                <a:gd name="connsiteY9" fmla="*/ 189963 h 321884"/>
                <a:gd name="connsiteX10" fmla="*/ 20530 w 171101"/>
                <a:gd name="connsiteY10" fmla="*/ 202115 h 321884"/>
                <a:gd name="connsiteX11" fmla="*/ 61 w 171101"/>
                <a:gd name="connsiteY11" fmla="*/ 262227 h 321884"/>
                <a:gd name="connsiteX12" fmla="*/ 6336 w 171101"/>
                <a:gd name="connsiteY12" fmla="*/ 304560 h 321884"/>
                <a:gd name="connsiteX13" fmla="*/ 14205 w 171101"/>
                <a:gd name="connsiteY13" fmla="*/ 318953 h 321884"/>
                <a:gd name="connsiteX14" fmla="*/ 30839 w 171101"/>
                <a:gd name="connsiteY14" fmla="*/ 320647 h 321884"/>
                <a:gd name="connsiteX15" fmla="*/ 45780 w 171101"/>
                <a:gd name="connsiteY15" fmla="*/ 311732 h 321884"/>
                <a:gd name="connsiteX16" fmla="*/ 127706 w 171101"/>
                <a:gd name="connsiteY16" fmla="*/ 252416 h 321884"/>
                <a:gd name="connsiteX17" fmla="*/ 165009 w 171101"/>
                <a:gd name="connsiteY17" fmla="*/ 208539 h 321884"/>
              </a:gdLst>
              <a:ahLst/>
              <a:cxnLst/>
              <a:rect l="l" t="t" r="r" b="b"/>
              <a:pathLst>
                <a:path w="171101" h="321884">
                  <a:moveTo>
                    <a:pt x="165009" y="208539"/>
                  </a:moveTo>
                  <a:cubicBezTo>
                    <a:pt x="171533" y="172576"/>
                    <a:pt x="172828" y="135857"/>
                    <a:pt x="168844" y="99520"/>
                  </a:cubicBezTo>
                  <a:cubicBezTo>
                    <a:pt x="164910" y="64010"/>
                    <a:pt x="149969" y="28252"/>
                    <a:pt x="121631" y="6388"/>
                  </a:cubicBezTo>
                  <a:cubicBezTo>
                    <a:pt x="115704" y="1806"/>
                    <a:pt x="107636" y="-2228"/>
                    <a:pt x="101012" y="1408"/>
                  </a:cubicBezTo>
                  <a:cubicBezTo>
                    <a:pt x="96953" y="4222"/>
                    <a:pt x="93940" y="8306"/>
                    <a:pt x="92446" y="13012"/>
                  </a:cubicBezTo>
                  <a:cubicBezTo>
                    <a:pt x="83182" y="34328"/>
                    <a:pt x="73904" y="55628"/>
                    <a:pt x="64606" y="76909"/>
                  </a:cubicBezTo>
                  <a:cubicBezTo>
                    <a:pt x="58181" y="91850"/>
                    <a:pt x="51657" y="107040"/>
                    <a:pt x="52304" y="123127"/>
                  </a:cubicBezTo>
                  <a:cubicBezTo>
                    <a:pt x="53734" y="140055"/>
                    <a:pt x="61109" y="155932"/>
                    <a:pt x="73122" y="167950"/>
                  </a:cubicBezTo>
                  <a:cubicBezTo>
                    <a:pt x="85125" y="179838"/>
                    <a:pt x="98497" y="190252"/>
                    <a:pt x="112965" y="198977"/>
                  </a:cubicBezTo>
                  <a:cubicBezTo>
                    <a:pt x="97436" y="193982"/>
                    <a:pt x="81340" y="190954"/>
                    <a:pt x="65054" y="189963"/>
                  </a:cubicBezTo>
                  <a:cubicBezTo>
                    <a:pt x="49197" y="188090"/>
                    <a:pt x="33235" y="192448"/>
                    <a:pt x="20530" y="202115"/>
                  </a:cubicBezTo>
                  <a:cubicBezTo>
                    <a:pt x="3796" y="216209"/>
                    <a:pt x="-587" y="240314"/>
                    <a:pt x="61" y="262227"/>
                  </a:cubicBezTo>
                  <a:cubicBezTo>
                    <a:pt x="514" y="276531"/>
                    <a:pt x="2616" y="290740"/>
                    <a:pt x="6336" y="304560"/>
                  </a:cubicBezTo>
                  <a:cubicBezTo>
                    <a:pt x="7287" y="310098"/>
                    <a:pt x="10056" y="315163"/>
                    <a:pt x="14205" y="318953"/>
                  </a:cubicBezTo>
                  <a:cubicBezTo>
                    <a:pt x="19160" y="322136"/>
                    <a:pt x="25341" y="322768"/>
                    <a:pt x="30839" y="320647"/>
                  </a:cubicBezTo>
                  <a:cubicBezTo>
                    <a:pt x="36263" y="318495"/>
                    <a:pt x="41308" y="315487"/>
                    <a:pt x="45780" y="311732"/>
                  </a:cubicBezTo>
                  <a:cubicBezTo>
                    <a:pt x="72724" y="291312"/>
                    <a:pt x="100564" y="272885"/>
                    <a:pt x="127706" y="252416"/>
                  </a:cubicBezTo>
                  <a:cubicBezTo>
                    <a:pt x="132886" y="233242"/>
                    <a:pt x="148175" y="219247"/>
                    <a:pt x="165009" y="208539"/>
                  </a:cubicBezTo>
                  <a:close/>
                </a:path>
              </a:pathLst>
            </a:custGeom>
            <a:solidFill>
              <a:srgbClr val="F7CB0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9" name="标题 1"/>
            <p:cNvSpPr txBox="1"/>
            <p:nvPr/>
          </p:nvSpPr>
          <p:spPr>
            <a:xfrm>
              <a:off x="10458361" y="2774814"/>
              <a:ext cx="75313" cy="103057"/>
            </a:xfrm>
            <a:custGeom>
              <a:avLst/>
              <a:gdLst>
                <a:gd name="connsiteX0" fmla="*/ 73604 w 73815"/>
                <a:gd name="connsiteY0" fmla="*/ 398 h 101007"/>
                <a:gd name="connsiteX1" fmla="*/ 36550 w 73815"/>
                <a:gd name="connsiteY1" fmla="*/ 50201 h 101007"/>
                <a:gd name="connsiteX2" fmla="*/ 841 w 73815"/>
                <a:gd name="connsiteY2" fmla="*/ 100951 h 101007"/>
                <a:gd name="connsiteX3" fmla="*/ 3830 w 73815"/>
                <a:gd name="connsiteY3" fmla="*/ 82026 h 101007"/>
                <a:gd name="connsiteX4" fmla="*/ 12147 w 73815"/>
                <a:gd name="connsiteY4" fmla="*/ 63349 h 101007"/>
                <a:gd name="connsiteX5" fmla="*/ 25345 w 73815"/>
                <a:gd name="connsiteY5" fmla="*/ 42133 h 101007"/>
                <a:gd name="connsiteX6" fmla="*/ 41431 w 73815"/>
                <a:gd name="connsiteY6" fmla="*/ 22909 h 101007"/>
                <a:gd name="connsiteX7" fmla="*/ 56372 w 73815"/>
                <a:gd name="connsiteY7" fmla="*/ 9263 h 101007"/>
                <a:gd name="connsiteX8" fmla="*/ 73604 w 73815"/>
                <a:gd name="connsiteY8" fmla="*/ 398 h 101007"/>
              </a:gdLst>
              <a:ahLst/>
              <a:cxnLst/>
              <a:rect l="l" t="t" r="r" b="b"/>
              <a:pathLst>
                <a:path w="73815" h="101007">
                  <a:moveTo>
                    <a:pt x="73604" y="398"/>
                  </a:moveTo>
                  <a:cubicBezTo>
                    <a:pt x="76094" y="3536"/>
                    <a:pt x="56173" y="22810"/>
                    <a:pt x="36550" y="50201"/>
                  </a:cubicBezTo>
                  <a:cubicBezTo>
                    <a:pt x="16928" y="77593"/>
                    <a:pt x="4577" y="102345"/>
                    <a:pt x="841" y="100951"/>
                  </a:cubicBezTo>
                  <a:cubicBezTo>
                    <a:pt x="-852" y="100304"/>
                    <a:pt x="-55" y="93032"/>
                    <a:pt x="3830" y="82026"/>
                  </a:cubicBezTo>
                  <a:cubicBezTo>
                    <a:pt x="6160" y="75611"/>
                    <a:pt x="8939" y="69371"/>
                    <a:pt x="12147" y="63349"/>
                  </a:cubicBezTo>
                  <a:cubicBezTo>
                    <a:pt x="16056" y="55984"/>
                    <a:pt x="20464" y="48897"/>
                    <a:pt x="25345" y="42133"/>
                  </a:cubicBezTo>
                  <a:cubicBezTo>
                    <a:pt x="30265" y="35370"/>
                    <a:pt x="35639" y="28945"/>
                    <a:pt x="41431" y="22909"/>
                  </a:cubicBezTo>
                  <a:cubicBezTo>
                    <a:pt x="46093" y="18024"/>
                    <a:pt x="51083" y="13462"/>
                    <a:pt x="56372" y="9263"/>
                  </a:cubicBezTo>
                  <a:cubicBezTo>
                    <a:pt x="65785" y="2042"/>
                    <a:pt x="72459" y="-1196"/>
                    <a:pt x="73604" y="398"/>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0" name="标题 1"/>
            <p:cNvSpPr txBox="1"/>
            <p:nvPr/>
          </p:nvSpPr>
          <p:spPr>
            <a:xfrm>
              <a:off x="7966174" y="909542"/>
              <a:ext cx="161438" cy="160542"/>
            </a:xfrm>
            <a:custGeom>
              <a:avLst/>
              <a:gdLst>
                <a:gd name="connsiteX0" fmla="*/ 31625 w 158226"/>
                <a:gd name="connsiteY0" fmla="*/ 152980 h 157348"/>
                <a:gd name="connsiteX1" fmla="*/ 154290 w 158226"/>
                <a:gd name="connsiteY1" fmla="*/ 21699 h 157348"/>
                <a:gd name="connsiteX2" fmla="*/ 157030 w 158226"/>
                <a:gd name="connsiteY2" fmla="*/ 5314 h 157348"/>
                <a:gd name="connsiteX3" fmla="*/ 137108 w 158226"/>
                <a:gd name="connsiteY3" fmla="*/ 881 h 157348"/>
                <a:gd name="connsiteX4" fmla="*/ 14244 w 158226"/>
                <a:gd name="connsiteY4" fmla="*/ 24488 h 157348"/>
                <a:gd name="connsiteX5" fmla="*/ 498 w 158226"/>
                <a:gd name="connsiteY5" fmla="*/ 139782 h 157348"/>
                <a:gd name="connsiteX6" fmla="*/ 1693 w 158226"/>
                <a:gd name="connsiteY6" fmla="*/ 152034 h 157348"/>
                <a:gd name="connsiteX7" fmla="*/ 13546 w 158226"/>
                <a:gd name="connsiteY7" fmla="*/ 157263 h 157348"/>
                <a:gd name="connsiteX8" fmla="*/ 31625 w 158226"/>
                <a:gd name="connsiteY8" fmla="*/ 152980 h 157348"/>
              </a:gdLst>
              <a:ahLst/>
              <a:cxnLst/>
              <a:rect l="l" t="t" r="r" b="b"/>
              <a:pathLst>
                <a:path w="158226" h="157348">
                  <a:moveTo>
                    <a:pt x="31625" y="152980"/>
                  </a:moveTo>
                  <a:cubicBezTo>
                    <a:pt x="82429" y="119665"/>
                    <a:pt x="124493" y="74644"/>
                    <a:pt x="154290" y="21699"/>
                  </a:cubicBezTo>
                  <a:cubicBezTo>
                    <a:pt x="157129" y="16719"/>
                    <a:pt x="159868" y="10394"/>
                    <a:pt x="157030" y="5314"/>
                  </a:cubicBezTo>
                  <a:cubicBezTo>
                    <a:pt x="153444" y="-1011"/>
                    <a:pt x="144330" y="-513"/>
                    <a:pt x="137108" y="881"/>
                  </a:cubicBezTo>
                  <a:lnTo>
                    <a:pt x="14244" y="24488"/>
                  </a:lnTo>
                  <a:cubicBezTo>
                    <a:pt x="9263" y="62338"/>
                    <a:pt x="5229" y="101932"/>
                    <a:pt x="498" y="139782"/>
                  </a:cubicBezTo>
                  <a:cubicBezTo>
                    <a:pt x="-453" y="143887"/>
                    <a:pt x="-35" y="148191"/>
                    <a:pt x="1693" y="152034"/>
                  </a:cubicBezTo>
                  <a:cubicBezTo>
                    <a:pt x="4408" y="155796"/>
                    <a:pt x="8940" y="157796"/>
                    <a:pt x="13546" y="157263"/>
                  </a:cubicBezTo>
                  <a:cubicBezTo>
                    <a:pt x="19787" y="156975"/>
                    <a:pt x="25918" y="155523"/>
                    <a:pt x="31625" y="152980"/>
                  </a:cubicBezTo>
                  <a:close/>
                </a:path>
              </a:pathLst>
            </a:custGeom>
            <a:solidFill>
              <a:srgbClr val="FCDF7A">
                <a:alpha val="100000"/>
              </a:srgbClr>
            </a:solidFill>
            <a:ln w="4973" cap="flat">
              <a:noFill/>
              <a:miter/>
            </a:ln>
          </p:spPr>
          <p:txBody>
            <a:bodyPr vert="horz" wrap="square" lIns="91440" tIns="45720" rIns="91440" bIns="45720" rtlCol="0" anchor="ctr"/>
            <a:lstStyle/>
            <a:p>
              <a:pPr algn="l"/>
              <a:endParaRPr kumimoji="1" lang="zh-CN" altLang="en-US"/>
            </a:p>
          </p:txBody>
        </p:sp>
        <p:sp>
          <p:nvSpPr>
            <p:cNvPr id="61" name="标题 1"/>
            <p:cNvSpPr txBox="1"/>
            <p:nvPr/>
          </p:nvSpPr>
          <p:spPr>
            <a:xfrm>
              <a:off x="7817641" y="797009"/>
              <a:ext cx="181247" cy="321617"/>
            </a:xfrm>
            <a:custGeom>
              <a:avLst/>
              <a:gdLst>
                <a:gd name="connsiteX0" fmla="*/ 159075 w 177641"/>
                <a:gd name="connsiteY0" fmla="*/ 268852 h 315218"/>
                <a:gd name="connsiteX1" fmla="*/ 139154 w 177641"/>
                <a:gd name="connsiteY1" fmla="*/ 19836 h 315218"/>
                <a:gd name="connsiteX2" fmla="*/ 126504 w 177641"/>
                <a:gd name="connsiteY2" fmla="*/ 4098 h 315218"/>
                <a:gd name="connsiteX3" fmla="*/ 107479 w 177641"/>
                <a:gd name="connsiteY3" fmla="*/ 1508 h 315218"/>
                <a:gd name="connsiteX4" fmla="*/ 98813 w 177641"/>
                <a:gd name="connsiteY4" fmla="*/ 9875 h 315218"/>
                <a:gd name="connsiteX5" fmla="*/ 44378 w 177641"/>
                <a:gd name="connsiteY5" fmla="*/ 81094 h 315218"/>
                <a:gd name="connsiteX6" fmla="*/ 17584 w 177641"/>
                <a:gd name="connsiteY6" fmla="*/ 130897 h 315218"/>
                <a:gd name="connsiteX7" fmla="*/ 30483 w 177641"/>
                <a:gd name="connsiteY7" fmla="*/ 186079 h 315218"/>
                <a:gd name="connsiteX8" fmla="*/ 68383 w 177641"/>
                <a:gd name="connsiteY8" fmla="*/ 229706 h 315218"/>
                <a:gd name="connsiteX9" fmla="*/ 40593 w 177641"/>
                <a:gd name="connsiteY9" fmla="*/ 230553 h 315218"/>
                <a:gd name="connsiteX10" fmla="*/ 14944 w 177641"/>
                <a:gd name="connsiteY10" fmla="*/ 235533 h 315218"/>
                <a:gd name="connsiteX11" fmla="*/ 4984 w 177641"/>
                <a:gd name="connsiteY11" fmla="*/ 257895 h 315218"/>
                <a:gd name="connsiteX12" fmla="*/ 502 w 177641"/>
                <a:gd name="connsiteY12" fmla="*/ 287777 h 315218"/>
                <a:gd name="connsiteX13" fmla="*/ 2942 w 177641"/>
                <a:gd name="connsiteY13" fmla="*/ 301473 h 315218"/>
                <a:gd name="connsiteX14" fmla="*/ 12405 w 177641"/>
                <a:gd name="connsiteY14" fmla="*/ 305656 h 315218"/>
                <a:gd name="connsiteX15" fmla="*/ 88604 w 177641"/>
                <a:gd name="connsiteY15" fmla="*/ 315219 h 315218"/>
                <a:gd name="connsiteX16" fmla="*/ 159075 w 177641"/>
                <a:gd name="connsiteY16" fmla="*/ 268852 h 315218"/>
              </a:gdLst>
              <a:ahLst/>
              <a:cxnLst/>
              <a:rect l="l" t="t" r="r" b="b"/>
              <a:pathLst>
                <a:path w="177641" h="315218">
                  <a:moveTo>
                    <a:pt x="159075" y="268852"/>
                  </a:moveTo>
                  <a:cubicBezTo>
                    <a:pt x="189540" y="186978"/>
                    <a:pt x="182249" y="95824"/>
                    <a:pt x="139154" y="19836"/>
                  </a:cubicBezTo>
                  <a:cubicBezTo>
                    <a:pt x="136081" y="13765"/>
                    <a:pt x="131773" y="8405"/>
                    <a:pt x="126504" y="4098"/>
                  </a:cubicBezTo>
                  <a:cubicBezTo>
                    <a:pt x="121125" y="-209"/>
                    <a:pt x="113814" y="-1204"/>
                    <a:pt x="107479" y="1508"/>
                  </a:cubicBezTo>
                  <a:cubicBezTo>
                    <a:pt x="104028" y="3647"/>
                    <a:pt x="101074" y="6500"/>
                    <a:pt x="98813" y="9875"/>
                  </a:cubicBezTo>
                  <a:lnTo>
                    <a:pt x="44378" y="81094"/>
                  </a:lnTo>
                  <a:cubicBezTo>
                    <a:pt x="32824" y="96035"/>
                    <a:pt x="20921" y="112071"/>
                    <a:pt x="17584" y="130897"/>
                  </a:cubicBezTo>
                  <a:cubicBezTo>
                    <a:pt x="14247" y="149722"/>
                    <a:pt x="20373" y="169644"/>
                    <a:pt x="30483" y="186079"/>
                  </a:cubicBezTo>
                  <a:cubicBezTo>
                    <a:pt x="41330" y="202080"/>
                    <a:pt x="54055" y="216726"/>
                    <a:pt x="68383" y="229706"/>
                  </a:cubicBezTo>
                  <a:cubicBezTo>
                    <a:pt x="59215" y="231382"/>
                    <a:pt x="49847" y="231668"/>
                    <a:pt x="40593" y="230553"/>
                  </a:cubicBezTo>
                  <a:cubicBezTo>
                    <a:pt x="31678" y="229507"/>
                    <a:pt x="21817" y="229856"/>
                    <a:pt x="14944" y="235533"/>
                  </a:cubicBezTo>
                  <a:cubicBezTo>
                    <a:pt x="8072" y="241211"/>
                    <a:pt x="6428" y="249678"/>
                    <a:pt x="4984" y="257895"/>
                  </a:cubicBezTo>
                  <a:cubicBezTo>
                    <a:pt x="3091" y="267856"/>
                    <a:pt x="1597" y="277816"/>
                    <a:pt x="502" y="287777"/>
                  </a:cubicBezTo>
                  <a:cubicBezTo>
                    <a:pt x="-664" y="292482"/>
                    <a:pt x="223" y="297461"/>
                    <a:pt x="2942" y="301473"/>
                  </a:cubicBezTo>
                  <a:cubicBezTo>
                    <a:pt x="5586" y="303818"/>
                    <a:pt x="8893" y="305280"/>
                    <a:pt x="12405" y="305656"/>
                  </a:cubicBezTo>
                  <a:cubicBezTo>
                    <a:pt x="37500" y="310932"/>
                    <a:pt x="62985" y="314130"/>
                    <a:pt x="88604" y="315219"/>
                  </a:cubicBezTo>
                  <a:cubicBezTo>
                    <a:pt x="108953" y="295451"/>
                    <a:pt x="132869" y="279718"/>
                    <a:pt x="159075" y="268852"/>
                  </a:cubicBezTo>
                  <a:close/>
                </a:path>
              </a:pathLst>
            </a:custGeom>
            <a:solidFill>
              <a:srgbClr val="F7CB0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2" name="标题 1"/>
            <p:cNvSpPr txBox="1"/>
            <p:nvPr/>
          </p:nvSpPr>
          <p:spPr>
            <a:xfrm>
              <a:off x="7875161" y="1054354"/>
              <a:ext cx="153839" cy="101632"/>
            </a:xfrm>
            <a:custGeom>
              <a:avLst/>
              <a:gdLst>
                <a:gd name="connsiteX0" fmla="*/ 150760 w 150778"/>
                <a:gd name="connsiteY0" fmla="*/ 1288 h 99610"/>
                <a:gd name="connsiteX1" fmla="*/ 126804 w 150778"/>
                <a:gd name="connsiteY1" fmla="*/ 13938 h 99610"/>
                <a:gd name="connsiteX2" fmla="*/ 114702 w 150778"/>
                <a:gd name="connsiteY2" fmla="*/ 19416 h 99610"/>
                <a:gd name="connsiteX3" fmla="*/ 101106 w 150778"/>
                <a:gd name="connsiteY3" fmla="*/ 26140 h 99610"/>
                <a:gd name="connsiteX4" fmla="*/ 71224 w 150778"/>
                <a:gd name="connsiteY4" fmla="*/ 43521 h 99610"/>
                <a:gd name="connsiteX5" fmla="*/ 43235 w 150778"/>
                <a:gd name="connsiteY5" fmla="*/ 63841 h 99610"/>
                <a:gd name="connsiteX6" fmla="*/ 31581 w 150778"/>
                <a:gd name="connsiteY6" fmla="*/ 73802 h 99610"/>
                <a:gd name="connsiteX7" fmla="*/ 21620 w 150778"/>
                <a:gd name="connsiteY7" fmla="*/ 82617 h 99610"/>
                <a:gd name="connsiteX8" fmla="*/ 404 w 150778"/>
                <a:gd name="connsiteY8" fmla="*/ 99450 h 99610"/>
                <a:gd name="connsiteX9" fmla="*/ 13452 w 150778"/>
                <a:gd name="connsiteY9" fmla="*/ 75096 h 99610"/>
                <a:gd name="connsiteX10" fmla="*/ 22467 w 150778"/>
                <a:gd name="connsiteY10" fmla="*/ 64488 h 99610"/>
                <a:gd name="connsiteX11" fmla="*/ 33672 w 150778"/>
                <a:gd name="connsiteY11" fmla="*/ 53133 h 99610"/>
                <a:gd name="connsiteX12" fmla="*/ 62558 w 150778"/>
                <a:gd name="connsiteY12" fmla="*/ 30572 h 99610"/>
                <a:gd name="connsiteX13" fmla="*/ 94881 w 150778"/>
                <a:gd name="connsiteY13" fmla="*/ 13241 h 99610"/>
                <a:gd name="connsiteX14" fmla="*/ 109822 w 150778"/>
                <a:gd name="connsiteY14" fmla="*/ 7513 h 99610"/>
                <a:gd name="connsiteX15" fmla="*/ 123119 w 150778"/>
                <a:gd name="connsiteY15" fmla="*/ 3579 h 99610"/>
                <a:gd name="connsiteX16" fmla="*/ 150760 w 150778"/>
                <a:gd name="connsiteY16" fmla="*/ 1288 h 99610"/>
              </a:gdLst>
              <a:ahLst/>
              <a:cxnLst/>
              <a:rect l="l" t="t" r="r" b="b"/>
              <a:pathLst>
                <a:path w="150778" h="99610">
                  <a:moveTo>
                    <a:pt x="150760" y="1288"/>
                  </a:moveTo>
                  <a:cubicBezTo>
                    <a:pt x="151258" y="3529"/>
                    <a:pt x="141646" y="7364"/>
                    <a:pt x="126804" y="13938"/>
                  </a:cubicBezTo>
                  <a:cubicBezTo>
                    <a:pt x="123069" y="15582"/>
                    <a:pt x="118985" y="17325"/>
                    <a:pt x="114702" y="19416"/>
                  </a:cubicBezTo>
                  <a:cubicBezTo>
                    <a:pt x="110419" y="21508"/>
                    <a:pt x="105887" y="23749"/>
                    <a:pt x="101106" y="26140"/>
                  </a:cubicBezTo>
                  <a:cubicBezTo>
                    <a:pt x="91693" y="31120"/>
                    <a:pt x="81533" y="36847"/>
                    <a:pt x="71224" y="43521"/>
                  </a:cubicBezTo>
                  <a:cubicBezTo>
                    <a:pt x="60915" y="50195"/>
                    <a:pt x="51552" y="57217"/>
                    <a:pt x="43235" y="63841"/>
                  </a:cubicBezTo>
                  <a:cubicBezTo>
                    <a:pt x="39101" y="67277"/>
                    <a:pt x="35117" y="70415"/>
                    <a:pt x="31581" y="73802"/>
                  </a:cubicBezTo>
                  <a:cubicBezTo>
                    <a:pt x="28045" y="77188"/>
                    <a:pt x="24708" y="79877"/>
                    <a:pt x="21620" y="82617"/>
                  </a:cubicBezTo>
                  <a:cubicBezTo>
                    <a:pt x="9667" y="93573"/>
                    <a:pt x="2247" y="100795"/>
                    <a:pt x="404" y="99450"/>
                  </a:cubicBezTo>
                  <a:cubicBezTo>
                    <a:pt x="-1439" y="98105"/>
                    <a:pt x="3043" y="88543"/>
                    <a:pt x="13452" y="75096"/>
                  </a:cubicBezTo>
                  <a:cubicBezTo>
                    <a:pt x="16092" y="71710"/>
                    <a:pt x="19030" y="68124"/>
                    <a:pt x="22467" y="64488"/>
                  </a:cubicBezTo>
                  <a:cubicBezTo>
                    <a:pt x="25903" y="60853"/>
                    <a:pt x="29638" y="57018"/>
                    <a:pt x="33672" y="53133"/>
                  </a:cubicBezTo>
                  <a:cubicBezTo>
                    <a:pt x="42682" y="44853"/>
                    <a:pt x="52344" y="37309"/>
                    <a:pt x="62558" y="30572"/>
                  </a:cubicBezTo>
                  <a:cubicBezTo>
                    <a:pt x="72858" y="23951"/>
                    <a:pt x="83665" y="18156"/>
                    <a:pt x="94881" y="13241"/>
                  </a:cubicBezTo>
                  <a:cubicBezTo>
                    <a:pt x="99861" y="11099"/>
                    <a:pt x="104841" y="9057"/>
                    <a:pt x="109822" y="7513"/>
                  </a:cubicBezTo>
                  <a:cubicBezTo>
                    <a:pt x="114802" y="5969"/>
                    <a:pt x="119035" y="4625"/>
                    <a:pt x="123119" y="3579"/>
                  </a:cubicBezTo>
                  <a:cubicBezTo>
                    <a:pt x="139704" y="-704"/>
                    <a:pt x="150411" y="-704"/>
                    <a:pt x="150760" y="1288"/>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3" name="标题 1"/>
            <p:cNvSpPr txBox="1"/>
            <p:nvPr/>
          </p:nvSpPr>
          <p:spPr>
            <a:xfrm>
              <a:off x="6918996" y="1738012"/>
              <a:ext cx="144447" cy="259823"/>
            </a:xfrm>
            <a:custGeom>
              <a:avLst/>
              <a:gdLst>
                <a:gd name="connsiteX0" fmla="*/ 0 w 141573"/>
                <a:gd name="connsiteY0" fmla="*/ 169270 h 254654"/>
                <a:gd name="connsiteX1" fmla="*/ 20270 w 141573"/>
                <a:gd name="connsiteY1" fmla="*/ 92872 h 254654"/>
                <a:gd name="connsiteX2" fmla="*/ 34962 w 141573"/>
                <a:gd name="connsiteY2" fmla="*/ 47252 h 254654"/>
                <a:gd name="connsiteX3" fmla="*/ 62951 w 141573"/>
                <a:gd name="connsiteY3" fmla="*/ 8953 h 254654"/>
                <a:gd name="connsiteX4" fmla="*/ 90941 w 141573"/>
                <a:gd name="connsiteY4" fmla="*/ 1134 h 254654"/>
                <a:gd name="connsiteX5" fmla="*/ 109169 w 141573"/>
                <a:gd name="connsiteY5" fmla="*/ 26036 h 254654"/>
                <a:gd name="connsiteX6" fmla="*/ 123213 w 141573"/>
                <a:gd name="connsiteY6" fmla="*/ 75491 h 254654"/>
                <a:gd name="connsiteX7" fmla="*/ 122167 w 141573"/>
                <a:gd name="connsiteY7" fmla="*/ 105821 h 254654"/>
                <a:gd name="connsiteX8" fmla="*/ 106131 w 141573"/>
                <a:gd name="connsiteY8" fmla="*/ 120214 h 254654"/>
                <a:gd name="connsiteX9" fmla="*/ 63101 w 141573"/>
                <a:gd name="connsiteY9" fmla="*/ 159608 h 254654"/>
                <a:gd name="connsiteX10" fmla="*/ 118183 w 141573"/>
                <a:gd name="connsiteY10" fmla="*/ 155823 h 254654"/>
                <a:gd name="connsiteX11" fmla="*/ 136561 w 141573"/>
                <a:gd name="connsiteY11" fmla="*/ 163294 h 254654"/>
                <a:gd name="connsiteX12" fmla="*/ 140346 w 141573"/>
                <a:gd name="connsiteY12" fmla="*/ 190436 h 254654"/>
                <a:gd name="connsiteX13" fmla="*/ 129538 w 141573"/>
                <a:gd name="connsiteY13" fmla="*/ 237550 h 254654"/>
                <a:gd name="connsiteX14" fmla="*/ 119578 w 141573"/>
                <a:gd name="connsiteY14" fmla="*/ 253487 h 254654"/>
                <a:gd name="connsiteX15" fmla="*/ 96021 w 141573"/>
                <a:gd name="connsiteY15" fmla="*/ 245569 h 254654"/>
                <a:gd name="connsiteX16" fmla="*/ 64296 w 141573"/>
                <a:gd name="connsiteY16" fmla="*/ 220368 h 254654"/>
                <a:gd name="connsiteX17" fmla="*/ 25848 w 141573"/>
                <a:gd name="connsiteY17" fmla="*/ 209511 h 254654"/>
                <a:gd name="connsiteX18" fmla="*/ 0 w 141573"/>
                <a:gd name="connsiteY18" fmla="*/ 169270 h 254654"/>
              </a:gdLst>
              <a:ahLst/>
              <a:cxnLst/>
              <a:rect l="l" t="t" r="r" b="b"/>
              <a:pathLst>
                <a:path w="141573" h="254654">
                  <a:moveTo>
                    <a:pt x="0" y="169270"/>
                  </a:moveTo>
                  <a:cubicBezTo>
                    <a:pt x="6640" y="143771"/>
                    <a:pt x="13397" y="118306"/>
                    <a:pt x="20270" y="92872"/>
                  </a:cubicBezTo>
                  <a:cubicBezTo>
                    <a:pt x="23953" y="77298"/>
                    <a:pt x="28866" y="62049"/>
                    <a:pt x="34962" y="47252"/>
                  </a:cubicBezTo>
                  <a:cubicBezTo>
                    <a:pt x="41149" y="32461"/>
                    <a:pt x="50739" y="19342"/>
                    <a:pt x="62951" y="8953"/>
                  </a:cubicBezTo>
                  <a:cubicBezTo>
                    <a:pt x="70820" y="2579"/>
                    <a:pt x="81379" y="-2302"/>
                    <a:pt x="90941" y="1134"/>
                  </a:cubicBezTo>
                  <a:cubicBezTo>
                    <a:pt x="100503" y="4571"/>
                    <a:pt x="105882" y="15776"/>
                    <a:pt x="109169" y="26036"/>
                  </a:cubicBezTo>
                  <a:cubicBezTo>
                    <a:pt x="114712" y="42262"/>
                    <a:pt x="119400" y="58772"/>
                    <a:pt x="123213" y="75491"/>
                  </a:cubicBezTo>
                  <a:cubicBezTo>
                    <a:pt x="125554" y="85451"/>
                    <a:pt x="127347" y="96856"/>
                    <a:pt x="122167" y="105821"/>
                  </a:cubicBezTo>
                  <a:cubicBezTo>
                    <a:pt x="117954" y="111747"/>
                    <a:pt x="112477" y="116663"/>
                    <a:pt x="106131" y="120214"/>
                  </a:cubicBezTo>
                  <a:cubicBezTo>
                    <a:pt x="90002" y="131250"/>
                    <a:pt x="75515" y="144513"/>
                    <a:pt x="63101" y="159608"/>
                  </a:cubicBezTo>
                  <a:cubicBezTo>
                    <a:pt x="81027" y="154698"/>
                    <a:pt x="99753" y="153413"/>
                    <a:pt x="118183" y="155823"/>
                  </a:cubicBezTo>
                  <a:cubicBezTo>
                    <a:pt x="124994" y="156087"/>
                    <a:pt x="131497" y="158732"/>
                    <a:pt x="136561" y="163294"/>
                  </a:cubicBezTo>
                  <a:cubicBezTo>
                    <a:pt x="142985" y="170316"/>
                    <a:pt x="141989" y="181123"/>
                    <a:pt x="140346" y="190436"/>
                  </a:cubicBezTo>
                  <a:cubicBezTo>
                    <a:pt x="137564" y="206319"/>
                    <a:pt x="133957" y="222047"/>
                    <a:pt x="129538" y="237550"/>
                  </a:cubicBezTo>
                  <a:cubicBezTo>
                    <a:pt x="127745" y="243826"/>
                    <a:pt x="125255" y="250748"/>
                    <a:pt x="119578" y="253487"/>
                  </a:cubicBezTo>
                  <a:cubicBezTo>
                    <a:pt x="111609" y="257223"/>
                    <a:pt x="102694" y="251296"/>
                    <a:pt x="96021" y="245569"/>
                  </a:cubicBezTo>
                  <a:cubicBezTo>
                    <a:pt x="86151" y="236315"/>
                    <a:pt x="75540" y="227889"/>
                    <a:pt x="64296" y="220368"/>
                  </a:cubicBezTo>
                  <a:cubicBezTo>
                    <a:pt x="52945" y="212788"/>
                    <a:pt x="39488" y="208988"/>
                    <a:pt x="25848" y="209511"/>
                  </a:cubicBezTo>
                  <a:cubicBezTo>
                    <a:pt x="18407" y="195377"/>
                    <a:pt x="9758" y="181915"/>
                    <a:pt x="0" y="169270"/>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4" name="标题 1"/>
            <p:cNvSpPr txBox="1"/>
            <p:nvPr/>
          </p:nvSpPr>
          <p:spPr>
            <a:xfrm>
              <a:off x="6732715" y="1871789"/>
              <a:ext cx="207674" cy="195635"/>
            </a:xfrm>
            <a:custGeom>
              <a:avLst/>
              <a:gdLst>
                <a:gd name="connsiteX0" fmla="*/ 179438 w 203542"/>
                <a:gd name="connsiteY0" fmla="*/ 40495 h 191743"/>
                <a:gd name="connsiteX1" fmla="*/ 24400 w 203542"/>
                <a:gd name="connsiteY1" fmla="*/ 4687 h 191743"/>
                <a:gd name="connsiteX2" fmla="*/ 1341 w 203542"/>
                <a:gd name="connsiteY2" fmla="*/ 19628 h 191743"/>
                <a:gd name="connsiteX3" fmla="*/ 6321 w 203542"/>
                <a:gd name="connsiteY3" fmla="*/ 44530 h 191743"/>
                <a:gd name="connsiteX4" fmla="*/ 56125 w 203542"/>
                <a:gd name="connsiteY4" fmla="*/ 101106 h 191743"/>
                <a:gd name="connsiteX5" fmla="*/ 73008 w 203542"/>
                <a:gd name="connsiteY5" fmla="*/ 111067 h 191743"/>
                <a:gd name="connsiteX6" fmla="*/ 93378 w 203542"/>
                <a:gd name="connsiteY6" fmla="*/ 102650 h 191743"/>
                <a:gd name="connsiteX7" fmla="*/ 142384 w 203542"/>
                <a:gd name="connsiteY7" fmla="*/ 84023 h 191743"/>
                <a:gd name="connsiteX8" fmla="*/ 113896 w 203542"/>
                <a:gd name="connsiteY8" fmla="*/ 121874 h 191743"/>
                <a:gd name="connsiteX9" fmla="*/ 114793 w 203542"/>
                <a:gd name="connsiteY9" fmla="*/ 167394 h 191743"/>
                <a:gd name="connsiteX10" fmla="*/ 137553 w 203542"/>
                <a:gd name="connsiteY10" fmla="*/ 184277 h 191743"/>
                <a:gd name="connsiteX11" fmla="*/ 165542 w 203542"/>
                <a:gd name="connsiteY11" fmla="*/ 190702 h 191743"/>
                <a:gd name="connsiteX12" fmla="*/ 193681 w 203542"/>
                <a:gd name="connsiteY12" fmla="*/ 185174 h 191743"/>
                <a:gd name="connsiteX13" fmla="*/ 198014 w 203542"/>
                <a:gd name="connsiteY13" fmla="*/ 168988 h 191743"/>
                <a:gd name="connsiteX14" fmla="*/ 203542 w 203542"/>
                <a:gd name="connsiteY14" fmla="*/ 77051 h 191743"/>
                <a:gd name="connsiteX15" fmla="*/ 179438 w 203542"/>
                <a:gd name="connsiteY15" fmla="*/ 40495 h 191743"/>
              </a:gdLst>
              <a:ahLst/>
              <a:cxnLst/>
              <a:rect l="l" t="t" r="r" b="b"/>
              <a:pathLst>
                <a:path w="203542" h="191743">
                  <a:moveTo>
                    <a:pt x="179438" y="40495"/>
                  </a:moveTo>
                  <a:cubicBezTo>
                    <a:pt x="136055" y="5270"/>
                    <a:pt x="78836" y="-7943"/>
                    <a:pt x="24400" y="4687"/>
                  </a:cubicBezTo>
                  <a:cubicBezTo>
                    <a:pt x="15087" y="6928"/>
                    <a:pt x="4877" y="10912"/>
                    <a:pt x="1341" y="19628"/>
                  </a:cubicBezTo>
                  <a:cubicBezTo>
                    <a:pt x="-2195" y="28343"/>
                    <a:pt x="1889" y="37009"/>
                    <a:pt x="6321" y="44530"/>
                  </a:cubicBezTo>
                  <a:cubicBezTo>
                    <a:pt x="19071" y="66244"/>
                    <a:pt x="37648" y="83874"/>
                    <a:pt x="56125" y="101106"/>
                  </a:cubicBezTo>
                  <a:cubicBezTo>
                    <a:pt x="60487" y="106211"/>
                    <a:pt x="66429" y="109717"/>
                    <a:pt x="73008" y="111067"/>
                  </a:cubicBezTo>
                  <a:cubicBezTo>
                    <a:pt x="80478" y="111664"/>
                    <a:pt x="87102" y="106784"/>
                    <a:pt x="93378" y="102650"/>
                  </a:cubicBezTo>
                  <a:cubicBezTo>
                    <a:pt x="108167" y="92958"/>
                    <a:pt x="124890" y="86598"/>
                    <a:pt x="142384" y="84023"/>
                  </a:cubicBezTo>
                  <a:cubicBezTo>
                    <a:pt x="130772" y="94901"/>
                    <a:pt x="121134" y="107705"/>
                    <a:pt x="113896" y="121874"/>
                  </a:cubicBezTo>
                  <a:cubicBezTo>
                    <a:pt x="107223" y="136267"/>
                    <a:pt x="105978" y="154196"/>
                    <a:pt x="114793" y="167394"/>
                  </a:cubicBezTo>
                  <a:cubicBezTo>
                    <a:pt x="120472" y="175218"/>
                    <a:pt x="128417" y="181115"/>
                    <a:pt x="137553" y="184277"/>
                  </a:cubicBezTo>
                  <a:cubicBezTo>
                    <a:pt x="146640" y="187365"/>
                    <a:pt x="156018" y="189522"/>
                    <a:pt x="165542" y="190702"/>
                  </a:cubicBezTo>
                  <a:cubicBezTo>
                    <a:pt x="175503" y="192296"/>
                    <a:pt x="187506" y="193093"/>
                    <a:pt x="193681" y="185174"/>
                  </a:cubicBezTo>
                  <a:cubicBezTo>
                    <a:pt x="196701" y="180328"/>
                    <a:pt x="198210" y="174695"/>
                    <a:pt x="198014" y="168988"/>
                  </a:cubicBezTo>
                  <a:lnTo>
                    <a:pt x="203542" y="77051"/>
                  </a:lnTo>
                  <a:cubicBezTo>
                    <a:pt x="195972" y="64799"/>
                    <a:pt x="190593" y="49709"/>
                    <a:pt x="179438" y="40495"/>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5" name="标题 1"/>
            <p:cNvSpPr txBox="1"/>
            <p:nvPr/>
          </p:nvSpPr>
          <p:spPr>
            <a:xfrm>
              <a:off x="6907346" y="1895293"/>
              <a:ext cx="54563" cy="85146"/>
            </a:xfrm>
            <a:custGeom>
              <a:avLst/>
              <a:gdLst>
                <a:gd name="connsiteX0" fmla="*/ 53103 w 53477"/>
                <a:gd name="connsiteY0" fmla="*/ 83398 h 83452"/>
                <a:gd name="connsiteX1" fmla="*/ 24417 w 53477"/>
                <a:gd name="connsiteY1" fmla="*/ 43207 h 83452"/>
                <a:gd name="connsiteX2" fmla="*/ 262 w 53477"/>
                <a:gd name="connsiteY2" fmla="*/ 127 h 83452"/>
                <a:gd name="connsiteX3" fmla="*/ 32634 w 53477"/>
                <a:gd name="connsiteY3" fmla="*/ 37978 h 83452"/>
                <a:gd name="connsiteX4" fmla="*/ 53103 w 53477"/>
                <a:gd name="connsiteY4" fmla="*/ 83398 h 83452"/>
              </a:gdLst>
              <a:ahLst/>
              <a:cxnLst/>
              <a:rect l="l" t="t" r="r" b="b"/>
              <a:pathLst>
                <a:path w="53477" h="83452">
                  <a:moveTo>
                    <a:pt x="53103" y="83398"/>
                  </a:moveTo>
                  <a:cubicBezTo>
                    <a:pt x="50613" y="84594"/>
                    <a:pt x="38909" y="65967"/>
                    <a:pt x="24417" y="43207"/>
                  </a:cubicBezTo>
                  <a:cubicBezTo>
                    <a:pt x="9924" y="20447"/>
                    <a:pt x="-1929" y="1870"/>
                    <a:pt x="262" y="127"/>
                  </a:cubicBezTo>
                  <a:cubicBezTo>
                    <a:pt x="2453" y="-1616"/>
                    <a:pt x="17892" y="14720"/>
                    <a:pt x="32634" y="37978"/>
                  </a:cubicBezTo>
                  <a:cubicBezTo>
                    <a:pt x="47376" y="61236"/>
                    <a:pt x="55345" y="82203"/>
                    <a:pt x="53103" y="83398"/>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6" name="标题 1"/>
            <p:cNvSpPr txBox="1"/>
            <p:nvPr/>
          </p:nvSpPr>
          <p:spPr>
            <a:xfrm>
              <a:off x="9922036" y="1234578"/>
              <a:ext cx="140985" cy="261716"/>
            </a:xfrm>
            <a:custGeom>
              <a:avLst/>
              <a:gdLst>
                <a:gd name="connsiteX0" fmla="*/ 138180 w 138180"/>
                <a:gd name="connsiteY0" fmla="*/ 151955 h 256509"/>
                <a:gd name="connsiteX1" fmla="*/ 104563 w 138180"/>
                <a:gd name="connsiteY1" fmla="*/ 80388 h 256509"/>
                <a:gd name="connsiteX2" fmla="*/ 81903 w 138180"/>
                <a:gd name="connsiteY2" fmla="*/ 38155 h 256509"/>
                <a:gd name="connsiteX3" fmla="*/ 47538 w 138180"/>
                <a:gd name="connsiteY3" fmla="*/ 5384 h 256509"/>
                <a:gd name="connsiteX4" fmla="*/ 18603 w 138180"/>
                <a:gd name="connsiteY4" fmla="*/ 2695 h 256509"/>
                <a:gd name="connsiteX5" fmla="*/ 5106 w 138180"/>
                <a:gd name="connsiteY5" fmla="*/ 30186 h 256509"/>
                <a:gd name="connsiteX6" fmla="*/ 126 w 138180"/>
                <a:gd name="connsiteY6" fmla="*/ 81434 h 256509"/>
                <a:gd name="connsiteX7" fmla="*/ 6600 w 138180"/>
                <a:gd name="connsiteY7" fmla="*/ 111316 h 256509"/>
                <a:gd name="connsiteX8" fmla="*/ 24928 w 138180"/>
                <a:gd name="connsiteY8" fmla="*/ 122571 h 256509"/>
                <a:gd name="connsiteX9" fmla="*/ 74382 w 138180"/>
                <a:gd name="connsiteY9" fmla="*/ 153648 h 256509"/>
                <a:gd name="connsiteX10" fmla="*/ 19599 w 138180"/>
                <a:gd name="connsiteY10" fmla="*/ 159774 h 256509"/>
                <a:gd name="connsiteX11" fmla="*/ 2815 w 138180"/>
                <a:gd name="connsiteY11" fmla="*/ 170432 h 256509"/>
                <a:gd name="connsiteX12" fmla="*/ 3960 w 138180"/>
                <a:gd name="connsiteY12" fmla="*/ 197824 h 256509"/>
                <a:gd name="connsiteX13" fmla="*/ 23035 w 138180"/>
                <a:gd name="connsiteY13" fmla="*/ 242198 h 256509"/>
                <a:gd name="connsiteX14" fmla="*/ 35934 w 138180"/>
                <a:gd name="connsiteY14" fmla="*/ 256094 h 256509"/>
                <a:gd name="connsiteX15" fmla="*/ 57648 w 138180"/>
                <a:gd name="connsiteY15" fmla="*/ 244041 h 256509"/>
                <a:gd name="connsiteX16" fmla="*/ 84393 w 138180"/>
                <a:gd name="connsiteY16" fmla="*/ 213562 h 256509"/>
                <a:gd name="connsiteX17" fmla="*/ 120251 w 138180"/>
                <a:gd name="connsiteY17" fmla="*/ 196031 h 256509"/>
                <a:gd name="connsiteX18" fmla="*/ 138180 w 138180"/>
                <a:gd name="connsiteY18" fmla="*/ 151955 h 256509"/>
              </a:gdLst>
              <a:ahLst/>
              <a:cxnLst/>
              <a:rect l="l" t="t" r="r" b="b"/>
              <a:pathLst>
                <a:path w="138180" h="256509">
                  <a:moveTo>
                    <a:pt x="138180" y="151955"/>
                  </a:moveTo>
                  <a:lnTo>
                    <a:pt x="104563" y="80388"/>
                  </a:lnTo>
                  <a:cubicBezTo>
                    <a:pt x="98118" y="65742"/>
                    <a:pt x="90543" y="51621"/>
                    <a:pt x="81903" y="38155"/>
                  </a:cubicBezTo>
                  <a:cubicBezTo>
                    <a:pt x="73212" y="24656"/>
                    <a:pt x="61434" y="13423"/>
                    <a:pt x="47538" y="5384"/>
                  </a:cubicBezTo>
                  <a:cubicBezTo>
                    <a:pt x="38673" y="404"/>
                    <a:pt x="27617" y="-2385"/>
                    <a:pt x="18603" y="2695"/>
                  </a:cubicBezTo>
                  <a:cubicBezTo>
                    <a:pt x="9588" y="7775"/>
                    <a:pt x="6700" y="19727"/>
                    <a:pt x="5106" y="30186"/>
                  </a:cubicBezTo>
                  <a:cubicBezTo>
                    <a:pt x="2551" y="47169"/>
                    <a:pt x="888" y="64276"/>
                    <a:pt x="126" y="81434"/>
                  </a:cubicBezTo>
                  <a:cubicBezTo>
                    <a:pt x="-323" y="91793"/>
                    <a:pt x="126" y="103148"/>
                    <a:pt x="6600" y="111316"/>
                  </a:cubicBezTo>
                  <a:cubicBezTo>
                    <a:pt x="11794" y="116386"/>
                    <a:pt x="18060" y="120230"/>
                    <a:pt x="24928" y="122571"/>
                  </a:cubicBezTo>
                  <a:cubicBezTo>
                    <a:pt x="42792" y="130550"/>
                    <a:pt x="59441" y="141013"/>
                    <a:pt x="74382" y="153648"/>
                  </a:cubicBezTo>
                  <a:cubicBezTo>
                    <a:pt x="55895" y="152045"/>
                    <a:pt x="37274" y="154126"/>
                    <a:pt x="19599" y="159774"/>
                  </a:cubicBezTo>
                  <a:cubicBezTo>
                    <a:pt x="12930" y="161248"/>
                    <a:pt x="6989" y="165023"/>
                    <a:pt x="2815" y="170432"/>
                  </a:cubicBezTo>
                  <a:cubicBezTo>
                    <a:pt x="-2165" y="178450"/>
                    <a:pt x="673" y="188909"/>
                    <a:pt x="3960" y="197824"/>
                  </a:cubicBezTo>
                  <a:cubicBezTo>
                    <a:pt x="9543" y="212934"/>
                    <a:pt x="15913" y="227746"/>
                    <a:pt x="23035" y="242198"/>
                  </a:cubicBezTo>
                  <a:cubicBezTo>
                    <a:pt x="25874" y="248075"/>
                    <a:pt x="29609" y="254450"/>
                    <a:pt x="35934" y="256094"/>
                  </a:cubicBezTo>
                  <a:cubicBezTo>
                    <a:pt x="44401" y="258335"/>
                    <a:pt x="52170" y="251113"/>
                    <a:pt x="57648" y="244041"/>
                  </a:cubicBezTo>
                  <a:cubicBezTo>
                    <a:pt x="65756" y="233199"/>
                    <a:pt x="74696" y="223009"/>
                    <a:pt x="84393" y="213562"/>
                  </a:cubicBezTo>
                  <a:cubicBezTo>
                    <a:pt x="94199" y="204089"/>
                    <a:pt x="106749" y="197953"/>
                    <a:pt x="120251" y="196031"/>
                  </a:cubicBezTo>
                  <a:cubicBezTo>
                    <a:pt x="124962" y="180856"/>
                    <a:pt x="130959" y="166109"/>
                    <a:pt x="138180" y="151955"/>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7" name="标题 1"/>
            <p:cNvSpPr txBox="1"/>
            <p:nvPr/>
          </p:nvSpPr>
          <p:spPr>
            <a:xfrm>
              <a:off x="10049149" y="1327002"/>
              <a:ext cx="195408" cy="216077"/>
            </a:xfrm>
            <a:custGeom>
              <a:avLst/>
              <a:gdLst>
                <a:gd name="connsiteX0" fmla="*/ 17082 w 191520"/>
                <a:gd name="connsiteY0" fmla="*/ 63163 h 211778"/>
                <a:gd name="connsiteX1" fmla="*/ 163205 w 191520"/>
                <a:gd name="connsiteY1" fmla="*/ 212 h 211778"/>
                <a:gd name="connsiteX2" fmla="*/ 188605 w 191520"/>
                <a:gd name="connsiteY2" fmla="*/ 10919 h 211778"/>
                <a:gd name="connsiteX3" fmla="*/ 188156 w 191520"/>
                <a:gd name="connsiteY3" fmla="*/ 36369 h 211778"/>
                <a:gd name="connsiteX4" fmla="*/ 149410 w 191520"/>
                <a:gd name="connsiteY4" fmla="*/ 101113 h 211778"/>
                <a:gd name="connsiteX5" fmla="*/ 134469 w 191520"/>
                <a:gd name="connsiteY5" fmla="*/ 113913 h 211778"/>
                <a:gd name="connsiteX6" fmla="*/ 112904 w 191520"/>
                <a:gd name="connsiteY6" fmla="*/ 109281 h 211778"/>
                <a:gd name="connsiteX7" fmla="*/ 61607 w 191520"/>
                <a:gd name="connsiteY7" fmla="*/ 99470 h 211778"/>
                <a:gd name="connsiteX8" fmla="*/ 96220 w 191520"/>
                <a:gd name="connsiteY8" fmla="*/ 131344 h 211778"/>
                <a:gd name="connsiteX9" fmla="*/ 103491 w 191520"/>
                <a:gd name="connsiteY9" fmla="*/ 176167 h 211778"/>
                <a:gd name="connsiteX10" fmla="*/ 84118 w 191520"/>
                <a:gd name="connsiteY10" fmla="*/ 196835 h 211778"/>
                <a:gd name="connsiteX11" fmla="*/ 57722 w 191520"/>
                <a:gd name="connsiteY11" fmla="*/ 208190 h 211778"/>
                <a:gd name="connsiteX12" fmla="*/ 29035 w 191520"/>
                <a:gd name="connsiteY12" fmla="*/ 207742 h 211778"/>
                <a:gd name="connsiteX13" fmla="*/ 21914 w 191520"/>
                <a:gd name="connsiteY13" fmla="*/ 192801 h 211778"/>
                <a:gd name="connsiteX14" fmla="*/ 0 w 191520"/>
                <a:gd name="connsiteY14" fmla="*/ 103454 h 211778"/>
                <a:gd name="connsiteX15" fmla="*/ 17082 w 191520"/>
                <a:gd name="connsiteY15" fmla="*/ 63163 h 211778"/>
              </a:gdLst>
              <a:ahLst/>
              <a:cxnLst/>
              <a:rect l="l" t="t" r="r" b="b"/>
              <a:pathLst>
                <a:path w="191520" h="211778">
                  <a:moveTo>
                    <a:pt x="17082" y="63163"/>
                  </a:moveTo>
                  <a:cubicBezTo>
                    <a:pt x="53459" y="20746"/>
                    <a:pt x="107391" y="-2488"/>
                    <a:pt x="163205" y="212"/>
                  </a:cubicBezTo>
                  <a:cubicBezTo>
                    <a:pt x="172767" y="760"/>
                    <a:pt x="183525" y="2801"/>
                    <a:pt x="188605" y="10919"/>
                  </a:cubicBezTo>
                  <a:cubicBezTo>
                    <a:pt x="193685" y="19037"/>
                    <a:pt x="191195" y="28102"/>
                    <a:pt x="188156" y="36369"/>
                  </a:cubicBezTo>
                  <a:cubicBezTo>
                    <a:pt x="179541" y="60025"/>
                    <a:pt x="164401" y="80644"/>
                    <a:pt x="149410" y="101113"/>
                  </a:cubicBezTo>
                  <a:cubicBezTo>
                    <a:pt x="146018" y="106945"/>
                    <a:pt x="140749" y="111457"/>
                    <a:pt x="134469" y="113913"/>
                  </a:cubicBezTo>
                  <a:cubicBezTo>
                    <a:pt x="127247" y="115855"/>
                    <a:pt x="119827" y="112219"/>
                    <a:pt x="112904" y="109281"/>
                  </a:cubicBezTo>
                  <a:cubicBezTo>
                    <a:pt x="96713" y="102348"/>
                    <a:pt x="79212" y="99001"/>
                    <a:pt x="61607" y="99470"/>
                  </a:cubicBezTo>
                  <a:cubicBezTo>
                    <a:pt x="74874" y="108051"/>
                    <a:pt x="86578" y="118828"/>
                    <a:pt x="96220" y="131344"/>
                  </a:cubicBezTo>
                  <a:cubicBezTo>
                    <a:pt x="105334" y="144342"/>
                    <a:pt x="109766" y="161773"/>
                    <a:pt x="103491" y="176167"/>
                  </a:cubicBezTo>
                  <a:cubicBezTo>
                    <a:pt x="99308" y="184882"/>
                    <a:pt x="92544" y="192099"/>
                    <a:pt x="84118" y="196835"/>
                  </a:cubicBezTo>
                  <a:cubicBezTo>
                    <a:pt x="75726" y="201501"/>
                    <a:pt x="66881" y="205301"/>
                    <a:pt x="57722" y="208190"/>
                  </a:cubicBezTo>
                  <a:cubicBezTo>
                    <a:pt x="48210" y="211477"/>
                    <a:pt x="36555" y="214465"/>
                    <a:pt x="29035" y="207742"/>
                  </a:cubicBezTo>
                  <a:cubicBezTo>
                    <a:pt x="25230" y="203578"/>
                    <a:pt x="22755" y="198379"/>
                    <a:pt x="21914" y="192801"/>
                  </a:cubicBezTo>
                  <a:cubicBezTo>
                    <a:pt x="14577" y="162919"/>
                    <a:pt x="7271" y="133137"/>
                    <a:pt x="0" y="103454"/>
                  </a:cubicBezTo>
                  <a:cubicBezTo>
                    <a:pt x="5179" y="89957"/>
                    <a:pt x="7769" y="74170"/>
                    <a:pt x="17082" y="63163"/>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8" name="标题 1"/>
            <p:cNvSpPr txBox="1"/>
            <p:nvPr/>
          </p:nvSpPr>
          <p:spPr>
            <a:xfrm>
              <a:off x="10033066" y="1372328"/>
              <a:ext cx="38966" cy="93432"/>
            </a:xfrm>
            <a:custGeom>
              <a:avLst/>
              <a:gdLst>
                <a:gd name="connsiteX0" fmla="*/ 672 w 38191"/>
                <a:gd name="connsiteY0" fmla="*/ 91552 h 91573"/>
                <a:gd name="connsiteX1" fmla="*/ 21690 w 38191"/>
                <a:gd name="connsiteY1" fmla="*/ 46729 h 91573"/>
                <a:gd name="connsiteX2" fmla="*/ 37776 w 38191"/>
                <a:gd name="connsiteY2" fmla="*/ 63 h 91573"/>
                <a:gd name="connsiteX3" fmla="*/ 12874 w 38191"/>
                <a:gd name="connsiteY3" fmla="*/ 43093 h 91573"/>
                <a:gd name="connsiteX4" fmla="*/ 672 w 38191"/>
                <a:gd name="connsiteY4" fmla="*/ 91552 h 91573"/>
              </a:gdLst>
              <a:ahLst/>
              <a:cxnLst/>
              <a:rect l="l" t="t" r="r" b="b"/>
              <a:pathLst>
                <a:path w="38191" h="91573">
                  <a:moveTo>
                    <a:pt x="672" y="91552"/>
                  </a:moveTo>
                  <a:cubicBezTo>
                    <a:pt x="3312" y="92349"/>
                    <a:pt x="11480" y="71630"/>
                    <a:pt x="21690" y="46729"/>
                  </a:cubicBezTo>
                  <a:cubicBezTo>
                    <a:pt x="31899" y="21827"/>
                    <a:pt x="40167" y="1358"/>
                    <a:pt x="37776" y="63"/>
                  </a:cubicBezTo>
                  <a:cubicBezTo>
                    <a:pt x="35385" y="-1232"/>
                    <a:pt x="22835" y="17544"/>
                    <a:pt x="12874" y="43093"/>
                  </a:cubicBezTo>
                  <a:cubicBezTo>
                    <a:pt x="2914" y="68642"/>
                    <a:pt x="-1867" y="90854"/>
                    <a:pt x="672" y="91552"/>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grpSp>
      <p:sp>
        <p:nvSpPr>
          <p:cNvPr id="69" name="标题 1"/>
          <p:cNvSpPr txBox="1"/>
          <p:nvPr/>
        </p:nvSpPr>
        <p:spPr>
          <a:xfrm>
            <a:off x="1962125" y="3195306"/>
            <a:ext cx="4875922" cy="1751845"/>
          </a:xfrm>
          <a:prstGeom prst="rect">
            <a:avLst/>
          </a:prstGeom>
          <a:noFill/>
          <a:ln>
            <a:noFill/>
          </a:ln>
        </p:spPr>
        <p:txBody>
          <a:bodyPr vert="horz" wrap="square" lIns="0" tIns="0" rIns="0" bIns="0" rtlCol="0" anchor="t"/>
          <a:lstStyle/>
          <a:p>
            <a:pPr algn="l">
              <a:lnSpc>
                <a:spcPct val="170000"/>
              </a:lnSpc>
              <a:defRPr>
                <a:latin typeface="Kaiti SC Regular" panose="02010600040101010101" charset="-122"/>
                <a:ea typeface="Kaiti SC Regular" panose="02010600040101010101" charset="-122"/>
                <a:cs typeface="Kaiti SC Regular" panose="02010600040101010101" charset="-122"/>
                <a:sym typeface="Kaiti SC Regular" panose="02010600040101010101" charset="-122"/>
              </a:defRPr>
            </a:pPr>
            <a:r>
              <a:rPr lang="zh-CN" altLang="en-US" sz="3200" b="1" dirty="0">
                <a:solidFill>
                  <a:srgbClr val="0045D4"/>
                </a:solidFill>
                <a:latin typeface="微软雅黑 Light" panose="020B0502040204020203" pitchFamily="34" charset="-122"/>
                <a:ea typeface="微软雅黑 Light" panose="020B0502040204020203" pitchFamily="34" charset="-122"/>
                <a:cs typeface="Kaiti SC Regular" panose="02010600040101010101" charset="-122"/>
                <a:sym typeface="Kaiti SC Regular" panose="02010600040101010101" charset="-122"/>
              </a:rPr>
              <a:t>日常信息安全规范</a:t>
            </a:r>
            <a:endParaRPr lang="en-US" altLang="zh-CN" sz="3200" b="1" dirty="0">
              <a:solidFill>
                <a:srgbClr val="0045D4"/>
              </a:solidFill>
              <a:latin typeface="微软雅黑 Light" panose="020B0502040204020203" pitchFamily="34" charset="-122"/>
              <a:ea typeface="微软雅黑 Light" panose="020B0502040204020203" pitchFamily="34" charset="-122"/>
              <a:cs typeface="Kaiti SC Regular" panose="02010600040101010101" charset="-122"/>
              <a:sym typeface="Kaiti SC Regular" panose="02010600040101010101" charset="-122"/>
            </a:endParaRPr>
          </a:p>
        </p:txBody>
      </p:sp>
      <p:sp>
        <p:nvSpPr>
          <p:cNvPr id="70" name="标题 1"/>
          <p:cNvSpPr txBox="1"/>
          <p:nvPr/>
        </p:nvSpPr>
        <p:spPr>
          <a:xfrm>
            <a:off x="11110150" y="5936100"/>
            <a:ext cx="396000" cy="396000"/>
          </a:xfrm>
          <a:prstGeom prst="ellipse">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837364" y="337507"/>
            <a:ext cx="10419282"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9" name="文本框 28"/>
          <p:cNvSpPr txBox="1"/>
          <p:nvPr/>
        </p:nvSpPr>
        <p:spPr>
          <a:xfrm>
            <a:off x="1577591" y="440862"/>
            <a:ext cx="4220307" cy="561692"/>
          </a:xfrm>
          <a:prstGeom prst="rect">
            <a:avLst/>
          </a:prstGeom>
          <a:noFill/>
        </p:spPr>
        <p:txBody>
          <a:bodyPr wrap="square" lIns="68580" tIns="34290" rIns="68580" bIns="34290" rtlCol="0">
            <a:spAutoFit/>
          </a:bodyPr>
          <a:lstStyle/>
          <a:p>
            <a:pPr defTabSz="685800"/>
            <a:r>
              <a:rPr lang="zh-CN" altLang="en-US" sz="3200" dirty="0">
                <a:solidFill>
                  <a:srgbClr val="1856D8"/>
                </a:solidFill>
                <a:latin typeface="微软雅黑" panose="020B0503020204020204" pitchFamily="34" charset="-122"/>
                <a:ea typeface="微软雅黑" panose="020B0503020204020204" pitchFamily="34" charset="-122"/>
                <a:cs typeface="+mn-ea"/>
                <a:sym typeface="+mn-lt"/>
              </a:rPr>
              <a:t>办公环境安全规范</a:t>
            </a:r>
          </a:p>
        </p:txBody>
      </p:sp>
      <p:grpSp>
        <p:nvGrpSpPr>
          <p:cNvPr id="37" name="组合 36"/>
          <p:cNvGrpSpPr/>
          <p:nvPr/>
        </p:nvGrpSpPr>
        <p:grpSpPr>
          <a:xfrm>
            <a:off x="926465" y="1412875"/>
            <a:ext cx="3251200" cy="1988820"/>
            <a:chOff x="1240" y="3260"/>
            <a:chExt cx="7949" cy="5365"/>
          </a:xfrm>
        </p:grpSpPr>
        <p:sp>
          <p:nvSpPr>
            <p:cNvPr id="4" name="AutoShape 2"/>
            <p:cNvSpPr/>
            <p:nvPr/>
          </p:nvSpPr>
          <p:spPr>
            <a:xfrm>
              <a:off x="1240" y="3260"/>
              <a:ext cx="7949" cy="5365"/>
            </a:xfrm>
            <a:prstGeom prst="rect">
              <a:avLst/>
            </a:prstGeom>
            <a:solidFill>
              <a:srgbClr val="98D3FF"/>
            </a:solidFill>
          </p:spPr>
          <p:txBody>
            <a:bodyPr/>
            <a:lstStyle/>
            <a:p>
              <a:endParaRPr lang="zh-CN" altLang="en-US"/>
            </a:p>
          </p:txBody>
        </p:sp>
        <p:grpSp>
          <p:nvGrpSpPr>
            <p:cNvPr id="11" name="Group 7"/>
            <p:cNvGrpSpPr>
              <a:grpSpLocks noChangeAspect="1"/>
            </p:cNvGrpSpPr>
            <p:nvPr/>
          </p:nvGrpSpPr>
          <p:grpSpPr>
            <a:xfrm>
              <a:off x="7205" y="3750"/>
              <a:ext cx="1576" cy="1400"/>
              <a:chOff x="0" y="0"/>
              <a:chExt cx="6350000" cy="6350000"/>
            </a:xfrm>
          </p:grpSpPr>
          <p:sp>
            <p:nvSpPr>
              <p:cNvPr id="12" name="Freeform 8"/>
              <p:cNvSpPr/>
              <p:nvPr/>
            </p:nvSpPr>
            <p:spPr>
              <a:xfrm>
                <a:off x="49530" y="48260"/>
                <a:ext cx="6245860" cy="6245860"/>
              </a:xfrm>
              <a:custGeom>
                <a:avLst/>
                <a:gdLst/>
                <a:ahLst/>
                <a:cxnLst/>
                <a:rect l="l" t="t" r="r" b="b"/>
                <a:pathLst>
                  <a:path w="6245860" h="6245860">
                    <a:moveTo>
                      <a:pt x="3122930" y="6245860"/>
                    </a:moveTo>
                    <a:cubicBezTo>
                      <a:pt x="1400810" y="6245860"/>
                      <a:pt x="0" y="4845050"/>
                      <a:pt x="0" y="3122930"/>
                    </a:cubicBezTo>
                    <a:cubicBezTo>
                      <a:pt x="0" y="1400810"/>
                      <a:pt x="1400810" y="0"/>
                      <a:pt x="3122930" y="0"/>
                    </a:cubicBezTo>
                    <a:cubicBezTo>
                      <a:pt x="4845050" y="0"/>
                      <a:pt x="6245860" y="1400810"/>
                      <a:pt x="6245860" y="3122930"/>
                    </a:cubicBezTo>
                    <a:cubicBezTo>
                      <a:pt x="6245860" y="4845050"/>
                      <a:pt x="4845050" y="6245860"/>
                      <a:pt x="3122930" y="6245860"/>
                    </a:cubicBezTo>
                    <a:close/>
                    <a:moveTo>
                      <a:pt x="3122930" y="631190"/>
                    </a:moveTo>
                    <a:cubicBezTo>
                      <a:pt x="1748790" y="631190"/>
                      <a:pt x="631190" y="1748790"/>
                      <a:pt x="631190" y="3122930"/>
                    </a:cubicBezTo>
                    <a:cubicBezTo>
                      <a:pt x="631190" y="4497070"/>
                      <a:pt x="1748790" y="5614670"/>
                      <a:pt x="3122930" y="5614670"/>
                    </a:cubicBezTo>
                    <a:cubicBezTo>
                      <a:pt x="4497070" y="5614670"/>
                      <a:pt x="5614670" y="4495800"/>
                      <a:pt x="5614670" y="3122930"/>
                    </a:cubicBezTo>
                    <a:cubicBezTo>
                      <a:pt x="5614670" y="1748790"/>
                      <a:pt x="4497070" y="631190"/>
                      <a:pt x="3122930" y="631190"/>
                    </a:cubicBezTo>
                    <a:close/>
                  </a:path>
                </a:pathLst>
              </a:custGeom>
              <a:solidFill>
                <a:sysClr val="windowText" lastClr="000000"/>
              </a:solidFill>
            </p:spPr>
            <p:txBody>
              <a:bodyPr/>
              <a:lstStyle/>
              <a:p>
                <a:endParaRPr lang="zh-CN" altLang="en-US"/>
              </a:p>
            </p:txBody>
          </p:sp>
        </p:grpSp>
        <p:sp>
          <p:nvSpPr>
            <p:cNvPr id="20" name="TextBox 16"/>
            <p:cNvSpPr txBox="1"/>
            <p:nvPr/>
          </p:nvSpPr>
          <p:spPr>
            <a:xfrm>
              <a:off x="7580" y="3310"/>
              <a:ext cx="898" cy="2033"/>
            </a:xfrm>
            <a:prstGeom prst="rect">
              <a:avLst/>
            </a:prstGeom>
          </p:spPr>
          <p:txBody>
            <a:bodyPr lIns="0" tIns="0" rIns="0" bIns="0" rtlCol="0" anchor="t">
              <a:spAutoFit/>
            </a:bodyPr>
            <a:lstStyle/>
            <a:p>
              <a:pPr algn="ctr">
                <a:lnSpc>
                  <a:spcPts val="5880"/>
                </a:lnSpc>
                <a:spcBef>
                  <a:spcPct val="0"/>
                </a:spcBef>
              </a:pPr>
              <a:r>
                <a:rPr lang="en-US" sz="3600" spc="436">
                  <a:solidFill>
                    <a:sysClr val="windowText" lastClr="000000"/>
                  </a:solidFill>
                </a:rPr>
                <a:t>1</a:t>
              </a:r>
            </a:p>
          </p:txBody>
        </p:sp>
        <p:sp>
          <p:nvSpPr>
            <p:cNvPr id="21" name="TextBox 17"/>
            <p:cNvSpPr txBox="1"/>
            <p:nvPr/>
          </p:nvSpPr>
          <p:spPr>
            <a:xfrm>
              <a:off x="1765" y="3589"/>
              <a:ext cx="3804" cy="1549"/>
            </a:xfrm>
            <a:prstGeom prst="rect">
              <a:avLst/>
            </a:prstGeom>
          </p:spPr>
          <p:txBody>
            <a:bodyPr lIns="0" tIns="0" rIns="0" bIns="0" rtlCol="0" anchor="t">
              <a:spAutoFit/>
            </a:bodyPr>
            <a:lstStyle/>
            <a:p>
              <a:pPr>
                <a:lnSpc>
                  <a:spcPts val="4480"/>
                </a:lnSpc>
                <a:spcBef>
                  <a:spcPct val="0"/>
                </a:spcBef>
              </a:pPr>
              <a:r>
                <a:rPr lang="zh-CN" altLang="en-US" sz="2400" spc="243" dirty="0">
                  <a:solidFill>
                    <a:sysClr val="windowText" lastClr="000000"/>
                  </a:solidFill>
                  <a:latin typeface="微软雅黑" charset="0"/>
                  <a:ea typeface="微软雅黑" charset="0"/>
                </a:rPr>
                <a:t>电脑</a:t>
              </a:r>
            </a:p>
          </p:txBody>
        </p:sp>
        <p:sp>
          <p:nvSpPr>
            <p:cNvPr id="25" name="TextBox 21"/>
            <p:cNvSpPr txBox="1"/>
            <p:nvPr/>
          </p:nvSpPr>
          <p:spPr>
            <a:xfrm>
              <a:off x="1749" y="5825"/>
              <a:ext cx="7018" cy="1889"/>
            </a:xfrm>
            <a:prstGeom prst="rect">
              <a:avLst/>
            </a:prstGeom>
          </p:spPr>
          <p:txBody>
            <a:bodyPr wrap="square" lIns="0" tIns="0" rIns="0" bIns="0" rtlCol="0" anchor="t">
              <a:spAutoFit/>
            </a:bodyPr>
            <a:lstStyle/>
            <a:p>
              <a:pPr>
                <a:lnSpc>
                  <a:spcPts val="1900"/>
                </a:lnSpc>
              </a:pPr>
              <a:r>
                <a:rPr lang="zh-CN" altLang="en-US" sz="1400" spc="10" dirty="0">
                  <a:solidFill>
                    <a:sysClr val="windowText" lastClr="000000"/>
                  </a:solidFill>
                  <a:latin typeface="KaiTi" panose="02010609060101010101" pitchFamily="49" charset="-122"/>
                  <a:ea typeface="KaiTi" panose="02010609060101010101" pitchFamily="49" charset="-122"/>
                </a:rPr>
                <a:t>离开电脑前请务必进行锁屏，可设置自动锁屏，建议自动锁屏时间设置不超过</a:t>
              </a:r>
              <a:r>
                <a:rPr lang="en-US" altLang="zh-CN" sz="1400" spc="10" dirty="0">
                  <a:solidFill>
                    <a:sysClr val="windowText" lastClr="000000"/>
                  </a:solidFill>
                  <a:latin typeface="KaiTi" panose="02010609060101010101" pitchFamily="49" charset="-122"/>
                  <a:ea typeface="KaiTi" panose="02010609060101010101" pitchFamily="49" charset="-122"/>
                </a:rPr>
                <a:t>5</a:t>
              </a:r>
              <a:r>
                <a:rPr lang="zh-CN" altLang="en-US" sz="1400" spc="10" dirty="0">
                  <a:solidFill>
                    <a:sysClr val="windowText" lastClr="000000"/>
                  </a:solidFill>
                  <a:latin typeface="KaiTi" panose="02010609060101010101" pitchFamily="49" charset="-122"/>
                  <a:ea typeface="KaiTi" panose="02010609060101010101" pitchFamily="49" charset="-122"/>
                </a:rPr>
                <a:t>分钟。</a:t>
              </a:r>
            </a:p>
          </p:txBody>
        </p:sp>
      </p:grpSp>
      <p:grpSp>
        <p:nvGrpSpPr>
          <p:cNvPr id="38" name="组合 37"/>
          <p:cNvGrpSpPr/>
          <p:nvPr/>
        </p:nvGrpSpPr>
        <p:grpSpPr>
          <a:xfrm>
            <a:off x="8005445" y="1397000"/>
            <a:ext cx="3251200" cy="1988820"/>
            <a:chOff x="1240" y="3260"/>
            <a:chExt cx="7949" cy="5365"/>
          </a:xfrm>
        </p:grpSpPr>
        <p:sp>
          <p:nvSpPr>
            <p:cNvPr id="39" name="AutoShape 2"/>
            <p:cNvSpPr/>
            <p:nvPr/>
          </p:nvSpPr>
          <p:spPr>
            <a:xfrm>
              <a:off x="1240" y="3260"/>
              <a:ext cx="7949" cy="5365"/>
            </a:xfrm>
            <a:prstGeom prst="rect">
              <a:avLst/>
            </a:prstGeom>
            <a:solidFill>
              <a:srgbClr val="98D3FF"/>
            </a:solidFill>
          </p:spPr>
          <p:txBody>
            <a:bodyPr/>
            <a:lstStyle/>
            <a:p>
              <a:endParaRPr lang="zh-CN" altLang="en-US"/>
            </a:p>
          </p:txBody>
        </p:sp>
        <p:grpSp>
          <p:nvGrpSpPr>
            <p:cNvPr id="40" name="Group 7"/>
            <p:cNvGrpSpPr>
              <a:grpSpLocks noChangeAspect="1"/>
            </p:cNvGrpSpPr>
            <p:nvPr/>
          </p:nvGrpSpPr>
          <p:grpSpPr>
            <a:xfrm>
              <a:off x="7205" y="3750"/>
              <a:ext cx="1576" cy="1400"/>
              <a:chOff x="0" y="0"/>
              <a:chExt cx="6350000" cy="6350000"/>
            </a:xfrm>
          </p:grpSpPr>
          <p:sp>
            <p:nvSpPr>
              <p:cNvPr id="41" name="Freeform 8"/>
              <p:cNvSpPr/>
              <p:nvPr/>
            </p:nvSpPr>
            <p:spPr>
              <a:xfrm>
                <a:off x="49530" y="48260"/>
                <a:ext cx="6245860" cy="6245860"/>
              </a:xfrm>
              <a:custGeom>
                <a:avLst/>
                <a:gdLst/>
                <a:ahLst/>
                <a:cxnLst/>
                <a:rect l="l" t="t" r="r" b="b"/>
                <a:pathLst>
                  <a:path w="6245860" h="6245860">
                    <a:moveTo>
                      <a:pt x="3122930" y="6245860"/>
                    </a:moveTo>
                    <a:cubicBezTo>
                      <a:pt x="1400810" y="6245860"/>
                      <a:pt x="0" y="4845050"/>
                      <a:pt x="0" y="3122930"/>
                    </a:cubicBezTo>
                    <a:cubicBezTo>
                      <a:pt x="0" y="1400810"/>
                      <a:pt x="1400810" y="0"/>
                      <a:pt x="3122930" y="0"/>
                    </a:cubicBezTo>
                    <a:cubicBezTo>
                      <a:pt x="4845050" y="0"/>
                      <a:pt x="6245860" y="1400810"/>
                      <a:pt x="6245860" y="3122930"/>
                    </a:cubicBezTo>
                    <a:cubicBezTo>
                      <a:pt x="6245860" y="4845050"/>
                      <a:pt x="4845050" y="6245860"/>
                      <a:pt x="3122930" y="6245860"/>
                    </a:cubicBezTo>
                    <a:close/>
                    <a:moveTo>
                      <a:pt x="3122930" y="631190"/>
                    </a:moveTo>
                    <a:cubicBezTo>
                      <a:pt x="1748790" y="631190"/>
                      <a:pt x="631190" y="1748790"/>
                      <a:pt x="631190" y="3122930"/>
                    </a:cubicBezTo>
                    <a:cubicBezTo>
                      <a:pt x="631190" y="4497070"/>
                      <a:pt x="1748790" y="5614670"/>
                      <a:pt x="3122930" y="5614670"/>
                    </a:cubicBezTo>
                    <a:cubicBezTo>
                      <a:pt x="4497070" y="5614670"/>
                      <a:pt x="5614670" y="4495800"/>
                      <a:pt x="5614670" y="3122930"/>
                    </a:cubicBezTo>
                    <a:cubicBezTo>
                      <a:pt x="5614670" y="1748790"/>
                      <a:pt x="4497070" y="631190"/>
                      <a:pt x="3122930" y="631190"/>
                    </a:cubicBezTo>
                    <a:close/>
                  </a:path>
                </a:pathLst>
              </a:custGeom>
              <a:solidFill>
                <a:sysClr val="windowText" lastClr="000000"/>
              </a:solidFill>
            </p:spPr>
            <p:txBody>
              <a:bodyPr/>
              <a:lstStyle/>
              <a:p>
                <a:endParaRPr lang="zh-CN" altLang="en-US"/>
              </a:p>
            </p:txBody>
          </p:sp>
        </p:grpSp>
        <p:sp>
          <p:nvSpPr>
            <p:cNvPr id="42" name="TextBox 16"/>
            <p:cNvSpPr txBox="1"/>
            <p:nvPr/>
          </p:nvSpPr>
          <p:spPr>
            <a:xfrm>
              <a:off x="7617" y="3300"/>
              <a:ext cx="898" cy="2033"/>
            </a:xfrm>
            <a:prstGeom prst="rect">
              <a:avLst/>
            </a:prstGeom>
          </p:spPr>
          <p:txBody>
            <a:bodyPr lIns="0" tIns="0" rIns="0" bIns="0" rtlCol="0" anchor="t">
              <a:spAutoFit/>
            </a:bodyPr>
            <a:lstStyle/>
            <a:p>
              <a:pPr algn="ctr">
                <a:lnSpc>
                  <a:spcPts val="5880"/>
                </a:lnSpc>
                <a:spcBef>
                  <a:spcPct val="0"/>
                </a:spcBef>
              </a:pPr>
              <a:r>
                <a:rPr lang="en-US" sz="3600" spc="436">
                  <a:solidFill>
                    <a:sysClr val="windowText" lastClr="000000"/>
                  </a:solidFill>
                </a:rPr>
                <a:t>3</a:t>
              </a:r>
            </a:p>
          </p:txBody>
        </p:sp>
        <p:sp>
          <p:nvSpPr>
            <p:cNvPr id="43" name="TextBox 17"/>
            <p:cNvSpPr txBox="1"/>
            <p:nvPr/>
          </p:nvSpPr>
          <p:spPr>
            <a:xfrm>
              <a:off x="1910" y="3486"/>
              <a:ext cx="3804" cy="1549"/>
            </a:xfrm>
            <a:prstGeom prst="rect">
              <a:avLst/>
            </a:prstGeom>
          </p:spPr>
          <p:txBody>
            <a:bodyPr lIns="0" tIns="0" rIns="0" bIns="0" rtlCol="0" anchor="t">
              <a:spAutoFit/>
            </a:bodyPr>
            <a:lstStyle/>
            <a:p>
              <a:pPr>
                <a:lnSpc>
                  <a:spcPts val="4480"/>
                </a:lnSpc>
                <a:spcBef>
                  <a:spcPct val="0"/>
                </a:spcBef>
              </a:pPr>
              <a:r>
                <a:rPr lang="zh-CN" altLang="en-US" sz="2400" spc="243" dirty="0">
                  <a:solidFill>
                    <a:sysClr val="windowText" lastClr="000000"/>
                  </a:solidFill>
                  <a:latin typeface="微软雅黑" charset="0"/>
                  <a:ea typeface="微软雅黑" charset="0"/>
                </a:rPr>
                <a:t>打印机</a:t>
              </a:r>
            </a:p>
          </p:txBody>
        </p:sp>
        <p:sp>
          <p:nvSpPr>
            <p:cNvPr id="44" name="TextBox 21"/>
            <p:cNvSpPr txBox="1"/>
            <p:nvPr/>
          </p:nvSpPr>
          <p:spPr>
            <a:xfrm>
              <a:off x="1905" y="5727"/>
              <a:ext cx="6862" cy="2018"/>
            </a:xfrm>
            <a:prstGeom prst="rect">
              <a:avLst/>
            </a:prstGeom>
          </p:spPr>
          <p:txBody>
            <a:bodyPr wrap="square" lIns="0" tIns="0" rIns="0" bIns="0" rtlCol="0" anchor="t">
              <a:spAutoFit/>
            </a:bodyPr>
            <a:lstStyle/>
            <a:p>
              <a:pPr>
                <a:lnSpc>
                  <a:spcPts val="1970"/>
                </a:lnSpc>
              </a:pPr>
              <a:r>
                <a:rPr lang="zh-CN" altLang="en-US" sz="1400" spc="10" dirty="0">
                  <a:latin typeface="KaiTi" panose="02010609060101010101" pitchFamily="49" charset="-122"/>
                  <a:ea typeface="KaiTi" panose="02010609060101010101" pitchFamily="49" charset="-122"/>
                </a:rPr>
                <a:t>员工进行复印、打印、扫描或传真时，应及时取走打印机上的文件，不得将文件遗留在打印机上</a:t>
              </a:r>
              <a:r>
                <a:rPr lang="zh-CN" altLang="en-US" sz="1400" spc="10" dirty="0">
                  <a:latin typeface="微软雅黑" panose="020B0503020204020204" pitchFamily="34" charset="-122"/>
                  <a:ea typeface="微软雅黑" panose="020B0503020204020204" pitchFamily="34" charset="-122"/>
                </a:rPr>
                <a:t>。</a:t>
              </a:r>
            </a:p>
          </p:txBody>
        </p:sp>
      </p:grpSp>
      <p:grpSp>
        <p:nvGrpSpPr>
          <p:cNvPr id="46" name="组合 45"/>
          <p:cNvGrpSpPr/>
          <p:nvPr/>
        </p:nvGrpSpPr>
        <p:grpSpPr>
          <a:xfrm>
            <a:off x="4428490" y="1412875"/>
            <a:ext cx="3251200" cy="1988820"/>
            <a:chOff x="1240" y="3260"/>
            <a:chExt cx="7949" cy="5365"/>
          </a:xfrm>
        </p:grpSpPr>
        <p:sp>
          <p:nvSpPr>
            <p:cNvPr id="47" name="AutoShape 2"/>
            <p:cNvSpPr/>
            <p:nvPr/>
          </p:nvSpPr>
          <p:spPr>
            <a:xfrm>
              <a:off x="1240" y="3260"/>
              <a:ext cx="7949" cy="5365"/>
            </a:xfrm>
            <a:prstGeom prst="rect">
              <a:avLst/>
            </a:prstGeom>
            <a:solidFill>
              <a:srgbClr val="0045D4">
                <a:alpha val="90000"/>
              </a:srgbClr>
            </a:solidFill>
          </p:spPr>
          <p:txBody>
            <a:bodyPr/>
            <a:lstStyle/>
            <a:p>
              <a:endParaRPr lang="zh-CN" altLang="en-US"/>
            </a:p>
          </p:txBody>
        </p:sp>
        <p:grpSp>
          <p:nvGrpSpPr>
            <p:cNvPr id="48" name="Group 7"/>
            <p:cNvGrpSpPr>
              <a:grpSpLocks noChangeAspect="1"/>
            </p:cNvGrpSpPr>
            <p:nvPr/>
          </p:nvGrpSpPr>
          <p:grpSpPr>
            <a:xfrm>
              <a:off x="7205" y="3750"/>
              <a:ext cx="1576" cy="1400"/>
              <a:chOff x="0" y="0"/>
              <a:chExt cx="6350000" cy="6350000"/>
            </a:xfrm>
          </p:grpSpPr>
          <p:sp>
            <p:nvSpPr>
              <p:cNvPr id="49" name="Freeform 8"/>
              <p:cNvSpPr/>
              <p:nvPr/>
            </p:nvSpPr>
            <p:spPr>
              <a:xfrm>
                <a:off x="49530" y="48260"/>
                <a:ext cx="6245860" cy="6245860"/>
              </a:xfrm>
              <a:custGeom>
                <a:avLst/>
                <a:gdLst/>
                <a:ahLst/>
                <a:cxnLst/>
                <a:rect l="l" t="t" r="r" b="b"/>
                <a:pathLst>
                  <a:path w="6245860" h="6245860">
                    <a:moveTo>
                      <a:pt x="3122930" y="6245860"/>
                    </a:moveTo>
                    <a:cubicBezTo>
                      <a:pt x="1400810" y="6245860"/>
                      <a:pt x="0" y="4845050"/>
                      <a:pt x="0" y="3122930"/>
                    </a:cubicBezTo>
                    <a:cubicBezTo>
                      <a:pt x="0" y="1400810"/>
                      <a:pt x="1400810" y="0"/>
                      <a:pt x="3122930" y="0"/>
                    </a:cubicBezTo>
                    <a:cubicBezTo>
                      <a:pt x="4845050" y="0"/>
                      <a:pt x="6245860" y="1400810"/>
                      <a:pt x="6245860" y="3122930"/>
                    </a:cubicBezTo>
                    <a:cubicBezTo>
                      <a:pt x="6245860" y="4845050"/>
                      <a:pt x="4845050" y="6245860"/>
                      <a:pt x="3122930" y="6245860"/>
                    </a:cubicBezTo>
                    <a:close/>
                    <a:moveTo>
                      <a:pt x="3122930" y="631190"/>
                    </a:moveTo>
                    <a:cubicBezTo>
                      <a:pt x="1748790" y="631190"/>
                      <a:pt x="631190" y="1748790"/>
                      <a:pt x="631190" y="3122930"/>
                    </a:cubicBezTo>
                    <a:cubicBezTo>
                      <a:pt x="631190" y="4497070"/>
                      <a:pt x="1748790" y="5614670"/>
                      <a:pt x="3122930" y="5614670"/>
                    </a:cubicBezTo>
                    <a:cubicBezTo>
                      <a:pt x="4497070" y="5614670"/>
                      <a:pt x="5614670" y="4495800"/>
                      <a:pt x="5614670" y="3122930"/>
                    </a:cubicBezTo>
                    <a:cubicBezTo>
                      <a:pt x="5614670" y="1748790"/>
                      <a:pt x="4497070" y="631190"/>
                      <a:pt x="3122930" y="631190"/>
                    </a:cubicBezTo>
                    <a:close/>
                  </a:path>
                </a:pathLst>
              </a:custGeom>
              <a:solidFill>
                <a:sysClr val="window" lastClr="FFFFFF"/>
              </a:solidFill>
            </p:spPr>
            <p:txBody>
              <a:bodyPr/>
              <a:lstStyle/>
              <a:p>
                <a:endParaRPr lang="zh-CN" altLang="en-US"/>
              </a:p>
            </p:txBody>
          </p:sp>
        </p:grpSp>
        <p:sp>
          <p:nvSpPr>
            <p:cNvPr id="50" name="TextBox 16"/>
            <p:cNvSpPr txBox="1"/>
            <p:nvPr/>
          </p:nvSpPr>
          <p:spPr>
            <a:xfrm>
              <a:off x="7564" y="3307"/>
              <a:ext cx="898" cy="2033"/>
            </a:xfrm>
            <a:prstGeom prst="rect">
              <a:avLst/>
            </a:prstGeom>
          </p:spPr>
          <p:txBody>
            <a:bodyPr lIns="0" tIns="0" rIns="0" bIns="0" rtlCol="0" anchor="t">
              <a:spAutoFit/>
            </a:bodyPr>
            <a:lstStyle/>
            <a:p>
              <a:pPr algn="ctr">
                <a:lnSpc>
                  <a:spcPts val="5880"/>
                </a:lnSpc>
                <a:spcBef>
                  <a:spcPct val="0"/>
                </a:spcBef>
              </a:pPr>
              <a:r>
                <a:rPr lang="en-US" sz="3600" spc="436">
                  <a:solidFill>
                    <a:sysClr val="window" lastClr="FFFFFF"/>
                  </a:solidFill>
                </a:rPr>
                <a:t>2</a:t>
              </a:r>
            </a:p>
          </p:txBody>
        </p:sp>
        <p:sp>
          <p:nvSpPr>
            <p:cNvPr id="51" name="TextBox 17"/>
            <p:cNvSpPr txBox="1"/>
            <p:nvPr/>
          </p:nvSpPr>
          <p:spPr>
            <a:xfrm>
              <a:off x="1783" y="3608"/>
              <a:ext cx="3804" cy="1549"/>
            </a:xfrm>
            <a:prstGeom prst="rect">
              <a:avLst/>
            </a:prstGeom>
          </p:spPr>
          <p:txBody>
            <a:bodyPr lIns="0" tIns="0" rIns="0" bIns="0" rtlCol="0" anchor="t">
              <a:spAutoFit/>
            </a:bodyPr>
            <a:lstStyle/>
            <a:p>
              <a:pPr>
                <a:lnSpc>
                  <a:spcPts val="4480"/>
                </a:lnSpc>
                <a:spcBef>
                  <a:spcPct val="0"/>
                </a:spcBef>
              </a:pPr>
              <a:r>
                <a:rPr lang="zh-CN" altLang="en-US" sz="2400" spc="243" dirty="0">
                  <a:solidFill>
                    <a:sysClr val="window" lastClr="FFFFFF"/>
                  </a:solidFill>
                  <a:latin typeface="微软雅黑" charset="0"/>
                  <a:ea typeface="微软雅黑" charset="0"/>
                </a:rPr>
                <a:t>工位</a:t>
              </a:r>
            </a:p>
          </p:txBody>
        </p:sp>
        <p:sp>
          <p:nvSpPr>
            <p:cNvPr id="52" name="TextBox 21"/>
            <p:cNvSpPr txBox="1"/>
            <p:nvPr/>
          </p:nvSpPr>
          <p:spPr>
            <a:xfrm>
              <a:off x="1835" y="5775"/>
              <a:ext cx="6963" cy="1923"/>
            </a:xfrm>
            <a:prstGeom prst="rect">
              <a:avLst/>
            </a:prstGeom>
          </p:spPr>
          <p:txBody>
            <a:bodyPr lIns="0" tIns="0" rIns="0" bIns="0" rtlCol="0" anchor="t">
              <a:spAutoFit/>
            </a:bodyPr>
            <a:lstStyle/>
            <a:p>
              <a:pPr>
                <a:lnSpc>
                  <a:spcPts val="1900"/>
                </a:lnSpc>
              </a:pPr>
              <a:r>
                <a:rPr lang="zh-CN" altLang="en-US" sz="1400" spc="10" dirty="0">
                  <a:solidFill>
                    <a:sysClr val="window" lastClr="FFFFFF"/>
                  </a:solidFill>
                  <a:latin typeface="KaiTi" panose="02010609060101010101" pitchFamily="49" charset="-122"/>
                  <a:ea typeface="KaiTi" panose="02010609060101010101" pitchFamily="49" charset="-122"/>
                </a:rPr>
                <a:t>工位上禁止散乱堆放任何含公司敏感数据的文件，若离开工位，应将相关文件放入文件柜并确保上锁。</a:t>
              </a:r>
            </a:p>
          </p:txBody>
        </p:sp>
      </p:grpSp>
      <p:grpSp>
        <p:nvGrpSpPr>
          <p:cNvPr id="3" name="组合 2"/>
          <p:cNvGrpSpPr/>
          <p:nvPr/>
        </p:nvGrpSpPr>
        <p:grpSpPr>
          <a:xfrm>
            <a:off x="4428490" y="3601720"/>
            <a:ext cx="3251200" cy="1988820"/>
            <a:chOff x="1240" y="3260"/>
            <a:chExt cx="7949" cy="5365"/>
          </a:xfrm>
        </p:grpSpPr>
        <p:sp>
          <p:nvSpPr>
            <p:cNvPr id="5" name="AutoShape 2"/>
            <p:cNvSpPr/>
            <p:nvPr/>
          </p:nvSpPr>
          <p:spPr>
            <a:xfrm>
              <a:off x="1240" y="3260"/>
              <a:ext cx="7949" cy="5365"/>
            </a:xfrm>
            <a:prstGeom prst="rect">
              <a:avLst/>
            </a:prstGeom>
            <a:solidFill>
              <a:srgbClr val="98D3FF"/>
            </a:solidFill>
          </p:spPr>
          <p:txBody>
            <a:bodyPr/>
            <a:lstStyle/>
            <a:p>
              <a:endParaRPr lang="zh-CN" altLang="en-US"/>
            </a:p>
          </p:txBody>
        </p:sp>
        <p:grpSp>
          <p:nvGrpSpPr>
            <p:cNvPr id="6" name="Group 7"/>
            <p:cNvGrpSpPr>
              <a:grpSpLocks noChangeAspect="1"/>
            </p:cNvGrpSpPr>
            <p:nvPr/>
          </p:nvGrpSpPr>
          <p:grpSpPr>
            <a:xfrm>
              <a:off x="7205" y="3750"/>
              <a:ext cx="1576" cy="1400"/>
              <a:chOff x="0" y="0"/>
              <a:chExt cx="6350000" cy="6350000"/>
            </a:xfrm>
          </p:grpSpPr>
          <p:sp>
            <p:nvSpPr>
              <p:cNvPr id="10" name="Freeform 8"/>
              <p:cNvSpPr/>
              <p:nvPr/>
            </p:nvSpPr>
            <p:spPr>
              <a:xfrm>
                <a:off x="49530" y="48260"/>
                <a:ext cx="6245860" cy="6245860"/>
              </a:xfrm>
              <a:custGeom>
                <a:avLst/>
                <a:gdLst/>
                <a:ahLst/>
                <a:cxnLst/>
                <a:rect l="l" t="t" r="r" b="b"/>
                <a:pathLst>
                  <a:path w="6245860" h="6245860">
                    <a:moveTo>
                      <a:pt x="3122930" y="6245860"/>
                    </a:moveTo>
                    <a:cubicBezTo>
                      <a:pt x="1400810" y="6245860"/>
                      <a:pt x="0" y="4845050"/>
                      <a:pt x="0" y="3122930"/>
                    </a:cubicBezTo>
                    <a:cubicBezTo>
                      <a:pt x="0" y="1400810"/>
                      <a:pt x="1400810" y="0"/>
                      <a:pt x="3122930" y="0"/>
                    </a:cubicBezTo>
                    <a:cubicBezTo>
                      <a:pt x="4845050" y="0"/>
                      <a:pt x="6245860" y="1400810"/>
                      <a:pt x="6245860" y="3122930"/>
                    </a:cubicBezTo>
                    <a:cubicBezTo>
                      <a:pt x="6245860" y="4845050"/>
                      <a:pt x="4845050" y="6245860"/>
                      <a:pt x="3122930" y="6245860"/>
                    </a:cubicBezTo>
                    <a:close/>
                    <a:moveTo>
                      <a:pt x="3122930" y="631190"/>
                    </a:moveTo>
                    <a:cubicBezTo>
                      <a:pt x="1748790" y="631190"/>
                      <a:pt x="631190" y="1748790"/>
                      <a:pt x="631190" y="3122930"/>
                    </a:cubicBezTo>
                    <a:cubicBezTo>
                      <a:pt x="631190" y="4497070"/>
                      <a:pt x="1748790" y="5614670"/>
                      <a:pt x="3122930" y="5614670"/>
                    </a:cubicBezTo>
                    <a:cubicBezTo>
                      <a:pt x="4497070" y="5614670"/>
                      <a:pt x="5614670" y="4495800"/>
                      <a:pt x="5614670" y="3122930"/>
                    </a:cubicBezTo>
                    <a:cubicBezTo>
                      <a:pt x="5614670" y="1748790"/>
                      <a:pt x="4497070" y="631190"/>
                      <a:pt x="3122930" y="631190"/>
                    </a:cubicBezTo>
                    <a:close/>
                  </a:path>
                </a:pathLst>
              </a:custGeom>
              <a:solidFill>
                <a:sysClr val="windowText" lastClr="000000"/>
              </a:solidFill>
            </p:spPr>
            <p:txBody>
              <a:bodyPr/>
              <a:lstStyle/>
              <a:p>
                <a:endParaRPr lang="zh-CN" altLang="en-US"/>
              </a:p>
            </p:txBody>
          </p:sp>
        </p:grpSp>
        <p:sp>
          <p:nvSpPr>
            <p:cNvPr id="13" name="TextBox 16"/>
            <p:cNvSpPr txBox="1"/>
            <p:nvPr/>
          </p:nvSpPr>
          <p:spPr>
            <a:xfrm>
              <a:off x="7543" y="3261"/>
              <a:ext cx="898" cy="2033"/>
            </a:xfrm>
            <a:prstGeom prst="rect">
              <a:avLst/>
            </a:prstGeom>
          </p:spPr>
          <p:txBody>
            <a:bodyPr lIns="0" tIns="0" rIns="0" bIns="0" rtlCol="0" anchor="t">
              <a:spAutoFit/>
            </a:bodyPr>
            <a:lstStyle/>
            <a:p>
              <a:pPr algn="ctr">
                <a:lnSpc>
                  <a:spcPts val="5880"/>
                </a:lnSpc>
                <a:spcBef>
                  <a:spcPct val="0"/>
                </a:spcBef>
              </a:pPr>
              <a:r>
                <a:rPr lang="en-US" sz="3600" spc="436">
                  <a:solidFill>
                    <a:sysClr val="windowText" lastClr="000000"/>
                  </a:solidFill>
                </a:rPr>
                <a:t>5</a:t>
              </a:r>
            </a:p>
          </p:txBody>
        </p:sp>
        <p:sp>
          <p:nvSpPr>
            <p:cNvPr id="14" name="TextBox 17"/>
            <p:cNvSpPr txBox="1"/>
            <p:nvPr/>
          </p:nvSpPr>
          <p:spPr>
            <a:xfrm>
              <a:off x="1771" y="3541"/>
              <a:ext cx="3804" cy="1549"/>
            </a:xfrm>
            <a:prstGeom prst="rect">
              <a:avLst/>
            </a:prstGeom>
          </p:spPr>
          <p:txBody>
            <a:bodyPr lIns="0" tIns="0" rIns="0" bIns="0" rtlCol="0" anchor="t">
              <a:spAutoFit/>
            </a:bodyPr>
            <a:lstStyle/>
            <a:p>
              <a:pPr>
                <a:lnSpc>
                  <a:spcPts val="4480"/>
                </a:lnSpc>
                <a:spcBef>
                  <a:spcPct val="0"/>
                </a:spcBef>
              </a:pPr>
              <a:r>
                <a:rPr lang="zh-CN" altLang="en-US" sz="2400" spc="243" dirty="0">
                  <a:solidFill>
                    <a:sysClr val="windowText" lastClr="000000"/>
                  </a:solidFill>
                  <a:latin typeface="微软雅黑" charset="0"/>
                  <a:ea typeface="微软雅黑" charset="0"/>
                </a:rPr>
                <a:t>访客</a:t>
              </a:r>
            </a:p>
          </p:txBody>
        </p:sp>
        <p:sp>
          <p:nvSpPr>
            <p:cNvPr id="15" name="TextBox 21"/>
            <p:cNvSpPr txBox="1"/>
            <p:nvPr/>
          </p:nvSpPr>
          <p:spPr>
            <a:xfrm>
              <a:off x="1800" y="5672"/>
              <a:ext cx="6963" cy="2034"/>
            </a:xfrm>
            <a:prstGeom prst="rect">
              <a:avLst/>
            </a:prstGeom>
          </p:spPr>
          <p:txBody>
            <a:bodyPr lIns="0" tIns="0" rIns="0" bIns="0" rtlCol="0" anchor="t">
              <a:spAutoFit/>
            </a:bodyPr>
            <a:lstStyle/>
            <a:p>
              <a:pPr>
                <a:lnSpc>
                  <a:spcPts val="1970"/>
                </a:lnSpc>
              </a:pPr>
              <a:r>
                <a:rPr lang="zh-CN" altLang="en-US" sz="1400" spc="10" dirty="0">
                  <a:solidFill>
                    <a:sysClr val="windowText" lastClr="000000"/>
                  </a:solidFill>
                  <a:latin typeface="KaiTi" panose="02010609060101010101" pitchFamily="49" charset="-122"/>
                  <a:ea typeface="KaiTi" panose="02010609060101010101" pitchFamily="49" charset="-122"/>
                </a:rPr>
                <a:t>如发现陌生且未佩戴工牌或访客贴纸的人员应及时主动询问并通知行政部门。</a:t>
              </a:r>
            </a:p>
          </p:txBody>
        </p:sp>
      </p:grpSp>
      <p:grpSp>
        <p:nvGrpSpPr>
          <p:cNvPr id="16" name="组合 15"/>
          <p:cNvGrpSpPr/>
          <p:nvPr/>
        </p:nvGrpSpPr>
        <p:grpSpPr>
          <a:xfrm>
            <a:off x="926465" y="3590290"/>
            <a:ext cx="3251200" cy="2000352"/>
            <a:chOff x="1240" y="3229"/>
            <a:chExt cx="7949" cy="5397"/>
          </a:xfrm>
        </p:grpSpPr>
        <p:sp>
          <p:nvSpPr>
            <p:cNvPr id="17" name="AutoShape 2"/>
            <p:cNvSpPr/>
            <p:nvPr/>
          </p:nvSpPr>
          <p:spPr>
            <a:xfrm>
              <a:off x="1240" y="3260"/>
              <a:ext cx="7949" cy="5366"/>
            </a:xfrm>
            <a:prstGeom prst="rect">
              <a:avLst/>
            </a:prstGeom>
            <a:solidFill>
              <a:srgbClr val="0045D4">
                <a:alpha val="90000"/>
              </a:srgbClr>
            </a:solidFill>
          </p:spPr>
          <p:txBody>
            <a:bodyPr/>
            <a:lstStyle/>
            <a:p>
              <a:endParaRPr lang="zh-CN" altLang="en-US"/>
            </a:p>
          </p:txBody>
        </p:sp>
        <p:grpSp>
          <p:nvGrpSpPr>
            <p:cNvPr id="19" name="Group 7"/>
            <p:cNvGrpSpPr>
              <a:grpSpLocks noChangeAspect="1"/>
            </p:cNvGrpSpPr>
            <p:nvPr/>
          </p:nvGrpSpPr>
          <p:grpSpPr>
            <a:xfrm>
              <a:off x="7205" y="3750"/>
              <a:ext cx="1576" cy="1400"/>
              <a:chOff x="0" y="0"/>
              <a:chExt cx="6350000" cy="6350000"/>
            </a:xfrm>
          </p:grpSpPr>
          <p:sp>
            <p:nvSpPr>
              <p:cNvPr id="22" name="Freeform 8"/>
              <p:cNvSpPr/>
              <p:nvPr/>
            </p:nvSpPr>
            <p:spPr>
              <a:xfrm>
                <a:off x="49530" y="48260"/>
                <a:ext cx="6245860" cy="6245860"/>
              </a:xfrm>
              <a:custGeom>
                <a:avLst/>
                <a:gdLst/>
                <a:ahLst/>
                <a:cxnLst/>
                <a:rect l="l" t="t" r="r" b="b"/>
                <a:pathLst>
                  <a:path w="6245860" h="6245860">
                    <a:moveTo>
                      <a:pt x="3122930" y="6245860"/>
                    </a:moveTo>
                    <a:cubicBezTo>
                      <a:pt x="1400810" y="6245860"/>
                      <a:pt x="0" y="4845050"/>
                      <a:pt x="0" y="3122930"/>
                    </a:cubicBezTo>
                    <a:cubicBezTo>
                      <a:pt x="0" y="1400810"/>
                      <a:pt x="1400810" y="0"/>
                      <a:pt x="3122930" y="0"/>
                    </a:cubicBezTo>
                    <a:cubicBezTo>
                      <a:pt x="4845050" y="0"/>
                      <a:pt x="6245860" y="1400810"/>
                      <a:pt x="6245860" y="3122930"/>
                    </a:cubicBezTo>
                    <a:cubicBezTo>
                      <a:pt x="6245860" y="4845050"/>
                      <a:pt x="4845050" y="6245860"/>
                      <a:pt x="3122930" y="6245860"/>
                    </a:cubicBezTo>
                    <a:close/>
                    <a:moveTo>
                      <a:pt x="3122930" y="631190"/>
                    </a:moveTo>
                    <a:cubicBezTo>
                      <a:pt x="1748790" y="631190"/>
                      <a:pt x="631190" y="1748790"/>
                      <a:pt x="631190" y="3122930"/>
                    </a:cubicBezTo>
                    <a:cubicBezTo>
                      <a:pt x="631190" y="4497070"/>
                      <a:pt x="1748790" y="5614670"/>
                      <a:pt x="3122930" y="5614670"/>
                    </a:cubicBezTo>
                    <a:cubicBezTo>
                      <a:pt x="4497070" y="5614670"/>
                      <a:pt x="5614670" y="4495800"/>
                      <a:pt x="5614670" y="3122930"/>
                    </a:cubicBezTo>
                    <a:cubicBezTo>
                      <a:pt x="5614670" y="1748790"/>
                      <a:pt x="4497070" y="631190"/>
                      <a:pt x="3122930" y="631190"/>
                    </a:cubicBezTo>
                    <a:close/>
                  </a:path>
                </a:pathLst>
              </a:custGeom>
              <a:solidFill>
                <a:sysClr val="window" lastClr="FFFFFF"/>
              </a:solidFill>
            </p:spPr>
            <p:txBody>
              <a:bodyPr/>
              <a:lstStyle/>
              <a:p>
                <a:endParaRPr lang="zh-CN" altLang="en-US"/>
              </a:p>
            </p:txBody>
          </p:sp>
        </p:grpSp>
        <p:sp>
          <p:nvSpPr>
            <p:cNvPr id="23" name="TextBox 16"/>
            <p:cNvSpPr txBox="1"/>
            <p:nvPr/>
          </p:nvSpPr>
          <p:spPr>
            <a:xfrm>
              <a:off x="7589" y="3229"/>
              <a:ext cx="898" cy="2033"/>
            </a:xfrm>
            <a:prstGeom prst="rect">
              <a:avLst/>
            </a:prstGeom>
          </p:spPr>
          <p:txBody>
            <a:bodyPr lIns="0" tIns="0" rIns="0" bIns="0" rtlCol="0" anchor="t">
              <a:spAutoFit/>
            </a:bodyPr>
            <a:lstStyle/>
            <a:p>
              <a:pPr algn="ctr">
                <a:lnSpc>
                  <a:spcPts val="5880"/>
                </a:lnSpc>
                <a:spcBef>
                  <a:spcPct val="0"/>
                </a:spcBef>
              </a:pPr>
              <a:r>
                <a:rPr lang="en-US" sz="3600" spc="436">
                  <a:solidFill>
                    <a:sysClr val="window" lastClr="FFFFFF"/>
                  </a:solidFill>
                </a:rPr>
                <a:t>4</a:t>
              </a:r>
            </a:p>
          </p:txBody>
        </p:sp>
        <p:sp>
          <p:nvSpPr>
            <p:cNvPr id="24" name="TextBox 17"/>
            <p:cNvSpPr txBox="1"/>
            <p:nvPr/>
          </p:nvSpPr>
          <p:spPr>
            <a:xfrm>
              <a:off x="1610" y="3610"/>
              <a:ext cx="3804" cy="1549"/>
            </a:xfrm>
            <a:prstGeom prst="rect">
              <a:avLst/>
            </a:prstGeom>
          </p:spPr>
          <p:txBody>
            <a:bodyPr lIns="0" tIns="0" rIns="0" bIns="0" rtlCol="0" anchor="t">
              <a:spAutoFit/>
            </a:bodyPr>
            <a:lstStyle/>
            <a:p>
              <a:pPr>
                <a:lnSpc>
                  <a:spcPts val="4480"/>
                </a:lnSpc>
                <a:spcBef>
                  <a:spcPct val="0"/>
                </a:spcBef>
              </a:pPr>
              <a:r>
                <a:rPr lang="zh-CN" altLang="en-US" sz="2400" spc="243" dirty="0">
                  <a:solidFill>
                    <a:sysClr val="window" lastClr="FFFFFF"/>
                  </a:solidFill>
                  <a:latin typeface="微软雅黑" charset="0"/>
                  <a:ea typeface="微软雅黑" charset="0"/>
                </a:rPr>
                <a:t>工牌</a:t>
              </a:r>
            </a:p>
          </p:txBody>
        </p:sp>
        <p:sp>
          <p:nvSpPr>
            <p:cNvPr id="26" name="TextBox 21"/>
            <p:cNvSpPr txBox="1"/>
            <p:nvPr/>
          </p:nvSpPr>
          <p:spPr>
            <a:xfrm>
              <a:off x="1641" y="5138"/>
              <a:ext cx="6868" cy="2970"/>
            </a:xfrm>
            <a:prstGeom prst="rect">
              <a:avLst/>
            </a:prstGeom>
          </p:spPr>
          <p:txBody>
            <a:bodyPr wrap="square" lIns="0" tIns="0" rIns="0" bIns="0" rtlCol="0" anchor="t">
              <a:spAutoFit/>
            </a:bodyPr>
            <a:lstStyle/>
            <a:p>
              <a:pPr>
                <a:lnSpc>
                  <a:spcPts val="2970"/>
                </a:lnSpc>
              </a:pPr>
              <a:r>
                <a:rPr lang="zh-CN" altLang="en-US" sz="1400" spc="10" dirty="0">
                  <a:solidFill>
                    <a:sysClr val="window" lastClr="FFFFFF"/>
                  </a:solidFill>
                  <a:latin typeface="KaiTi" panose="02010609060101010101" pitchFamily="49" charset="-122"/>
                  <a:ea typeface="KaiTi" panose="02010609060101010101" pitchFamily="49" charset="-122"/>
                </a:rPr>
                <a:t>员工应妥善保管自己的工牌，禁止将自己的工牌随意转借他人，一旦遗失必须立即向行政报告。</a:t>
              </a:r>
            </a:p>
          </p:txBody>
        </p:sp>
      </p:grpSp>
      <p:grpSp>
        <p:nvGrpSpPr>
          <p:cNvPr id="27" name="组合 26"/>
          <p:cNvGrpSpPr/>
          <p:nvPr/>
        </p:nvGrpSpPr>
        <p:grpSpPr>
          <a:xfrm>
            <a:off x="8014335" y="3590252"/>
            <a:ext cx="3251200" cy="1988820"/>
            <a:chOff x="1240" y="3313"/>
            <a:chExt cx="7949" cy="5365"/>
          </a:xfrm>
        </p:grpSpPr>
        <p:sp>
          <p:nvSpPr>
            <p:cNvPr id="28" name="AutoShape 2"/>
            <p:cNvSpPr/>
            <p:nvPr/>
          </p:nvSpPr>
          <p:spPr>
            <a:xfrm>
              <a:off x="1240" y="3313"/>
              <a:ext cx="7949" cy="5365"/>
            </a:xfrm>
            <a:prstGeom prst="rect">
              <a:avLst/>
            </a:prstGeom>
            <a:solidFill>
              <a:srgbClr val="0045D4">
                <a:alpha val="90000"/>
              </a:srgbClr>
            </a:solidFill>
          </p:spPr>
          <p:txBody>
            <a:bodyPr/>
            <a:lstStyle/>
            <a:p>
              <a:endParaRPr lang="zh-CN" altLang="en-US"/>
            </a:p>
          </p:txBody>
        </p:sp>
        <p:grpSp>
          <p:nvGrpSpPr>
            <p:cNvPr id="31" name="Group 7"/>
            <p:cNvGrpSpPr>
              <a:grpSpLocks noChangeAspect="1"/>
            </p:cNvGrpSpPr>
            <p:nvPr/>
          </p:nvGrpSpPr>
          <p:grpSpPr>
            <a:xfrm>
              <a:off x="7205" y="3750"/>
              <a:ext cx="1576" cy="1400"/>
              <a:chOff x="0" y="0"/>
              <a:chExt cx="6350000" cy="6350000"/>
            </a:xfrm>
          </p:grpSpPr>
          <p:sp>
            <p:nvSpPr>
              <p:cNvPr id="32" name="Freeform 8"/>
              <p:cNvSpPr/>
              <p:nvPr/>
            </p:nvSpPr>
            <p:spPr>
              <a:xfrm>
                <a:off x="49530" y="48260"/>
                <a:ext cx="6245860" cy="6245860"/>
              </a:xfrm>
              <a:custGeom>
                <a:avLst/>
                <a:gdLst/>
                <a:ahLst/>
                <a:cxnLst/>
                <a:rect l="l" t="t" r="r" b="b"/>
                <a:pathLst>
                  <a:path w="6245860" h="6245860">
                    <a:moveTo>
                      <a:pt x="3122930" y="6245860"/>
                    </a:moveTo>
                    <a:cubicBezTo>
                      <a:pt x="1400810" y="6245860"/>
                      <a:pt x="0" y="4845050"/>
                      <a:pt x="0" y="3122930"/>
                    </a:cubicBezTo>
                    <a:cubicBezTo>
                      <a:pt x="0" y="1400810"/>
                      <a:pt x="1400810" y="0"/>
                      <a:pt x="3122930" y="0"/>
                    </a:cubicBezTo>
                    <a:cubicBezTo>
                      <a:pt x="4845050" y="0"/>
                      <a:pt x="6245860" y="1400810"/>
                      <a:pt x="6245860" y="3122930"/>
                    </a:cubicBezTo>
                    <a:cubicBezTo>
                      <a:pt x="6245860" y="4845050"/>
                      <a:pt x="4845050" y="6245860"/>
                      <a:pt x="3122930" y="6245860"/>
                    </a:cubicBezTo>
                    <a:close/>
                    <a:moveTo>
                      <a:pt x="3122930" y="631190"/>
                    </a:moveTo>
                    <a:cubicBezTo>
                      <a:pt x="1748790" y="631190"/>
                      <a:pt x="631190" y="1748790"/>
                      <a:pt x="631190" y="3122930"/>
                    </a:cubicBezTo>
                    <a:cubicBezTo>
                      <a:pt x="631190" y="4497070"/>
                      <a:pt x="1748790" y="5614670"/>
                      <a:pt x="3122930" y="5614670"/>
                    </a:cubicBezTo>
                    <a:cubicBezTo>
                      <a:pt x="4497070" y="5614670"/>
                      <a:pt x="5614670" y="4495800"/>
                      <a:pt x="5614670" y="3122930"/>
                    </a:cubicBezTo>
                    <a:cubicBezTo>
                      <a:pt x="5614670" y="1748790"/>
                      <a:pt x="4497070" y="631190"/>
                      <a:pt x="3122930" y="631190"/>
                    </a:cubicBezTo>
                    <a:close/>
                  </a:path>
                </a:pathLst>
              </a:custGeom>
              <a:solidFill>
                <a:sysClr val="window" lastClr="FFFFFF"/>
              </a:solidFill>
            </p:spPr>
            <p:txBody>
              <a:bodyPr/>
              <a:lstStyle/>
              <a:p>
                <a:endParaRPr lang="zh-CN" altLang="en-US"/>
              </a:p>
            </p:txBody>
          </p:sp>
        </p:grpSp>
        <p:sp>
          <p:nvSpPr>
            <p:cNvPr id="33" name="TextBox 16"/>
            <p:cNvSpPr txBox="1"/>
            <p:nvPr/>
          </p:nvSpPr>
          <p:spPr>
            <a:xfrm>
              <a:off x="7580" y="3334"/>
              <a:ext cx="898" cy="2033"/>
            </a:xfrm>
            <a:prstGeom prst="rect">
              <a:avLst/>
            </a:prstGeom>
          </p:spPr>
          <p:txBody>
            <a:bodyPr lIns="0" tIns="0" rIns="0" bIns="0" rtlCol="0" anchor="t">
              <a:spAutoFit/>
            </a:bodyPr>
            <a:lstStyle/>
            <a:p>
              <a:pPr algn="ctr">
                <a:lnSpc>
                  <a:spcPts val="5880"/>
                </a:lnSpc>
                <a:spcBef>
                  <a:spcPct val="0"/>
                </a:spcBef>
              </a:pPr>
              <a:r>
                <a:rPr lang="en-US" sz="3600" spc="436" dirty="0">
                  <a:solidFill>
                    <a:sysClr val="window" lastClr="FFFFFF"/>
                  </a:solidFill>
                </a:rPr>
                <a:t>6</a:t>
              </a:r>
            </a:p>
          </p:txBody>
        </p:sp>
        <p:sp>
          <p:nvSpPr>
            <p:cNvPr id="34" name="TextBox 17"/>
            <p:cNvSpPr txBox="1"/>
            <p:nvPr/>
          </p:nvSpPr>
          <p:spPr>
            <a:xfrm>
              <a:off x="1787" y="3533"/>
              <a:ext cx="3885" cy="1365"/>
            </a:xfrm>
            <a:prstGeom prst="rect">
              <a:avLst/>
            </a:prstGeom>
          </p:spPr>
          <p:txBody>
            <a:bodyPr wrap="square" lIns="0" tIns="0" rIns="0" bIns="0" rtlCol="0" anchor="t">
              <a:spAutoFit/>
            </a:bodyPr>
            <a:lstStyle/>
            <a:p>
              <a:pPr>
                <a:lnSpc>
                  <a:spcPts val="4480"/>
                </a:lnSpc>
                <a:spcBef>
                  <a:spcPct val="0"/>
                </a:spcBef>
              </a:pPr>
              <a:r>
                <a:rPr lang="zh-CN" altLang="en-US" sz="2400" spc="243" dirty="0">
                  <a:solidFill>
                    <a:sysClr val="window" lastClr="FFFFFF"/>
                  </a:solidFill>
                  <a:latin typeface="微软雅黑" charset="0"/>
                  <a:ea typeface="微软雅黑" charset="0"/>
                </a:rPr>
                <a:t>茶水间</a:t>
              </a:r>
            </a:p>
          </p:txBody>
        </p:sp>
        <p:sp>
          <p:nvSpPr>
            <p:cNvPr id="35" name="TextBox 21"/>
            <p:cNvSpPr txBox="1"/>
            <p:nvPr/>
          </p:nvSpPr>
          <p:spPr>
            <a:xfrm>
              <a:off x="1818" y="5794"/>
              <a:ext cx="6660" cy="1326"/>
            </a:xfrm>
            <a:prstGeom prst="rect">
              <a:avLst/>
            </a:prstGeom>
          </p:spPr>
          <p:txBody>
            <a:bodyPr wrap="square" lIns="0" tIns="0" rIns="0" bIns="0" rtlCol="0" anchor="t">
              <a:spAutoFit/>
            </a:bodyPr>
            <a:lstStyle/>
            <a:p>
              <a:pPr>
                <a:lnSpc>
                  <a:spcPts val="1970"/>
                </a:lnSpc>
              </a:pPr>
              <a:r>
                <a:rPr lang="zh-CN" altLang="en-US" sz="1400" spc="10" dirty="0">
                  <a:solidFill>
                    <a:sysClr val="window" lastClr="FFFFFF"/>
                  </a:solidFill>
                  <a:latin typeface="KaiTi" panose="02010609060101010101" pitchFamily="49" charset="-122"/>
                  <a:ea typeface="KaiTi" panose="02010609060101010101" pitchFamily="49" charset="-122"/>
                </a:rPr>
                <a:t>请勿在茶水间讨论公司机密项目或重大战略规划或其他绝密信息。</a:t>
              </a:r>
            </a:p>
          </p:txBody>
        </p:sp>
      </p:grpSp>
      <p:sp>
        <p:nvSpPr>
          <p:cNvPr id="7" name="标题 1"/>
          <p:cNvSpPr txBox="1"/>
          <p:nvPr/>
        </p:nvSpPr>
        <p:spPr>
          <a:xfrm>
            <a:off x="837363" y="567878"/>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03306" y="357839"/>
            <a:ext cx="10770570"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3" name="文本框 42"/>
          <p:cNvSpPr txBox="1"/>
          <p:nvPr/>
        </p:nvSpPr>
        <p:spPr>
          <a:xfrm>
            <a:off x="1197254" y="467177"/>
            <a:ext cx="4291495" cy="561692"/>
          </a:xfrm>
          <a:prstGeom prst="rect">
            <a:avLst/>
          </a:prstGeom>
          <a:noFill/>
        </p:spPr>
        <p:txBody>
          <a:bodyPr wrap="square" lIns="68580" tIns="34290" rIns="68580" bIns="34290" rtlCol="0">
            <a:spAutoFit/>
          </a:bodyPr>
          <a:lstStyle/>
          <a:p>
            <a:pPr defTabSz="685800"/>
            <a:r>
              <a:rPr lang="zh-CN" altLang="en-US" sz="3200" dirty="0">
                <a:solidFill>
                  <a:srgbClr val="1856D8"/>
                </a:solidFill>
                <a:latin typeface="微软雅黑" panose="020B0503020204020204" pitchFamily="34" charset="-122"/>
                <a:ea typeface="微软雅黑" panose="020B0503020204020204" pitchFamily="34" charset="-122"/>
                <a:cs typeface="+mn-ea"/>
                <a:sym typeface="+mn-lt"/>
              </a:rPr>
              <a:t>办公终端安全规范</a:t>
            </a:r>
          </a:p>
        </p:txBody>
      </p:sp>
      <p:grpSp>
        <p:nvGrpSpPr>
          <p:cNvPr id="45" name="组合 44"/>
          <p:cNvGrpSpPr/>
          <p:nvPr/>
        </p:nvGrpSpPr>
        <p:grpSpPr>
          <a:xfrm>
            <a:off x="1144905" y="1158875"/>
            <a:ext cx="2696658" cy="1453613"/>
            <a:chOff x="3161" y="3276"/>
            <a:chExt cx="6002" cy="3511"/>
          </a:xfrm>
        </p:grpSpPr>
        <p:sp>
          <p:nvSpPr>
            <p:cNvPr id="46" name="TextBox 62"/>
            <p:cNvSpPr txBox="1"/>
            <p:nvPr/>
          </p:nvSpPr>
          <p:spPr>
            <a:xfrm>
              <a:off x="3161" y="6198"/>
              <a:ext cx="6002" cy="589"/>
            </a:xfrm>
            <a:prstGeom prst="rect">
              <a:avLst/>
            </a:prstGeom>
          </p:spPr>
          <p:txBody>
            <a:bodyPr wrap="square" lIns="0" tIns="0" rIns="0" bIns="0" rtlCol="0" anchor="t">
              <a:spAutoFit/>
            </a:bodyPr>
            <a:lstStyle/>
            <a:p>
              <a:pPr>
                <a:lnSpc>
                  <a:spcPts val="1920"/>
                </a:lnSpc>
              </a:pPr>
              <a:endParaRPr lang="en-US" sz="1600" spc="70" dirty="0">
                <a:solidFill>
                  <a:schemeClr val="tx2"/>
                </a:solidFill>
                <a:latin typeface="FangSong" panose="02010609060101010101" pitchFamily="49" charset="-122"/>
                <a:ea typeface="FangSong" panose="02010609060101010101" pitchFamily="49" charset="-122"/>
              </a:endParaRPr>
            </a:p>
          </p:txBody>
        </p:sp>
        <p:grpSp>
          <p:nvGrpSpPr>
            <p:cNvPr id="47" name="组合 46"/>
            <p:cNvGrpSpPr/>
            <p:nvPr/>
          </p:nvGrpSpPr>
          <p:grpSpPr>
            <a:xfrm>
              <a:off x="3161" y="3276"/>
              <a:ext cx="5563" cy="2544"/>
              <a:chOff x="3161" y="3276"/>
              <a:chExt cx="5563" cy="2544"/>
            </a:xfrm>
          </p:grpSpPr>
          <p:sp>
            <p:nvSpPr>
              <p:cNvPr id="48" name="圆角矩形 47"/>
              <p:cNvSpPr/>
              <p:nvPr/>
            </p:nvSpPr>
            <p:spPr>
              <a:xfrm>
                <a:off x="3161" y="3276"/>
                <a:ext cx="4779" cy="2544"/>
              </a:xfrm>
              <a:prstGeom prst="roundRect">
                <a:avLst/>
              </a:prstGeom>
              <a:solidFill>
                <a:schemeClr val="accent1">
                  <a:lumMod val="60000"/>
                  <a:lumOff val="40000"/>
                </a:schemeClr>
              </a:solidFill>
              <a:ln w="25400" cap="flat" cmpd="sng" algn="ctr">
                <a:noFill/>
                <a:prstDash val="solid"/>
              </a:ln>
              <a:effectLst/>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endParaRPr lang="zh-CN" altLang="en-US" dirty="0">
                  <a:highlight>
                    <a:srgbClr val="028DD1"/>
                  </a:highlight>
                </a:endParaRPr>
              </a:p>
            </p:txBody>
          </p:sp>
          <p:sp>
            <p:nvSpPr>
              <p:cNvPr id="49" name="圆角矩形 48"/>
              <p:cNvSpPr/>
              <p:nvPr/>
            </p:nvSpPr>
            <p:spPr>
              <a:xfrm>
                <a:off x="3944" y="3893"/>
                <a:ext cx="4780" cy="1482"/>
              </a:xfrm>
              <a:prstGeom prst="roundRect">
                <a:avLst/>
              </a:prstGeom>
              <a:solidFill>
                <a:sysClr val="window" lastClr="FFFFFF"/>
              </a:solidFill>
              <a:ln w="9525" cap="flat" cmpd="sng" algn="ctr">
                <a:noFill/>
                <a:prstDash val="solid"/>
              </a:ln>
              <a:effectLst>
                <a:outerShdw blurRad="50800" dist="38100" dir="18900000" algn="bl" rotWithShape="0">
                  <a:prstClr val="black">
                    <a:alpha val="40000"/>
                  </a:prstClr>
                </a:outerShdw>
              </a:effectLst>
              <a:scene3d>
                <a:camera prst="obliqueBottomRight"/>
                <a:lightRig rig="threePt" dir="t"/>
              </a:scene3d>
            </p:spPr>
            <p:style>
              <a:lnRef idx="2">
                <a:srgbClr val="F79646"/>
              </a:lnRef>
              <a:fillRef idx="1">
                <a:sysClr val="window" lastClr="FFFFFF"/>
              </a:fillRef>
              <a:effectRef idx="0">
                <a:srgbClr val="F79646"/>
              </a:effectRef>
              <a:fontRef idx="minor">
                <a:sysClr val="windowText" lastClr="000000"/>
              </a:fontRef>
            </p:style>
            <p:txBody>
              <a:bodyPr rtlCol="0" anchor="ctr"/>
              <a:lstStyle/>
              <a:p>
                <a:pPr algn="ctr"/>
                <a:r>
                  <a:rPr lang="zh-CN" altLang="en-US">
                    <a:latin typeface="微软雅黑" charset="0"/>
                    <a:ea typeface="微软雅黑" charset="0"/>
                  </a:rPr>
                  <a:t>使用及维修</a:t>
                </a:r>
              </a:p>
            </p:txBody>
          </p:sp>
        </p:grpSp>
      </p:grpSp>
      <p:grpSp>
        <p:nvGrpSpPr>
          <p:cNvPr id="51" name="组合 50"/>
          <p:cNvGrpSpPr/>
          <p:nvPr/>
        </p:nvGrpSpPr>
        <p:grpSpPr>
          <a:xfrm>
            <a:off x="4532630" y="1137285"/>
            <a:ext cx="2532667" cy="1518129"/>
            <a:chOff x="3161" y="3276"/>
            <a:chExt cx="5637" cy="3667"/>
          </a:xfrm>
        </p:grpSpPr>
        <p:sp>
          <p:nvSpPr>
            <p:cNvPr id="52" name="TextBox 62"/>
            <p:cNvSpPr txBox="1"/>
            <p:nvPr/>
          </p:nvSpPr>
          <p:spPr>
            <a:xfrm>
              <a:off x="3223" y="6354"/>
              <a:ext cx="5575" cy="589"/>
            </a:xfrm>
            <a:prstGeom prst="rect">
              <a:avLst/>
            </a:prstGeom>
          </p:spPr>
          <p:txBody>
            <a:bodyPr wrap="square" lIns="0" tIns="0" rIns="0" bIns="0" rtlCol="0" anchor="t">
              <a:spAutoFit/>
            </a:bodyPr>
            <a:lstStyle/>
            <a:p>
              <a:pPr>
                <a:lnSpc>
                  <a:spcPts val="1900"/>
                </a:lnSpc>
              </a:pPr>
              <a:endParaRPr sz="1600" spc="10" dirty="0">
                <a:solidFill>
                  <a:sysClr val="windowText" lastClr="000000"/>
                </a:solidFill>
                <a:latin typeface="FangSong" panose="02010609060101010101" pitchFamily="49" charset="-122"/>
                <a:ea typeface="FangSong" panose="02010609060101010101" pitchFamily="49" charset="-122"/>
              </a:endParaRPr>
            </a:p>
          </p:txBody>
        </p:sp>
        <p:grpSp>
          <p:nvGrpSpPr>
            <p:cNvPr id="53" name="组合 52"/>
            <p:cNvGrpSpPr/>
            <p:nvPr/>
          </p:nvGrpSpPr>
          <p:grpSpPr>
            <a:xfrm>
              <a:off x="3161" y="3276"/>
              <a:ext cx="5563" cy="2544"/>
              <a:chOff x="3161" y="3276"/>
              <a:chExt cx="5563" cy="2544"/>
            </a:xfrm>
          </p:grpSpPr>
          <p:sp>
            <p:nvSpPr>
              <p:cNvPr id="54" name="圆角矩形 53"/>
              <p:cNvSpPr/>
              <p:nvPr/>
            </p:nvSpPr>
            <p:spPr>
              <a:xfrm>
                <a:off x="3161" y="3276"/>
                <a:ext cx="4779" cy="2544"/>
              </a:xfrm>
              <a:prstGeom prst="roundRect">
                <a:avLst/>
              </a:prstGeom>
              <a:solidFill>
                <a:schemeClr val="accent1">
                  <a:lumMod val="60000"/>
                  <a:lumOff val="40000"/>
                </a:schemeClr>
              </a:solidFill>
              <a:ln w="25400" cap="flat" cmpd="sng" algn="ctr">
                <a:noFill/>
                <a:prstDash val="solid"/>
              </a:ln>
              <a:effectLst/>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endParaRPr lang="zh-CN" altLang="en-US"/>
              </a:p>
            </p:txBody>
          </p:sp>
          <p:sp>
            <p:nvSpPr>
              <p:cNvPr id="55" name="圆角矩形 54"/>
              <p:cNvSpPr/>
              <p:nvPr/>
            </p:nvSpPr>
            <p:spPr>
              <a:xfrm>
                <a:off x="3944" y="3893"/>
                <a:ext cx="4780" cy="1482"/>
              </a:xfrm>
              <a:prstGeom prst="roundRect">
                <a:avLst/>
              </a:prstGeom>
              <a:solidFill>
                <a:sysClr val="window" lastClr="FFFFFF"/>
              </a:solidFill>
              <a:ln w="9525" cap="flat" cmpd="sng" algn="ctr">
                <a:noFill/>
                <a:prstDash val="solid"/>
              </a:ln>
              <a:effectLst>
                <a:outerShdw blurRad="50800" dist="38100" dir="18900000" algn="bl" rotWithShape="0">
                  <a:prstClr val="black">
                    <a:alpha val="40000"/>
                  </a:prstClr>
                </a:outerShdw>
              </a:effectLst>
              <a:scene3d>
                <a:camera prst="obliqueBottomRight"/>
                <a:lightRig rig="threePt" dir="t"/>
              </a:scene3d>
            </p:spPr>
            <p:style>
              <a:lnRef idx="2">
                <a:srgbClr val="F79646"/>
              </a:lnRef>
              <a:fillRef idx="1">
                <a:sysClr val="window" lastClr="FFFFFF"/>
              </a:fillRef>
              <a:effectRef idx="0">
                <a:srgbClr val="F79646"/>
              </a:effectRef>
              <a:fontRef idx="minor">
                <a:sysClr val="windowText" lastClr="000000"/>
              </a:fontRef>
            </p:style>
            <p:txBody>
              <a:bodyPr rtlCol="0" anchor="ctr"/>
              <a:lstStyle/>
              <a:p>
                <a:pPr algn="ctr"/>
                <a:r>
                  <a:rPr lang="zh-CN" altLang="en-US" dirty="0">
                    <a:latin typeface="微软雅黑" charset="0"/>
                    <a:ea typeface="微软雅黑" charset="0"/>
                  </a:rPr>
                  <a:t>安全配置</a:t>
                </a:r>
              </a:p>
            </p:txBody>
          </p:sp>
        </p:grpSp>
      </p:grpSp>
      <p:grpSp>
        <p:nvGrpSpPr>
          <p:cNvPr id="57" name="组合 56"/>
          <p:cNvGrpSpPr/>
          <p:nvPr/>
        </p:nvGrpSpPr>
        <p:grpSpPr>
          <a:xfrm>
            <a:off x="8094980" y="1096645"/>
            <a:ext cx="3394420" cy="1463013"/>
            <a:chOff x="3161" y="3276"/>
            <a:chExt cx="5759" cy="3534"/>
          </a:xfrm>
        </p:grpSpPr>
        <p:sp>
          <p:nvSpPr>
            <p:cNvPr id="58" name="TextBox 62"/>
            <p:cNvSpPr txBox="1"/>
            <p:nvPr/>
          </p:nvSpPr>
          <p:spPr>
            <a:xfrm>
              <a:off x="3269" y="6221"/>
              <a:ext cx="5651" cy="589"/>
            </a:xfrm>
            <a:prstGeom prst="rect">
              <a:avLst/>
            </a:prstGeom>
          </p:spPr>
          <p:txBody>
            <a:bodyPr wrap="square" lIns="0" tIns="0" rIns="0" bIns="0" rtlCol="0" anchor="t">
              <a:spAutoFit/>
            </a:bodyPr>
            <a:lstStyle/>
            <a:p>
              <a:pPr>
                <a:lnSpc>
                  <a:spcPts val="1920"/>
                </a:lnSpc>
              </a:pPr>
              <a:endParaRPr sz="1600" spc="70" dirty="0">
                <a:solidFill>
                  <a:schemeClr val="tx2"/>
                </a:solidFill>
                <a:latin typeface="FangSong" panose="02010609060101010101" pitchFamily="49" charset="-122"/>
                <a:ea typeface="FangSong" panose="02010609060101010101" pitchFamily="49" charset="-122"/>
              </a:endParaRPr>
            </a:p>
          </p:txBody>
        </p:sp>
        <p:grpSp>
          <p:nvGrpSpPr>
            <p:cNvPr id="59" name="组合 58"/>
            <p:cNvGrpSpPr/>
            <p:nvPr/>
          </p:nvGrpSpPr>
          <p:grpSpPr>
            <a:xfrm>
              <a:off x="3161" y="3276"/>
              <a:ext cx="5563" cy="2544"/>
              <a:chOff x="3161" y="3276"/>
              <a:chExt cx="5563" cy="2544"/>
            </a:xfrm>
          </p:grpSpPr>
          <p:sp>
            <p:nvSpPr>
              <p:cNvPr id="60" name="圆角矩形 59"/>
              <p:cNvSpPr/>
              <p:nvPr/>
            </p:nvSpPr>
            <p:spPr>
              <a:xfrm>
                <a:off x="3161" y="3276"/>
                <a:ext cx="4779" cy="2544"/>
              </a:xfrm>
              <a:prstGeom prst="roundRect">
                <a:avLst/>
              </a:prstGeom>
              <a:solidFill>
                <a:schemeClr val="accent1">
                  <a:lumMod val="60000"/>
                  <a:lumOff val="40000"/>
                </a:schemeClr>
              </a:solidFill>
              <a:ln w="25400" cap="flat" cmpd="sng" algn="ctr">
                <a:noFill/>
                <a:prstDash val="solid"/>
              </a:ln>
              <a:effectLst/>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endParaRPr lang="zh-CN" altLang="en-US"/>
              </a:p>
            </p:txBody>
          </p:sp>
          <p:sp>
            <p:nvSpPr>
              <p:cNvPr id="61" name="圆角矩形 60"/>
              <p:cNvSpPr/>
              <p:nvPr/>
            </p:nvSpPr>
            <p:spPr>
              <a:xfrm>
                <a:off x="3944" y="3893"/>
                <a:ext cx="4780" cy="1482"/>
              </a:xfrm>
              <a:prstGeom prst="roundRect">
                <a:avLst/>
              </a:prstGeom>
              <a:solidFill>
                <a:sysClr val="window" lastClr="FFFFFF"/>
              </a:solidFill>
              <a:ln w="9525" cap="flat" cmpd="sng" algn="ctr">
                <a:noFill/>
                <a:prstDash val="solid"/>
              </a:ln>
              <a:effectLst>
                <a:outerShdw blurRad="50800" dist="38100" dir="18900000" algn="bl" rotWithShape="0">
                  <a:prstClr val="black">
                    <a:alpha val="40000"/>
                  </a:prstClr>
                </a:outerShdw>
              </a:effectLst>
              <a:scene3d>
                <a:camera prst="obliqueBottomRight"/>
                <a:lightRig rig="threePt" dir="t"/>
              </a:scene3d>
            </p:spPr>
            <p:style>
              <a:lnRef idx="2">
                <a:srgbClr val="F79646"/>
              </a:lnRef>
              <a:fillRef idx="1">
                <a:sysClr val="window" lastClr="FFFFFF"/>
              </a:fillRef>
              <a:effectRef idx="0">
                <a:srgbClr val="F79646"/>
              </a:effectRef>
              <a:fontRef idx="minor">
                <a:sysClr val="windowText" lastClr="000000"/>
              </a:fontRef>
            </p:style>
            <p:txBody>
              <a:bodyPr rtlCol="0" anchor="ctr"/>
              <a:lstStyle/>
              <a:p>
                <a:pPr algn="ctr"/>
                <a:r>
                  <a:rPr lang="zh-CN" altLang="en-US">
                    <a:latin typeface="微软雅黑" charset="0"/>
                    <a:ea typeface="微软雅黑" charset="0"/>
                  </a:rPr>
                  <a:t>正版软件</a:t>
                </a:r>
              </a:p>
            </p:txBody>
          </p:sp>
        </p:grpSp>
      </p:grpSp>
      <p:grpSp>
        <p:nvGrpSpPr>
          <p:cNvPr id="63" name="组合 62"/>
          <p:cNvGrpSpPr/>
          <p:nvPr/>
        </p:nvGrpSpPr>
        <p:grpSpPr>
          <a:xfrm>
            <a:off x="1144905" y="4121785"/>
            <a:ext cx="2828307" cy="2270503"/>
            <a:chOff x="3161" y="3276"/>
            <a:chExt cx="5835" cy="5485"/>
          </a:xfrm>
        </p:grpSpPr>
        <p:sp>
          <p:nvSpPr>
            <p:cNvPr id="64" name="TextBox 62"/>
            <p:cNvSpPr txBox="1"/>
            <p:nvPr/>
          </p:nvSpPr>
          <p:spPr>
            <a:xfrm>
              <a:off x="3269" y="6221"/>
              <a:ext cx="5727" cy="2540"/>
            </a:xfrm>
            <a:prstGeom prst="rect">
              <a:avLst/>
            </a:prstGeom>
          </p:spPr>
          <p:txBody>
            <a:bodyPr wrap="square" lIns="0" tIns="0" rIns="0" bIns="0" rtlCol="0" anchor="t">
              <a:spAutoFit/>
            </a:bodyPr>
            <a:lstStyle/>
            <a:p>
              <a:pPr>
                <a:lnSpc>
                  <a:spcPts val="2120"/>
                </a:lnSpc>
              </a:pPr>
              <a:r>
                <a:rPr lang="zh-CN" altLang="en-US" sz="1600" spc="70" dirty="0">
                  <a:latin typeface="KaiTi" panose="02010609060101010101" pitchFamily="49" charset="-122"/>
                  <a:ea typeface="KaiTi" panose="02010609060101010101" pitchFamily="49" charset="-122"/>
                </a:rPr>
                <a:t>禁止使用自带电脑进行日常办公，如有特殊情况，需进行特殊安全审核。</a:t>
              </a:r>
            </a:p>
            <a:p>
              <a:pPr>
                <a:lnSpc>
                  <a:spcPts val="1920"/>
                </a:lnSpc>
              </a:pPr>
              <a:endParaRPr sz="1600" spc="70" dirty="0">
                <a:solidFill>
                  <a:schemeClr val="tx2"/>
                </a:solidFill>
                <a:latin typeface="FangSong" panose="02010609060101010101" pitchFamily="49" charset="-122"/>
                <a:ea typeface="FangSong" panose="02010609060101010101" pitchFamily="49" charset="-122"/>
              </a:endParaRPr>
            </a:p>
          </p:txBody>
        </p:sp>
        <p:grpSp>
          <p:nvGrpSpPr>
            <p:cNvPr id="65" name="组合 64"/>
            <p:cNvGrpSpPr/>
            <p:nvPr/>
          </p:nvGrpSpPr>
          <p:grpSpPr>
            <a:xfrm>
              <a:off x="3161" y="3276"/>
              <a:ext cx="5563" cy="2544"/>
              <a:chOff x="3161" y="3276"/>
              <a:chExt cx="5563" cy="2544"/>
            </a:xfrm>
          </p:grpSpPr>
          <p:sp>
            <p:nvSpPr>
              <p:cNvPr id="66" name="圆角矩形 65"/>
              <p:cNvSpPr/>
              <p:nvPr/>
            </p:nvSpPr>
            <p:spPr>
              <a:xfrm>
                <a:off x="3161" y="3276"/>
                <a:ext cx="4779" cy="2544"/>
              </a:xfrm>
              <a:prstGeom prst="roundRect">
                <a:avLst/>
              </a:prstGeom>
              <a:solidFill>
                <a:schemeClr val="accent1">
                  <a:lumMod val="60000"/>
                  <a:lumOff val="40000"/>
                </a:schemeClr>
              </a:solidFill>
              <a:ln w="25400" cap="flat" cmpd="sng" algn="ctr">
                <a:noFill/>
                <a:prstDash val="solid"/>
              </a:ln>
              <a:effectLst/>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endParaRPr lang="zh-CN" altLang="en-US"/>
              </a:p>
            </p:txBody>
          </p:sp>
          <p:sp>
            <p:nvSpPr>
              <p:cNvPr id="67" name="圆角矩形 66"/>
              <p:cNvSpPr/>
              <p:nvPr/>
            </p:nvSpPr>
            <p:spPr>
              <a:xfrm>
                <a:off x="3944" y="3893"/>
                <a:ext cx="4780" cy="1482"/>
              </a:xfrm>
              <a:prstGeom prst="roundRect">
                <a:avLst/>
              </a:prstGeom>
              <a:solidFill>
                <a:sysClr val="window" lastClr="FFFFFF"/>
              </a:solidFill>
              <a:ln w="9525" cap="flat" cmpd="sng" algn="ctr">
                <a:noFill/>
                <a:prstDash val="solid"/>
              </a:ln>
              <a:effectLst>
                <a:outerShdw blurRad="50800" dist="38100" dir="18900000" algn="bl" rotWithShape="0">
                  <a:prstClr val="black">
                    <a:alpha val="40000"/>
                  </a:prstClr>
                </a:outerShdw>
              </a:effectLst>
              <a:scene3d>
                <a:camera prst="obliqueBottomRight"/>
                <a:lightRig rig="threePt" dir="t"/>
              </a:scene3d>
            </p:spPr>
            <p:style>
              <a:lnRef idx="2">
                <a:srgbClr val="F79646"/>
              </a:lnRef>
              <a:fillRef idx="1">
                <a:sysClr val="window" lastClr="FFFFFF"/>
              </a:fillRef>
              <a:effectRef idx="0">
                <a:srgbClr val="F79646"/>
              </a:effectRef>
              <a:fontRef idx="minor">
                <a:sysClr val="windowText" lastClr="000000"/>
              </a:fontRef>
            </p:style>
            <p:txBody>
              <a:bodyPr rtlCol="0" anchor="ctr"/>
              <a:lstStyle/>
              <a:p>
                <a:pPr algn="ctr"/>
                <a:r>
                  <a:rPr lang="zh-CN" altLang="en-US">
                    <a:latin typeface="微软雅黑" charset="0"/>
                    <a:ea typeface="微软雅黑" charset="0"/>
                  </a:rPr>
                  <a:t>自带设备要求</a:t>
                </a:r>
              </a:p>
            </p:txBody>
          </p:sp>
        </p:grpSp>
      </p:grpSp>
      <p:grpSp>
        <p:nvGrpSpPr>
          <p:cNvPr id="70" name="组合 69"/>
          <p:cNvGrpSpPr/>
          <p:nvPr/>
        </p:nvGrpSpPr>
        <p:grpSpPr>
          <a:xfrm>
            <a:off x="8088630" y="4060825"/>
            <a:ext cx="3511177" cy="2509355"/>
            <a:chOff x="3161" y="3276"/>
            <a:chExt cx="5867" cy="6061"/>
          </a:xfrm>
        </p:grpSpPr>
        <p:sp>
          <p:nvSpPr>
            <p:cNvPr id="71" name="TextBox 62"/>
            <p:cNvSpPr txBox="1"/>
            <p:nvPr/>
          </p:nvSpPr>
          <p:spPr>
            <a:xfrm>
              <a:off x="3172" y="6221"/>
              <a:ext cx="5856" cy="3116"/>
            </a:xfrm>
            <a:prstGeom prst="rect">
              <a:avLst/>
            </a:prstGeom>
          </p:spPr>
          <p:txBody>
            <a:bodyPr wrap="square" lIns="0" tIns="0" rIns="0" bIns="0" rtlCol="0" anchor="t">
              <a:spAutoFit/>
            </a:bodyPr>
            <a:lstStyle/>
            <a:p>
              <a:pPr>
                <a:lnSpc>
                  <a:spcPts val="2120"/>
                </a:lnSpc>
              </a:pPr>
              <a:r>
                <a:rPr lang="zh-CN" altLang="en-US" sz="1600" spc="70" dirty="0">
                  <a:latin typeface="KaiTi" panose="02010609060101010101" pitchFamily="49" charset="-122"/>
                  <a:ea typeface="KaiTi" panose="02010609060101010101" pitchFamily="49" charset="-122"/>
                </a:rPr>
                <a:t>建议将普通</a:t>
              </a:r>
              <a:r>
                <a:rPr lang="en-US" altLang="zh-CN" sz="1600" spc="70" dirty="0">
                  <a:latin typeface="KaiTi" panose="02010609060101010101" pitchFamily="49" charset="-122"/>
                  <a:ea typeface="KaiTi" panose="02010609060101010101" pitchFamily="49" charset="-122"/>
                </a:rPr>
                <a:t>/</a:t>
              </a:r>
              <a:r>
                <a:rPr lang="zh-CN" altLang="en-US" sz="1600" spc="70" dirty="0">
                  <a:latin typeface="KaiTi" panose="02010609060101010101" pitchFamily="49" charset="-122"/>
                  <a:ea typeface="KaiTi" panose="02010609060101010101" pitchFamily="49" charset="-122"/>
                </a:rPr>
                <a:t>敏感数据</a:t>
              </a:r>
              <a:r>
                <a:rPr lang="en-US" altLang="zh-CN" sz="1600" spc="70" dirty="0">
                  <a:latin typeface="KaiTi" panose="02010609060101010101" pitchFamily="49" charset="-122"/>
                  <a:ea typeface="KaiTi" panose="02010609060101010101" pitchFamily="49" charset="-122"/>
                </a:rPr>
                <a:t>/</a:t>
              </a:r>
              <a:r>
                <a:rPr lang="zh-CN" altLang="en-US" sz="1600" spc="70" dirty="0">
                  <a:latin typeface="KaiTi" panose="02010609060101010101" pitchFamily="49" charset="-122"/>
                  <a:ea typeface="KaiTi" panose="02010609060101010101" pitchFamily="49" charset="-122"/>
                </a:rPr>
                <a:t>分别存储在不同的分区中，避免因操作系统故障、软件</a:t>
              </a:r>
              <a:r>
                <a:rPr lang="en-GB" altLang="zh-CN" sz="1600" spc="70" dirty="0">
                  <a:latin typeface="KaiTi" panose="02010609060101010101" pitchFamily="49" charset="-122"/>
                  <a:ea typeface="KaiTi" panose="02010609060101010101" pitchFamily="49" charset="-122"/>
                </a:rPr>
                <a:t>bug</a:t>
              </a:r>
              <a:r>
                <a:rPr lang="zh-CN" altLang="en-US" sz="1600" spc="70" dirty="0">
                  <a:latin typeface="KaiTi" panose="02010609060101010101" pitchFamily="49" charset="-122"/>
                  <a:ea typeface="KaiTi" panose="02010609060101010101" pitchFamily="49" charset="-122"/>
                </a:rPr>
                <a:t>或病毒破坏等情况导致的数据丢失或系统不可用。</a:t>
              </a:r>
            </a:p>
            <a:p>
              <a:pPr>
                <a:lnSpc>
                  <a:spcPts val="1920"/>
                </a:lnSpc>
              </a:pPr>
              <a:endParaRPr sz="1400" spc="70" dirty="0">
                <a:solidFill>
                  <a:schemeClr val="tx2"/>
                </a:solidFill>
                <a:latin typeface="FangSong" panose="02010609060101010101" pitchFamily="49" charset="-122"/>
                <a:ea typeface="FangSong" panose="02010609060101010101" pitchFamily="49" charset="-122"/>
              </a:endParaRPr>
            </a:p>
          </p:txBody>
        </p:sp>
        <p:grpSp>
          <p:nvGrpSpPr>
            <p:cNvPr id="72" name="组合 71"/>
            <p:cNvGrpSpPr/>
            <p:nvPr/>
          </p:nvGrpSpPr>
          <p:grpSpPr>
            <a:xfrm>
              <a:off x="3161" y="3276"/>
              <a:ext cx="5563" cy="2544"/>
              <a:chOff x="3161" y="3276"/>
              <a:chExt cx="5563" cy="2544"/>
            </a:xfrm>
          </p:grpSpPr>
          <p:sp>
            <p:nvSpPr>
              <p:cNvPr id="73" name="圆角矩形 72"/>
              <p:cNvSpPr/>
              <p:nvPr/>
            </p:nvSpPr>
            <p:spPr>
              <a:xfrm>
                <a:off x="3161" y="3276"/>
                <a:ext cx="4779" cy="2544"/>
              </a:xfrm>
              <a:prstGeom prst="roundRect">
                <a:avLst/>
              </a:prstGeom>
              <a:solidFill>
                <a:schemeClr val="accent1">
                  <a:lumMod val="60000"/>
                  <a:lumOff val="40000"/>
                </a:schemeClr>
              </a:solidFill>
              <a:ln w="25400" cap="flat" cmpd="sng" algn="ctr">
                <a:noFill/>
                <a:prstDash val="solid"/>
              </a:ln>
              <a:effectLst/>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endParaRPr lang="zh-CN" altLang="en-US"/>
              </a:p>
            </p:txBody>
          </p:sp>
          <p:sp>
            <p:nvSpPr>
              <p:cNvPr id="74" name="圆角矩形 73"/>
              <p:cNvSpPr/>
              <p:nvPr/>
            </p:nvSpPr>
            <p:spPr>
              <a:xfrm>
                <a:off x="3944" y="3893"/>
                <a:ext cx="4780" cy="1482"/>
              </a:xfrm>
              <a:prstGeom prst="roundRect">
                <a:avLst/>
              </a:prstGeom>
              <a:solidFill>
                <a:sysClr val="window" lastClr="FFFFFF"/>
              </a:solidFill>
              <a:ln w="9525" cap="flat" cmpd="sng" algn="ctr">
                <a:noFill/>
                <a:prstDash val="solid"/>
              </a:ln>
              <a:effectLst>
                <a:outerShdw blurRad="50800" dist="38100" dir="18900000" algn="bl" rotWithShape="0">
                  <a:prstClr val="black">
                    <a:alpha val="40000"/>
                  </a:prstClr>
                </a:outerShdw>
              </a:effectLst>
              <a:scene3d>
                <a:camera prst="obliqueBottomRight"/>
                <a:lightRig rig="threePt" dir="t"/>
              </a:scene3d>
            </p:spPr>
            <p:style>
              <a:lnRef idx="2">
                <a:srgbClr val="F79646"/>
              </a:lnRef>
              <a:fillRef idx="1">
                <a:sysClr val="window" lastClr="FFFFFF"/>
              </a:fillRef>
              <a:effectRef idx="0">
                <a:srgbClr val="F79646"/>
              </a:effectRef>
              <a:fontRef idx="minor">
                <a:sysClr val="windowText" lastClr="000000"/>
              </a:fontRef>
            </p:style>
            <p:txBody>
              <a:bodyPr rtlCol="0" anchor="ctr"/>
              <a:lstStyle/>
              <a:p>
                <a:pPr algn="ctr"/>
                <a:r>
                  <a:rPr lang="zh-CN" altLang="en-US">
                    <a:latin typeface="微软雅黑" charset="0"/>
                    <a:ea typeface="微软雅黑" charset="0"/>
                  </a:rPr>
                  <a:t>分区存储</a:t>
                </a:r>
              </a:p>
            </p:txBody>
          </p:sp>
        </p:grpSp>
      </p:grpSp>
      <p:grpSp>
        <p:nvGrpSpPr>
          <p:cNvPr id="33" name="组合 32"/>
          <p:cNvGrpSpPr/>
          <p:nvPr/>
        </p:nvGrpSpPr>
        <p:grpSpPr>
          <a:xfrm>
            <a:off x="4600498" y="4008078"/>
            <a:ext cx="2776185" cy="2358582"/>
            <a:chOff x="3161" y="3276"/>
            <a:chExt cx="6179" cy="5697"/>
          </a:xfrm>
        </p:grpSpPr>
        <p:sp>
          <p:nvSpPr>
            <p:cNvPr id="34" name="TextBox 62"/>
            <p:cNvSpPr txBox="1"/>
            <p:nvPr/>
          </p:nvSpPr>
          <p:spPr>
            <a:xfrm>
              <a:off x="3161" y="6416"/>
              <a:ext cx="6179" cy="2557"/>
            </a:xfrm>
            <a:prstGeom prst="rect">
              <a:avLst/>
            </a:prstGeom>
          </p:spPr>
          <p:txBody>
            <a:bodyPr wrap="square" lIns="0" tIns="0" rIns="0" bIns="0" rtlCol="0" anchor="t">
              <a:spAutoFit/>
            </a:bodyPr>
            <a:lstStyle/>
            <a:p>
              <a:pPr>
                <a:lnSpc>
                  <a:spcPts val="2120"/>
                </a:lnSpc>
              </a:pPr>
              <a:r>
                <a:rPr lang="zh-CN" altLang="en-US" sz="1600" spc="70" dirty="0">
                  <a:latin typeface="KaiTi" panose="02010609060101010101" pitchFamily="49" charset="-122"/>
                  <a:ea typeface="KaiTi" panose="02010609060101010101" pitchFamily="49" charset="-122"/>
                </a:rPr>
                <a:t>开机密码</a:t>
              </a:r>
              <a:r>
                <a:rPr lang="zh-CN" altLang="en-US" sz="1600" dirty="0">
                  <a:latin typeface="KaiTi" panose="02010609060101010101" pitchFamily="49" charset="-122"/>
                  <a:ea typeface="KaiTi" panose="02010609060101010101" pitchFamily="49" charset="-122"/>
                </a:rPr>
                <a:t>需为复杂密码，密码需满足：密码不能包含用户名、长度不小于</a:t>
              </a:r>
              <a:r>
                <a:rPr lang="en-US" altLang="zh-CN" sz="1600" dirty="0">
                  <a:latin typeface="KaiTi" panose="02010609060101010101" pitchFamily="49" charset="-122"/>
                  <a:ea typeface="KaiTi" panose="02010609060101010101" pitchFamily="49" charset="-122"/>
                </a:rPr>
                <a:t>8</a:t>
              </a:r>
              <a:r>
                <a:rPr lang="zh-CN" altLang="en-US" sz="1600" dirty="0">
                  <a:latin typeface="KaiTi" panose="02010609060101010101" pitchFamily="49" charset="-122"/>
                  <a:ea typeface="KaiTi" panose="02010609060101010101" pitchFamily="49" charset="-122"/>
                </a:rPr>
                <a:t>位、包含字母，数字，特殊符号三类。</a:t>
              </a:r>
              <a:endParaRPr sz="1600" spc="70" dirty="0">
                <a:latin typeface="KaiTi" panose="02010609060101010101" pitchFamily="49" charset="-122"/>
                <a:ea typeface="KaiTi" panose="02010609060101010101" pitchFamily="49" charset="-122"/>
              </a:endParaRPr>
            </a:p>
          </p:txBody>
        </p:sp>
        <p:grpSp>
          <p:nvGrpSpPr>
            <p:cNvPr id="35" name="组合 34"/>
            <p:cNvGrpSpPr/>
            <p:nvPr/>
          </p:nvGrpSpPr>
          <p:grpSpPr>
            <a:xfrm>
              <a:off x="3161" y="3276"/>
              <a:ext cx="5572" cy="2544"/>
              <a:chOff x="3161" y="3276"/>
              <a:chExt cx="5572" cy="2544"/>
            </a:xfrm>
          </p:grpSpPr>
          <p:sp>
            <p:nvSpPr>
              <p:cNvPr id="36" name="圆角矩形 35"/>
              <p:cNvSpPr/>
              <p:nvPr/>
            </p:nvSpPr>
            <p:spPr>
              <a:xfrm>
                <a:off x="3161" y="3276"/>
                <a:ext cx="4779" cy="2544"/>
              </a:xfrm>
              <a:prstGeom prst="roundRect">
                <a:avLst/>
              </a:prstGeom>
              <a:solidFill>
                <a:schemeClr val="accent1">
                  <a:lumMod val="60000"/>
                  <a:lumOff val="40000"/>
                </a:schemeClr>
              </a:solidFill>
              <a:ln w="25400" cap="flat" cmpd="sng" algn="ctr">
                <a:noFill/>
                <a:prstDash val="solid"/>
              </a:ln>
              <a:effectLst/>
            </p:spPr>
            <p:style>
              <a:lnRef idx="2">
                <a:srgbClr val="4F81BD">
                  <a:shade val="50000"/>
                </a:srgbClr>
              </a:lnRef>
              <a:fillRef idx="1">
                <a:srgbClr val="4F81BD"/>
              </a:fillRef>
              <a:effectRef idx="0">
                <a:srgbClr val="4F81BD"/>
              </a:effectRef>
              <a:fontRef idx="minor">
                <a:sysClr val="window" lastClr="FFFFFF"/>
              </a:fontRef>
            </p:style>
            <p:txBody>
              <a:bodyPr rtlCol="0" anchor="ctr"/>
              <a:lstStyle/>
              <a:p>
                <a:pPr algn="ctr"/>
                <a:endParaRPr lang="zh-CN" altLang="en-US" dirty="0"/>
              </a:p>
            </p:txBody>
          </p:sp>
          <p:sp>
            <p:nvSpPr>
              <p:cNvPr id="37" name="圆角矩形 36"/>
              <p:cNvSpPr/>
              <p:nvPr/>
            </p:nvSpPr>
            <p:spPr>
              <a:xfrm>
                <a:off x="3953" y="4030"/>
                <a:ext cx="4780" cy="1482"/>
              </a:xfrm>
              <a:prstGeom prst="roundRect">
                <a:avLst/>
              </a:prstGeom>
              <a:solidFill>
                <a:sysClr val="window" lastClr="FFFFFF"/>
              </a:solidFill>
              <a:ln w="9525" cap="flat" cmpd="sng" algn="ctr">
                <a:noFill/>
                <a:prstDash val="solid"/>
              </a:ln>
              <a:effectLst>
                <a:outerShdw blurRad="50800" dist="38100" dir="18900000" algn="bl" rotWithShape="0">
                  <a:prstClr val="black">
                    <a:alpha val="40000"/>
                  </a:prstClr>
                </a:outerShdw>
              </a:effectLst>
              <a:scene3d>
                <a:camera prst="obliqueBottomRight"/>
                <a:lightRig rig="threePt" dir="t"/>
              </a:scene3d>
            </p:spPr>
            <p:style>
              <a:lnRef idx="2">
                <a:srgbClr val="F79646"/>
              </a:lnRef>
              <a:fillRef idx="1">
                <a:sysClr val="window" lastClr="FFFFFF"/>
              </a:fillRef>
              <a:effectRef idx="0">
                <a:srgbClr val="F79646"/>
              </a:effectRef>
              <a:fontRef idx="minor">
                <a:sysClr val="windowText" lastClr="000000"/>
              </a:fontRef>
            </p:style>
            <p:txBody>
              <a:bodyPr rtlCol="0" anchor="ctr"/>
              <a:lstStyle/>
              <a:p>
                <a:pPr algn="ctr"/>
                <a:r>
                  <a:rPr lang="zh-CN" altLang="en-US" dirty="0">
                    <a:latin typeface="微软雅黑" charset="0"/>
                    <a:ea typeface="微软雅黑" charset="0"/>
                  </a:rPr>
                  <a:t>开机密码</a:t>
                </a:r>
              </a:p>
            </p:txBody>
          </p:sp>
        </p:grpSp>
      </p:grpSp>
      <p:sp>
        <p:nvSpPr>
          <p:cNvPr id="3" name="标题 1"/>
          <p:cNvSpPr txBox="1"/>
          <p:nvPr/>
        </p:nvSpPr>
        <p:spPr>
          <a:xfrm>
            <a:off x="603306" y="599826"/>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文本框 3"/>
          <p:cNvSpPr txBox="1"/>
          <p:nvPr/>
        </p:nvSpPr>
        <p:spPr>
          <a:xfrm>
            <a:off x="7993294" y="2404153"/>
            <a:ext cx="3606231" cy="1420325"/>
          </a:xfrm>
          <a:prstGeom prst="rect">
            <a:avLst/>
          </a:prstGeom>
          <a:noFill/>
        </p:spPr>
        <p:txBody>
          <a:bodyPr wrap="square" rtlCol="0">
            <a:spAutoFit/>
          </a:bodyPr>
          <a:lstStyle/>
          <a:p>
            <a:pPr>
              <a:lnSpc>
                <a:spcPts val="2120"/>
              </a:lnSpc>
            </a:pPr>
            <a:r>
              <a:rPr lang="zh-CN" altLang="en-US" sz="1600" b="0" i="0" u="none" strike="noStrike" dirty="0">
                <a:solidFill>
                  <a:srgbClr val="000000"/>
                </a:solidFill>
                <a:effectLst/>
                <a:latin typeface="KaiTi" panose="02010609060101010101" pitchFamily="49" charset="-122"/>
                <a:ea typeface="KaiTi" panose="02010609060101010101" pitchFamily="49" charset="-122"/>
              </a:rPr>
              <a:t>安装、运行的插件、软件、开发框架等均通过公司渠道或官方网站购买、下载，不得在公司办公终端上安装和使用盗版软件、破解或不明渠道的软件产品或其他程序文件。</a:t>
            </a:r>
            <a:endParaRPr kumimoji="1" lang="zh-CN" altLang="en-US" sz="1600" dirty="0">
              <a:latin typeface="KaiTi" panose="02010609060101010101" pitchFamily="49" charset="-122"/>
              <a:ea typeface="KaiTi" panose="02010609060101010101" pitchFamily="49" charset="-122"/>
            </a:endParaRPr>
          </a:p>
        </p:txBody>
      </p:sp>
      <p:sp>
        <p:nvSpPr>
          <p:cNvPr id="5" name="文本框 4"/>
          <p:cNvSpPr txBox="1"/>
          <p:nvPr/>
        </p:nvSpPr>
        <p:spPr>
          <a:xfrm>
            <a:off x="1064260" y="2496820"/>
            <a:ext cx="3029265" cy="1151021"/>
          </a:xfrm>
          <a:prstGeom prst="rect">
            <a:avLst/>
          </a:prstGeom>
          <a:noFill/>
        </p:spPr>
        <p:txBody>
          <a:bodyPr wrap="square" rtlCol="0">
            <a:spAutoFit/>
          </a:bodyPr>
          <a:lstStyle/>
          <a:p>
            <a:pPr>
              <a:lnSpc>
                <a:spcPts val="2120"/>
              </a:lnSpc>
            </a:pPr>
            <a:r>
              <a:rPr kumimoji="1" lang="zh-CN" altLang="en-US" sz="1600" dirty="0">
                <a:latin typeface="KaiTi" panose="02010609060101010101" pitchFamily="49" charset="-122"/>
                <a:ea typeface="KaiTi" panose="02010609060101010101" pitchFamily="49" charset="-122"/>
              </a:rPr>
              <a:t>办公终端仅限工作使用。</a:t>
            </a:r>
            <a:br>
              <a:rPr kumimoji="1" lang="zh-CN" altLang="en-US" sz="1600" dirty="0">
                <a:latin typeface="KaiTi" panose="02010609060101010101" pitchFamily="49" charset="-122"/>
                <a:ea typeface="KaiTi" panose="02010609060101010101" pitchFamily="49" charset="-122"/>
              </a:rPr>
            </a:br>
            <a:r>
              <a:rPr kumimoji="1" lang="zh-CN" altLang="en-US" sz="1600" dirty="0">
                <a:latin typeface="KaiTi" panose="02010609060101010101" pitchFamily="49" charset="-122"/>
                <a:ea typeface="KaiTi" panose="02010609060101010101" pitchFamily="49" charset="-122"/>
              </a:rPr>
              <a:t>若出现设备故障应及时联系</a:t>
            </a:r>
            <a:r>
              <a:rPr kumimoji="1" lang="en-GB" altLang="zh-CN" sz="1600" dirty="0">
                <a:latin typeface="KaiTi" panose="02010609060101010101" pitchFamily="49" charset="-122"/>
                <a:ea typeface="KaiTi" panose="02010609060101010101" pitchFamily="49" charset="-122"/>
              </a:rPr>
              <a:t>IT</a:t>
            </a:r>
            <a:r>
              <a:rPr kumimoji="1" lang="zh-CN" altLang="en-US" sz="1600" dirty="0">
                <a:latin typeface="KaiTi" panose="02010609060101010101" pitchFamily="49" charset="-122"/>
                <a:ea typeface="KaiTi" panose="02010609060101010101" pitchFamily="49" charset="-122"/>
              </a:rPr>
              <a:t>团队进行处理，禁止个人外带维修或对部件、操作系统等进行更换。</a:t>
            </a:r>
          </a:p>
        </p:txBody>
      </p:sp>
      <p:sp>
        <p:nvSpPr>
          <p:cNvPr id="6" name="文本框 5"/>
          <p:cNvSpPr txBox="1"/>
          <p:nvPr/>
        </p:nvSpPr>
        <p:spPr>
          <a:xfrm>
            <a:off x="4451004" y="2517169"/>
            <a:ext cx="2971772" cy="1151021"/>
          </a:xfrm>
          <a:prstGeom prst="rect">
            <a:avLst/>
          </a:prstGeom>
          <a:noFill/>
        </p:spPr>
        <p:txBody>
          <a:bodyPr wrap="square" rtlCol="0">
            <a:spAutoFit/>
          </a:bodyPr>
          <a:lstStyle/>
          <a:p>
            <a:pPr>
              <a:lnSpc>
                <a:spcPts val="2120"/>
              </a:lnSpc>
            </a:pPr>
            <a:r>
              <a:rPr kumimoji="1" lang="zh-CN" altLang="en-US" sz="1600" dirty="0">
                <a:latin typeface="KaiTi" panose="02010609060101010101" pitchFamily="49" charset="-122"/>
                <a:ea typeface="KaiTi" panose="02010609060101010101" pitchFamily="49" charset="-122"/>
              </a:rPr>
              <a:t>不得对公司基本安全配置要求进行更改，保持系统补丁策略保持定期更新，不得私自关闭杀毒和安全防护软件。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08091" y="346427"/>
            <a:ext cx="9601033"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 name="文本框 3"/>
          <p:cNvSpPr txBox="1"/>
          <p:nvPr/>
        </p:nvSpPr>
        <p:spPr>
          <a:xfrm>
            <a:off x="1251258" y="402428"/>
            <a:ext cx="7475606" cy="646331"/>
          </a:xfrm>
          <a:prstGeom prst="rect">
            <a:avLst/>
          </a:prstGeom>
          <a:noFill/>
        </p:spPr>
        <p:txBody>
          <a:bodyPr wrap="square" rtlCol="0">
            <a:spAutoFit/>
          </a:bodyPr>
          <a:lstStyle/>
          <a:p>
            <a:r>
              <a:rPr lang="zh-CN" altLang="en-US" sz="3600" dirty="0">
                <a:solidFill>
                  <a:srgbClr val="1846C2"/>
                </a:solidFill>
                <a:latin typeface="微软雅黑" panose="020B0503020204020204" pitchFamily="34" charset="-122"/>
                <a:ea typeface="微软雅黑" panose="020B0503020204020204" pitchFamily="34" charset="-122"/>
              </a:rPr>
              <a:t>技术安全红线</a:t>
            </a:r>
            <a:r>
              <a:rPr lang="en-US" altLang="zh-CN" sz="3600" dirty="0">
                <a:solidFill>
                  <a:srgbClr val="1846C2"/>
                </a:solidFill>
                <a:latin typeface="微软雅黑" panose="020B0503020204020204" pitchFamily="34" charset="-122"/>
                <a:ea typeface="微软雅黑" panose="020B0503020204020204" pitchFamily="34" charset="-122"/>
              </a:rPr>
              <a:t>-</a:t>
            </a:r>
            <a:r>
              <a:rPr lang="zh-CN" altLang="en-US" sz="3200" dirty="0">
                <a:solidFill>
                  <a:srgbClr val="0045D4"/>
                </a:solidFill>
                <a:latin typeface="微软雅黑" panose="020B0503020204020204" pitchFamily="34" charset="-122"/>
                <a:ea typeface="微软雅黑" panose="020B0503020204020204" pitchFamily="34" charset="-122"/>
              </a:rPr>
              <a:t>保证基本安全水位</a:t>
            </a:r>
          </a:p>
        </p:txBody>
      </p:sp>
      <p:sp>
        <p:nvSpPr>
          <p:cNvPr id="5" name="标题 1"/>
          <p:cNvSpPr txBox="1"/>
          <p:nvPr/>
        </p:nvSpPr>
        <p:spPr>
          <a:xfrm>
            <a:off x="608092" y="599671"/>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3" name="图片 2"/>
          <p:cNvPicPr>
            <a:picLocks noChangeAspect="1"/>
          </p:cNvPicPr>
          <p:nvPr/>
        </p:nvPicPr>
        <p:blipFill>
          <a:blip r:embed="rId2"/>
          <a:stretch>
            <a:fillRect/>
          </a:stretch>
        </p:blipFill>
        <p:spPr>
          <a:xfrm>
            <a:off x="648478" y="1302003"/>
            <a:ext cx="9601032" cy="4682724"/>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08330" y="346710"/>
            <a:ext cx="10624185"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 name="文本框 3"/>
          <p:cNvSpPr txBox="1"/>
          <p:nvPr/>
        </p:nvSpPr>
        <p:spPr>
          <a:xfrm>
            <a:off x="1251258" y="509108"/>
            <a:ext cx="7475606" cy="583565"/>
          </a:xfrm>
          <a:prstGeom prst="rect">
            <a:avLst/>
          </a:prstGeom>
          <a:noFill/>
        </p:spPr>
        <p:txBody>
          <a:bodyPr wrap="square" rtlCol="0">
            <a:spAutoFit/>
          </a:bodyPr>
          <a:lstStyle/>
          <a:p>
            <a:r>
              <a:rPr lang="zh-CN" altLang="en-US" sz="3200" dirty="0">
                <a:solidFill>
                  <a:srgbClr val="1846C2"/>
                </a:solidFill>
                <a:latin typeface="微软雅黑" panose="020B0503020204020204" pitchFamily="34" charset="-122"/>
                <a:ea typeface="微软雅黑" panose="020B0503020204020204" pitchFamily="34" charset="-122"/>
              </a:rPr>
              <a:t>技术安全红线</a:t>
            </a:r>
            <a:r>
              <a:rPr lang="en-US" altLang="zh-CN" sz="3200" dirty="0">
                <a:solidFill>
                  <a:srgbClr val="1846C2"/>
                </a:solidFill>
                <a:latin typeface="微软雅黑" panose="020B0503020204020204" pitchFamily="34" charset="-122"/>
                <a:ea typeface="微软雅黑" panose="020B0503020204020204" pitchFamily="34" charset="-122"/>
              </a:rPr>
              <a:t>-</a:t>
            </a:r>
            <a:r>
              <a:rPr lang="zh-CN" altLang="en-US" sz="3200" dirty="0">
                <a:solidFill>
                  <a:srgbClr val="1846C2"/>
                </a:solidFill>
                <a:latin typeface="微软雅黑" panose="020B0503020204020204" pitchFamily="34" charset="-122"/>
                <a:ea typeface="微软雅黑" panose="020B0503020204020204" pitchFamily="34" charset="-122"/>
              </a:rPr>
              <a:t>安全能力支撑</a:t>
            </a:r>
          </a:p>
        </p:txBody>
      </p:sp>
      <p:sp>
        <p:nvSpPr>
          <p:cNvPr id="5" name="标题 1"/>
          <p:cNvSpPr txBox="1"/>
          <p:nvPr/>
        </p:nvSpPr>
        <p:spPr>
          <a:xfrm>
            <a:off x="608092" y="599671"/>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7" name="文本框 6"/>
          <p:cNvSpPr txBox="1"/>
          <p:nvPr/>
        </p:nvSpPr>
        <p:spPr>
          <a:xfrm>
            <a:off x="607695" y="1239520"/>
            <a:ext cx="10433685" cy="2850515"/>
          </a:xfrm>
          <a:prstGeom prst="rect">
            <a:avLst/>
          </a:prstGeom>
          <a:noFill/>
        </p:spPr>
        <p:txBody>
          <a:bodyPr wrap="square" rtlCol="0">
            <a:noAutofit/>
          </a:bodyPr>
          <a:lstStyle/>
          <a:p>
            <a:r>
              <a:rPr lang="zh-CN" altLang="en-US" sz="1600" dirty="0">
                <a:latin typeface="KaiTi" panose="02010609060101010101" pitchFamily="49" charset="-122"/>
                <a:ea typeface="KaiTi" panose="02010609060101010101" pitchFamily="49" charset="-122"/>
                <a:cs typeface="微软雅黑" charset="0"/>
              </a:rPr>
              <a:t>对所有服务器实施安全管控，不允许直接通过账号密码登录服务器，必须通过统一登录入口</a:t>
            </a:r>
            <a:r>
              <a:rPr lang="zh-CN" altLang="en-US" sz="1600" dirty="0">
                <a:solidFill>
                  <a:srgbClr val="FF0000"/>
                </a:solidFill>
                <a:latin typeface="KaiTi" panose="02010609060101010101" pitchFamily="49" charset="-122"/>
                <a:ea typeface="KaiTi" panose="02010609060101010101" pitchFamily="49" charset="-122"/>
                <a:cs typeface="微软雅黑" charset="0"/>
              </a:rPr>
              <a:t>堡垒机</a:t>
            </a:r>
            <a:r>
              <a:rPr lang="zh-CN" altLang="en-US" sz="1600" dirty="0">
                <a:solidFill>
                  <a:schemeClr val="tx1"/>
                </a:solidFill>
                <a:latin typeface="KaiTi" panose="02010609060101010101" pitchFamily="49" charset="-122"/>
                <a:ea typeface="KaiTi" panose="02010609060101010101" pitchFamily="49" charset="-122"/>
                <a:cs typeface="微软雅黑" charset="0"/>
              </a:rPr>
              <a:t>远程登录服务器</a:t>
            </a:r>
            <a:endParaRPr lang="zh-CN" altLang="en-US" sz="1600" dirty="0">
              <a:latin typeface="KaiTi" panose="02010609060101010101" pitchFamily="49" charset="-122"/>
              <a:ea typeface="KaiTi" panose="02010609060101010101" pitchFamily="49" charset="-122"/>
              <a:cs typeface="微软雅黑" charset="0"/>
            </a:endParaRPr>
          </a:p>
          <a:p>
            <a:r>
              <a:rPr lang="zh-CN" altLang="en-US" sz="1600" dirty="0">
                <a:latin typeface="KaiTi" panose="02010609060101010101" pitchFamily="49" charset="-122"/>
                <a:ea typeface="KaiTi" panose="02010609060101010101" pitchFamily="49" charset="-122"/>
                <a:cs typeface="微软雅黑" charset="0"/>
                <a:sym typeface="+mn-ea"/>
              </a:rPr>
              <a:t>如遇其他手册上不能解决问题联系</a:t>
            </a:r>
            <a:r>
              <a:rPr lang="en-US" altLang="zh-CN" sz="1600" dirty="0">
                <a:latin typeface="KaiTi" panose="02010609060101010101" pitchFamily="49" charset="-122"/>
                <a:ea typeface="KaiTi" panose="02010609060101010101" pitchFamily="49" charset="-122"/>
                <a:cs typeface="微软雅黑" charset="0"/>
                <a:sym typeface="+mn-ea"/>
              </a:rPr>
              <a:t> @</a:t>
            </a:r>
            <a:r>
              <a:rPr lang="zh-CN" altLang="en-US" sz="1600" dirty="0">
                <a:latin typeface="KaiTi" panose="02010609060101010101" pitchFamily="49" charset="-122"/>
                <a:ea typeface="KaiTi" panose="02010609060101010101" pitchFamily="49" charset="-122"/>
                <a:cs typeface="微软雅黑" charset="0"/>
                <a:sym typeface="+mn-ea"/>
              </a:rPr>
              <a:t>张成博，</a:t>
            </a:r>
            <a:r>
              <a:rPr lang="en-US" altLang="zh-CN" sz="1600" dirty="0">
                <a:latin typeface="KaiTi" panose="02010609060101010101" pitchFamily="49" charset="-122"/>
                <a:ea typeface="KaiTi" panose="02010609060101010101" pitchFamily="49" charset="-122"/>
                <a:cs typeface="微软雅黑" charset="0"/>
                <a:sym typeface="+mn-ea"/>
              </a:rPr>
              <a:t>@</a:t>
            </a:r>
            <a:r>
              <a:rPr lang="zh-CN" altLang="en-US" sz="1600">
                <a:latin typeface="KaiTi" panose="02010609060101010101" pitchFamily="49" charset="-122"/>
                <a:ea typeface="KaiTi" panose="02010609060101010101" pitchFamily="49" charset="-122"/>
                <a:cs typeface="微软雅黑" charset="0"/>
                <a:sym typeface="+mn-ea"/>
              </a:rPr>
              <a:t>王忠惠：</a:t>
            </a:r>
            <a:endParaRPr lang="en-US" altLang="zh-CN" sz="1600" dirty="0">
              <a:latin typeface="KaiTi" panose="02010609060101010101" pitchFamily="49" charset="-122"/>
              <a:ea typeface="KaiTi" panose="02010609060101010101" pitchFamily="49" charset="-122"/>
              <a:cs typeface="微软雅黑" charset="0"/>
              <a:sym typeface="+mn-ea"/>
            </a:endParaRPr>
          </a:p>
          <a:p>
            <a:r>
              <a:rPr lang="en-US" altLang="zh-CN" sz="1600" dirty="0" err="1">
                <a:latin typeface="KaiTi" panose="02010609060101010101" pitchFamily="49" charset="-122"/>
                <a:ea typeface="KaiTi" panose="02010609060101010101" pitchFamily="49" charset="-122"/>
                <a:cs typeface="微软雅黑" charset="0"/>
              </a:rPr>
              <a:t>JunmpServerbao</a:t>
            </a:r>
            <a:r>
              <a:rPr lang="zh-CN" altLang="en-US" sz="1600" dirty="0">
                <a:latin typeface="KaiTi" panose="02010609060101010101" pitchFamily="49" charset="-122"/>
                <a:ea typeface="KaiTi" panose="02010609060101010101" pitchFamily="49" charset="-122"/>
                <a:cs typeface="微软雅黑" charset="0"/>
              </a:rPr>
              <a:t>堡垒机操作手手册</a:t>
            </a:r>
          </a:p>
          <a:p>
            <a:r>
              <a:rPr lang="zh-CN" altLang="en-US" sz="1600" dirty="0">
                <a:solidFill>
                  <a:srgbClr val="FF0000"/>
                </a:solidFill>
                <a:latin typeface="KaiTi" panose="02010609060101010101" pitchFamily="49" charset="-122"/>
                <a:ea typeface="KaiTi" panose="02010609060101010101" pitchFamily="49" charset="-122"/>
                <a:cs typeface="微软雅黑" charset="0"/>
              </a:rPr>
              <a:t>https://qianxun.yuque.com/bnqe0g/weasdl/xum7cug9wi6q7bxq</a:t>
            </a:r>
            <a:endParaRPr lang="zh-CN" altLang="en-US" sz="1600" dirty="0">
              <a:latin typeface="KaiTi" panose="02010609060101010101" pitchFamily="49" charset="-122"/>
              <a:ea typeface="KaiTi" panose="02010609060101010101" pitchFamily="49" charset="-122"/>
              <a:cs typeface="微软雅黑" charset="0"/>
            </a:endParaRPr>
          </a:p>
          <a:p>
            <a:r>
              <a:rPr lang="zh-CN" altLang="en-US" sz="1600" dirty="0">
                <a:latin typeface="KaiTi" panose="02010609060101010101" pitchFamily="49" charset="-122"/>
                <a:ea typeface="KaiTi" panose="02010609060101010101" pitchFamily="49" charset="-122"/>
                <a:cs typeface="微软雅黑" charset="0"/>
              </a:rPr>
              <a:t>JumpServer常见问题及解决方法</a:t>
            </a:r>
          </a:p>
          <a:p>
            <a:r>
              <a:rPr lang="zh-CN" altLang="en-US" sz="1600" dirty="0">
                <a:solidFill>
                  <a:srgbClr val="FF0000"/>
                </a:solidFill>
                <a:latin typeface="KaiTi" panose="02010609060101010101" pitchFamily="49" charset="-122"/>
                <a:ea typeface="KaiTi" panose="02010609060101010101" pitchFamily="49" charset="-122"/>
                <a:cs typeface="微软雅黑" charset="0"/>
              </a:rPr>
              <a:t>https://qianxun.yuque.com/bnqe0g/weasdl/lgeavlbpn3q6guvk</a:t>
            </a:r>
          </a:p>
          <a:p>
            <a:r>
              <a:rPr lang="zh-CN" altLang="en-US" sz="1600" dirty="0">
                <a:latin typeface="KaiTi" panose="02010609060101010101" pitchFamily="49" charset="-122"/>
                <a:ea typeface="KaiTi" panose="02010609060101010101" pitchFamily="49" charset="-122"/>
                <a:cs typeface="微软雅黑" charset="0"/>
              </a:rPr>
              <a:t>常见问题：</a:t>
            </a:r>
          </a:p>
          <a:p>
            <a:r>
              <a:rPr lang="en-US" altLang="zh-CN" sz="1600" dirty="0">
                <a:latin typeface="KaiTi" panose="02010609060101010101" pitchFamily="49" charset="-122"/>
                <a:ea typeface="KaiTi" panose="02010609060101010101" pitchFamily="49" charset="-122"/>
                <a:cs typeface="微软雅黑" charset="0"/>
              </a:rPr>
              <a:t>1.JumpServer中缺少相应机器的权限</a:t>
            </a:r>
          </a:p>
          <a:p>
            <a:r>
              <a:rPr lang="en-US" altLang="zh-CN" sz="1600" dirty="0">
                <a:latin typeface="KaiTi" panose="02010609060101010101" pitchFamily="49" charset="-122"/>
                <a:ea typeface="KaiTi" panose="02010609060101010101" pitchFamily="49" charset="-122"/>
                <a:cs typeface="微软雅黑" charset="0"/>
              </a:rPr>
              <a:t>2.连接超时问题</a:t>
            </a:r>
          </a:p>
          <a:p>
            <a:r>
              <a:rPr lang="en-US" altLang="zh-CN" sz="1600" dirty="0">
                <a:latin typeface="KaiTi" panose="02010609060101010101" pitchFamily="49" charset="-122"/>
                <a:ea typeface="KaiTi" panose="02010609060101010101" pitchFamily="49" charset="-122"/>
                <a:cs typeface="微软雅黑" charset="0"/>
              </a:rPr>
              <a:t>3.</a:t>
            </a:r>
            <a:r>
              <a:rPr lang="zh-CN" altLang="en-US" sz="1600" dirty="0">
                <a:latin typeface="KaiTi" panose="02010609060101010101" pitchFamily="49" charset="-122"/>
                <a:ea typeface="KaiTi" panose="02010609060101010101" pitchFamily="49" charset="-122"/>
                <a:cs typeface="微软雅黑" charset="0"/>
              </a:rPr>
              <a:t>客户端</a:t>
            </a:r>
            <a:r>
              <a:rPr lang="en-US" altLang="zh-CN" sz="1600" dirty="0" err="1">
                <a:latin typeface="KaiTi" panose="02010609060101010101" pitchFamily="49" charset="-122"/>
                <a:ea typeface="KaiTi" panose="02010609060101010101" pitchFamily="49" charset="-122"/>
                <a:cs typeface="微软雅黑" charset="0"/>
              </a:rPr>
              <a:t>ssh</a:t>
            </a:r>
            <a:r>
              <a:rPr lang="zh-CN" altLang="en-US" sz="1600" dirty="0">
                <a:latin typeface="KaiTi" panose="02010609060101010101" pitchFamily="49" charset="-122"/>
                <a:ea typeface="KaiTi" panose="02010609060101010101" pitchFamily="49" charset="-122"/>
                <a:cs typeface="微软雅黑" charset="0"/>
              </a:rPr>
              <a:t>私钥登录问题</a:t>
            </a:r>
          </a:p>
          <a:p>
            <a:r>
              <a:rPr lang="en-US" altLang="zh-CN" sz="1600" dirty="0">
                <a:latin typeface="KaiTi" panose="02010609060101010101" pitchFamily="49" charset="-122"/>
                <a:ea typeface="KaiTi" panose="02010609060101010101" pitchFamily="49" charset="-122"/>
                <a:cs typeface="微软雅黑" charset="0"/>
              </a:rPr>
              <a:t>4.</a:t>
            </a:r>
            <a:r>
              <a:rPr lang="zh-CN" altLang="en-US" sz="1600" dirty="0">
                <a:latin typeface="KaiTi" panose="02010609060101010101" pitchFamily="49" charset="-122"/>
                <a:ea typeface="KaiTi" panose="02010609060101010101" pitchFamily="49" charset="-122"/>
                <a:cs typeface="微软雅黑" charset="0"/>
              </a:rPr>
              <a:t>连接机器出现账号密码错误</a:t>
            </a:r>
            <a:endParaRPr lang="zh-CN" altLang="en-US" sz="1600" dirty="0">
              <a:latin typeface="KaiTi" panose="02010609060101010101" pitchFamily="49" charset="-122"/>
              <a:ea typeface="KaiTi" panose="02010609060101010101" pitchFamily="49" charset="-122"/>
              <a:cs typeface="微软雅黑" charset="0"/>
              <a:sym typeface="+mn-ea"/>
            </a:endParaRPr>
          </a:p>
          <a:p>
            <a:endParaRPr lang="zh-CN" altLang="en-US" sz="1600" dirty="0">
              <a:latin typeface="微软雅黑" charset="0"/>
              <a:ea typeface="微软雅黑" charset="0"/>
              <a:cs typeface="微软雅黑" charset="0"/>
              <a:sym typeface="+mn-ea"/>
            </a:endParaRPr>
          </a:p>
          <a:p>
            <a:endParaRPr lang="zh-CN" altLang="en-US" sz="1600" dirty="0">
              <a:latin typeface="微软雅黑" charset="0"/>
              <a:ea typeface="微软雅黑" charset="0"/>
              <a:cs typeface="微软雅黑" charset="0"/>
              <a:sym typeface="+mn-ea"/>
            </a:endParaRPr>
          </a:p>
          <a:p>
            <a:endParaRPr lang="zh-CN" altLang="en-US" sz="1600" dirty="0">
              <a:latin typeface="微软雅黑" charset="0"/>
              <a:ea typeface="微软雅黑" charset="0"/>
              <a:cs typeface="微软雅黑" charset="0"/>
              <a:sym typeface="+mn-ea"/>
            </a:endParaRPr>
          </a:p>
        </p:txBody>
      </p:sp>
      <p:pic>
        <p:nvPicPr>
          <p:cNvPr id="6" name="图片 5" descr="123"/>
          <p:cNvPicPr>
            <a:picLocks noChangeAspect="1"/>
          </p:cNvPicPr>
          <p:nvPr/>
        </p:nvPicPr>
        <p:blipFill>
          <a:blip r:embed="rId3"/>
          <a:stretch>
            <a:fillRect/>
          </a:stretch>
        </p:blipFill>
        <p:spPr>
          <a:xfrm>
            <a:off x="4201160" y="3310666"/>
            <a:ext cx="6840220" cy="2851150"/>
          </a:xfrm>
          <a:prstGeom prst="rect">
            <a:avLst/>
          </a:prstGeom>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562707" y="256044"/>
            <a:ext cx="10771833"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 name="文本框 3"/>
          <p:cNvSpPr txBox="1"/>
          <p:nvPr/>
        </p:nvSpPr>
        <p:spPr>
          <a:xfrm>
            <a:off x="1105317" y="359763"/>
            <a:ext cx="5878287" cy="584775"/>
          </a:xfrm>
          <a:prstGeom prst="rect">
            <a:avLst/>
          </a:prstGeom>
          <a:noFill/>
        </p:spPr>
        <p:txBody>
          <a:bodyPr wrap="square" rtlCol="0">
            <a:spAutoFit/>
          </a:bodyPr>
          <a:lstStyle/>
          <a:p>
            <a:r>
              <a:rPr kumimoji="1" lang="zh-CN" altLang="en-US" sz="3200" dirty="0">
                <a:solidFill>
                  <a:srgbClr val="0045D4"/>
                </a:solidFill>
                <a:latin typeface="微软雅黑" panose="020B0503020204020204" pitchFamily="34" charset="-122"/>
                <a:ea typeface="微软雅黑" panose="020B0503020204020204" pitchFamily="34" charset="-122"/>
              </a:rPr>
              <a:t>禁止</a:t>
            </a:r>
            <a:r>
              <a:rPr kumimoji="1" lang="en-US" altLang="zh-CN" sz="3200" dirty="0">
                <a:solidFill>
                  <a:srgbClr val="0045D4"/>
                </a:solidFill>
                <a:latin typeface="微软雅黑" panose="020B0503020204020204" pitchFamily="34" charset="-122"/>
                <a:ea typeface="微软雅黑" panose="020B0503020204020204" pitchFamily="34" charset="-122"/>
              </a:rPr>
              <a:t>-</a:t>
            </a:r>
            <a:r>
              <a:rPr kumimoji="1" lang="zh-CN" altLang="en-US" sz="3200" dirty="0">
                <a:solidFill>
                  <a:srgbClr val="0045D4"/>
                </a:solidFill>
                <a:latin typeface="微软雅黑" panose="020B0503020204020204" pitchFamily="34" charset="-122"/>
                <a:ea typeface="微软雅黑" panose="020B0503020204020204" pitchFamily="34" charset="-122"/>
              </a:rPr>
              <a:t>默认禁止安装黑名单软件</a:t>
            </a:r>
          </a:p>
        </p:txBody>
      </p:sp>
      <p:graphicFrame>
        <p:nvGraphicFramePr>
          <p:cNvPr id="11" name="表格 10"/>
          <p:cNvGraphicFramePr>
            <a:graphicFrameLocks noGrp="1"/>
          </p:cNvGraphicFramePr>
          <p:nvPr/>
        </p:nvGraphicFramePr>
        <p:xfrm>
          <a:off x="5851805" y="1326385"/>
          <a:ext cx="5385917" cy="5035272"/>
        </p:xfrm>
        <a:graphic>
          <a:graphicData uri="http://schemas.openxmlformats.org/drawingml/2006/table">
            <a:tbl>
              <a:tblPr>
                <a:tableStyleId>{22838BEF-8BB2-4498-84A7-C5851F593DF1}</a:tableStyleId>
              </a:tblPr>
              <a:tblGrid>
                <a:gridCol w="1020706">
                  <a:extLst>
                    <a:ext uri="{9D8B030D-6E8A-4147-A177-3AD203B41FA5}">
                      <a16:colId xmlns:a16="http://schemas.microsoft.com/office/drawing/2014/main" val="20000"/>
                    </a:ext>
                  </a:extLst>
                </a:gridCol>
                <a:gridCol w="2804067">
                  <a:extLst>
                    <a:ext uri="{9D8B030D-6E8A-4147-A177-3AD203B41FA5}">
                      <a16:colId xmlns:a16="http://schemas.microsoft.com/office/drawing/2014/main" val="20001"/>
                    </a:ext>
                  </a:extLst>
                </a:gridCol>
                <a:gridCol w="1561144">
                  <a:extLst>
                    <a:ext uri="{9D8B030D-6E8A-4147-A177-3AD203B41FA5}">
                      <a16:colId xmlns:a16="http://schemas.microsoft.com/office/drawing/2014/main" val="20002"/>
                    </a:ext>
                  </a:extLst>
                </a:gridCol>
              </a:tblGrid>
              <a:tr h="209803">
                <a:tc>
                  <a:txBody>
                    <a:bodyPr/>
                    <a:lstStyle/>
                    <a:p>
                      <a:pPr marL="0" marR="0">
                        <a:spcBef>
                          <a:spcPts val="0"/>
                        </a:spcBef>
                        <a:spcAft>
                          <a:spcPts val="0"/>
                        </a:spcAft>
                      </a:pPr>
                      <a:r>
                        <a:rPr lang="zh-CN" altLang="en-US" sz="1200" b="1" dirty="0">
                          <a:effectLst/>
                        </a:rPr>
                        <a:t>软件类型</a:t>
                      </a:r>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pPr marL="0" marR="0">
                        <a:spcBef>
                          <a:spcPts val="0"/>
                        </a:spcBef>
                        <a:spcAft>
                          <a:spcPts val="0"/>
                        </a:spcAft>
                      </a:pPr>
                      <a:r>
                        <a:rPr lang="zh-CN" altLang="en-US" sz="1200" b="1">
                          <a:effectLst/>
                        </a:rPr>
                        <a:t>软件清单</a:t>
                      </a:r>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pPr marL="0" marR="0">
                        <a:spcBef>
                          <a:spcPts val="0"/>
                        </a:spcBef>
                        <a:spcAft>
                          <a:spcPts val="0"/>
                        </a:spcAft>
                      </a:pPr>
                      <a:r>
                        <a:rPr lang="zh-CN" altLang="en-US" sz="1200" b="1">
                          <a:effectLst/>
                        </a:rPr>
                        <a:t>风险说明</a:t>
                      </a:r>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00"/>
                  </a:ext>
                </a:extLst>
              </a:tr>
              <a:tr h="209803">
                <a:tc rowSpan="8">
                  <a:txBody>
                    <a:bodyPr/>
                    <a:lstStyle/>
                    <a:p>
                      <a:pPr marL="0" marR="0">
                        <a:spcBef>
                          <a:spcPts val="0"/>
                        </a:spcBef>
                        <a:spcAft>
                          <a:spcPts val="0"/>
                        </a:spcAft>
                      </a:pPr>
                      <a:r>
                        <a:rPr lang="zh-CN" altLang="en-US" sz="1200" dirty="0">
                          <a:effectLst/>
                        </a:rPr>
                        <a:t>云笔记</a:t>
                      </a:r>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pPr marL="0" marR="0">
                        <a:spcBef>
                          <a:spcPts val="0"/>
                        </a:spcBef>
                        <a:spcAft>
                          <a:spcPts val="0"/>
                        </a:spcAft>
                      </a:pPr>
                      <a:r>
                        <a:rPr lang="zh-CN" altLang="en-US" sz="1200">
                          <a:effectLst/>
                        </a:rPr>
                        <a:t>为知笔记 </a:t>
                      </a:r>
                      <a:r>
                        <a:rPr lang="en-US" altLang="zh-CN" sz="1200">
                          <a:effectLst/>
                        </a:rPr>
                        <a:t>(</a:t>
                      </a:r>
                      <a:r>
                        <a:rPr lang="en-US" sz="1200">
                          <a:effectLst/>
                        </a:rPr>
                        <a:t>WizNote)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pPr marL="0" marR="0">
                        <a:spcBef>
                          <a:spcPts val="0"/>
                        </a:spcBef>
                        <a:spcAft>
                          <a:spcPts val="0"/>
                        </a:spcAft>
                      </a:pPr>
                      <a:r>
                        <a:rPr lang="zh-CN" altLang="en-US" sz="1200" dirty="0">
                          <a:effectLst/>
                        </a:rPr>
                        <a:t>存在数据泄露风险</a:t>
                      </a:r>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01"/>
                  </a:ext>
                </a:extLst>
              </a:tr>
              <a:tr h="209803">
                <a:tc vMerge="1">
                  <a:txBody>
                    <a:bodyPr/>
                    <a:lstStyle/>
                    <a:p>
                      <a:endParaRPr lang="zh-CN"/>
                    </a:p>
                  </a:txBody>
                  <a:tcPr/>
                </a:tc>
                <a:tc>
                  <a:txBody>
                    <a:bodyPr/>
                    <a:lstStyle/>
                    <a:p>
                      <a:pPr marL="0" marR="0">
                        <a:spcBef>
                          <a:spcPts val="0"/>
                        </a:spcBef>
                        <a:spcAft>
                          <a:spcPts val="0"/>
                        </a:spcAft>
                      </a:pPr>
                      <a:r>
                        <a:rPr lang="zh-CN" altLang="en-US" sz="1200">
                          <a:effectLst/>
                        </a:rPr>
                        <a:t>石墨文档 </a:t>
                      </a:r>
                      <a:r>
                        <a:rPr lang="en-US" altLang="zh-CN" sz="1200">
                          <a:effectLst/>
                        </a:rPr>
                        <a:t>(</a:t>
                      </a:r>
                      <a:r>
                        <a:rPr lang="en-US" sz="1200">
                          <a:effectLst/>
                        </a:rPr>
                        <a:t>Shimo Docs)</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02"/>
                  </a:ext>
                </a:extLst>
              </a:tr>
              <a:tr h="209803">
                <a:tc vMerge="1">
                  <a:txBody>
                    <a:bodyPr/>
                    <a:lstStyle/>
                    <a:p>
                      <a:endParaRPr lang="zh-CN"/>
                    </a:p>
                  </a:txBody>
                  <a:tcPr/>
                </a:tc>
                <a:tc>
                  <a:txBody>
                    <a:bodyPr/>
                    <a:lstStyle/>
                    <a:p>
                      <a:pPr marL="0" marR="0">
                        <a:spcBef>
                          <a:spcPts val="0"/>
                        </a:spcBef>
                        <a:spcAft>
                          <a:spcPts val="0"/>
                        </a:spcAft>
                      </a:pPr>
                      <a:r>
                        <a:rPr lang="zh-CN" altLang="en-US" sz="1200">
                          <a:effectLst/>
                        </a:rPr>
                        <a:t>印象笔记 </a:t>
                      </a:r>
                      <a:r>
                        <a:rPr lang="en-US" altLang="zh-CN" sz="1200">
                          <a:effectLst/>
                        </a:rPr>
                        <a:t>(</a:t>
                      </a:r>
                      <a:r>
                        <a:rPr lang="en-US" sz="1200">
                          <a:effectLst/>
                        </a:rPr>
                        <a:t>Evernote)</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03"/>
                  </a:ext>
                </a:extLst>
              </a:tr>
              <a:tr h="209803">
                <a:tc vMerge="1">
                  <a:txBody>
                    <a:bodyPr/>
                    <a:lstStyle/>
                    <a:p>
                      <a:endParaRPr lang="zh-CN"/>
                    </a:p>
                  </a:txBody>
                  <a:tcPr/>
                </a:tc>
                <a:tc>
                  <a:txBody>
                    <a:bodyPr/>
                    <a:lstStyle/>
                    <a:p>
                      <a:pPr marL="0" marR="0">
                        <a:spcBef>
                          <a:spcPts val="0"/>
                        </a:spcBef>
                        <a:spcAft>
                          <a:spcPts val="0"/>
                        </a:spcAft>
                      </a:pPr>
                      <a:r>
                        <a:rPr lang="zh-CN" altLang="en-US" sz="1200" dirty="0">
                          <a:effectLst/>
                        </a:rPr>
                        <a:t>有道笔记 </a:t>
                      </a:r>
                      <a:r>
                        <a:rPr lang="en-US" altLang="zh-CN" sz="1200" dirty="0">
                          <a:effectLst/>
                        </a:rPr>
                        <a:t>(</a:t>
                      </a:r>
                      <a:r>
                        <a:rPr lang="en-US" sz="1200" dirty="0" err="1">
                          <a:effectLst/>
                        </a:rPr>
                        <a:t>Youdao</a:t>
                      </a:r>
                      <a:r>
                        <a:rPr lang="en-US" sz="1200" dirty="0">
                          <a:effectLst/>
                        </a:rPr>
                        <a:t> Cloud Note) </a:t>
                      </a:r>
                      <a:endParaRPr 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04"/>
                  </a:ext>
                </a:extLst>
              </a:tr>
              <a:tr h="209803">
                <a:tc vMerge="1">
                  <a:txBody>
                    <a:bodyPr/>
                    <a:lstStyle/>
                    <a:p>
                      <a:endParaRPr lang="zh-CN"/>
                    </a:p>
                  </a:txBody>
                  <a:tcPr/>
                </a:tc>
                <a:tc>
                  <a:txBody>
                    <a:bodyPr/>
                    <a:lstStyle/>
                    <a:p>
                      <a:pPr marL="0" marR="0">
                        <a:spcBef>
                          <a:spcPts val="0"/>
                        </a:spcBef>
                        <a:spcAft>
                          <a:spcPts val="0"/>
                        </a:spcAft>
                      </a:pPr>
                      <a:r>
                        <a:rPr lang="zh-CN" altLang="en-US" sz="1200">
                          <a:effectLst/>
                        </a:rPr>
                        <a:t>轻笔记 </a:t>
                      </a:r>
                      <a:r>
                        <a:rPr lang="en-US" altLang="zh-CN" sz="1200">
                          <a:effectLst/>
                        </a:rPr>
                        <a:t>(</a:t>
                      </a:r>
                      <a:r>
                        <a:rPr lang="en-US" sz="1200">
                          <a:effectLst/>
                        </a:rPr>
                        <a:t>LightNote)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05"/>
                  </a:ext>
                </a:extLst>
              </a:tr>
              <a:tr h="209803">
                <a:tc vMerge="1">
                  <a:txBody>
                    <a:bodyPr/>
                    <a:lstStyle/>
                    <a:p>
                      <a:endParaRPr lang="zh-CN"/>
                    </a:p>
                  </a:txBody>
                  <a:tcPr/>
                </a:tc>
                <a:tc>
                  <a:txBody>
                    <a:bodyPr/>
                    <a:lstStyle/>
                    <a:p>
                      <a:pPr marL="0" marR="0">
                        <a:spcBef>
                          <a:spcPts val="0"/>
                        </a:spcBef>
                        <a:spcAft>
                          <a:spcPts val="0"/>
                        </a:spcAft>
                      </a:pPr>
                      <a:r>
                        <a:rPr lang="zh-CN" altLang="en-US" sz="1200">
                          <a:effectLst/>
                        </a:rPr>
                        <a:t>飞书文档 </a:t>
                      </a:r>
                      <a:r>
                        <a:rPr lang="en-US" altLang="zh-CN" sz="1200">
                          <a:effectLst/>
                        </a:rPr>
                        <a:t>(</a:t>
                      </a:r>
                      <a:r>
                        <a:rPr lang="en-US" sz="1200">
                          <a:effectLst/>
                        </a:rPr>
                        <a:t>Lark Docs)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06"/>
                  </a:ext>
                </a:extLst>
              </a:tr>
              <a:tr h="209803">
                <a:tc vMerge="1">
                  <a:txBody>
                    <a:bodyPr/>
                    <a:lstStyle/>
                    <a:p>
                      <a:endParaRPr lang="zh-CN"/>
                    </a:p>
                  </a:txBody>
                  <a:tcPr/>
                </a:tc>
                <a:tc>
                  <a:txBody>
                    <a:bodyPr/>
                    <a:lstStyle/>
                    <a:p>
                      <a:pPr marL="0" marR="0">
                        <a:spcBef>
                          <a:spcPts val="0"/>
                        </a:spcBef>
                        <a:spcAft>
                          <a:spcPts val="0"/>
                        </a:spcAft>
                      </a:pPr>
                      <a:r>
                        <a:rPr lang="zh-CN" altLang="en-US" sz="1200">
                          <a:effectLst/>
                        </a:rPr>
                        <a:t>谷歌文档 </a:t>
                      </a:r>
                      <a:r>
                        <a:rPr lang="en-US" altLang="zh-CN" sz="1200">
                          <a:effectLst/>
                        </a:rPr>
                        <a:t>(</a:t>
                      </a:r>
                      <a:r>
                        <a:rPr lang="en-US" sz="1200">
                          <a:effectLst/>
                        </a:rPr>
                        <a:t>Google Docs)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07"/>
                  </a:ext>
                </a:extLst>
              </a:tr>
              <a:tr h="209803">
                <a:tc vMerge="1">
                  <a:txBody>
                    <a:bodyPr/>
                    <a:lstStyle/>
                    <a:p>
                      <a:endParaRPr lang="zh-CN"/>
                    </a:p>
                  </a:txBody>
                  <a:tcPr/>
                </a:tc>
                <a:tc>
                  <a:txBody>
                    <a:bodyPr/>
                    <a:lstStyle/>
                    <a:p>
                      <a:pPr marL="0" marR="0">
                        <a:spcBef>
                          <a:spcPts val="0"/>
                        </a:spcBef>
                        <a:spcAft>
                          <a:spcPts val="0"/>
                        </a:spcAft>
                      </a:pPr>
                      <a:r>
                        <a:rPr lang="zh-CN" altLang="en-US" sz="1200">
                          <a:effectLst/>
                        </a:rPr>
                        <a:t>腾讯文档 </a:t>
                      </a:r>
                      <a:r>
                        <a:rPr lang="en-US" altLang="zh-CN" sz="1200">
                          <a:effectLst/>
                        </a:rPr>
                        <a:t>(</a:t>
                      </a:r>
                      <a:r>
                        <a:rPr lang="en-US" sz="1200">
                          <a:effectLst/>
                        </a:rPr>
                        <a:t>Tencent Docs)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08"/>
                  </a:ext>
                </a:extLst>
              </a:tr>
              <a:tr h="209803">
                <a:tc rowSpan="9">
                  <a:txBody>
                    <a:bodyPr/>
                    <a:lstStyle/>
                    <a:p>
                      <a:pPr marL="0" marR="0">
                        <a:spcBef>
                          <a:spcPts val="0"/>
                        </a:spcBef>
                        <a:spcAft>
                          <a:spcPts val="0"/>
                        </a:spcAft>
                      </a:pPr>
                      <a:r>
                        <a:rPr lang="zh-CN" altLang="en-US" sz="1200" dirty="0">
                          <a:effectLst/>
                        </a:rPr>
                        <a:t>网盘</a:t>
                      </a:r>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pPr marL="0" marR="0">
                        <a:spcBef>
                          <a:spcPts val="0"/>
                        </a:spcBef>
                        <a:spcAft>
                          <a:spcPts val="0"/>
                        </a:spcAft>
                      </a:pPr>
                      <a:r>
                        <a:rPr lang="zh-CN" altLang="en-US" sz="1200" dirty="0">
                          <a:effectLst/>
                        </a:rPr>
                        <a:t>夸克网盘 （</a:t>
                      </a:r>
                      <a:r>
                        <a:rPr lang="en-US" altLang="zh-CN" sz="1200" dirty="0">
                          <a:effectLst/>
                        </a:rPr>
                        <a:t>(</a:t>
                      </a:r>
                      <a:r>
                        <a:rPr lang="en-US" sz="1200" dirty="0">
                          <a:effectLst/>
                        </a:rPr>
                        <a:t>Quark) </a:t>
                      </a:r>
                      <a:endParaRPr 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pPr marL="0" marR="0">
                        <a:spcBef>
                          <a:spcPts val="0"/>
                        </a:spcBef>
                        <a:spcAft>
                          <a:spcPts val="0"/>
                        </a:spcAft>
                      </a:pPr>
                      <a:r>
                        <a:rPr lang="zh-CN" altLang="en-US" sz="1200">
                          <a:effectLst/>
                        </a:rPr>
                        <a:t>存在数据泄露风险</a:t>
                      </a:r>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09"/>
                  </a:ext>
                </a:extLst>
              </a:tr>
              <a:tr h="209803">
                <a:tc vMerge="1">
                  <a:txBody>
                    <a:bodyPr/>
                    <a:lstStyle/>
                    <a:p>
                      <a:endParaRPr lang="zh-CN"/>
                    </a:p>
                  </a:txBody>
                  <a:tcPr/>
                </a:tc>
                <a:tc>
                  <a:txBody>
                    <a:bodyPr/>
                    <a:lstStyle/>
                    <a:p>
                      <a:pPr marL="0" marR="0">
                        <a:spcBef>
                          <a:spcPts val="0"/>
                        </a:spcBef>
                        <a:spcAft>
                          <a:spcPts val="0"/>
                        </a:spcAft>
                      </a:pPr>
                      <a:r>
                        <a:rPr lang="zh-CN" altLang="en-US" sz="1200">
                          <a:effectLst/>
                        </a:rPr>
                        <a:t>腾讯微云 </a:t>
                      </a:r>
                      <a:r>
                        <a:rPr lang="en-US" altLang="zh-CN" sz="1200">
                          <a:effectLst/>
                        </a:rPr>
                        <a:t>(</a:t>
                      </a:r>
                      <a:r>
                        <a:rPr lang="en-US" sz="1200">
                          <a:effectLst/>
                        </a:rPr>
                        <a:t>Tencent Weiyun)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10"/>
                  </a:ext>
                </a:extLst>
              </a:tr>
              <a:tr h="209803">
                <a:tc vMerge="1">
                  <a:txBody>
                    <a:bodyPr/>
                    <a:lstStyle/>
                    <a:p>
                      <a:endParaRPr lang="zh-CN"/>
                    </a:p>
                  </a:txBody>
                  <a:tcPr/>
                </a:tc>
                <a:tc>
                  <a:txBody>
                    <a:bodyPr/>
                    <a:lstStyle/>
                    <a:p>
                      <a:pPr marL="0" marR="0">
                        <a:spcBef>
                          <a:spcPts val="0"/>
                        </a:spcBef>
                        <a:spcAft>
                          <a:spcPts val="0"/>
                        </a:spcAft>
                      </a:pPr>
                      <a:r>
                        <a:rPr lang="zh-CN" altLang="en-US" sz="1200">
                          <a:effectLst/>
                        </a:rPr>
                        <a:t>华为云空间 </a:t>
                      </a:r>
                      <a:r>
                        <a:rPr lang="en-US" altLang="zh-CN" sz="1200">
                          <a:effectLst/>
                        </a:rPr>
                        <a:t>(</a:t>
                      </a:r>
                      <a:r>
                        <a:rPr lang="en-US" sz="1200">
                          <a:effectLst/>
                        </a:rPr>
                        <a:t>Huawei Mobile Cloud)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11"/>
                  </a:ext>
                </a:extLst>
              </a:tr>
              <a:tr h="209803">
                <a:tc vMerge="1">
                  <a:txBody>
                    <a:bodyPr/>
                    <a:lstStyle/>
                    <a:p>
                      <a:endParaRPr lang="zh-CN"/>
                    </a:p>
                  </a:txBody>
                  <a:tcPr/>
                </a:tc>
                <a:tc>
                  <a:txBody>
                    <a:bodyPr/>
                    <a:lstStyle/>
                    <a:p>
                      <a:pPr marL="0" marR="0">
                        <a:spcBef>
                          <a:spcPts val="0"/>
                        </a:spcBef>
                        <a:spcAft>
                          <a:spcPts val="0"/>
                        </a:spcAft>
                      </a:pPr>
                      <a:r>
                        <a:rPr lang="zh-CN" altLang="en-US" sz="1200" dirty="0">
                          <a:effectLst/>
                        </a:rPr>
                        <a:t>阿里云盘 </a:t>
                      </a:r>
                      <a:r>
                        <a:rPr lang="en-US" altLang="zh-CN" sz="1200" dirty="0">
                          <a:effectLst/>
                        </a:rPr>
                        <a:t>(</a:t>
                      </a:r>
                      <a:r>
                        <a:rPr lang="en-US" sz="1200" dirty="0">
                          <a:effectLst/>
                        </a:rPr>
                        <a:t>Alibaba Cloud Drive) </a:t>
                      </a:r>
                      <a:endParaRPr 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12"/>
                  </a:ext>
                </a:extLst>
              </a:tr>
              <a:tr h="209803">
                <a:tc vMerge="1">
                  <a:txBody>
                    <a:bodyPr/>
                    <a:lstStyle/>
                    <a:p>
                      <a:endParaRPr lang="zh-CN"/>
                    </a:p>
                  </a:txBody>
                  <a:tcPr/>
                </a:tc>
                <a:tc>
                  <a:txBody>
                    <a:bodyPr/>
                    <a:lstStyle/>
                    <a:p>
                      <a:pPr marL="0" marR="0">
                        <a:spcBef>
                          <a:spcPts val="0"/>
                        </a:spcBef>
                        <a:spcAft>
                          <a:spcPts val="0"/>
                        </a:spcAft>
                      </a:pPr>
                      <a:r>
                        <a:rPr lang="zh-CN" altLang="en-US" sz="1200" dirty="0">
                          <a:effectLst/>
                        </a:rPr>
                        <a:t>华为网盘 </a:t>
                      </a:r>
                      <a:r>
                        <a:rPr lang="en-US" altLang="zh-CN" sz="1200" dirty="0">
                          <a:effectLst/>
                        </a:rPr>
                        <a:t>(</a:t>
                      </a:r>
                      <a:r>
                        <a:rPr lang="en-US" sz="1200" dirty="0" err="1">
                          <a:effectLst/>
                        </a:rPr>
                        <a:t>DBank</a:t>
                      </a:r>
                      <a:r>
                        <a:rPr lang="en-US" sz="1200" dirty="0">
                          <a:effectLst/>
                        </a:rPr>
                        <a:t>) </a:t>
                      </a:r>
                      <a:endParaRPr 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13"/>
                  </a:ext>
                </a:extLst>
              </a:tr>
              <a:tr h="209803">
                <a:tc vMerge="1">
                  <a:txBody>
                    <a:bodyPr/>
                    <a:lstStyle/>
                    <a:p>
                      <a:endParaRPr lang="zh-CN"/>
                    </a:p>
                  </a:txBody>
                  <a:tcPr/>
                </a:tc>
                <a:tc>
                  <a:txBody>
                    <a:bodyPr/>
                    <a:lstStyle/>
                    <a:p>
                      <a:pPr marL="0" marR="0">
                        <a:spcBef>
                          <a:spcPts val="0"/>
                        </a:spcBef>
                        <a:spcAft>
                          <a:spcPts val="0"/>
                        </a:spcAft>
                      </a:pPr>
                      <a:r>
                        <a:rPr lang="zh-CN" altLang="en-US" sz="1200">
                          <a:effectLst/>
                        </a:rPr>
                        <a:t>坚果云盘</a:t>
                      </a:r>
                      <a:r>
                        <a:rPr lang="en-US" altLang="zh-CN" sz="1200">
                          <a:effectLst/>
                        </a:rPr>
                        <a:t>(</a:t>
                      </a:r>
                      <a:r>
                        <a:rPr lang="en-US" sz="1200">
                          <a:effectLst/>
                        </a:rPr>
                        <a:t>Nutstore)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14"/>
                  </a:ext>
                </a:extLst>
              </a:tr>
              <a:tr h="209803">
                <a:tc vMerge="1">
                  <a:txBody>
                    <a:bodyPr/>
                    <a:lstStyle/>
                    <a:p>
                      <a:endParaRPr lang="zh-CN"/>
                    </a:p>
                  </a:txBody>
                  <a:tcPr/>
                </a:tc>
                <a:tc>
                  <a:txBody>
                    <a:bodyPr/>
                    <a:lstStyle/>
                    <a:p>
                      <a:pPr marL="0" marR="0">
                        <a:spcBef>
                          <a:spcPts val="0"/>
                        </a:spcBef>
                        <a:spcAft>
                          <a:spcPts val="0"/>
                        </a:spcAft>
                      </a:pPr>
                      <a:r>
                        <a:rPr lang="zh-CN" altLang="en-US" sz="1200">
                          <a:effectLst/>
                        </a:rPr>
                        <a:t>天翼云盘 </a:t>
                      </a:r>
                      <a:r>
                        <a:rPr lang="en-US" altLang="zh-CN" sz="1200">
                          <a:effectLst/>
                        </a:rPr>
                        <a:t>(</a:t>
                      </a:r>
                      <a:r>
                        <a:rPr lang="en-US" sz="1200">
                          <a:effectLst/>
                        </a:rPr>
                        <a:t>E Cloud)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15"/>
                  </a:ext>
                </a:extLst>
              </a:tr>
              <a:tr h="209803">
                <a:tc vMerge="1">
                  <a:txBody>
                    <a:bodyPr/>
                    <a:lstStyle/>
                    <a:p>
                      <a:endParaRPr lang="zh-CN"/>
                    </a:p>
                  </a:txBody>
                  <a:tcPr/>
                </a:tc>
                <a:tc>
                  <a:txBody>
                    <a:bodyPr/>
                    <a:lstStyle/>
                    <a:p>
                      <a:pPr marL="0" marR="0">
                        <a:spcBef>
                          <a:spcPts val="0"/>
                        </a:spcBef>
                        <a:spcAft>
                          <a:spcPts val="0"/>
                        </a:spcAft>
                      </a:pPr>
                      <a:r>
                        <a:rPr lang="en-US" sz="1200">
                          <a:effectLst/>
                        </a:rPr>
                        <a:t>Dropbox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16"/>
                  </a:ext>
                </a:extLst>
              </a:tr>
              <a:tr h="209803">
                <a:tc vMerge="1">
                  <a:txBody>
                    <a:bodyPr/>
                    <a:lstStyle/>
                    <a:p>
                      <a:endParaRPr lang="zh-CN"/>
                    </a:p>
                  </a:txBody>
                  <a:tcPr/>
                </a:tc>
                <a:tc>
                  <a:txBody>
                    <a:bodyPr/>
                    <a:lstStyle/>
                    <a:p>
                      <a:pPr marL="0" marR="0">
                        <a:spcBef>
                          <a:spcPts val="0"/>
                        </a:spcBef>
                        <a:spcAft>
                          <a:spcPts val="0"/>
                        </a:spcAft>
                      </a:pPr>
                      <a:r>
                        <a:rPr lang="en-US" sz="1200">
                          <a:effectLst/>
                        </a:rPr>
                        <a:t>Google Drive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17"/>
                  </a:ext>
                </a:extLst>
              </a:tr>
              <a:tr h="209803">
                <a:tc rowSpan="6">
                  <a:txBody>
                    <a:bodyPr/>
                    <a:lstStyle/>
                    <a:p>
                      <a:pPr marL="0" marR="0">
                        <a:spcBef>
                          <a:spcPts val="0"/>
                        </a:spcBef>
                        <a:spcAft>
                          <a:spcPts val="0"/>
                        </a:spcAft>
                      </a:pPr>
                      <a:r>
                        <a:rPr lang="en-US" sz="1200" dirty="0">
                          <a:effectLst/>
                        </a:rPr>
                        <a:t>IM </a:t>
                      </a:r>
                      <a:endParaRPr 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pPr marL="0" marR="0">
                        <a:spcBef>
                          <a:spcPts val="0"/>
                        </a:spcBef>
                        <a:spcAft>
                          <a:spcPts val="0"/>
                        </a:spcAft>
                      </a:pPr>
                      <a:r>
                        <a:rPr lang="zh-CN" altLang="en-US" sz="1200" dirty="0">
                          <a:effectLst/>
                        </a:rPr>
                        <a:t>飞书</a:t>
                      </a:r>
                      <a:r>
                        <a:rPr lang="en-US" altLang="zh-CN" sz="1200" dirty="0">
                          <a:effectLst/>
                        </a:rPr>
                        <a:t>(</a:t>
                      </a:r>
                      <a:r>
                        <a:rPr lang="en-US" sz="1200" dirty="0">
                          <a:effectLst/>
                        </a:rPr>
                        <a:t>Lark) </a:t>
                      </a:r>
                      <a:endParaRPr 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r>
                        <a:rPr lang="zh-CN" altLang="en-US" sz="1200" dirty="0">
                          <a:effectLst/>
                        </a:rPr>
                        <a:t>报备使用</a:t>
                      </a:r>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18"/>
                  </a:ext>
                </a:extLst>
              </a:tr>
              <a:tr h="209803">
                <a:tc vMerge="1">
                  <a:txBody>
                    <a:bodyPr/>
                    <a:lstStyle/>
                    <a:p>
                      <a:endParaRPr lang="zh-CN"/>
                    </a:p>
                  </a:txBody>
                  <a:tcPr/>
                </a:tc>
                <a:tc>
                  <a:txBody>
                    <a:bodyPr/>
                    <a:lstStyle/>
                    <a:p>
                      <a:pPr marL="0" marR="0">
                        <a:spcBef>
                          <a:spcPts val="0"/>
                        </a:spcBef>
                        <a:spcAft>
                          <a:spcPts val="0"/>
                        </a:spcAft>
                      </a:pPr>
                      <a:r>
                        <a:rPr lang="en-US" sz="1200">
                          <a:effectLst/>
                        </a:rPr>
                        <a:t>Skype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19"/>
                  </a:ext>
                </a:extLst>
              </a:tr>
              <a:tr h="209803">
                <a:tc vMerge="1">
                  <a:txBody>
                    <a:bodyPr/>
                    <a:lstStyle/>
                    <a:p>
                      <a:endParaRPr lang="zh-CN"/>
                    </a:p>
                  </a:txBody>
                  <a:tcPr/>
                </a:tc>
                <a:tc>
                  <a:txBody>
                    <a:bodyPr/>
                    <a:lstStyle/>
                    <a:p>
                      <a:pPr marL="0" marR="0">
                        <a:spcBef>
                          <a:spcPts val="0"/>
                        </a:spcBef>
                        <a:spcAft>
                          <a:spcPts val="0"/>
                        </a:spcAft>
                      </a:pPr>
                      <a:r>
                        <a:rPr lang="en-US" sz="1200">
                          <a:effectLst/>
                        </a:rPr>
                        <a:t>WhatsApp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20"/>
                  </a:ext>
                </a:extLst>
              </a:tr>
              <a:tr h="209803">
                <a:tc vMerge="1">
                  <a:txBody>
                    <a:bodyPr/>
                    <a:lstStyle/>
                    <a:p>
                      <a:endParaRPr lang="zh-CN"/>
                    </a:p>
                  </a:txBody>
                  <a:tcPr/>
                </a:tc>
                <a:tc>
                  <a:txBody>
                    <a:bodyPr/>
                    <a:lstStyle/>
                    <a:p>
                      <a:pPr marL="0" marR="0">
                        <a:spcBef>
                          <a:spcPts val="0"/>
                        </a:spcBef>
                        <a:spcAft>
                          <a:spcPts val="0"/>
                        </a:spcAft>
                      </a:pPr>
                      <a:r>
                        <a:rPr lang="en-US" sz="1200">
                          <a:effectLst/>
                        </a:rPr>
                        <a:t>QQ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21"/>
                  </a:ext>
                </a:extLst>
              </a:tr>
              <a:tr h="209803">
                <a:tc vMerge="1">
                  <a:txBody>
                    <a:bodyPr/>
                    <a:lstStyle/>
                    <a:p>
                      <a:endParaRPr lang="zh-CN"/>
                    </a:p>
                  </a:txBody>
                  <a:tcPr/>
                </a:tc>
                <a:tc>
                  <a:txBody>
                    <a:bodyPr/>
                    <a:lstStyle/>
                    <a:p>
                      <a:pPr marL="0" marR="0">
                        <a:spcBef>
                          <a:spcPts val="0"/>
                        </a:spcBef>
                        <a:spcAft>
                          <a:spcPts val="0"/>
                        </a:spcAft>
                      </a:pPr>
                      <a:r>
                        <a:rPr lang="en-US" sz="1200">
                          <a:effectLst/>
                        </a:rPr>
                        <a:t>Kim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22"/>
                  </a:ext>
                </a:extLst>
              </a:tr>
              <a:tr h="209803">
                <a:tc vMerge="1">
                  <a:txBody>
                    <a:bodyPr/>
                    <a:lstStyle/>
                    <a:p>
                      <a:endParaRPr lang="zh-CN"/>
                    </a:p>
                  </a:txBody>
                  <a:tcPr/>
                </a:tc>
                <a:tc>
                  <a:txBody>
                    <a:bodyPr/>
                    <a:lstStyle/>
                    <a:p>
                      <a:pPr marL="0" marR="0">
                        <a:spcBef>
                          <a:spcPts val="0"/>
                        </a:spcBef>
                        <a:spcAft>
                          <a:spcPts val="0"/>
                        </a:spcAft>
                      </a:pPr>
                      <a:r>
                        <a:rPr lang="en-US" sz="1200">
                          <a:effectLst/>
                        </a:rPr>
                        <a:t>Line </a:t>
                      </a:r>
                      <a:endParaRPr lang="en-US" sz="1200">
                        <a:effectLst/>
                        <a:latin typeface="微软雅黑 Light" panose="020B0502040204020203" pitchFamily="34" charset="-122"/>
                        <a:ea typeface="微软雅黑 Light" panose="020B0502040204020203" pitchFamily="34" charset="-122"/>
                      </a:endParaRPr>
                    </a:p>
                  </a:txBody>
                  <a:tcPr marL="25901" marR="25901" marT="12950" marB="12950" anchor="ctr"/>
                </a:tc>
                <a:tc>
                  <a:txBody>
                    <a:bodyPr/>
                    <a:lstStyle/>
                    <a:p>
                      <a:endParaRPr lang="zh-CN" altLang="en-US" sz="1200" dirty="0">
                        <a:effectLst/>
                        <a:latin typeface="微软雅黑 Light" panose="020B0502040204020203" pitchFamily="34" charset="-122"/>
                        <a:ea typeface="微软雅黑 Light" panose="020B0502040204020203" pitchFamily="34" charset="-122"/>
                      </a:endParaRPr>
                    </a:p>
                  </a:txBody>
                  <a:tcPr marL="25901" marR="25901" marT="12950" marB="12950" anchor="ctr"/>
                </a:tc>
                <a:extLst>
                  <a:ext uri="{0D108BD9-81ED-4DB2-BD59-A6C34878D82A}">
                    <a16:rowId xmlns:a16="http://schemas.microsoft.com/office/drawing/2014/main" val="10023"/>
                  </a:ext>
                </a:extLst>
              </a:tr>
            </a:tbl>
          </a:graphicData>
        </a:graphic>
      </p:graphicFrame>
      <p:sp>
        <p:nvSpPr>
          <p:cNvPr id="2" name="文本框 1"/>
          <p:cNvSpPr txBox="1"/>
          <p:nvPr/>
        </p:nvSpPr>
        <p:spPr>
          <a:xfrm>
            <a:off x="562707" y="1326385"/>
            <a:ext cx="4773085" cy="3609065"/>
          </a:xfrm>
          <a:prstGeom prst="rect">
            <a:avLst/>
          </a:prstGeom>
          <a:noFill/>
        </p:spPr>
        <p:txBody>
          <a:bodyPr wrap="square" rtlCol="0">
            <a:spAutoFit/>
          </a:bodyPr>
          <a:lstStyle/>
          <a:p>
            <a:pPr algn="l">
              <a:lnSpc>
                <a:spcPct val="150000"/>
              </a:lnSpc>
            </a:pP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根据公司</a:t>
            </a:r>
            <a:r>
              <a:rPr lang="en-US" altLang="zh-CN" sz="1400" b="0" i="0" dirty="0">
                <a:solidFill>
                  <a:schemeClr val="tx1">
                    <a:lumMod val="75000"/>
                    <a:lumOff val="25000"/>
                  </a:schemeClr>
                </a:solidFill>
                <a:effectLst/>
                <a:latin typeface="KaiTi" panose="02010609060101010101" pitchFamily="49" charset="-122"/>
                <a:ea typeface="KaiTi" panose="02010609060101010101" pitchFamily="49" charset="-122"/>
              </a:rPr>
              <a:t>《</a:t>
            </a: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软件使用管理制度</a:t>
            </a:r>
            <a:r>
              <a:rPr lang="en-US" altLang="zh-CN" sz="1400" b="0" i="0" dirty="0">
                <a:solidFill>
                  <a:schemeClr val="tx1">
                    <a:lumMod val="75000"/>
                    <a:lumOff val="25000"/>
                  </a:schemeClr>
                </a:solidFill>
                <a:effectLst/>
                <a:latin typeface="KaiTi" panose="02010609060101010101" pitchFamily="49" charset="-122"/>
                <a:ea typeface="KaiTi" panose="02010609060101010101" pitchFamily="49" charset="-122"/>
              </a:rPr>
              <a:t>》</a:t>
            </a: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，员工须通过公司渠道或官网购买、下载正版软件，严禁在办公终端安装使用盗版、破解及不明来源软件，尤其禁止安装未获授权的商业软件。</a:t>
            </a:r>
          </a:p>
          <a:p>
            <a:pPr algn="l">
              <a:lnSpc>
                <a:spcPct val="150000"/>
              </a:lnSpc>
            </a:pPr>
            <a:br>
              <a:rPr lang="zh-CN" altLang="en-US" sz="1400" dirty="0">
                <a:solidFill>
                  <a:schemeClr val="tx1">
                    <a:lumMod val="75000"/>
                    <a:lumOff val="25000"/>
                  </a:schemeClr>
                </a:solidFill>
                <a:latin typeface="KaiTi" panose="02010609060101010101" pitchFamily="49" charset="-122"/>
                <a:ea typeface="KaiTi" panose="02010609060101010101" pitchFamily="49" charset="-122"/>
              </a:rPr>
            </a:b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如需安装灰名单软件，需先在钉钉 </a:t>
            </a:r>
            <a:r>
              <a:rPr lang="en-US" altLang="zh-CN" sz="1400" b="0" i="0" dirty="0">
                <a:solidFill>
                  <a:schemeClr val="tx1">
                    <a:lumMod val="75000"/>
                    <a:lumOff val="25000"/>
                  </a:schemeClr>
                </a:solidFill>
                <a:effectLst/>
                <a:latin typeface="KaiTi" panose="02010609060101010101" pitchFamily="49" charset="-122"/>
                <a:ea typeface="KaiTi" panose="02010609060101010101" pitchFamily="49" charset="-122"/>
              </a:rPr>
              <a:t>- </a:t>
            </a: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工作台 </a:t>
            </a:r>
            <a:r>
              <a:rPr lang="en-US" altLang="zh-CN" sz="1400" b="0" i="0" dirty="0">
                <a:solidFill>
                  <a:schemeClr val="tx1">
                    <a:lumMod val="75000"/>
                    <a:lumOff val="25000"/>
                  </a:schemeClr>
                </a:solidFill>
                <a:effectLst/>
                <a:latin typeface="KaiTi" panose="02010609060101010101" pitchFamily="49" charset="-122"/>
                <a:ea typeface="KaiTi" panose="02010609060101010101" pitchFamily="49" charset="-122"/>
              </a:rPr>
              <a:t>- </a:t>
            </a:r>
            <a:r>
              <a:rPr lang="en-GB" altLang="zh-CN" sz="1400" b="0" i="0" dirty="0">
                <a:solidFill>
                  <a:schemeClr val="tx1">
                    <a:lumMod val="75000"/>
                    <a:lumOff val="25000"/>
                  </a:schemeClr>
                </a:solidFill>
                <a:effectLst/>
                <a:latin typeface="KaiTi" panose="02010609060101010101" pitchFamily="49" charset="-122"/>
                <a:ea typeface="KaiTi" panose="02010609060101010101" pitchFamily="49" charset="-122"/>
              </a:rPr>
              <a:t>IT - </a:t>
            </a: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特殊软件报备发起安装申请，获批后方可操作。黑名单软件默认禁止安装，如业务需要需要在</a:t>
            </a:r>
            <a:r>
              <a:rPr lang="en-US" altLang="zh-CN" sz="1400" b="0" i="0" dirty="0">
                <a:solidFill>
                  <a:schemeClr val="tx1">
                    <a:lumMod val="75000"/>
                    <a:lumOff val="25000"/>
                  </a:schemeClr>
                </a:solidFill>
                <a:effectLst/>
                <a:latin typeface="KaiTi" panose="02010609060101010101" pitchFamily="49" charset="-122"/>
                <a:ea typeface="KaiTi" panose="02010609060101010101" pitchFamily="49" charset="-122"/>
              </a:rPr>
              <a:t>OA-</a:t>
            </a: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安全特殊审批</a:t>
            </a:r>
            <a:r>
              <a:rPr lang="en-US" altLang="zh-CN" sz="1400" b="0" i="0" dirty="0">
                <a:solidFill>
                  <a:schemeClr val="tx1">
                    <a:lumMod val="75000"/>
                    <a:lumOff val="25000"/>
                  </a:schemeClr>
                </a:solidFill>
                <a:effectLst/>
                <a:latin typeface="KaiTi" panose="02010609060101010101" pitchFamily="49" charset="-122"/>
                <a:ea typeface="KaiTi" panose="02010609060101010101" pitchFamily="49" charset="-122"/>
              </a:rPr>
              <a:t>-</a:t>
            </a: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高风险软件申请报备，报备通过后才能限期使用。</a:t>
            </a:r>
            <a:endParaRPr lang="en-US" altLang="zh-CN" sz="1400" b="0" i="0" dirty="0">
              <a:solidFill>
                <a:schemeClr val="tx1">
                  <a:lumMod val="75000"/>
                  <a:lumOff val="25000"/>
                </a:schemeClr>
              </a:solidFill>
              <a:effectLst/>
              <a:latin typeface="KaiTi" panose="02010609060101010101" pitchFamily="49" charset="-122"/>
              <a:ea typeface="KaiTi" panose="02010609060101010101" pitchFamily="49" charset="-122"/>
            </a:endParaRPr>
          </a:p>
          <a:p>
            <a:pPr algn="l">
              <a:lnSpc>
                <a:spcPct val="150000"/>
              </a:lnSpc>
            </a:pP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黑名单软件清单：</a:t>
            </a:r>
            <a:r>
              <a:rPr lang="en-GB" altLang="zh-CN" sz="1400" b="0" i="0" u="none" strike="noStrike" dirty="0">
                <a:solidFill>
                  <a:schemeClr val="tx1">
                    <a:lumMod val="75000"/>
                    <a:lumOff val="25000"/>
                  </a:schemeClr>
                </a:solidFill>
                <a:effectLst/>
                <a:latin typeface="KaiTi" panose="02010609060101010101" pitchFamily="49" charset="-122"/>
                <a:ea typeface="KaiTi" panose="02010609060101010101" pitchFamily="49" charset="-122"/>
                <a:hlinkClick r:id="rId3"/>
              </a:rPr>
              <a:t>https://qianxun.yuque.com/lelqvl/pucgc7/nnky4ewtmqbkp4k1?singleDoc</a:t>
            </a:r>
            <a:r>
              <a:rPr lang="en-GB" altLang="zh-CN" sz="1400" b="0" i="0" dirty="0">
                <a:solidFill>
                  <a:schemeClr val="tx1">
                    <a:lumMod val="75000"/>
                    <a:lumOff val="25000"/>
                  </a:schemeClr>
                </a:solidFill>
                <a:effectLst/>
                <a:latin typeface="KaiTi" panose="02010609060101010101" pitchFamily="49" charset="-122"/>
                <a:ea typeface="KaiTi" panose="02010609060101010101" pitchFamily="49" charset="-122"/>
              </a:rPr>
              <a:t># 《</a:t>
            </a: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黑名单软件清单</a:t>
            </a:r>
            <a:r>
              <a:rPr lang="en-US" altLang="zh-CN" sz="1400" b="0" i="0" dirty="0">
                <a:solidFill>
                  <a:schemeClr val="tx1">
                    <a:lumMod val="75000"/>
                    <a:lumOff val="25000"/>
                  </a:schemeClr>
                </a:solidFill>
                <a:effectLst/>
                <a:latin typeface="KaiTi" panose="02010609060101010101" pitchFamily="49" charset="-122"/>
                <a:ea typeface="KaiTi" panose="02010609060101010101" pitchFamily="49" charset="-122"/>
              </a:rPr>
              <a:t>》 </a:t>
            </a:r>
            <a:r>
              <a:rPr lang="zh-CN" altLang="en-US" sz="1400" b="0" i="0" dirty="0">
                <a:solidFill>
                  <a:schemeClr val="tx1">
                    <a:lumMod val="75000"/>
                    <a:lumOff val="25000"/>
                  </a:schemeClr>
                </a:solidFill>
                <a:effectLst/>
                <a:latin typeface="KaiTi" panose="02010609060101010101" pitchFamily="49" charset="-122"/>
                <a:ea typeface="KaiTi" panose="02010609060101010101" pitchFamily="49" charset="-122"/>
              </a:rPr>
              <a:t>。</a:t>
            </a:r>
          </a:p>
        </p:txBody>
      </p:sp>
      <p:sp>
        <p:nvSpPr>
          <p:cNvPr id="5" name="标题 1"/>
          <p:cNvSpPr txBox="1"/>
          <p:nvPr/>
        </p:nvSpPr>
        <p:spPr>
          <a:xfrm>
            <a:off x="562707" y="502676"/>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95585" y="1468183"/>
            <a:ext cx="4590885" cy="4328034"/>
          </a:xfrm>
          <a:prstGeom prst="rect">
            <a:avLst/>
          </a:prstGeom>
          <a:solidFill>
            <a:schemeClr val="bg1"/>
          </a:solidFill>
          <a:ln w="12700" cap="sq">
            <a:noFill/>
            <a:miter/>
          </a:ln>
          <a:effectLst>
            <a:outerShdw blurRad="88900" sx="99000" sy="99000" algn="ctr" rotWithShape="0">
              <a:schemeClr val="accent1">
                <a:lumMod val="75000"/>
                <a:alpha val="24000"/>
              </a:schemeClr>
            </a:outerShdw>
          </a:effectLst>
        </p:spPr>
        <p:txBody>
          <a:bodyPr vert="horz" wrap="square" lIns="91440" tIns="45720" rIns="91440" bIns="45720" rtlCol="0" anchor="ctr"/>
          <a:lstStyle/>
          <a:p>
            <a:pPr algn="ctr"/>
            <a:endParaRPr kumimoji="1" lang="zh-CN" altLang="en-US"/>
          </a:p>
        </p:txBody>
      </p:sp>
      <p:sp>
        <p:nvSpPr>
          <p:cNvPr id="3" name="标题 1"/>
          <p:cNvSpPr txBox="1"/>
          <p:nvPr/>
        </p:nvSpPr>
        <p:spPr>
          <a:xfrm>
            <a:off x="695586" y="1468183"/>
            <a:ext cx="4590884" cy="101969"/>
          </a:xfrm>
          <a:prstGeom prst="rect">
            <a:avLst/>
          </a:prstGeom>
          <a:gradFill>
            <a:gsLst>
              <a:gs pos="0">
                <a:schemeClr val="accent1"/>
              </a:gs>
              <a:gs pos="98000">
                <a:schemeClr val="accent1">
                  <a:lumMod val="75000"/>
                </a:schemeClr>
              </a:gs>
            </a:gsLst>
            <a:lin ang="2700000" scaled="0"/>
          </a:gradFill>
          <a:ln w="12700" cap="flat">
            <a:noFill/>
            <a:miter/>
          </a:ln>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2133210" y="2124587"/>
            <a:ext cx="2160000" cy="551747"/>
          </a:xfrm>
          <a:prstGeom prst="rect">
            <a:avLst/>
          </a:prstGeom>
          <a:noFill/>
          <a:ln>
            <a:noFill/>
          </a:ln>
          <a:effectLst/>
        </p:spPr>
        <p:txBody>
          <a:bodyPr vert="horz" wrap="square" lIns="0" tIns="0" rIns="0" bIns="0" rtlCol="0" anchor="ctr"/>
          <a:lstStyle/>
          <a:p>
            <a:pPr algn="ctr"/>
            <a:r>
              <a:rPr kumimoji="1" lang="zh-CN" altLang="en-US" sz="1600" dirty="0">
                <a:ln w="12700">
                  <a:noFill/>
                </a:ln>
                <a:gradFill>
                  <a:gsLst>
                    <a:gs pos="0">
                      <a:schemeClr val="accent1"/>
                    </a:gs>
                    <a:gs pos="100000">
                      <a:schemeClr val="accent1">
                        <a:lumMod val="50000"/>
                      </a:schemeClr>
                    </a:gs>
                  </a:gsLst>
                  <a:lin ang="0" scaled="0"/>
                </a:gradFill>
                <a:latin typeface="微软雅黑" panose="020B0503020204020204" pitchFamily="34" charset="-122"/>
                <a:ea typeface="微软雅黑" panose="020B0503020204020204" pitchFamily="34" charset="-122"/>
                <a:cs typeface="Source Han Sans CN Bold"/>
              </a:rPr>
              <a:t>网络安全规范</a:t>
            </a:r>
          </a:p>
        </p:txBody>
      </p:sp>
      <p:sp>
        <p:nvSpPr>
          <p:cNvPr id="5" name="标题 1"/>
          <p:cNvSpPr txBox="1"/>
          <p:nvPr/>
        </p:nvSpPr>
        <p:spPr>
          <a:xfrm>
            <a:off x="911491" y="2936552"/>
            <a:ext cx="4022250" cy="2615821"/>
          </a:xfrm>
          <a:prstGeom prst="rect">
            <a:avLst/>
          </a:prstGeom>
          <a:noFill/>
          <a:ln>
            <a:noFill/>
          </a:ln>
          <a:effectLst/>
        </p:spPr>
        <p:txBody>
          <a:bodyPr vert="horz" wrap="square" lIns="0" tIns="0" rIns="0" bIns="0" rtlCol="0" anchor="t"/>
          <a:lstStyle/>
          <a:p>
            <a:pPr marL="342900" indent="-342900">
              <a:lnSpc>
                <a:spcPct val="150000"/>
              </a:lnSpc>
              <a:buAutoNum type="arabicPeriod"/>
            </a:pPr>
            <a:r>
              <a:rPr lang="zh-CN" altLang="en-US" sz="1400" spc="10" dirty="0">
                <a:solidFill>
                  <a:schemeClr val="tx2"/>
                </a:solidFill>
                <a:latin typeface="KaiTi" panose="02010609060101010101" pitchFamily="49" charset="-122"/>
                <a:ea typeface="KaiTi" panose="02010609060101010101" pitchFamily="49" charset="-122"/>
              </a:rPr>
              <a:t>外来人员、自有设备等仅能接入</a:t>
            </a:r>
            <a:r>
              <a:rPr lang="en-US" altLang="zh-CN" sz="1400" spc="10" dirty="0">
                <a:solidFill>
                  <a:schemeClr val="tx2"/>
                </a:solidFill>
                <a:latin typeface="KaiTi" panose="02010609060101010101" pitchFamily="49" charset="-122"/>
                <a:ea typeface="KaiTi" panose="02010609060101010101" pitchFamily="49" charset="-122"/>
              </a:rPr>
              <a:t>Guest</a:t>
            </a:r>
            <a:r>
              <a:rPr lang="zh-CN" altLang="en-US" sz="1400" spc="10" dirty="0">
                <a:solidFill>
                  <a:schemeClr val="tx2"/>
                </a:solidFill>
                <a:latin typeface="KaiTi" panose="02010609060101010101" pitchFamily="49" charset="-122"/>
                <a:ea typeface="KaiTi" panose="02010609060101010101" pitchFamily="49" charset="-122"/>
              </a:rPr>
              <a:t>网络，未经授权禁止将各式自带设备、访客终端、外部合作电脑通过任何方式接入公司办公网络，包括其他测试用途的接入。</a:t>
            </a:r>
            <a:endParaRPr lang="en-US" altLang="zh-CN" sz="1400" spc="10" dirty="0">
              <a:solidFill>
                <a:schemeClr val="tx2"/>
              </a:solidFill>
              <a:latin typeface="KaiTi" panose="02010609060101010101" pitchFamily="49" charset="-122"/>
              <a:ea typeface="KaiTi" panose="02010609060101010101" pitchFamily="49" charset="-122"/>
            </a:endParaRPr>
          </a:p>
          <a:p>
            <a:pPr marL="342900" indent="-342900">
              <a:lnSpc>
                <a:spcPct val="150000"/>
              </a:lnSpc>
              <a:buFontTx/>
              <a:buAutoNum type="arabicPeriod"/>
            </a:pPr>
            <a:r>
              <a:rPr lang="zh-CN" altLang="en-US" sz="1400" spc="10" dirty="0">
                <a:solidFill>
                  <a:schemeClr val="tx2"/>
                </a:solidFill>
                <a:latin typeface="KaiTi" panose="02010609060101010101" pitchFamily="49" charset="-122"/>
                <a:ea typeface="KaiTi" panose="02010609060101010101" pitchFamily="49" charset="-122"/>
              </a:rPr>
              <a:t>通过公司网络访问互联网时，应遵守国家相关法律法规，不得利用公司网络访问与工作无关的网站，不得进行危害国家安全、损害民族利益、泄漏公司绝密信息的行为。</a:t>
            </a:r>
          </a:p>
          <a:p>
            <a:pPr marL="342900" indent="-342900">
              <a:buAutoNum type="arabicPeriod"/>
            </a:pPr>
            <a:endParaRPr kumimoji="1" lang="en-US" altLang="zh-CN" sz="1400" dirty="0">
              <a:ln w="12700">
                <a:noFill/>
              </a:ln>
              <a:solidFill>
                <a:schemeClr val="tx1">
                  <a:lumMod val="85000"/>
                  <a:lumOff val="15000"/>
                </a:schemeClr>
              </a:solidFill>
              <a:latin typeface="微软雅黑" panose="020B0503020204020204" pitchFamily="34" charset="-122"/>
              <a:ea typeface="微软雅黑" panose="020B0503020204020204" pitchFamily="34" charset="-122"/>
              <a:cs typeface="Source Han Sans"/>
            </a:endParaRPr>
          </a:p>
          <a:p>
            <a:pPr marL="342900" indent="-342900">
              <a:buAutoNum type="arabicPeriod"/>
            </a:pPr>
            <a:endParaRPr kumimoji="1" lang="zh-CN" altLang="en-US" sz="1400" dirty="0">
              <a:ln w="12700">
                <a:noFill/>
              </a:ln>
              <a:solidFill>
                <a:schemeClr val="tx1">
                  <a:lumMod val="85000"/>
                  <a:lumOff val="15000"/>
                </a:schemeClr>
              </a:solidFill>
              <a:latin typeface="微软雅黑" panose="020B0503020204020204" pitchFamily="34" charset="-122"/>
              <a:ea typeface="微软雅黑" panose="020B0503020204020204" pitchFamily="34" charset="-122"/>
              <a:cs typeface="Source Han Sans"/>
            </a:endParaRPr>
          </a:p>
        </p:txBody>
      </p:sp>
      <p:cxnSp>
        <p:nvCxnSpPr>
          <p:cNvPr id="6" name="标题 1"/>
          <p:cNvCxnSpPr/>
          <p:nvPr/>
        </p:nvCxnSpPr>
        <p:spPr>
          <a:xfrm>
            <a:off x="2990504" y="2693131"/>
            <a:ext cx="309953" cy="0"/>
          </a:xfrm>
          <a:prstGeom prst="line">
            <a:avLst/>
          </a:prstGeom>
          <a:noFill/>
          <a:ln w="28575" cap="sq">
            <a:solidFill>
              <a:schemeClr val="accent1"/>
            </a:solidFill>
            <a:miter/>
          </a:ln>
        </p:spPr>
      </p:cxnSp>
      <p:sp>
        <p:nvSpPr>
          <p:cNvPr id="12" name="标题 1"/>
          <p:cNvSpPr txBox="1"/>
          <p:nvPr/>
        </p:nvSpPr>
        <p:spPr>
          <a:xfrm>
            <a:off x="6246165" y="1468183"/>
            <a:ext cx="4395039" cy="4328034"/>
          </a:xfrm>
          <a:prstGeom prst="rect">
            <a:avLst/>
          </a:prstGeom>
          <a:solidFill>
            <a:schemeClr val="bg1"/>
          </a:solidFill>
          <a:ln w="12700" cap="sq">
            <a:noFill/>
            <a:miter/>
          </a:ln>
          <a:effectLst>
            <a:outerShdw blurRad="88900" sx="99000" sy="99000" algn="ctr" rotWithShape="0">
              <a:schemeClr val="accent1">
                <a:lumMod val="75000"/>
                <a:alpha val="24000"/>
              </a:schemeClr>
            </a:outerShdw>
          </a:effectLst>
        </p:spPr>
        <p:txBody>
          <a:bodyPr vert="horz" wrap="square" lIns="91440" tIns="45720" rIns="91440" bIns="45720" rtlCol="0" anchor="ctr"/>
          <a:lstStyle/>
          <a:p>
            <a:pPr algn="ctr"/>
            <a:endParaRPr kumimoji="1" lang="zh-CN" altLang="en-US"/>
          </a:p>
        </p:txBody>
      </p:sp>
      <p:sp>
        <p:nvSpPr>
          <p:cNvPr id="13" name="标题 1"/>
          <p:cNvSpPr txBox="1"/>
          <p:nvPr/>
        </p:nvSpPr>
        <p:spPr>
          <a:xfrm>
            <a:off x="6246166" y="1468183"/>
            <a:ext cx="4395038" cy="84347"/>
          </a:xfrm>
          <a:prstGeom prst="rect">
            <a:avLst/>
          </a:prstGeom>
          <a:gradFill>
            <a:gsLst>
              <a:gs pos="0">
                <a:schemeClr val="accent1"/>
              </a:gs>
              <a:gs pos="98000">
                <a:schemeClr val="accent1">
                  <a:lumMod val="75000"/>
                </a:schemeClr>
              </a:gs>
            </a:gsLst>
            <a:lin ang="2700000" scaled="0"/>
          </a:gradFill>
          <a:ln w="12700" cap="flat">
            <a:noFill/>
            <a:miter/>
          </a:ln>
          <a:effectLst/>
        </p:spPr>
        <p:txBody>
          <a:bodyPr vert="horz" wrap="square" lIns="91440" tIns="45720" rIns="91440" bIns="45720" rtlCol="0" anchor="ctr"/>
          <a:lstStyle/>
          <a:p>
            <a:pPr algn="ctr"/>
            <a:endParaRPr kumimoji="1" lang="zh-CN" altLang="en-US"/>
          </a:p>
        </p:txBody>
      </p:sp>
      <p:sp>
        <p:nvSpPr>
          <p:cNvPr id="14" name="标题 1"/>
          <p:cNvSpPr txBox="1"/>
          <p:nvPr/>
        </p:nvSpPr>
        <p:spPr>
          <a:xfrm>
            <a:off x="7401205" y="2182146"/>
            <a:ext cx="2160000" cy="406109"/>
          </a:xfrm>
          <a:prstGeom prst="rect">
            <a:avLst/>
          </a:prstGeom>
          <a:noFill/>
          <a:ln>
            <a:noFill/>
          </a:ln>
          <a:effectLst/>
        </p:spPr>
        <p:txBody>
          <a:bodyPr vert="horz" wrap="square" lIns="0" tIns="0" rIns="0" bIns="0" rtlCol="0" anchor="ctr"/>
          <a:lstStyle/>
          <a:p>
            <a:pPr algn="ctr"/>
            <a:r>
              <a:rPr kumimoji="1" lang="zh-CN" altLang="en-US" sz="1600" dirty="0">
                <a:ln w="12700">
                  <a:noFill/>
                </a:ln>
                <a:gradFill>
                  <a:gsLst>
                    <a:gs pos="0">
                      <a:schemeClr val="accent1"/>
                    </a:gs>
                    <a:gs pos="100000">
                      <a:schemeClr val="accent1">
                        <a:lumMod val="50000"/>
                      </a:schemeClr>
                    </a:gs>
                  </a:gsLst>
                  <a:lin ang="0" scaled="0"/>
                </a:gradFill>
                <a:latin typeface="微软雅黑" panose="020B0503020204020204" pitchFamily="34" charset="-122"/>
                <a:ea typeface="微软雅黑" panose="020B0503020204020204" pitchFamily="34" charset="-122"/>
                <a:cs typeface="Source Han Sans CN Bold"/>
              </a:rPr>
              <a:t>防病毒安全规范</a:t>
            </a:r>
          </a:p>
        </p:txBody>
      </p:sp>
      <p:sp>
        <p:nvSpPr>
          <p:cNvPr id="15" name="标题 1"/>
          <p:cNvSpPr txBox="1"/>
          <p:nvPr/>
        </p:nvSpPr>
        <p:spPr>
          <a:xfrm>
            <a:off x="6462071" y="2862747"/>
            <a:ext cx="4028408" cy="2681194"/>
          </a:xfrm>
          <a:prstGeom prst="rect">
            <a:avLst/>
          </a:prstGeom>
          <a:noFill/>
          <a:ln>
            <a:noFill/>
          </a:ln>
          <a:effectLst/>
        </p:spPr>
        <p:txBody>
          <a:bodyPr vert="horz" wrap="square" lIns="0" tIns="0" rIns="0" bIns="0" rtlCol="0" anchor="t"/>
          <a:lstStyle/>
          <a:p>
            <a:pPr marL="342900" indent="-342900">
              <a:lnSpc>
                <a:spcPct val="150000"/>
              </a:lnSpc>
              <a:buAutoNum type="arabicPeriod"/>
            </a:pPr>
            <a:r>
              <a:rPr lang="en-US" altLang="zh-CN" sz="1400" spc="10" dirty="0" err="1">
                <a:solidFill>
                  <a:schemeClr val="tx2"/>
                </a:solidFill>
                <a:latin typeface="KaiTi" panose="02010609060101010101" pitchFamily="49" charset="-122"/>
                <a:ea typeface="KaiTi" panose="02010609060101010101" pitchFamily="49" charset="-122"/>
              </a:rPr>
              <a:t>发现个人办公电脑感染病毒，应首先断开网络连接，且不再打开其他文档软件并立即向信息安全部报告</a:t>
            </a:r>
            <a:r>
              <a:rPr lang="en-US" altLang="zh-CN" sz="1400" spc="10" dirty="0">
                <a:solidFill>
                  <a:schemeClr val="tx2"/>
                </a:solidFill>
                <a:latin typeface="KaiTi" panose="02010609060101010101" pitchFamily="49" charset="-122"/>
                <a:ea typeface="KaiTi" panose="02010609060101010101" pitchFamily="49" charset="-122"/>
              </a:rPr>
              <a:t>。</a:t>
            </a:r>
          </a:p>
          <a:p>
            <a:pPr marL="342900" indent="-342900">
              <a:lnSpc>
                <a:spcPct val="150000"/>
              </a:lnSpc>
              <a:buFontTx/>
              <a:buAutoNum type="arabicPeriod"/>
            </a:pPr>
            <a:r>
              <a:rPr lang="en-US" altLang="zh-CN" sz="1400" spc="10" dirty="0" err="1">
                <a:solidFill>
                  <a:schemeClr val="tx2"/>
                </a:solidFill>
                <a:latin typeface="KaiTi" panose="02010609060101010101" pitchFamily="49" charset="-122"/>
                <a:ea typeface="KaiTi" panose="02010609060101010101" pitchFamily="49" charset="-122"/>
              </a:rPr>
              <a:t>下载或接收的外部软件、文件、可移动存储介质在运行和使用前应执行防病毒扫描，如发现不明告警，应尽快联系信息安全</a:t>
            </a:r>
            <a:r>
              <a:rPr lang="zh-CN" altLang="en-US" sz="1400" spc="10" dirty="0">
                <a:solidFill>
                  <a:schemeClr val="tx2"/>
                </a:solidFill>
                <a:latin typeface="KaiTi" panose="02010609060101010101" pitchFamily="49" charset="-122"/>
                <a:ea typeface="KaiTi" panose="02010609060101010101" pitchFamily="49" charset="-122"/>
              </a:rPr>
              <a:t>部</a:t>
            </a:r>
            <a:r>
              <a:rPr lang="en-US" altLang="zh-CN" sz="1400" spc="10" dirty="0">
                <a:solidFill>
                  <a:schemeClr val="tx2"/>
                </a:solidFill>
                <a:latin typeface="KaiTi" panose="02010609060101010101" pitchFamily="49" charset="-122"/>
                <a:ea typeface="KaiTi" panose="02010609060101010101" pitchFamily="49" charset="-122"/>
              </a:rPr>
              <a:t>。</a:t>
            </a:r>
          </a:p>
          <a:p>
            <a:pPr marL="342900" indent="-342900">
              <a:lnSpc>
                <a:spcPct val="150000"/>
              </a:lnSpc>
              <a:buFontTx/>
              <a:buAutoNum type="arabicPeriod"/>
            </a:pPr>
            <a:r>
              <a:rPr lang="en-US" altLang="zh-CN" sz="1400" spc="10" dirty="0" err="1">
                <a:solidFill>
                  <a:schemeClr val="tx2"/>
                </a:solidFill>
                <a:latin typeface="KaiTi" panose="02010609060101010101" pitchFamily="49" charset="-122"/>
                <a:ea typeface="KaiTi" panose="02010609060101010101" pitchFamily="49" charset="-122"/>
              </a:rPr>
              <a:t>对外发布或提供下载的软件产品（已经过安全加固）及文档文件，必须经过防病毒扫描</a:t>
            </a:r>
            <a:r>
              <a:rPr lang="zh-CN" altLang="en-US" sz="1400" spc="10" dirty="0">
                <a:solidFill>
                  <a:schemeClr val="tx2"/>
                </a:solidFill>
                <a:latin typeface="KaiTi" panose="02010609060101010101" pitchFamily="49" charset="-122"/>
                <a:ea typeface="KaiTi" panose="02010609060101010101" pitchFamily="49" charset="-122"/>
              </a:rPr>
              <a:t>。</a:t>
            </a:r>
            <a:endParaRPr lang="en-US" altLang="zh-CN" sz="1400" spc="10" dirty="0">
              <a:solidFill>
                <a:schemeClr val="tx2"/>
              </a:solidFill>
              <a:latin typeface="KaiTi" panose="02010609060101010101" pitchFamily="49" charset="-122"/>
              <a:ea typeface="KaiTi" panose="02010609060101010101" pitchFamily="49" charset="-122"/>
            </a:endParaRPr>
          </a:p>
          <a:p>
            <a:pPr marL="342900" indent="-342900">
              <a:lnSpc>
                <a:spcPct val="150000"/>
              </a:lnSpc>
              <a:buAutoNum type="arabicPeriod"/>
            </a:pPr>
            <a:endParaRPr lang="en-US" altLang="zh-CN" sz="1400" spc="10" dirty="0">
              <a:solidFill>
                <a:schemeClr val="tx1"/>
              </a:solidFill>
              <a:latin typeface="微软雅黑" panose="020B0503020204020204" pitchFamily="34" charset="-122"/>
              <a:ea typeface="微软雅黑" panose="020B0503020204020204" pitchFamily="34" charset="-122"/>
            </a:endParaRPr>
          </a:p>
          <a:p>
            <a:pPr>
              <a:lnSpc>
                <a:spcPct val="150000"/>
              </a:lnSpc>
            </a:pPr>
            <a:endParaRPr lang="en-US" altLang="zh-CN" sz="1400" spc="10" dirty="0">
              <a:solidFill>
                <a:schemeClr val="tx1"/>
              </a:solidFill>
              <a:latin typeface="微软雅黑" panose="020B0503020204020204" pitchFamily="34" charset="-122"/>
              <a:ea typeface="微软雅黑" panose="020B0503020204020204" pitchFamily="34" charset="-122"/>
            </a:endParaRPr>
          </a:p>
        </p:txBody>
      </p:sp>
      <p:cxnSp>
        <p:nvCxnSpPr>
          <p:cNvPr id="16" name="标题 1"/>
          <p:cNvCxnSpPr/>
          <p:nvPr/>
        </p:nvCxnSpPr>
        <p:spPr>
          <a:xfrm>
            <a:off x="8386107" y="2696840"/>
            <a:ext cx="309953" cy="0"/>
          </a:xfrm>
          <a:prstGeom prst="line">
            <a:avLst/>
          </a:prstGeom>
          <a:noFill/>
          <a:ln w="28575" cap="sq">
            <a:solidFill>
              <a:schemeClr val="accent1"/>
            </a:solidFill>
            <a:miter/>
          </a:ln>
        </p:spPr>
      </p:cxnSp>
      <p:sp>
        <p:nvSpPr>
          <p:cNvPr id="17" name="标题 1"/>
          <p:cNvSpPr txBox="1"/>
          <p:nvPr/>
        </p:nvSpPr>
        <p:spPr>
          <a:xfrm>
            <a:off x="8272394" y="1650308"/>
            <a:ext cx="618365" cy="582823"/>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accent1"/>
          </a:solidFill>
          <a:ln w="1860" cap="flat">
            <a:noFill/>
            <a:miter/>
          </a:ln>
        </p:spPr>
        <p:txBody>
          <a:bodyPr vert="horz" wrap="square" lIns="91440" tIns="45720" rIns="91440" bIns="45720" rtlCol="0" anchor="ctr"/>
          <a:lstStyle/>
          <a:p>
            <a:pPr algn="l"/>
            <a:endParaRPr kumimoji="1" lang="zh-CN" altLang="en-US"/>
          </a:p>
        </p:txBody>
      </p:sp>
      <p:sp>
        <p:nvSpPr>
          <p:cNvPr id="18" name="标题 1"/>
          <p:cNvSpPr txBox="1"/>
          <p:nvPr/>
        </p:nvSpPr>
        <p:spPr>
          <a:xfrm>
            <a:off x="2897829" y="1654027"/>
            <a:ext cx="538037" cy="582824"/>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accent1"/>
          </a:solidFill>
          <a:ln w="1860" cap="flat">
            <a:noFill/>
            <a:miter/>
          </a:ln>
        </p:spPr>
        <p:txBody>
          <a:bodyPr vert="horz" wrap="square" lIns="91440" tIns="45720" rIns="91440" bIns="45720" rtlCol="0" anchor="ctr"/>
          <a:lstStyle/>
          <a:p>
            <a:pPr algn="l"/>
            <a:endParaRPr kumimoji="1" lang="zh-CN" altLang="en-US"/>
          </a:p>
        </p:txBody>
      </p:sp>
      <p:sp>
        <p:nvSpPr>
          <p:cNvPr id="26" name="标题 1"/>
          <p:cNvSpPr txBox="1"/>
          <p:nvPr/>
        </p:nvSpPr>
        <p:spPr>
          <a:xfrm>
            <a:off x="316690" y="373380"/>
            <a:ext cx="10324514"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27" name="标题 1"/>
          <p:cNvSpPr txBox="1"/>
          <p:nvPr/>
        </p:nvSpPr>
        <p:spPr>
          <a:xfrm>
            <a:off x="726332" y="560700"/>
            <a:ext cx="6046257" cy="468000"/>
          </a:xfrm>
          <a:prstGeom prst="rect">
            <a:avLst/>
          </a:prstGeom>
          <a:noFill/>
          <a:ln>
            <a:noFill/>
          </a:ln>
        </p:spPr>
        <p:txBody>
          <a:bodyPr vert="horz" wrap="square" lIns="0" tIns="0" rIns="0" bIns="0" rtlCol="0" anchor="ctr"/>
          <a:lstStyle/>
          <a:p>
            <a:pPr defTabSz="685800"/>
            <a:r>
              <a:rPr lang="zh-CN" altLang="en-US" sz="3200" dirty="0">
                <a:solidFill>
                  <a:srgbClr val="1856D8"/>
                </a:solidFill>
                <a:latin typeface="微软雅黑" panose="020B0503020204020204" pitchFamily="34" charset="-122"/>
                <a:ea typeface="微软雅黑" panose="020B0503020204020204" pitchFamily="34" charset="-122"/>
                <a:cs typeface="+mn-ea"/>
                <a:sym typeface="+mn-lt"/>
              </a:rPr>
              <a:t>网络</a:t>
            </a:r>
            <a:r>
              <a:rPr lang="en-US" altLang="zh-CN" sz="3200" dirty="0">
                <a:solidFill>
                  <a:srgbClr val="1856D8"/>
                </a:solidFill>
                <a:latin typeface="微软雅黑" panose="020B0503020204020204" pitchFamily="34" charset="-122"/>
                <a:ea typeface="微软雅黑" panose="020B0503020204020204" pitchFamily="34" charset="-122"/>
                <a:cs typeface="+mn-ea"/>
                <a:sym typeface="+mn-lt"/>
              </a:rPr>
              <a:t>/</a:t>
            </a:r>
            <a:r>
              <a:rPr lang="zh-CN" altLang="en-US" sz="3200" dirty="0">
                <a:solidFill>
                  <a:srgbClr val="1856D8"/>
                </a:solidFill>
                <a:latin typeface="微软雅黑" panose="020B0503020204020204" pitchFamily="34" charset="-122"/>
                <a:ea typeface="微软雅黑" panose="020B0503020204020204" pitchFamily="34" charset="-122"/>
                <a:cs typeface="+mn-ea"/>
                <a:sym typeface="+mn-lt"/>
              </a:rPr>
              <a:t>防病毒安全规范</a:t>
            </a:r>
          </a:p>
        </p:txBody>
      </p:sp>
      <p:sp>
        <p:nvSpPr>
          <p:cNvPr id="28" name="标题 1"/>
          <p:cNvSpPr txBox="1"/>
          <p:nvPr/>
        </p:nvSpPr>
        <p:spPr>
          <a:xfrm>
            <a:off x="324256" y="626624"/>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803868" y="346427"/>
            <a:ext cx="10029654"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4" name="文本框 3"/>
          <p:cNvSpPr txBox="1"/>
          <p:nvPr/>
        </p:nvSpPr>
        <p:spPr>
          <a:xfrm>
            <a:off x="1251258" y="402428"/>
            <a:ext cx="7475606" cy="646331"/>
          </a:xfrm>
          <a:prstGeom prst="rect">
            <a:avLst/>
          </a:prstGeom>
          <a:noFill/>
        </p:spPr>
        <p:txBody>
          <a:bodyPr wrap="square" rtlCol="0">
            <a:spAutoFit/>
          </a:bodyPr>
          <a:lstStyle/>
          <a:p>
            <a:pPr defTabSz="685800"/>
            <a:r>
              <a:rPr lang="zh-CN" altLang="en-US" sz="3600" dirty="0">
                <a:solidFill>
                  <a:srgbClr val="1856D8"/>
                </a:solidFill>
                <a:latin typeface="微软雅黑" panose="020B0503020204020204" pitchFamily="34" charset="-122"/>
                <a:ea typeface="微软雅黑" panose="020B0503020204020204" pitchFamily="34" charset="-122"/>
                <a:cs typeface="+mn-ea"/>
                <a:sym typeface="+mn-lt"/>
              </a:rPr>
              <a:t>电子邮件安全规范</a:t>
            </a:r>
          </a:p>
        </p:txBody>
      </p:sp>
      <p:sp>
        <p:nvSpPr>
          <p:cNvPr id="5" name="标题 1"/>
          <p:cNvSpPr txBox="1"/>
          <p:nvPr/>
        </p:nvSpPr>
        <p:spPr>
          <a:xfrm>
            <a:off x="803868" y="599671"/>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3" name="矩形 2"/>
          <p:cNvSpPr/>
          <p:nvPr/>
        </p:nvSpPr>
        <p:spPr>
          <a:xfrm>
            <a:off x="1358477" y="1250528"/>
            <a:ext cx="9475046" cy="4667952"/>
          </a:xfrm>
          <a:prstGeom prst="rect">
            <a:avLst/>
          </a:prstGeom>
          <a:solidFill>
            <a:srgbClr val="1856D8">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l">
              <a:lnSpc>
                <a:spcPct val="150000"/>
              </a:lnSpc>
              <a:buFont typeface="Wingdings" panose="05000000000000000000" charset="0"/>
              <a:buChar char=""/>
            </a:pPr>
            <a:endParaRPr lang="en-US" altLang="zh-CN" sz="1600" dirty="0">
              <a:solidFill>
                <a:schemeClr val="tx1"/>
              </a:solidFill>
              <a:latin typeface="微软雅黑" panose="020B0503020204020204" pitchFamily="34" charset="-122"/>
              <a:ea typeface="微软雅黑" panose="020B0503020204020204" pitchFamily="34" charset="-122"/>
              <a:sym typeface="+mn-ea"/>
            </a:endParaRPr>
          </a:p>
          <a:p>
            <a:pPr marL="457200" indent="-457200" algn="l">
              <a:lnSpc>
                <a:spcPct val="150000"/>
              </a:lnSpc>
              <a:buFont typeface="Wingdings" panose="05000000000000000000" charset="0"/>
              <a:buChar char=""/>
            </a:pPr>
            <a:endParaRPr lang="en-US" altLang="zh-CN" sz="1600" dirty="0">
              <a:solidFill>
                <a:schemeClr val="tx1"/>
              </a:solidFill>
              <a:latin typeface="微软雅黑" panose="020B0503020204020204" pitchFamily="34" charset="-122"/>
              <a:ea typeface="微软雅黑" panose="020B0503020204020204" pitchFamily="34" charset="-122"/>
              <a:sym typeface="+mn-ea"/>
            </a:endParaRPr>
          </a:p>
          <a:p>
            <a:pPr marL="457200" indent="-457200" algn="l">
              <a:lnSpc>
                <a:spcPct val="150000"/>
              </a:lnSpc>
              <a:buFont typeface="Wingdings" panose="05000000000000000000" charset="0"/>
              <a:buChar char=""/>
            </a:pPr>
            <a:endParaRPr lang="en-US" altLang="zh-CN" sz="1600" dirty="0">
              <a:solidFill>
                <a:schemeClr val="tx1"/>
              </a:solidFill>
              <a:latin typeface="微软雅黑" panose="020B0503020204020204" pitchFamily="34" charset="-122"/>
              <a:ea typeface="微软雅黑" panose="020B0503020204020204" pitchFamily="34" charset="-122"/>
              <a:sym typeface="+mn-ea"/>
            </a:endParaRPr>
          </a:p>
        </p:txBody>
      </p:sp>
      <p:sp>
        <p:nvSpPr>
          <p:cNvPr id="6" name="等腰三角形 9"/>
          <p:cNvSpPr/>
          <p:nvPr/>
        </p:nvSpPr>
        <p:spPr>
          <a:xfrm flipV="1">
            <a:off x="1358477" y="1250527"/>
            <a:ext cx="9259993" cy="1485053"/>
          </a:xfrm>
          <a:prstGeom prst="triangle">
            <a:avLst/>
          </a:prstGeom>
          <a:solidFill>
            <a:srgbClr val="0045D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7" name="文本框 6"/>
          <p:cNvSpPr txBox="1"/>
          <p:nvPr/>
        </p:nvSpPr>
        <p:spPr>
          <a:xfrm>
            <a:off x="1989575" y="2735580"/>
            <a:ext cx="8098970" cy="3003451"/>
          </a:xfrm>
          <a:prstGeom prst="rect">
            <a:avLst/>
          </a:prstGeom>
          <a:noFill/>
        </p:spPr>
        <p:txBody>
          <a:bodyPr wrap="square" rtlCol="0">
            <a:spAutoFit/>
          </a:bodyPr>
          <a:lstStyle/>
          <a:p>
            <a:pPr marL="457200" indent="-457200" algn="l">
              <a:lnSpc>
                <a:spcPct val="150000"/>
              </a:lnSpc>
              <a:buFont typeface="Wingdings" panose="05000000000000000000" charset="0"/>
              <a:buChar char=""/>
            </a:pPr>
            <a:r>
              <a:rPr lang="zh-CN" altLang="en-US" sz="1600" dirty="0">
                <a:solidFill>
                  <a:schemeClr val="tx1"/>
                </a:solidFill>
                <a:latin typeface="微软雅黑" panose="020B0503020204020204" pitchFamily="34" charset="-122"/>
                <a:ea typeface="微软雅黑" panose="020B0503020204020204" pitchFamily="34" charset="-122"/>
                <a:sym typeface="+mn-ea"/>
              </a:rPr>
              <a:t>使用公司邮箱进行商务邮件收发；</a:t>
            </a:r>
            <a:endParaRPr lang="zh-CN" altLang="en-US" sz="1600" dirty="0">
              <a:solidFill>
                <a:schemeClr val="tx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charset="0"/>
              <a:buChar char=""/>
            </a:pPr>
            <a:r>
              <a:rPr lang="zh-CN" altLang="en-US" sz="1600" dirty="0">
                <a:solidFill>
                  <a:schemeClr val="tx1"/>
                </a:solidFill>
                <a:latin typeface="微软雅黑" panose="020B0503020204020204" pitchFamily="34" charset="-122"/>
                <a:ea typeface="微软雅黑" panose="020B0503020204020204" pitchFamily="34" charset="-122"/>
                <a:sym typeface="+mn-ea"/>
              </a:rPr>
              <a:t> 不直接打开和阅读来历不明的电子邮件，注意查看发件人信息；</a:t>
            </a:r>
            <a:endParaRPr lang="zh-CN" altLang="en-US" sz="1600" dirty="0">
              <a:solidFill>
                <a:schemeClr val="tx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charset="0"/>
              <a:buChar char=""/>
            </a:pPr>
            <a:r>
              <a:rPr lang="zh-CN" altLang="en-US" sz="1600" dirty="0">
                <a:solidFill>
                  <a:schemeClr val="tx1"/>
                </a:solidFill>
                <a:latin typeface="微软雅黑" panose="020B0503020204020204" pitchFamily="34" charset="-122"/>
                <a:ea typeface="微软雅黑" panose="020B0503020204020204" pitchFamily="34" charset="-122"/>
                <a:sym typeface="+mn-ea"/>
              </a:rPr>
              <a:t> 注意查看邮件正文中图片和链接信息，谨防钓鱼邮件；</a:t>
            </a:r>
            <a:endParaRPr lang="zh-CN" altLang="en-US" sz="1600" dirty="0">
              <a:solidFill>
                <a:schemeClr val="tx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charset="0"/>
              <a:buChar char=""/>
            </a:pPr>
            <a:r>
              <a:rPr lang="zh-CN" altLang="en-US" sz="1600" dirty="0">
                <a:solidFill>
                  <a:schemeClr val="tx1"/>
                </a:solidFill>
                <a:latin typeface="微软雅黑" panose="020B0503020204020204" pitchFamily="34" charset="-122"/>
                <a:ea typeface="微软雅黑" panose="020B0503020204020204" pitchFamily="34" charset="-122"/>
                <a:sym typeface="+mn-ea"/>
              </a:rPr>
              <a:t> 对可疑后缀如.exe .com .src .vbs 等附件不轻易下载和打开；</a:t>
            </a:r>
            <a:endParaRPr lang="zh-CN" altLang="en-US" sz="1600" dirty="0">
              <a:solidFill>
                <a:schemeClr val="tx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charset="0"/>
              <a:buChar char=""/>
            </a:pPr>
            <a:r>
              <a:rPr lang="zh-CN" altLang="en-US" sz="1600" dirty="0">
                <a:solidFill>
                  <a:schemeClr val="tx1"/>
                </a:solidFill>
                <a:latin typeface="微软雅黑" panose="020B0503020204020204" pitchFamily="34" charset="-122"/>
                <a:ea typeface="微软雅黑" panose="020B0503020204020204" pitchFamily="34" charset="-122"/>
                <a:sym typeface="+mn-ea"/>
              </a:rPr>
              <a:t> 下载外部人员发送的邮件附件，先使用杀毒软件完整扫描后再打开；</a:t>
            </a:r>
            <a:endParaRPr lang="zh-CN" altLang="en-US" sz="1600" dirty="0">
              <a:solidFill>
                <a:schemeClr val="tx1"/>
              </a:solidFill>
              <a:latin typeface="微软雅黑" panose="020B0503020204020204" pitchFamily="34" charset="-122"/>
              <a:ea typeface="微软雅黑" panose="020B0503020204020204" pitchFamily="34" charset="-122"/>
            </a:endParaRPr>
          </a:p>
          <a:p>
            <a:pPr marL="342900" indent="-342900" algn="l">
              <a:lnSpc>
                <a:spcPct val="150000"/>
              </a:lnSpc>
              <a:buFont typeface="Wingdings" panose="05000000000000000000" charset="0"/>
              <a:buChar char=""/>
            </a:pPr>
            <a:r>
              <a:rPr lang="zh-CN" altLang="en-US" sz="1600" dirty="0">
                <a:solidFill>
                  <a:schemeClr val="tx1"/>
                </a:solidFill>
                <a:latin typeface="微软雅黑" panose="020B0503020204020204" pitchFamily="34" charset="-122"/>
                <a:ea typeface="微软雅黑" panose="020B0503020204020204" pitchFamily="34" charset="-122"/>
                <a:sym typeface="+mn-ea"/>
              </a:rPr>
              <a:t> 在转发、群发和回复多人邮件时，应注意核对收发件人信息，避免泄漏邮件内容及公司人员的邮箱信息。</a:t>
            </a:r>
            <a:endParaRPr lang="zh-CN" altLang="en-US" sz="1600" dirty="0">
              <a:solidFill>
                <a:schemeClr val="tx1"/>
              </a:solidFill>
              <a:latin typeface="微软雅黑" panose="020B0503020204020204" pitchFamily="34" charset="-122"/>
              <a:ea typeface="微软雅黑" panose="020B0503020204020204" pitchFamily="34" charset="-122"/>
            </a:endParaRPr>
          </a:p>
          <a:p>
            <a:pPr marL="342900" indent="-342900" algn="ctr">
              <a:lnSpc>
                <a:spcPct val="150000"/>
              </a:lnSpc>
            </a:pPr>
            <a:endParaRPr lang="zh-CN" altLang="en-US" sz="16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917484" y="1028700"/>
            <a:ext cx="3987800" cy="1515671"/>
          </a:xfrm>
          <a:prstGeom prst="rect">
            <a:avLst/>
          </a:prstGeom>
          <a:noFill/>
          <a:ln>
            <a:noFill/>
          </a:ln>
        </p:spPr>
        <p:txBody>
          <a:bodyPr vert="horz" wrap="square" lIns="0" tIns="0" rIns="0" bIns="0" rtlCol="0" anchor="t">
            <a:spAutoFit/>
          </a:bodyPr>
          <a:lstStyle/>
          <a:p>
            <a:pPr algn="l"/>
            <a:r>
              <a:rPr kumimoji="1" lang="en-US" altLang="zh-CN" sz="9850" dirty="0">
                <a:ln w="19050">
                  <a:solidFill>
                    <a:srgbClr val="457EFF">
                      <a:alpha val="100000"/>
                    </a:srgbClr>
                  </a:solidFill>
                </a:ln>
                <a:noFill/>
                <a:latin typeface="OPPOSans H"/>
                <a:ea typeface="OPPOSans H"/>
                <a:cs typeface="OPPOSans H"/>
              </a:rPr>
              <a:t>03</a:t>
            </a:r>
            <a:endParaRPr kumimoji="1" lang="zh-CN" altLang="en-US" dirty="0"/>
          </a:p>
        </p:txBody>
      </p:sp>
      <p:sp>
        <p:nvSpPr>
          <p:cNvPr id="3" name="标题 1"/>
          <p:cNvSpPr txBox="1"/>
          <p:nvPr/>
        </p:nvSpPr>
        <p:spPr>
          <a:xfrm>
            <a:off x="660400" y="2658468"/>
            <a:ext cx="10858500" cy="2825521"/>
          </a:xfrm>
          <a:prstGeom prst="roundRect">
            <a:avLst>
              <a:gd name="adj" fmla="val 50000"/>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11343100" y="5954100"/>
            <a:ext cx="360000" cy="360000"/>
          </a:xfrm>
          <a:prstGeom prst="ellipse">
            <a:avLst/>
          </a:prstGeom>
          <a:noFill/>
          <a:ln w="19050" cap="sq">
            <a:solidFill>
              <a:schemeClr val="accent1"/>
            </a:solid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512446" y="-1401229"/>
            <a:ext cx="2429929" cy="2429929"/>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grpSp>
        <p:nvGrpSpPr>
          <p:cNvPr id="6" name="组合 5"/>
          <p:cNvGrpSpPr/>
          <p:nvPr/>
        </p:nvGrpSpPr>
        <p:grpSpPr>
          <a:xfrm>
            <a:off x="6732715" y="797009"/>
            <a:ext cx="4032000" cy="4420493"/>
            <a:chOff x="6732715" y="797009"/>
            <a:chExt cx="4032000" cy="4420493"/>
          </a:xfrm>
        </p:grpSpPr>
        <p:sp>
          <p:nvSpPr>
            <p:cNvPr id="7" name="标题 1"/>
            <p:cNvSpPr txBox="1"/>
            <p:nvPr/>
          </p:nvSpPr>
          <p:spPr>
            <a:xfrm>
              <a:off x="9029073" y="3000248"/>
              <a:ext cx="1031" cy="9406"/>
            </a:xfrm>
            <a:custGeom>
              <a:avLst/>
              <a:gdLst>
                <a:gd name="connsiteX0" fmla="*/ 580 w 1010"/>
                <a:gd name="connsiteY0" fmla="*/ 5107 h 9219"/>
                <a:gd name="connsiteX1" fmla="*/ 580 w 1010"/>
                <a:gd name="connsiteY1" fmla="*/ 5107 h 9219"/>
              </a:gdLst>
              <a:ahLst/>
              <a:cxnLst/>
              <a:rect l="l" t="t" r="r" b="b"/>
              <a:pathLst>
                <a:path w="1010" h="9219">
                  <a:moveTo>
                    <a:pt x="580" y="5107"/>
                  </a:moveTo>
                  <a:cubicBezTo>
                    <a:pt x="-1313" y="-11826"/>
                    <a:pt x="2173" y="20048"/>
                    <a:pt x="580" y="5107"/>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a:off x="6905378" y="4968716"/>
              <a:ext cx="3859337" cy="248786"/>
            </a:xfrm>
            <a:custGeom>
              <a:avLst/>
              <a:gdLst>
                <a:gd name="connsiteX0" fmla="*/ 3782556 w 3782556"/>
                <a:gd name="connsiteY0" fmla="*/ 121918 h 243836"/>
                <a:gd name="connsiteX1" fmla="*/ 1891278 w 3782556"/>
                <a:gd name="connsiteY1" fmla="*/ 243836 h 243836"/>
                <a:gd name="connsiteX2" fmla="*/ 0 w 3782556"/>
                <a:gd name="connsiteY2" fmla="*/ 121918 h 243836"/>
                <a:gd name="connsiteX3" fmla="*/ 1891278 w 3782556"/>
                <a:gd name="connsiteY3" fmla="*/ 0 h 243836"/>
                <a:gd name="connsiteX4" fmla="*/ 3782556 w 3782556"/>
                <a:gd name="connsiteY4" fmla="*/ 121918 h 243836"/>
              </a:gdLst>
              <a:ahLst/>
              <a:cxnLst/>
              <a:rect l="l" t="t" r="r" b="b"/>
              <a:pathLst>
                <a:path w="3782556" h="243836">
                  <a:moveTo>
                    <a:pt x="3782556" y="121918"/>
                  </a:moveTo>
                  <a:cubicBezTo>
                    <a:pt x="3782556" y="189252"/>
                    <a:pt x="2935802" y="243836"/>
                    <a:pt x="1891278" y="243836"/>
                  </a:cubicBezTo>
                  <a:cubicBezTo>
                    <a:pt x="846754" y="243836"/>
                    <a:pt x="0" y="189252"/>
                    <a:pt x="0" y="121918"/>
                  </a:cubicBezTo>
                  <a:cubicBezTo>
                    <a:pt x="0" y="54584"/>
                    <a:pt x="846754" y="0"/>
                    <a:pt x="1891278" y="0"/>
                  </a:cubicBezTo>
                  <a:cubicBezTo>
                    <a:pt x="2935802" y="0"/>
                    <a:pt x="3782556" y="54585"/>
                    <a:pt x="3782556" y="121918"/>
                  </a:cubicBezTo>
                  <a:close/>
                </a:path>
              </a:pathLst>
            </a:custGeom>
            <a:solidFill>
              <a:schemeClr val="bg1">
                <a:lumMod val="85000"/>
              </a:schemeClr>
            </a:solidFill>
            <a:ln w="4973"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8189013" y="4795999"/>
              <a:ext cx="363995" cy="329753"/>
            </a:xfrm>
            <a:custGeom>
              <a:avLst/>
              <a:gdLst>
                <a:gd name="connsiteX0" fmla="*/ 21746 w 356753"/>
                <a:gd name="connsiteY0" fmla="*/ 0 h 323193"/>
                <a:gd name="connsiteX1" fmla="*/ 1825 w 356753"/>
                <a:gd name="connsiteY1" fmla="*/ 169331 h 323193"/>
                <a:gd name="connsiteX2" fmla="*/ 7552 w 356753"/>
                <a:gd name="connsiteY2" fmla="*/ 228248 h 323193"/>
                <a:gd name="connsiteX3" fmla="*/ 64229 w 356753"/>
                <a:gd name="connsiteY3" fmla="*/ 257283 h 323193"/>
                <a:gd name="connsiteX4" fmla="*/ 331921 w 356753"/>
                <a:gd name="connsiteY4" fmla="*/ 322725 h 323193"/>
                <a:gd name="connsiteX5" fmla="*/ 356524 w 356753"/>
                <a:gd name="connsiteY5" fmla="*/ 313113 h 323193"/>
                <a:gd name="connsiteX6" fmla="*/ 340637 w 356753"/>
                <a:gd name="connsiteY6" fmla="*/ 289855 h 323193"/>
                <a:gd name="connsiteX7" fmla="*/ 197851 w 356753"/>
                <a:gd name="connsiteY7" fmla="*/ 186065 h 323193"/>
                <a:gd name="connsiteX8" fmla="*/ 137390 w 356753"/>
                <a:gd name="connsiteY8" fmla="*/ 124508 h 323193"/>
                <a:gd name="connsiteX9" fmla="*/ 115476 w 356753"/>
                <a:gd name="connsiteY9" fmla="*/ 31526 h 323193"/>
                <a:gd name="connsiteX10" fmla="*/ 21746 w 356753"/>
                <a:gd name="connsiteY10" fmla="*/ 0 h 323193"/>
              </a:gdLst>
              <a:ahLst/>
              <a:cxnLst/>
              <a:rect l="l" t="t" r="r" b="b"/>
              <a:pathLst>
                <a:path w="356753" h="323193">
                  <a:moveTo>
                    <a:pt x="21746" y="0"/>
                  </a:moveTo>
                  <a:cubicBezTo>
                    <a:pt x="15521" y="53240"/>
                    <a:pt x="8200" y="115992"/>
                    <a:pt x="1825" y="169331"/>
                  </a:cubicBezTo>
                  <a:cubicBezTo>
                    <a:pt x="-416" y="188804"/>
                    <a:pt x="-2408" y="210020"/>
                    <a:pt x="7552" y="228248"/>
                  </a:cubicBezTo>
                  <a:cubicBezTo>
                    <a:pt x="18908" y="249066"/>
                    <a:pt x="43062" y="249564"/>
                    <a:pt x="64229" y="257283"/>
                  </a:cubicBezTo>
                  <a:cubicBezTo>
                    <a:pt x="150468" y="289900"/>
                    <a:pt x="240363" y="311878"/>
                    <a:pt x="331921" y="322725"/>
                  </a:cubicBezTo>
                  <a:cubicBezTo>
                    <a:pt x="341882" y="324020"/>
                    <a:pt x="354681" y="323173"/>
                    <a:pt x="356524" y="313113"/>
                  </a:cubicBezTo>
                  <a:cubicBezTo>
                    <a:pt x="358366" y="303053"/>
                    <a:pt x="348754" y="295433"/>
                    <a:pt x="340637" y="289855"/>
                  </a:cubicBezTo>
                  <a:cubicBezTo>
                    <a:pt x="285853" y="251855"/>
                    <a:pt x="249198" y="229842"/>
                    <a:pt x="197851" y="186065"/>
                  </a:cubicBezTo>
                  <a:cubicBezTo>
                    <a:pt x="176037" y="167488"/>
                    <a:pt x="154323" y="148115"/>
                    <a:pt x="137390" y="124508"/>
                  </a:cubicBezTo>
                  <a:cubicBezTo>
                    <a:pt x="120456" y="100901"/>
                    <a:pt x="114679" y="59266"/>
                    <a:pt x="115476" y="31526"/>
                  </a:cubicBezTo>
                  <a:cubicBezTo>
                    <a:pt x="87736" y="21266"/>
                    <a:pt x="49586" y="10558"/>
                    <a:pt x="21746" y="0"/>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a:off x="7290972" y="4704532"/>
              <a:ext cx="307866" cy="370053"/>
            </a:xfrm>
            <a:custGeom>
              <a:avLst/>
              <a:gdLst>
                <a:gd name="connsiteX0" fmla="*/ 180122 w 301741"/>
                <a:gd name="connsiteY0" fmla="*/ 16337 h 362691"/>
                <a:gd name="connsiteX1" fmla="*/ 39228 w 301741"/>
                <a:gd name="connsiteY1" fmla="*/ 285274 h 362691"/>
                <a:gd name="connsiteX2" fmla="*/ 10243 w 301741"/>
                <a:gd name="connsiteY2" fmla="*/ 310624 h 362691"/>
                <a:gd name="connsiteX3" fmla="*/ 1726 w 301741"/>
                <a:gd name="connsiteY3" fmla="*/ 343544 h 362691"/>
                <a:gd name="connsiteX4" fmla="*/ 20602 w 301741"/>
                <a:gd name="connsiteY4" fmla="*/ 354999 h 362691"/>
                <a:gd name="connsiteX5" fmla="*/ 166774 w 301741"/>
                <a:gd name="connsiteY5" fmla="*/ 351114 h 362691"/>
                <a:gd name="connsiteX6" fmla="*/ 236997 w 301741"/>
                <a:gd name="connsiteY6" fmla="*/ 309927 h 362691"/>
                <a:gd name="connsiteX7" fmla="*/ 260006 w 301741"/>
                <a:gd name="connsiteY7" fmla="*/ 258181 h 362691"/>
                <a:gd name="connsiteX8" fmla="*/ 301741 w 301741"/>
                <a:gd name="connsiteY8" fmla="*/ 1 h 362691"/>
                <a:gd name="connsiteX9" fmla="*/ 180122 w 301741"/>
                <a:gd name="connsiteY9" fmla="*/ 16337 h 362691"/>
              </a:gdLst>
              <a:ahLst/>
              <a:cxnLst/>
              <a:rect l="l" t="t" r="r" b="b"/>
              <a:pathLst>
                <a:path w="301741" h="362691">
                  <a:moveTo>
                    <a:pt x="180122" y="16337"/>
                  </a:moveTo>
                  <a:cubicBezTo>
                    <a:pt x="182014" y="110415"/>
                    <a:pt x="124890" y="219484"/>
                    <a:pt x="39228" y="285274"/>
                  </a:cubicBezTo>
                  <a:cubicBezTo>
                    <a:pt x="28600" y="292555"/>
                    <a:pt x="18874" y="301062"/>
                    <a:pt x="10243" y="310624"/>
                  </a:cubicBezTo>
                  <a:cubicBezTo>
                    <a:pt x="2125" y="320585"/>
                    <a:pt x="-2806" y="334480"/>
                    <a:pt x="1726" y="343544"/>
                  </a:cubicBezTo>
                  <a:cubicBezTo>
                    <a:pt x="5163" y="350367"/>
                    <a:pt x="12982" y="353056"/>
                    <a:pt x="20602" y="354999"/>
                  </a:cubicBezTo>
                  <a:cubicBezTo>
                    <a:pt x="65425" y="366553"/>
                    <a:pt x="116025" y="364959"/>
                    <a:pt x="166774" y="351114"/>
                  </a:cubicBezTo>
                  <a:cubicBezTo>
                    <a:pt x="191975" y="344141"/>
                    <a:pt x="219267" y="332537"/>
                    <a:pt x="236997" y="309927"/>
                  </a:cubicBezTo>
                  <a:cubicBezTo>
                    <a:pt x="249149" y="294388"/>
                    <a:pt x="254976" y="275911"/>
                    <a:pt x="260006" y="258181"/>
                  </a:cubicBezTo>
                  <a:cubicBezTo>
                    <a:pt x="284021" y="174063"/>
                    <a:pt x="298031" y="87401"/>
                    <a:pt x="301741" y="1"/>
                  </a:cubicBezTo>
                  <a:cubicBezTo>
                    <a:pt x="260649" y="-89"/>
                    <a:pt x="219735" y="5410"/>
                    <a:pt x="180122" y="16337"/>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11" name="标题 1"/>
            <p:cNvSpPr txBox="1"/>
            <p:nvPr/>
          </p:nvSpPr>
          <p:spPr>
            <a:xfrm>
              <a:off x="7414216" y="3003122"/>
              <a:ext cx="1014650" cy="1888330"/>
            </a:xfrm>
            <a:custGeom>
              <a:avLst/>
              <a:gdLst>
                <a:gd name="connsiteX0" fmla="*/ 931783 w 994464"/>
                <a:gd name="connsiteY0" fmla="*/ 1803824 h 1850762"/>
                <a:gd name="connsiteX1" fmla="*/ 908275 w 994464"/>
                <a:gd name="connsiteY1" fmla="*/ 1836943 h 1850762"/>
                <a:gd name="connsiteX2" fmla="*/ 762253 w 994464"/>
                <a:gd name="connsiteY2" fmla="*/ 1844662 h 1850762"/>
                <a:gd name="connsiteX3" fmla="*/ 730179 w 994464"/>
                <a:gd name="connsiteY3" fmla="*/ 1813386 h 1850762"/>
                <a:gd name="connsiteX4" fmla="*/ 675396 w 994464"/>
                <a:gd name="connsiteY4" fmla="*/ 389910 h 1850762"/>
                <a:gd name="connsiteX5" fmla="*/ 188220 w 994464"/>
                <a:gd name="connsiteY5" fmla="*/ 1801682 h 1850762"/>
                <a:gd name="connsiteX6" fmla="*/ 156994 w 994464"/>
                <a:gd name="connsiteY6" fmla="*/ 1827879 h 1850762"/>
                <a:gd name="connsiteX7" fmla="*/ 34428 w 994464"/>
                <a:gd name="connsiteY7" fmla="*/ 1831913 h 1850762"/>
                <a:gd name="connsiteX8" fmla="*/ 338 w 994464"/>
                <a:gd name="connsiteY8" fmla="*/ 1787583 h 1850762"/>
                <a:gd name="connsiteX9" fmla="*/ 362 w 994464"/>
                <a:gd name="connsiteY9" fmla="*/ 1787389 h 1850762"/>
                <a:gd name="connsiteX10" fmla="*/ 338477 w 994464"/>
                <a:gd name="connsiteY10" fmla="*/ 119976 h 1850762"/>
                <a:gd name="connsiteX11" fmla="*/ 360888 w 994464"/>
                <a:gd name="connsiteY11" fmla="*/ 56676 h 1850762"/>
                <a:gd name="connsiteX12" fmla="*/ 965748 w 994464"/>
                <a:gd name="connsiteY12" fmla="*/ 0 h 1850762"/>
                <a:gd name="connsiteX13" fmla="*/ 991646 w 994464"/>
                <a:gd name="connsiteY13" fmla="*/ 291598 h 1850762"/>
                <a:gd name="connsiteX14" fmla="*/ 931783 w 994464"/>
                <a:gd name="connsiteY14" fmla="*/ 1803824 h 1850762"/>
              </a:gdLst>
              <a:ahLst/>
              <a:cxnLst/>
              <a:rect l="l" t="t" r="r" b="b"/>
              <a:pathLst>
                <a:path w="994464" h="1850762">
                  <a:moveTo>
                    <a:pt x="931783" y="1803824"/>
                  </a:moveTo>
                  <a:cubicBezTo>
                    <a:pt x="930582" y="1818326"/>
                    <a:pt x="921573" y="1831026"/>
                    <a:pt x="908275" y="1836943"/>
                  </a:cubicBezTo>
                  <a:cubicBezTo>
                    <a:pt x="862606" y="1857312"/>
                    <a:pt x="798111" y="1850838"/>
                    <a:pt x="762253" y="1844662"/>
                  </a:cubicBezTo>
                  <a:cubicBezTo>
                    <a:pt x="746081" y="1841948"/>
                    <a:pt x="733297" y="1829482"/>
                    <a:pt x="730179" y="1813386"/>
                  </a:cubicBezTo>
                  <a:cubicBezTo>
                    <a:pt x="609108" y="1193136"/>
                    <a:pt x="675396" y="389910"/>
                    <a:pt x="675396" y="389910"/>
                  </a:cubicBezTo>
                  <a:lnTo>
                    <a:pt x="188220" y="1801682"/>
                  </a:lnTo>
                  <a:cubicBezTo>
                    <a:pt x="183404" y="1815482"/>
                    <a:pt x="171422" y="1825533"/>
                    <a:pt x="156994" y="1827879"/>
                  </a:cubicBezTo>
                  <a:cubicBezTo>
                    <a:pt x="116523" y="1834891"/>
                    <a:pt x="75271" y="1836245"/>
                    <a:pt x="34428" y="1831913"/>
                  </a:cubicBezTo>
                  <a:cubicBezTo>
                    <a:pt x="12773" y="1829084"/>
                    <a:pt x="-2491" y="1809237"/>
                    <a:pt x="338" y="1787583"/>
                  </a:cubicBezTo>
                  <a:cubicBezTo>
                    <a:pt x="347" y="1787518"/>
                    <a:pt x="352" y="1787453"/>
                    <a:pt x="362" y="1787389"/>
                  </a:cubicBezTo>
                  <a:cubicBezTo>
                    <a:pt x="127859" y="809352"/>
                    <a:pt x="281701" y="289556"/>
                    <a:pt x="338477" y="119976"/>
                  </a:cubicBezTo>
                  <a:cubicBezTo>
                    <a:pt x="352770" y="77245"/>
                    <a:pt x="360888" y="56676"/>
                    <a:pt x="360888" y="56676"/>
                  </a:cubicBezTo>
                  <a:lnTo>
                    <a:pt x="965748" y="0"/>
                  </a:lnTo>
                  <a:cubicBezTo>
                    <a:pt x="979743" y="71866"/>
                    <a:pt x="987861" y="173166"/>
                    <a:pt x="991646" y="291598"/>
                  </a:cubicBezTo>
                  <a:cubicBezTo>
                    <a:pt x="1008729" y="812042"/>
                    <a:pt x="943038" y="1663478"/>
                    <a:pt x="931783" y="1803824"/>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12" name="标题 1"/>
            <p:cNvSpPr txBox="1"/>
            <p:nvPr/>
          </p:nvSpPr>
          <p:spPr>
            <a:xfrm>
              <a:off x="8020572" y="3219480"/>
              <a:ext cx="188257" cy="387965"/>
            </a:xfrm>
            <a:custGeom>
              <a:avLst/>
              <a:gdLst>
                <a:gd name="connsiteX0" fmla="*/ 162681 w 184512"/>
                <a:gd name="connsiteY0" fmla="*/ 85470 h 380246"/>
                <a:gd name="connsiteX1" fmla="*/ 86781 w 184512"/>
                <a:gd name="connsiteY1" fmla="*/ 181092 h 380246"/>
                <a:gd name="connsiteX2" fmla="*/ 133845 w 184512"/>
                <a:gd name="connsiteY2" fmla="*/ 14401 h 380246"/>
                <a:gd name="connsiteX3" fmla="*/ 111534 w 184512"/>
                <a:gd name="connsiteY3" fmla="*/ 8225 h 380246"/>
                <a:gd name="connsiteX4" fmla="*/ 721 w 184512"/>
                <a:gd name="connsiteY4" fmla="*/ 366261 h 380246"/>
                <a:gd name="connsiteX5" fmla="*/ 23033 w 184512"/>
                <a:gd name="connsiteY5" fmla="*/ 372437 h 380246"/>
                <a:gd name="connsiteX6" fmla="*/ 77269 w 184512"/>
                <a:gd name="connsiteY6" fmla="*/ 211572 h 380246"/>
                <a:gd name="connsiteX7" fmla="*/ 90865 w 184512"/>
                <a:gd name="connsiteY7" fmla="*/ 210028 h 380246"/>
                <a:gd name="connsiteX8" fmla="*/ 182653 w 184512"/>
                <a:gd name="connsiteY8" fmla="*/ 97124 h 380246"/>
                <a:gd name="connsiteX9" fmla="*/ 162681 w 184512"/>
                <a:gd name="connsiteY9" fmla="*/ 85470 h 380246"/>
              </a:gdLst>
              <a:ahLst/>
              <a:cxnLst/>
              <a:rect l="l" t="t" r="r" b="b"/>
              <a:pathLst>
                <a:path w="184512" h="380246">
                  <a:moveTo>
                    <a:pt x="162681" y="85470"/>
                  </a:moveTo>
                  <a:cubicBezTo>
                    <a:pt x="140748" y="119879"/>
                    <a:pt x="115314" y="151923"/>
                    <a:pt x="86781" y="181092"/>
                  </a:cubicBezTo>
                  <a:cubicBezTo>
                    <a:pt x="103615" y="125846"/>
                    <a:pt x="119303" y="70280"/>
                    <a:pt x="133845" y="14401"/>
                  </a:cubicBezTo>
                  <a:cubicBezTo>
                    <a:pt x="137581" y="-42"/>
                    <a:pt x="115269" y="-6218"/>
                    <a:pt x="111534" y="8225"/>
                  </a:cubicBezTo>
                  <a:cubicBezTo>
                    <a:pt x="80322" y="129347"/>
                    <a:pt x="43388" y="248690"/>
                    <a:pt x="721" y="366261"/>
                  </a:cubicBezTo>
                  <a:cubicBezTo>
                    <a:pt x="-4259" y="380305"/>
                    <a:pt x="18003" y="386182"/>
                    <a:pt x="23033" y="372437"/>
                  </a:cubicBezTo>
                  <a:cubicBezTo>
                    <a:pt x="42357" y="319311"/>
                    <a:pt x="60435" y="265693"/>
                    <a:pt x="77269" y="211572"/>
                  </a:cubicBezTo>
                  <a:cubicBezTo>
                    <a:pt x="81592" y="214356"/>
                    <a:pt x="87279" y="213713"/>
                    <a:pt x="90865" y="210028"/>
                  </a:cubicBezTo>
                  <a:cubicBezTo>
                    <a:pt x="125817" y="176157"/>
                    <a:pt x="156630" y="138257"/>
                    <a:pt x="182653" y="97124"/>
                  </a:cubicBezTo>
                  <a:cubicBezTo>
                    <a:pt x="190671" y="84524"/>
                    <a:pt x="170650" y="72870"/>
                    <a:pt x="162681" y="85470"/>
                  </a:cubicBezTo>
                  <a:close/>
                </a:path>
              </a:pathLst>
            </a:custGeom>
            <a:solidFill>
              <a:srgbClr val="235AE0">
                <a:alpha val="100000"/>
              </a:srgbClr>
            </a:solidFill>
            <a:ln w="4973" cap="flat">
              <a:noFill/>
              <a:miter/>
            </a:ln>
          </p:spPr>
          <p:txBody>
            <a:bodyPr vert="horz" wrap="square" lIns="91440" tIns="45720" rIns="91440" bIns="45720" rtlCol="0" anchor="ctr"/>
            <a:lstStyle/>
            <a:p>
              <a:pPr algn="l"/>
              <a:endParaRPr kumimoji="1" lang="zh-CN" altLang="en-US"/>
            </a:p>
          </p:txBody>
        </p:sp>
        <p:sp>
          <p:nvSpPr>
            <p:cNvPr id="13" name="标题 1"/>
            <p:cNvSpPr txBox="1"/>
            <p:nvPr/>
          </p:nvSpPr>
          <p:spPr>
            <a:xfrm>
              <a:off x="7759310" y="3003122"/>
              <a:ext cx="666885" cy="297516"/>
            </a:xfrm>
            <a:custGeom>
              <a:avLst/>
              <a:gdLst>
                <a:gd name="connsiteX0" fmla="*/ 653618 w 653617"/>
                <a:gd name="connsiteY0" fmla="*/ 291598 h 291597"/>
                <a:gd name="connsiteX1" fmla="*/ 0 w 653617"/>
                <a:gd name="connsiteY1" fmla="*/ 119976 h 291597"/>
                <a:gd name="connsiteX2" fmla="*/ 22411 w 653617"/>
                <a:gd name="connsiteY2" fmla="*/ 56676 h 291597"/>
                <a:gd name="connsiteX3" fmla="*/ 627521 w 653617"/>
                <a:gd name="connsiteY3" fmla="*/ 0 h 291597"/>
                <a:gd name="connsiteX4" fmla="*/ 653618 w 653617"/>
                <a:gd name="connsiteY4" fmla="*/ 291598 h 291597"/>
              </a:gdLst>
              <a:ahLst/>
              <a:cxnLst/>
              <a:rect l="l" t="t" r="r" b="b"/>
              <a:pathLst>
                <a:path w="653617" h="291597">
                  <a:moveTo>
                    <a:pt x="653618" y="291598"/>
                  </a:moveTo>
                  <a:cubicBezTo>
                    <a:pt x="551720" y="118681"/>
                    <a:pt x="32023" y="119777"/>
                    <a:pt x="0" y="119976"/>
                  </a:cubicBezTo>
                  <a:cubicBezTo>
                    <a:pt x="14294" y="77245"/>
                    <a:pt x="22411" y="56676"/>
                    <a:pt x="22411" y="56676"/>
                  </a:cubicBezTo>
                  <a:lnTo>
                    <a:pt x="627521" y="0"/>
                  </a:lnTo>
                  <a:cubicBezTo>
                    <a:pt x="641715" y="71866"/>
                    <a:pt x="649833" y="173166"/>
                    <a:pt x="653618" y="291598"/>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7808107" y="1812240"/>
              <a:ext cx="176919" cy="236086"/>
            </a:xfrm>
            <a:custGeom>
              <a:avLst/>
              <a:gdLst>
                <a:gd name="connsiteX0" fmla="*/ 36441 w 173399"/>
                <a:gd name="connsiteY0" fmla="*/ 0 h 231389"/>
                <a:gd name="connsiteX1" fmla="*/ 57607 w 173399"/>
                <a:gd name="connsiteY1" fmla="*/ 196424 h 231389"/>
                <a:gd name="connsiteX2" fmla="*/ 173400 w 173399"/>
                <a:gd name="connsiteY2" fmla="*/ 228298 h 231389"/>
                <a:gd name="connsiteX3" fmla="*/ 65675 w 173399"/>
                <a:gd name="connsiteY3" fmla="*/ 92684 h 231389"/>
                <a:gd name="connsiteX4" fmla="*/ 36441 w 173399"/>
                <a:gd name="connsiteY4" fmla="*/ 0 h 231389"/>
              </a:gdLst>
              <a:ahLst/>
              <a:cxnLst/>
              <a:rect l="l" t="t" r="r" b="b"/>
              <a:pathLst>
                <a:path w="173399" h="231389">
                  <a:moveTo>
                    <a:pt x="36441" y="0"/>
                  </a:moveTo>
                  <a:cubicBezTo>
                    <a:pt x="-35077" y="16037"/>
                    <a:pt x="13233" y="131431"/>
                    <a:pt x="57607" y="196424"/>
                  </a:cubicBezTo>
                  <a:cubicBezTo>
                    <a:pt x="79620" y="228696"/>
                    <a:pt x="144215" y="236665"/>
                    <a:pt x="173400" y="228298"/>
                  </a:cubicBezTo>
                  <a:cubicBezTo>
                    <a:pt x="133856" y="188754"/>
                    <a:pt x="81214" y="152597"/>
                    <a:pt x="65675" y="92684"/>
                  </a:cubicBezTo>
                  <a:cubicBezTo>
                    <a:pt x="53025" y="98112"/>
                    <a:pt x="50336" y="4582"/>
                    <a:pt x="36441" y="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7890868" y="1996899"/>
              <a:ext cx="162402" cy="187168"/>
            </a:xfrm>
            <a:custGeom>
              <a:avLst/>
              <a:gdLst>
                <a:gd name="connsiteX0" fmla="*/ 159171 w 159171"/>
                <a:gd name="connsiteY0" fmla="*/ 159321 h 183444"/>
                <a:gd name="connsiteX1" fmla="*/ 16186 w 159171"/>
                <a:gd name="connsiteY1" fmla="*/ 177549 h 183444"/>
                <a:gd name="connsiteX2" fmla="*/ 0 w 159171"/>
                <a:gd name="connsiteY2" fmla="*/ 0 h 183444"/>
                <a:gd name="connsiteX3" fmla="*/ 76647 w 159171"/>
                <a:gd name="connsiteY3" fmla="*/ 13696 h 183444"/>
                <a:gd name="connsiteX4" fmla="*/ 132477 w 159171"/>
                <a:gd name="connsiteY4" fmla="*/ 23955 h 183444"/>
                <a:gd name="connsiteX5" fmla="*/ 147418 w 159171"/>
                <a:gd name="connsiteY5" fmla="*/ 115195 h 183444"/>
                <a:gd name="connsiteX6" fmla="*/ 159171 w 159171"/>
                <a:gd name="connsiteY6" fmla="*/ 159321 h 183444"/>
              </a:gdLst>
              <a:ahLst/>
              <a:cxnLst/>
              <a:rect l="l" t="t" r="r" b="b"/>
              <a:pathLst>
                <a:path w="159171" h="183444">
                  <a:moveTo>
                    <a:pt x="159171" y="159321"/>
                  </a:moveTo>
                  <a:cubicBezTo>
                    <a:pt x="115469" y="183067"/>
                    <a:pt x="64450" y="189571"/>
                    <a:pt x="16186" y="177549"/>
                  </a:cubicBezTo>
                  <a:cubicBezTo>
                    <a:pt x="29583" y="127347"/>
                    <a:pt x="21465" y="47413"/>
                    <a:pt x="0" y="0"/>
                  </a:cubicBezTo>
                  <a:cubicBezTo>
                    <a:pt x="25649" y="5628"/>
                    <a:pt x="51148" y="9562"/>
                    <a:pt x="76647" y="13696"/>
                  </a:cubicBezTo>
                  <a:cubicBezTo>
                    <a:pt x="95274" y="16834"/>
                    <a:pt x="113900" y="19921"/>
                    <a:pt x="132477" y="23955"/>
                  </a:cubicBezTo>
                  <a:cubicBezTo>
                    <a:pt x="135704" y="54629"/>
                    <a:pt x="140689" y="85094"/>
                    <a:pt x="147418" y="115195"/>
                  </a:cubicBezTo>
                  <a:cubicBezTo>
                    <a:pt x="150560" y="130101"/>
                    <a:pt x="154485" y="144828"/>
                    <a:pt x="159171" y="159321"/>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16" name="标题 1"/>
            <p:cNvSpPr txBox="1"/>
            <p:nvPr/>
          </p:nvSpPr>
          <p:spPr>
            <a:xfrm>
              <a:off x="7910737" y="2010975"/>
              <a:ext cx="130541" cy="103457"/>
            </a:xfrm>
            <a:custGeom>
              <a:avLst/>
              <a:gdLst>
                <a:gd name="connsiteX0" fmla="*/ 127944 w 127944"/>
                <a:gd name="connsiteY0" fmla="*/ 101399 h 101399"/>
                <a:gd name="connsiteX1" fmla="*/ 0 w 127944"/>
                <a:gd name="connsiteY1" fmla="*/ 16734 h 101399"/>
                <a:gd name="connsiteX2" fmla="*/ 57174 w 127944"/>
                <a:gd name="connsiteY2" fmla="*/ 0 h 101399"/>
                <a:gd name="connsiteX3" fmla="*/ 113004 w 127944"/>
                <a:gd name="connsiteY3" fmla="*/ 10259 h 101399"/>
                <a:gd name="connsiteX4" fmla="*/ 127944 w 127944"/>
                <a:gd name="connsiteY4" fmla="*/ 101399 h 101399"/>
              </a:gdLst>
              <a:ahLst/>
              <a:cxnLst/>
              <a:rect l="l" t="t" r="r" b="b"/>
              <a:pathLst>
                <a:path w="127944" h="101399">
                  <a:moveTo>
                    <a:pt x="127944" y="101399"/>
                  </a:moveTo>
                  <a:cubicBezTo>
                    <a:pt x="74087" y="95597"/>
                    <a:pt x="26391" y="64037"/>
                    <a:pt x="0" y="16734"/>
                  </a:cubicBezTo>
                  <a:lnTo>
                    <a:pt x="57174" y="0"/>
                  </a:lnTo>
                  <a:cubicBezTo>
                    <a:pt x="75801" y="3138"/>
                    <a:pt x="94427" y="6225"/>
                    <a:pt x="113004" y="10259"/>
                  </a:cubicBezTo>
                  <a:cubicBezTo>
                    <a:pt x="116236" y="40898"/>
                    <a:pt x="121221" y="71333"/>
                    <a:pt x="127944" y="101399"/>
                  </a:cubicBezTo>
                  <a:close/>
                </a:path>
              </a:pathLst>
            </a:custGeom>
            <a:solidFill>
              <a:srgbClr val="C66745">
                <a:alpha val="100000"/>
              </a:srgbClr>
            </a:solidFill>
            <a:ln w="4973" cap="flat">
              <a:noFill/>
              <a:miter/>
            </a:ln>
          </p:spPr>
          <p:txBody>
            <a:bodyPr vert="horz" wrap="square" lIns="91440" tIns="45720" rIns="91440" bIns="45720" rtlCol="0" anchor="ctr"/>
            <a:lstStyle/>
            <a:p>
              <a:pPr algn="l"/>
              <a:endParaRPr kumimoji="1" lang="zh-CN" altLang="en-US"/>
            </a:p>
          </p:txBody>
        </p:sp>
        <p:sp>
          <p:nvSpPr>
            <p:cNvPr id="17" name="标题 1"/>
            <p:cNvSpPr txBox="1"/>
            <p:nvPr/>
          </p:nvSpPr>
          <p:spPr>
            <a:xfrm>
              <a:off x="8023290" y="1783124"/>
              <a:ext cx="38465" cy="127035"/>
            </a:xfrm>
            <a:custGeom>
              <a:avLst/>
              <a:gdLst>
                <a:gd name="connsiteX0" fmla="*/ 4731 w 37700"/>
                <a:gd name="connsiteY0" fmla="*/ 0 h 124508"/>
                <a:gd name="connsiteX1" fmla="*/ 36456 w 37700"/>
                <a:gd name="connsiteY1" fmla="*/ 75950 h 124508"/>
                <a:gd name="connsiteX2" fmla="*/ 11554 w 37700"/>
                <a:gd name="connsiteY2" fmla="*/ 124508 h 124508"/>
                <a:gd name="connsiteX3" fmla="*/ 0 w 37700"/>
                <a:gd name="connsiteY3" fmla="*/ 33567 h 124508"/>
                <a:gd name="connsiteX4" fmla="*/ 4731 w 37700"/>
                <a:gd name="connsiteY4" fmla="*/ 0 h 124508"/>
              </a:gdLst>
              <a:ahLst/>
              <a:cxnLst/>
              <a:rect l="l" t="t" r="r" b="b"/>
              <a:pathLst>
                <a:path w="37700" h="124508">
                  <a:moveTo>
                    <a:pt x="4731" y="0"/>
                  </a:moveTo>
                  <a:cubicBezTo>
                    <a:pt x="21913" y="10459"/>
                    <a:pt x="43080" y="36008"/>
                    <a:pt x="36456" y="75950"/>
                  </a:cubicBezTo>
                  <a:cubicBezTo>
                    <a:pt x="33453" y="94347"/>
                    <a:pt x="24742" y="111335"/>
                    <a:pt x="11554" y="124508"/>
                  </a:cubicBezTo>
                  <a:cubicBezTo>
                    <a:pt x="8018" y="94128"/>
                    <a:pt x="3536" y="63947"/>
                    <a:pt x="0" y="33567"/>
                  </a:cubicBezTo>
                  <a:cubicBezTo>
                    <a:pt x="9612" y="31326"/>
                    <a:pt x="-3436" y="5478"/>
                    <a:pt x="4731" y="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18" name="标题 1"/>
            <p:cNvSpPr txBox="1"/>
            <p:nvPr/>
          </p:nvSpPr>
          <p:spPr>
            <a:xfrm>
              <a:off x="7881138" y="1812323"/>
              <a:ext cx="195554" cy="263292"/>
            </a:xfrm>
            <a:custGeom>
              <a:avLst/>
              <a:gdLst>
                <a:gd name="connsiteX0" fmla="*/ 175232 w 191663"/>
                <a:gd name="connsiteY0" fmla="*/ 235837 h 258054"/>
                <a:gd name="connsiteX1" fmla="*/ 72737 w 191663"/>
                <a:gd name="connsiteY1" fmla="*/ 250778 h 258054"/>
                <a:gd name="connsiteX2" fmla="*/ 9537 w 191663"/>
                <a:gd name="connsiteY2" fmla="*/ 191014 h 258054"/>
                <a:gd name="connsiteX3" fmla="*/ 6897 w 191663"/>
                <a:gd name="connsiteY3" fmla="*/ 186034 h 258054"/>
                <a:gd name="connsiteX4" fmla="*/ 6897 w 191663"/>
                <a:gd name="connsiteY4" fmla="*/ 174031 h 258054"/>
                <a:gd name="connsiteX5" fmla="*/ 3162 w 191663"/>
                <a:gd name="connsiteY5" fmla="*/ 142058 h 258054"/>
                <a:gd name="connsiteX6" fmla="*/ 4407 w 191663"/>
                <a:gd name="connsiteY6" fmla="*/ 88718 h 258054"/>
                <a:gd name="connsiteX7" fmla="*/ 7893 w 191663"/>
                <a:gd name="connsiteY7" fmla="*/ 18546 h 258054"/>
                <a:gd name="connsiteX8" fmla="*/ 145151 w 191663"/>
                <a:gd name="connsiteY8" fmla="*/ 218 h 258054"/>
                <a:gd name="connsiteX9" fmla="*/ 150624 w 191663"/>
                <a:gd name="connsiteY9" fmla="*/ 2977 h 258054"/>
                <a:gd name="connsiteX10" fmla="*/ 150779 w 191663"/>
                <a:gd name="connsiteY10" fmla="*/ 3605 h 258054"/>
                <a:gd name="connsiteX11" fmla="*/ 158150 w 191663"/>
                <a:gd name="connsiteY11" fmla="*/ 44493 h 258054"/>
                <a:gd name="connsiteX12" fmla="*/ 158150 w 191663"/>
                <a:gd name="connsiteY12" fmla="*/ 44493 h 258054"/>
                <a:gd name="connsiteX13" fmla="*/ 161287 w 191663"/>
                <a:gd name="connsiteY13" fmla="*/ 62123 h 258054"/>
                <a:gd name="connsiteX14" fmla="*/ 187284 w 191663"/>
                <a:gd name="connsiteY14" fmla="*/ 149777 h 258054"/>
                <a:gd name="connsiteX15" fmla="*/ 175232 w 191663"/>
                <a:gd name="connsiteY15" fmla="*/ 235837 h 258054"/>
              </a:gdLst>
              <a:ahLst/>
              <a:cxnLst/>
              <a:rect l="l" t="t" r="r" b="b"/>
              <a:pathLst>
                <a:path w="191663" h="258054">
                  <a:moveTo>
                    <a:pt x="175232" y="235837"/>
                  </a:moveTo>
                  <a:cubicBezTo>
                    <a:pt x="152621" y="261486"/>
                    <a:pt x="102918" y="262681"/>
                    <a:pt x="72737" y="250778"/>
                  </a:cubicBezTo>
                  <a:cubicBezTo>
                    <a:pt x="42556" y="238875"/>
                    <a:pt x="25225" y="219801"/>
                    <a:pt x="9537" y="191014"/>
                  </a:cubicBezTo>
                  <a:cubicBezTo>
                    <a:pt x="8690" y="189321"/>
                    <a:pt x="7744" y="187578"/>
                    <a:pt x="6897" y="186034"/>
                  </a:cubicBezTo>
                  <a:cubicBezTo>
                    <a:pt x="6897" y="182050"/>
                    <a:pt x="6897" y="178065"/>
                    <a:pt x="6897" y="174031"/>
                  </a:cubicBezTo>
                  <a:cubicBezTo>
                    <a:pt x="6349" y="163373"/>
                    <a:pt x="4656" y="152666"/>
                    <a:pt x="3162" y="142058"/>
                  </a:cubicBezTo>
                  <a:cubicBezTo>
                    <a:pt x="771" y="124427"/>
                    <a:pt x="-972" y="106050"/>
                    <a:pt x="4407" y="88718"/>
                  </a:cubicBezTo>
                  <a:cubicBezTo>
                    <a:pt x="10981" y="67403"/>
                    <a:pt x="-11082" y="30698"/>
                    <a:pt x="7893" y="18546"/>
                  </a:cubicBezTo>
                  <a:cubicBezTo>
                    <a:pt x="45893" y="-131"/>
                    <a:pt x="130459" y="4750"/>
                    <a:pt x="145151" y="218"/>
                  </a:cubicBezTo>
                  <a:cubicBezTo>
                    <a:pt x="147422" y="-529"/>
                    <a:pt x="149872" y="706"/>
                    <a:pt x="150624" y="2977"/>
                  </a:cubicBezTo>
                  <a:cubicBezTo>
                    <a:pt x="150689" y="3181"/>
                    <a:pt x="150744" y="3390"/>
                    <a:pt x="150779" y="3605"/>
                  </a:cubicBezTo>
                  <a:lnTo>
                    <a:pt x="158150" y="44493"/>
                  </a:lnTo>
                  <a:lnTo>
                    <a:pt x="158150" y="44493"/>
                  </a:lnTo>
                  <a:cubicBezTo>
                    <a:pt x="158882" y="50420"/>
                    <a:pt x="159933" y="56306"/>
                    <a:pt x="161287" y="62123"/>
                  </a:cubicBezTo>
                  <a:cubicBezTo>
                    <a:pt x="168260" y="92005"/>
                    <a:pt x="181208" y="119696"/>
                    <a:pt x="187284" y="149777"/>
                  </a:cubicBezTo>
                  <a:cubicBezTo>
                    <a:pt x="193360" y="179858"/>
                    <a:pt x="196050" y="212031"/>
                    <a:pt x="175232" y="235837"/>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19" name="标题 1"/>
            <p:cNvSpPr txBox="1"/>
            <p:nvPr/>
          </p:nvSpPr>
          <p:spPr>
            <a:xfrm>
              <a:off x="7845569" y="1929546"/>
              <a:ext cx="51090" cy="77396"/>
            </a:xfrm>
            <a:custGeom>
              <a:avLst/>
              <a:gdLst>
                <a:gd name="connsiteX0" fmla="*/ 39068 w 50074"/>
                <a:gd name="connsiteY0" fmla="*/ 17953 h 75856"/>
                <a:gd name="connsiteX1" fmla="*/ 22683 w 50074"/>
                <a:gd name="connsiteY1" fmla="*/ 422 h 75856"/>
                <a:gd name="connsiteX2" fmla="*/ 6049 w 50074"/>
                <a:gd name="connsiteY2" fmla="*/ 8191 h 75856"/>
                <a:gd name="connsiteX3" fmla="*/ 8489 w 50074"/>
                <a:gd name="connsiteY3" fmla="*/ 57148 h 75856"/>
                <a:gd name="connsiteX4" fmla="*/ 50075 w 50074"/>
                <a:gd name="connsiteY4" fmla="*/ 74928 h 75856"/>
                <a:gd name="connsiteX5" fmla="*/ 39068 w 50074"/>
                <a:gd name="connsiteY5" fmla="*/ 17953 h 75856"/>
              </a:gdLst>
              <a:ahLst/>
              <a:cxnLst/>
              <a:rect l="l" t="t" r="r" b="b"/>
              <a:pathLst>
                <a:path w="50074" h="75856">
                  <a:moveTo>
                    <a:pt x="39068" y="17953"/>
                  </a:moveTo>
                  <a:cubicBezTo>
                    <a:pt x="36354" y="10039"/>
                    <a:pt x="30392" y="3664"/>
                    <a:pt x="22683" y="422"/>
                  </a:cubicBezTo>
                  <a:cubicBezTo>
                    <a:pt x="16707" y="-1421"/>
                    <a:pt x="10232" y="3062"/>
                    <a:pt x="6049" y="8191"/>
                  </a:cubicBezTo>
                  <a:cubicBezTo>
                    <a:pt x="-4559" y="21389"/>
                    <a:pt x="421" y="43054"/>
                    <a:pt x="8489" y="57148"/>
                  </a:cubicBezTo>
                  <a:cubicBezTo>
                    <a:pt x="17095" y="71387"/>
                    <a:pt x="33834" y="78544"/>
                    <a:pt x="50075" y="74928"/>
                  </a:cubicBezTo>
                  <a:cubicBezTo>
                    <a:pt x="47385" y="56202"/>
                    <a:pt x="41907" y="36679"/>
                    <a:pt x="39068" y="17953"/>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a:off x="7968894" y="1961506"/>
              <a:ext cx="86713" cy="56770"/>
            </a:xfrm>
            <a:custGeom>
              <a:avLst/>
              <a:gdLst>
                <a:gd name="connsiteX0" fmla="*/ 5752 w 84988"/>
                <a:gd name="connsiteY0" fmla="*/ 11232 h 55641"/>
                <a:gd name="connsiteX1" fmla="*/ 76174 w 84988"/>
                <a:gd name="connsiteY1" fmla="*/ 723 h 55641"/>
                <a:gd name="connsiteX2" fmla="*/ 84277 w 84988"/>
                <a:gd name="connsiteY2" fmla="*/ 3134 h 55641"/>
                <a:gd name="connsiteX3" fmla="*/ 84989 w 84988"/>
                <a:gd name="connsiteY3" fmla="*/ 5703 h 55641"/>
                <a:gd name="connsiteX4" fmla="*/ 871 w 84988"/>
                <a:gd name="connsiteY4" fmla="*/ 20246 h 55641"/>
                <a:gd name="connsiteX5" fmla="*/ 5752 w 84988"/>
                <a:gd name="connsiteY5" fmla="*/ 11232 h 55641"/>
              </a:gdLst>
              <a:ahLst/>
              <a:cxnLst/>
              <a:rect l="l" t="t" r="r" b="b"/>
              <a:pathLst>
                <a:path w="84988" h="55641">
                  <a:moveTo>
                    <a:pt x="5752" y="11232"/>
                  </a:moveTo>
                  <a:cubicBezTo>
                    <a:pt x="32646" y="13373"/>
                    <a:pt x="64171" y="6749"/>
                    <a:pt x="76174" y="723"/>
                  </a:cubicBezTo>
                  <a:cubicBezTo>
                    <a:pt x="79077" y="-851"/>
                    <a:pt x="82703" y="230"/>
                    <a:pt x="84277" y="3134"/>
                  </a:cubicBezTo>
                  <a:cubicBezTo>
                    <a:pt x="84705" y="3925"/>
                    <a:pt x="84949" y="4802"/>
                    <a:pt x="84989" y="5703"/>
                  </a:cubicBezTo>
                  <a:cubicBezTo>
                    <a:pt x="84391" y="86235"/>
                    <a:pt x="14866" y="52718"/>
                    <a:pt x="871" y="20246"/>
                  </a:cubicBezTo>
                  <a:cubicBezTo>
                    <a:pt x="-1221" y="15664"/>
                    <a:pt x="473" y="10783"/>
                    <a:pt x="5752" y="11232"/>
                  </a:cubicBezTo>
                  <a:close/>
                </a:path>
              </a:pathLst>
            </a:custGeom>
            <a:solidFill>
              <a:srgbClr val="FFFF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1" name="标题 1"/>
            <p:cNvSpPr txBox="1"/>
            <p:nvPr/>
          </p:nvSpPr>
          <p:spPr>
            <a:xfrm>
              <a:off x="7839452" y="1692217"/>
              <a:ext cx="218065" cy="239487"/>
            </a:xfrm>
            <a:custGeom>
              <a:avLst/>
              <a:gdLst>
                <a:gd name="connsiteX0" fmla="*/ 39586 w 213727"/>
                <a:gd name="connsiteY0" fmla="*/ 234723 h 234722"/>
                <a:gd name="connsiteX1" fmla="*/ 56071 w 213727"/>
                <a:gd name="connsiteY1" fmla="*/ 151750 h 234722"/>
                <a:gd name="connsiteX2" fmla="*/ 159661 w 213727"/>
                <a:gd name="connsiteY2" fmla="*/ 144031 h 234722"/>
                <a:gd name="connsiteX3" fmla="*/ 203488 w 213727"/>
                <a:gd name="connsiteY3" fmla="*/ 114547 h 234722"/>
                <a:gd name="connsiteX4" fmla="*/ 172560 w 213727"/>
                <a:gd name="connsiteY4" fmla="*/ 0 h 234722"/>
                <a:gd name="connsiteX5" fmla="*/ 118424 w 213727"/>
                <a:gd name="connsiteY5" fmla="*/ 41835 h 234722"/>
                <a:gd name="connsiteX6" fmla="*/ 48700 w 213727"/>
                <a:gd name="connsiteY6" fmla="*/ 57871 h 234722"/>
                <a:gd name="connsiteX7" fmla="*/ 440 w 213727"/>
                <a:gd name="connsiteY7" fmla="*/ 148214 h 234722"/>
                <a:gd name="connsiteX8" fmla="*/ 39586 w 213727"/>
                <a:gd name="connsiteY8" fmla="*/ 234723 h 234722"/>
              </a:gdLst>
              <a:ahLst/>
              <a:cxnLst/>
              <a:rect l="l" t="t" r="r" b="b"/>
              <a:pathLst>
                <a:path w="213727" h="234722">
                  <a:moveTo>
                    <a:pt x="39586" y="234723"/>
                  </a:moveTo>
                  <a:cubicBezTo>
                    <a:pt x="52036" y="207929"/>
                    <a:pt x="69468" y="178146"/>
                    <a:pt x="56071" y="151750"/>
                  </a:cubicBezTo>
                  <a:cubicBezTo>
                    <a:pt x="90793" y="154246"/>
                    <a:pt x="125690" y="151641"/>
                    <a:pt x="159661" y="144031"/>
                  </a:cubicBezTo>
                  <a:cubicBezTo>
                    <a:pt x="181973" y="139051"/>
                    <a:pt x="190141" y="133174"/>
                    <a:pt x="203488" y="114547"/>
                  </a:cubicBezTo>
                  <a:cubicBezTo>
                    <a:pt x="232424" y="74107"/>
                    <a:pt x="192930" y="10708"/>
                    <a:pt x="172560" y="0"/>
                  </a:cubicBezTo>
                  <a:cubicBezTo>
                    <a:pt x="165837" y="23059"/>
                    <a:pt x="141832" y="36655"/>
                    <a:pt x="118424" y="41835"/>
                  </a:cubicBezTo>
                  <a:cubicBezTo>
                    <a:pt x="95017" y="47014"/>
                    <a:pt x="70165" y="47413"/>
                    <a:pt x="48700" y="57871"/>
                  </a:cubicBezTo>
                  <a:cubicBezTo>
                    <a:pt x="15929" y="73659"/>
                    <a:pt x="-3195" y="112007"/>
                    <a:pt x="440" y="148214"/>
                  </a:cubicBezTo>
                  <a:cubicBezTo>
                    <a:pt x="4076" y="184421"/>
                    <a:pt x="7363" y="217889"/>
                    <a:pt x="39586" y="234723"/>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22" name="标题 1"/>
            <p:cNvSpPr txBox="1"/>
            <p:nvPr/>
          </p:nvSpPr>
          <p:spPr>
            <a:xfrm>
              <a:off x="7757837" y="2145586"/>
              <a:ext cx="651183" cy="984059"/>
            </a:xfrm>
            <a:custGeom>
              <a:avLst/>
              <a:gdLst>
                <a:gd name="connsiteX0" fmla="*/ 0 w 638228"/>
                <a:gd name="connsiteY0" fmla="*/ 960451 h 964481"/>
                <a:gd name="connsiteX1" fmla="*/ 638228 w 638228"/>
                <a:gd name="connsiteY1" fmla="*/ 897151 h 964481"/>
                <a:gd name="connsiteX2" fmla="*/ 341551 w 638228"/>
                <a:gd name="connsiteY2" fmla="*/ 1738 h 964481"/>
                <a:gd name="connsiteX3" fmla="*/ 2889 w 638228"/>
                <a:gd name="connsiteY3" fmla="*/ 83366 h 964481"/>
                <a:gd name="connsiteX4" fmla="*/ 0 w 638228"/>
                <a:gd name="connsiteY4" fmla="*/ 960451 h 964481"/>
              </a:gdLst>
              <a:ahLst/>
              <a:cxnLst/>
              <a:rect l="l" t="t" r="r" b="b"/>
              <a:pathLst>
                <a:path w="638228" h="964481">
                  <a:moveTo>
                    <a:pt x="0" y="960451"/>
                  </a:moveTo>
                  <a:cubicBezTo>
                    <a:pt x="0" y="960451"/>
                    <a:pt x="389511" y="988390"/>
                    <a:pt x="638228" y="897151"/>
                  </a:cubicBezTo>
                  <a:cubicBezTo>
                    <a:pt x="638228" y="897151"/>
                    <a:pt x="595796" y="263255"/>
                    <a:pt x="341551" y="1738"/>
                  </a:cubicBezTo>
                  <a:cubicBezTo>
                    <a:pt x="341551" y="1738"/>
                    <a:pt x="172518" y="-19079"/>
                    <a:pt x="2889" y="83366"/>
                  </a:cubicBezTo>
                  <a:cubicBezTo>
                    <a:pt x="3138" y="83366"/>
                    <a:pt x="99407" y="644001"/>
                    <a:pt x="0" y="960451"/>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3" name="标题 1"/>
            <p:cNvSpPr txBox="1"/>
            <p:nvPr/>
          </p:nvSpPr>
          <p:spPr>
            <a:xfrm>
              <a:off x="7306290" y="2239028"/>
              <a:ext cx="544150" cy="612681"/>
            </a:xfrm>
            <a:custGeom>
              <a:avLst/>
              <a:gdLst>
                <a:gd name="connsiteX0" fmla="*/ 533305 w 533324"/>
                <a:gd name="connsiteY0" fmla="*/ 580258 h 600492"/>
                <a:gd name="connsiteX1" fmla="*/ 524041 w 533324"/>
                <a:gd name="connsiteY1" fmla="*/ 590218 h 600492"/>
                <a:gd name="connsiteX2" fmla="*/ 511690 w 533324"/>
                <a:gd name="connsiteY2" fmla="*/ 595199 h 600492"/>
                <a:gd name="connsiteX3" fmla="*/ 493811 w 533324"/>
                <a:gd name="connsiteY3" fmla="*/ 598635 h 600492"/>
                <a:gd name="connsiteX4" fmla="*/ 444256 w 533324"/>
                <a:gd name="connsiteY4" fmla="*/ 599283 h 600492"/>
                <a:gd name="connsiteX5" fmla="*/ 380309 w 533324"/>
                <a:gd name="connsiteY5" fmla="*/ 586632 h 600492"/>
                <a:gd name="connsiteX6" fmla="*/ 229854 w 533324"/>
                <a:gd name="connsiteY6" fmla="*/ 527516 h 600492"/>
                <a:gd name="connsiteX7" fmla="*/ 149421 w 533324"/>
                <a:gd name="connsiteY7" fmla="*/ 493949 h 600492"/>
                <a:gd name="connsiteX8" fmla="*/ 76210 w 533324"/>
                <a:gd name="connsiteY8" fmla="*/ 476717 h 600492"/>
                <a:gd name="connsiteX9" fmla="*/ 51 w 533324"/>
                <a:gd name="connsiteY9" fmla="*/ 394900 h 600492"/>
                <a:gd name="connsiteX10" fmla="*/ 1506 w 533324"/>
                <a:gd name="connsiteY10" fmla="*/ 382389 h 600492"/>
                <a:gd name="connsiteX11" fmla="*/ 4095 w 533324"/>
                <a:gd name="connsiteY11" fmla="*/ 369441 h 600492"/>
                <a:gd name="connsiteX12" fmla="*/ 222184 w 533324"/>
                <a:gd name="connsiteY12" fmla="*/ 75352 h 600492"/>
                <a:gd name="connsiteX13" fmla="*/ 372291 w 533324"/>
                <a:gd name="connsiteY13" fmla="*/ 0 h 600492"/>
                <a:gd name="connsiteX14" fmla="*/ 437483 w 533324"/>
                <a:gd name="connsiteY14" fmla="*/ 236267 h 600492"/>
                <a:gd name="connsiteX15" fmla="*/ 222034 w 533324"/>
                <a:gd name="connsiteY15" fmla="*/ 352159 h 600492"/>
                <a:gd name="connsiteX16" fmla="*/ 301720 w 533324"/>
                <a:gd name="connsiteY16" fmla="*/ 411923 h 600492"/>
                <a:gd name="connsiteX17" fmla="*/ 417413 w 533324"/>
                <a:gd name="connsiteY17" fmla="*/ 509935 h 600492"/>
                <a:gd name="connsiteX18" fmla="*/ 462235 w 533324"/>
                <a:gd name="connsiteY18" fmla="*/ 540963 h 600492"/>
                <a:gd name="connsiteX19" fmla="*/ 498791 w 533324"/>
                <a:gd name="connsiteY19" fmla="*/ 560286 h 600492"/>
                <a:gd name="connsiteX20" fmla="*/ 523693 w 533324"/>
                <a:gd name="connsiteY20" fmla="*/ 571393 h 600492"/>
                <a:gd name="connsiteX21" fmla="*/ 533305 w 533324"/>
                <a:gd name="connsiteY21" fmla="*/ 580258 h 600492"/>
              </a:gdLst>
              <a:ahLst/>
              <a:cxnLst/>
              <a:rect l="l" t="t" r="r" b="b"/>
              <a:pathLst>
                <a:path w="533324" h="600492">
                  <a:moveTo>
                    <a:pt x="533305" y="580258"/>
                  </a:moveTo>
                  <a:cubicBezTo>
                    <a:pt x="533604" y="583345"/>
                    <a:pt x="530615" y="586632"/>
                    <a:pt x="524041" y="590218"/>
                  </a:cubicBezTo>
                  <a:cubicBezTo>
                    <a:pt x="520132" y="592355"/>
                    <a:pt x="515988" y="594028"/>
                    <a:pt x="511690" y="595199"/>
                  </a:cubicBezTo>
                  <a:cubicBezTo>
                    <a:pt x="505838" y="596847"/>
                    <a:pt x="499857" y="597998"/>
                    <a:pt x="493811" y="598635"/>
                  </a:cubicBezTo>
                  <a:cubicBezTo>
                    <a:pt x="477381" y="600871"/>
                    <a:pt x="460741" y="601090"/>
                    <a:pt x="444256" y="599283"/>
                  </a:cubicBezTo>
                  <a:cubicBezTo>
                    <a:pt x="422602" y="597007"/>
                    <a:pt x="401202" y="592773"/>
                    <a:pt x="380309" y="586632"/>
                  </a:cubicBezTo>
                  <a:cubicBezTo>
                    <a:pt x="334440" y="573733"/>
                    <a:pt x="282794" y="551272"/>
                    <a:pt x="229854" y="527516"/>
                  </a:cubicBezTo>
                  <a:cubicBezTo>
                    <a:pt x="203209" y="515663"/>
                    <a:pt x="176066" y="503760"/>
                    <a:pt x="149421" y="493949"/>
                  </a:cubicBezTo>
                  <a:cubicBezTo>
                    <a:pt x="122777" y="484137"/>
                    <a:pt x="96779" y="477514"/>
                    <a:pt x="76210" y="476717"/>
                  </a:cubicBezTo>
                  <a:cubicBezTo>
                    <a:pt x="32588" y="475153"/>
                    <a:pt x="-1507" y="438523"/>
                    <a:pt x="51" y="394900"/>
                  </a:cubicBezTo>
                  <a:cubicBezTo>
                    <a:pt x="206" y="390696"/>
                    <a:pt x="689" y="386513"/>
                    <a:pt x="1506" y="382389"/>
                  </a:cubicBezTo>
                  <a:lnTo>
                    <a:pt x="4095" y="369441"/>
                  </a:lnTo>
                  <a:cubicBezTo>
                    <a:pt x="39655" y="226605"/>
                    <a:pt x="136771" y="132726"/>
                    <a:pt x="222184" y="75352"/>
                  </a:cubicBezTo>
                  <a:cubicBezTo>
                    <a:pt x="268705" y="43772"/>
                    <a:pt x="319176" y="18442"/>
                    <a:pt x="372291" y="0"/>
                  </a:cubicBezTo>
                  <a:lnTo>
                    <a:pt x="437483" y="236267"/>
                  </a:lnTo>
                  <a:lnTo>
                    <a:pt x="222034" y="352159"/>
                  </a:lnTo>
                  <a:cubicBezTo>
                    <a:pt x="249835" y="370377"/>
                    <a:pt x="276449" y="390338"/>
                    <a:pt x="301720" y="411923"/>
                  </a:cubicBezTo>
                  <a:cubicBezTo>
                    <a:pt x="348037" y="450769"/>
                    <a:pt x="384841" y="485034"/>
                    <a:pt x="417413" y="509935"/>
                  </a:cubicBezTo>
                  <a:cubicBezTo>
                    <a:pt x="431741" y="521131"/>
                    <a:pt x="446712" y="531490"/>
                    <a:pt x="462235" y="540963"/>
                  </a:cubicBezTo>
                  <a:cubicBezTo>
                    <a:pt x="473979" y="548209"/>
                    <a:pt x="486191" y="554664"/>
                    <a:pt x="498791" y="560286"/>
                  </a:cubicBezTo>
                  <a:lnTo>
                    <a:pt x="523693" y="571393"/>
                  </a:lnTo>
                  <a:cubicBezTo>
                    <a:pt x="529520" y="574281"/>
                    <a:pt x="533105" y="577170"/>
                    <a:pt x="533305" y="580258"/>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4" name="标题 1"/>
            <p:cNvSpPr txBox="1"/>
            <p:nvPr/>
          </p:nvSpPr>
          <p:spPr>
            <a:xfrm>
              <a:off x="7711181" y="2762353"/>
              <a:ext cx="191215" cy="143135"/>
            </a:xfrm>
            <a:custGeom>
              <a:avLst/>
              <a:gdLst>
                <a:gd name="connsiteX0" fmla="*/ 176261 w 187411"/>
                <a:gd name="connsiteY0" fmla="*/ 11515 h 140287"/>
                <a:gd name="connsiteX1" fmla="*/ 148421 w 187411"/>
                <a:gd name="connsiteY1" fmla="*/ 1057 h 140287"/>
                <a:gd name="connsiteX2" fmla="*/ 97672 w 187411"/>
                <a:gd name="connsiteY2" fmla="*/ 3945 h 140287"/>
                <a:gd name="connsiteX3" fmla="*/ 27648 w 187411"/>
                <a:gd name="connsiteY3" fmla="*/ 22970 h 140287"/>
                <a:gd name="connsiteX4" fmla="*/ 2249 w 187411"/>
                <a:gd name="connsiteY4" fmla="*/ 52304 h 140287"/>
                <a:gd name="connsiteX5" fmla="*/ 17588 w 187411"/>
                <a:gd name="connsiteY5" fmla="*/ 80941 h 140287"/>
                <a:gd name="connsiteX6" fmla="*/ 106138 w 187411"/>
                <a:gd name="connsiteY6" fmla="*/ 132188 h 140287"/>
                <a:gd name="connsiteX7" fmla="*/ 131040 w 187411"/>
                <a:gd name="connsiteY7" fmla="*/ 137328 h 140287"/>
                <a:gd name="connsiteX8" fmla="*/ 135472 w 187411"/>
                <a:gd name="connsiteY8" fmla="*/ 133185 h 140287"/>
                <a:gd name="connsiteX9" fmla="*/ 185275 w 187411"/>
                <a:gd name="connsiteY9" fmla="*/ 43240 h 140287"/>
                <a:gd name="connsiteX10" fmla="*/ 176261 w 187411"/>
                <a:gd name="connsiteY10" fmla="*/ 11515 h 140287"/>
              </a:gdLst>
              <a:ahLst/>
              <a:cxnLst/>
              <a:rect l="l" t="t" r="r" b="b"/>
              <a:pathLst>
                <a:path w="187411" h="140287">
                  <a:moveTo>
                    <a:pt x="176261" y="11515"/>
                  </a:moveTo>
                  <a:cubicBezTo>
                    <a:pt x="167804" y="6142"/>
                    <a:pt x="158327" y="2581"/>
                    <a:pt x="148421" y="1057"/>
                  </a:cubicBezTo>
                  <a:cubicBezTo>
                    <a:pt x="131468" y="-1015"/>
                    <a:pt x="114281" y="-34"/>
                    <a:pt x="97672" y="3945"/>
                  </a:cubicBezTo>
                  <a:cubicBezTo>
                    <a:pt x="73856" y="8383"/>
                    <a:pt x="50438" y="14742"/>
                    <a:pt x="27648" y="22970"/>
                  </a:cubicBezTo>
                  <a:cubicBezTo>
                    <a:pt x="16642" y="27153"/>
                    <a:pt x="9420" y="40052"/>
                    <a:pt x="2249" y="52304"/>
                  </a:cubicBezTo>
                  <a:cubicBezTo>
                    <a:pt x="-4076" y="63161"/>
                    <a:pt x="3543" y="77704"/>
                    <a:pt x="17588" y="80941"/>
                  </a:cubicBezTo>
                  <a:cubicBezTo>
                    <a:pt x="53895" y="89358"/>
                    <a:pt x="87711" y="105594"/>
                    <a:pt x="106138" y="132188"/>
                  </a:cubicBezTo>
                  <a:cubicBezTo>
                    <a:pt x="111597" y="140486"/>
                    <a:pt x="122742" y="142782"/>
                    <a:pt x="131040" y="137328"/>
                  </a:cubicBezTo>
                  <a:cubicBezTo>
                    <a:pt x="132743" y="136208"/>
                    <a:pt x="134242" y="134808"/>
                    <a:pt x="135472" y="133185"/>
                  </a:cubicBezTo>
                  <a:cubicBezTo>
                    <a:pt x="155867" y="105464"/>
                    <a:pt x="172606" y="75234"/>
                    <a:pt x="185275" y="43240"/>
                  </a:cubicBezTo>
                  <a:cubicBezTo>
                    <a:pt x="190181" y="31865"/>
                    <a:pt x="186416" y="18612"/>
                    <a:pt x="176261" y="11515"/>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5" name="标题 1"/>
            <p:cNvSpPr txBox="1"/>
            <p:nvPr/>
          </p:nvSpPr>
          <p:spPr>
            <a:xfrm>
              <a:off x="7975982" y="2186954"/>
              <a:ext cx="195634" cy="658643"/>
            </a:xfrm>
            <a:custGeom>
              <a:avLst/>
              <a:gdLst>
                <a:gd name="connsiteX0" fmla="*/ 0 w 191742"/>
                <a:gd name="connsiteY0" fmla="*/ 17570 h 645539"/>
                <a:gd name="connsiteX1" fmla="*/ 44823 w 191742"/>
                <a:gd name="connsiteY1" fmla="*/ 76687 h 645539"/>
                <a:gd name="connsiteX2" fmla="*/ 50351 w 191742"/>
                <a:gd name="connsiteY2" fmla="*/ 600717 h 645539"/>
                <a:gd name="connsiteX3" fmla="*/ 144180 w 191742"/>
                <a:gd name="connsiteY3" fmla="*/ 645539 h 645539"/>
                <a:gd name="connsiteX4" fmla="*/ 191743 w 191742"/>
                <a:gd name="connsiteY4" fmla="*/ 558135 h 645539"/>
                <a:gd name="connsiteX5" fmla="*/ 63997 w 191742"/>
                <a:gd name="connsiteY5" fmla="*/ 77533 h 645539"/>
                <a:gd name="connsiteX6" fmla="*/ 72264 w 191742"/>
                <a:gd name="connsiteY6" fmla="*/ 1733 h 645539"/>
                <a:gd name="connsiteX7" fmla="*/ 0 w 191742"/>
                <a:gd name="connsiteY7" fmla="*/ 17570 h 645539"/>
              </a:gdLst>
              <a:ahLst/>
              <a:cxnLst/>
              <a:rect l="l" t="t" r="r" b="b"/>
              <a:pathLst>
                <a:path w="191742" h="645539">
                  <a:moveTo>
                    <a:pt x="0" y="17570"/>
                  </a:moveTo>
                  <a:lnTo>
                    <a:pt x="44823" y="76687"/>
                  </a:lnTo>
                  <a:cubicBezTo>
                    <a:pt x="44823" y="76687"/>
                    <a:pt x="31077" y="434872"/>
                    <a:pt x="50351" y="600717"/>
                  </a:cubicBezTo>
                  <a:lnTo>
                    <a:pt x="144180" y="645539"/>
                  </a:lnTo>
                  <a:lnTo>
                    <a:pt x="191743" y="558135"/>
                  </a:lnTo>
                  <a:cubicBezTo>
                    <a:pt x="191743" y="558135"/>
                    <a:pt x="141242" y="254883"/>
                    <a:pt x="63997" y="77533"/>
                  </a:cubicBezTo>
                  <a:lnTo>
                    <a:pt x="72264" y="1733"/>
                  </a:lnTo>
                  <a:cubicBezTo>
                    <a:pt x="72264" y="1733"/>
                    <a:pt x="45869" y="-7730"/>
                    <a:pt x="0" y="17570"/>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6" name="标题 1"/>
            <p:cNvSpPr txBox="1"/>
            <p:nvPr/>
          </p:nvSpPr>
          <p:spPr>
            <a:xfrm>
              <a:off x="7932992" y="2129320"/>
              <a:ext cx="116971" cy="59514"/>
            </a:xfrm>
            <a:custGeom>
              <a:avLst/>
              <a:gdLst>
                <a:gd name="connsiteX0" fmla="*/ 88749 w 114644"/>
                <a:gd name="connsiteY0" fmla="*/ 53738 h 58330"/>
                <a:gd name="connsiteX1" fmla="*/ 109069 w 114644"/>
                <a:gd name="connsiteY1" fmla="*/ 0 h 58330"/>
                <a:gd name="connsiteX2" fmla="*/ 0 w 114644"/>
                <a:gd name="connsiteY2" fmla="*/ 19374 h 58330"/>
                <a:gd name="connsiteX3" fmla="*/ 88749 w 114644"/>
                <a:gd name="connsiteY3" fmla="*/ 53738 h 58330"/>
              </a:gdLst>
              <a:ahLst/>
              <a:cxnLst/>
              <a:rect l="l" t="t" r="r" b="b"/>
              <a:pathLst>
                <a:path w="114644" h="58330">
                  <a:moveTo>
                    <a:pt x="88749" y="53738"/>
                  </a:moveTo>
                  <a:cubicBezTo>
                    <a:pt x="88749" y="53738"/>
                    <a:pt x="129090" y="36755"/>
                    <a:pt x="109069" y="0"/>
                  </a:cubicBezTo>
                  <a:lnTo>
                    <a:pt x="0" y="19374"/>
                  </a:lnTo>
                  <a:cubicBezTo>
                    <a:pt x="0" y="19374"/>
                    <a:pt x="7222" y="74257"/>
                    <a:pt x="88749" y="53738"/>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7" name="标题 1"/>
            <p:cNvSpPr txBox="1"/>
            <p:nvPr/>
          </p:nvSpPr>
          <p:spPr>
            <a:xfrm>
              <a:off x="7891122" y="2114584"/>
              <a:ext cx="189450" cy="145379"/>
            </a:xfrm>
            <a:custGeom>
              <a:avLst/>
              <a:gdLst>
                <a:gd name="connsiteX0" fmla="*/ 22461 w 185681"/>
                <a:gd name="connsiteY0" fmla="*/ 3436 h 142487"/>
                <a:gd name="connsiteX1" fmla="*/ 129538 w 185681"/>
                <a:gd name="connsiteY1" fmla="*/ 68181 h 142487"/>
                <a:gd name="connsiteX2" fmla="*/ 147169 w 185681"/>
                <a:gd name="connsiteY2" fmla="*/ 0 h 142487"/>
                <a:gd name="connsiteX3" fmla="*/ 174461 w 185681"/>
                <a:gd name="connsiteY3" fmla="*/ 30529 h 142487"/>
                <a:gd name="connsiteX4" fmla="*/ 167787 w 185681"/>
                <a:gd name="connsiteY4" fmla="*/ 131281 h 142487"/>
                <a:gd name="connsiteX5" fmla="*/ 129787 w 185681"/>
                <a:gd name="connsiteY5" fmla="*/ 75651 h 142487"/>
                <a:gd name="connsiteX6" fmla="*/ 101549 w 185681"/>
                <a:gd name="connsiteY6" fmla="*/ 142487 h 142487"/>
                <a:gd name="connsiteX7" fmla="*/ 0 w 185681"/>
                <a:gd name="connsiteY7" fmla="*/ 41187 h 142487"/>
              </a:gdLst>
              <a:ahLst/>
              <a:cxnLst/>
              <a:rect l="l" t="t" r="r" b="b"/>
              <a:pathLst>
                <a:path w="185681" h="142487">
                  <a:moveTo>
                    <a:pt x="22461" y="3436"/>
                  </a:moveTo>
                  <a:cubicBezTo>
                    <a:pt x="22461" y="3436"/>
                    <a:pt x="40938" y="68181"/>
                    <a:pt x="129538" y="68181"/>
                  </a:cubicBezTo>
                  <a:cubicBezTo>
                    <a:pt x="129538" y="68181"/>
                    <a:pt x="160117" y="48259"/>
                    <a:pt x="147169" y="0"/>
                  </a:cubicBezTo>
                  <a:lnTo>
                    <a:pt x="174461" y="30529"/>
                  </a:lnTo>
                  <a:cubicBezTo>
                    <a:pt x="174461" y="30529"/>
                    <a:pt x="203695" y="81578"/>
                    <a:pt x="167787" y="131281"/>
                  </a:cubicBezTo>
                  <a:lnTo>
                    <a:pt x="129787" y="75651"/>
                  </a:lnTo>
                  <a:lnTo>
                    <a:pt x="101549" y="142487"/>
                  </a:lnTo>
                  <a:cubicBezTo>
                    <a:pt x="101549" y="142487"/>
                    <a:pt x="34414" y="130136"/>
                    <a:pt x="0" y="41187"/>
                  </a:cubicBezTo>
                  <a:close/>
                </a:path>
              </a:pathLst>
            </a:custGeom>
            <a:solidFill>
              <a:srgbClr val="FFFF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28" name="标题 1"/>
            <p:cNvSpPr txBox="1"/>
            <p:nvPr/>
          </p:nvSpPr>
          <p:spPr>
            <a:xfrm>
              <a:off x="8012967" y="1748368"/>
              <a:ext cx="540606" cy="466167"/>
            </a:xfrm>
            <a:custGeom>
              <a:avLst/>
              <a:gdLst>
                <a:gd name="connsiteX0" fmla="*/ 520202 w 529851"/>
                <a:gd name="connsiteY0" fmla="*/ 212160 h 456893"/>
                <a:gd name="connsiteX1" fmla="*/ 520202 w 529851"/>
                <a:gd name="connsiteY1" fmla="*/ 212459 h 456893"/>
                <a:gd name="connsiteX2" fmla="*/ 464572 w 529851"/>
                <a:gd name="connsiteY2" fmla="*/ 307085 h 456893"/>
                <a:gd name="connsiteX3" fmla="*/ 397935 w 529851"/>
                <a:gd name="connsiteY3" fmla="*/ 386322 h 456893"/>
                <a:gd name="connsiteX4" fmla="*/ 325621 w 529851"/>
                <a:gd name="connsiteY4" fmla="*/ 447879 h 456893"/>
                <a:gd name="connsiteX5" fmla="*/ 312572 w 529851"/>
                <a:gd name="connsiteY5" fmla="*/ 456894 h 456893"/>
                <a:gd name="connsiteX6" fmla="*/ 171480 w 529851"/>
                <a:gd name="connsiteY6" fmla="*/ 316199 h 456893"/>
                <a:gd name="connsiteX7" fmla="*/ 189259 w 529851"/>
                <a:gd name="connsiteY7" fmla="*/ 300013 h 456893"/>
                <a:gd name="connsiteX8" fmla="*/ 244890 w 529851"/>
                <a:gd name="connsiteY8" fmla="*/ 249911 h 456893"/>
                <a:gd name="connsiteX9" fmla="*/ 305251 w 529851"/>
                <a:gd name="connsiteY9" fmla="*/ 193136 h 456893"/>
                <a:gd name="connsiteX10" fmla="*/ 330153 w 529851"/>
                <a:gd name="connsiteY10" fmla="*/ 167686 h 456893"/>
                <a:gd name="connsiteX11" fmla="*/ 263416 w 529851"/>
                <a:gd name="connsiteY11" fmla="*/ 136360 h 456893"/>
                <a:gd name="connsiteX12" fmla="*/ 126856 w 529851"/>
                <a:gd name="connsiteY12" fmla="*/ 75749 h 456893"/>
                <a:gd name="connsiteX13" fmla="*/ 33176 w 529851"/>
                <a:gd name="connsiteY13" fmla="*/ 35459 h 456893"/>
                <a:gd name="connsiteX14" fmla="*/ 7876 w 529851"/>
                <a:gd name="connsiteY14" fmla="*/ 21862 h 456893"/>
                <a:gd name="connsiteX15" fmla="*/ 57 w 529851"/>
                <a:gd name="connsiteY15" fmla="*/ 11553 h 456893"/>
                <a:gd name="connsiteX16" fmla="*/ 11362 w 529851"/>
                <a:gd name="connsiteY16" fmla="*/ 4481 h 456893"/>
                <a:gd name="connsiteX17" fmla="*/ 40796 w 529851"/>
                <a:gd name="connsiteY17" fmla="*/ 696 h 456893"/>
                <a:gd name="connsiteX18" fmla="*/ 147226 w 529851"/>
                <a:gd name="connsiteY18" fmla="*/ 3435 h 456893"/>
                <a:gd name="connsiteX19" fmla="*/ 304205 w 529851"/>
                <a:gd name="connsiteY19" fmla="*/ 24701 h 456893"/>
                <a:gd name="connsiteX20" fmla="*/ 439720 w 529851"/>
                <a:gd name="connsiteY20" fmla="*/ 57472 h 456893"/>
                <a:gd name="connsiteX21" fmla="*/ 520202 w 529851"/>
                <a:gd name="connsiteY21" fmla="*/ 212160 h 456893"/>
              </a:gdLst>
              <a:ahLst/>
              <a:cxnLst/>
              <a:rect l="l" t="t" r="r" b="b"/>
              <a:pathLst>
                <a:path w="529851" h="456893">
                  <a:moveTo>
                    <a:pt x="520202" y="212160"/>
                  </a:moveTo>
                  <a:cubicBezTo>
                    <a:pt x="520202" y="212160"/>
                    <a:pt x="520202" y="212160"/>
                    <a:pt x="520202" y="212459"/>
                  </a:cubicBezTo>
                  <a:cubicBezTo>
                    <a:pt x="504120" y="245384"/>
                    <a:pt x="485519" y="277019"/>
                    <a:pt x="464572" y="307085"/>
                  </a:cubicBezTo>
                  <a:cubicBezTo>
                    <a:pt x="444491" y="335219"/>
                    <a:pt x="422209" y="361715"/>
                    <a:pt x="397935" y="386322"/>
                  </a:cubicBezTo>
                  <a:cubicBezTo>
                    <a:pt x="375633" y="408868"/>
                    <a:pt x="351439" y="429462"/>
                    <a:pt x="325621" y="447879"/>
                  </a:cubicBezTo>
                  <a:cubicBezTo>
                    <a:pt x="321188" y="450917"/>
                    <a:pt x="316905" y="453955"/>
                    <a:pt x="312572" y="456894"/>
                  </a:cubicBezTo>
                  <a:cubicBezTo>
                    <a:pt x="275768" y="400750"/>
                    <a:pt x="227727" y="352845"/>
                    <a:pt x="171480" y="316199"/>
                  </a:cubicBezTo>
                  <a:lnTo>
                    <a:pt x="189259" y="300013"/>
                  </a:lnTo>
                  <a:lnTo>
                    <a:pt x="244890" y="249911"/>
                  </a:lnTo>
                  <a:cubicBezTo>
                    <a:pt x="264348" y="232181"/>
                    <a:pt x="284468" y="213256"/>
                    <a:pt x="305251" y="193136"/>
                  </a:cubicBezTo>
                  <a:cubicBezTo>
                    <a:pt x="313518" y="184918"/>
                    <a:pt x="321836" y="176352"/>
                    <a:pt x="330153" y="167686"/>
                  </a:cubicBezTo>
                  <a:cubicBezTo>
                    <a:pt x="307243" y="156829"/>
                    <a:pt x="284782" y="146271"/>
                    <a:pt x="263416" y="136360"/>
                  </a:cubicBezTo>
                  <a:cubicBezTo>
                    <a:pt x="212418" y="112803"/>
                    <a:pt x="166151" y="92334"/>
                    <a:pt x="126856" y="75749"/>
                  </a:cubicBezTo>
                  <a:cubicBezTo>
                    <a:pt x="87561" y="59165"/>
                    <a:pt x="55388" y="45867"/>
                    <a:pt x="33176" y="35459"/>
                  </a:cubicBezTo>
                  <a:cubicBezTo>
                    <a:pt x="24431" y="31534"/>
                    <a:pt x="15974" y="26992"/>
                    <a:pt x="7876" y="21862"/>
                  </a:cubicBezTo>
                  <a:cubicBezTo>
                    <a:pt x="2348" y="17828"/>
                    <a:pt x="-441" y="14392"/>
                    <a:pt x="57" y="11553"/>
                  </a:cubicBezTo>
                  <a:cubicBezTo>
                    <a:pt x="555" y="8714"/>
                    <a:pt x="4489" y="6324"/>
                    <a:pt x="11362" y="4481"/>
                  </a:cubicBezTo>
                  <a:cubicBezTo>
                    <a:pt x="21039" y="2319"/>
                    <a:pt x="30890" y="1054"/>
                    <a:pt x="40796" y="696"/>
                  </a:cubicBezTo>
                  <a:cubicBezTo>
                    <a:pt x="76296" y="-798"/>
                    <a:pt x="111850" y="113"/>
                    <a:pt x="147226" y="3435"/>
                  </a:cubicBezTo>
                  <a:cubicBezTo>
                    <a:pt x="199877" y="7887"/>
                    <a:pt x="252266" y="14989"/>
                    <a:pt x="304205" y="24701"/>
                  </a:cubicBezTo>
                  <a:cubicBezTo>
                    <a:pt x="330103" y="29681"/>
                    <a:pt x="385634" y="43377"/>
                    <a:pt x="439720" y="57472"/>
                  </a:cubicBezTo>
                  <a:cubicBezTo>
                    <a:pt x="511138" y="76148"/>
                    <a:pt x="548889" y="148611"/>
                    <a:pt x="520202" y="212160"/>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29" name="标题 1"/>
            <p:cNvSpPr txBox="1"/>
            <p:nvPr/>
          </p:nvSpPr>
          <p:spPr>
            <a:xfrm>
              <a:off x="7893419" y="1740586"/>
              <a:ext cx="195776" cy="67705"/>
            </a:xfrm>
            <a:custGeom>
              <a:avLst/>
              <a:gdLst>
                <a:gd name="connsiteX0" fmla="*/ 191881 w 191881"/>
                <a:gd name="connsiteY0" fmla="*/ 13503 h 66358"/>
                <a:gd name="connsiteX1" fmla="*/ 102235 w 191881"/>
                <a:gd name="connsiteY1" fmla="*/ 1252 h 66358"/>
                <a:gd name="connsiteX2" fmla="*/ 13137 w 191881"/>
                <a:gd name="connsiteY2" fmla="*/ 21820 h 66358"/>
                <a:gd name="connsiteX3" fmla="*/ 736 w 191881"/>
                <a:gd name="connsiteY3" fmla="*/ 29888 h 66358"/>
                <a:gd name="connsiteX4" fmla="*/ 14631 w 191881"/>
                <a:gd name="connsiteY4" fmla="*/ 48913 h 66358"/>
                <a:gd name="connsiteX5" fmla="*/ 177637 w 191881"/>
                <a:gd name="connsiteY5" fmla="*/ 52150 h 66358"/>
                <a:gd name="connsiteX6" fmla="*/ 191881 w 191881"/>
                <a:gd name="connsiteY6" fmla="*/ 13503 h 66358"/>
              </a:gdLst>
              <a:ahLst/>
              <a:cxnLst/>
              <a:rect l="l" t="t" r="r" b="b"/>
              <a:pathLst>
                <a:path w="191881" h="66358">
                  <a:moveTo>
                    <a:pt x="191881" y="13503"/>
                  </a:moveTo>
                  <a:cubicBezTo>
                    <a:pt x="164240" y="554"/>
                    <a:pt x="132665" y="-1936"/>
                    <a:pt x="102235" y="1252"/>
                  </a:cubicBezTo>
                  <a:cubicBezTo>
                    <a:pt x="71806" y="4439"/>
                    <a:pt x="42471" y="13155"/>
                    <a:pt x="13137" y="21820"/>
                  </a:cubicBezTo>
                  <a:cubicBezTo>
                    <a:pt x="8023" y="22567"/>
                    <a:pt x="3490" y="25516"/>
                    <a:pt x="736" y="29888"/>
                  </a:cubicBezTo>
                  <a:cubicBezTo>
                    <a:pt x="-2700" y="37957"/>
                    <a:pt x="6563" y="45427"/>
                    <a:pt x="14631" y="48913"/>
                  </a:cubicBezTo>
                  <a:cubicBezTo>
                    <a:pt x="66511" y="70996"/>
                    <a:pt x="124921" y="72156"/>
                    <a:pt x="177637" y="52150"/>
                  </a:cubicBezTo>
                  <a:cubicBezTo>
                    <a:pt x="182319" y="38455"/>
                    <a:pt x="187299" y="27249"/>
                    <a:pt x="191881" y="13503"/>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0" name="标题 1"/>
            <p:cNvSpPr txBox="1"/>
            <p:nvPr/>
          </p:nvSpPr>
          <p:spPr>
            <a:xfrm>
              <a:off x="8069277" y="2003301"/>
              <a:ext cx="315149" cy="370638"/>
            </a:xfrm>
            <a:custGeom>
              <a:avLst/>
              <a:gdLst>
                <a:gd name="connsiteX0" fmla="*/ 0 w 308879"/>
                <a:gd name="connsiteY0" fmla="*/ 139449 h 363264"/>
                <a:gd name="connsiteX1" fmla="*/ 189651 w 308879"/>
                <a:gd name="connsiteY1" fmla="*/ 0 h 363264"/>
                <a:gd name="connsiteX2" fmla="*/ 308880 w 308879"/>
                <a:gd name="connsiteY2" fmla="*/ 214154 h 363264"/>
                <a:gd name="connsiteX3" fmla="*/ 154490 w 308879"/>
                <a:gd name="connsiteY3" fmla="*/ 363265 h 363264"/>
                <a:gd name="connsiteX4" fmla="*/ 0 w 308879"/>
                <a:gd name="connsiteY4" fmla="*/ 139449 h 363264"/>
              </a:gdLst>
              <a:ahLst/>
              <a:cxnLst/>
              <a:rect l="l" t="t" r="r" b="b"/>
              <a:pathLst>
                <a:path w="308879" h="363264">
                  <a:moveTo>
                    <a:pt x="0" y="139449"/>
                  </a:moveTo>
                  <a:cubicBezTo>
                    <a:pt x="0" y="139449"/>
                    <a:pt x="98710" y="45470"/>
                    <a:pt x="189651" y="0"/>
                  </a:cubicBezTo>
                  <a:cubicBezTo>
                    <a:pt x="189651" y="0"/>
                    <a:pt x="279297" y="76448"/>
                    <a:pt x="308880" y="214154"/>
                  </a:cubicBezTo>
                  <a:lnTo>
                    <a:pt x="154490" y="363265"/>
                  </a:lnTo>
                  <a:cubicBezTo>
                    <a:pt x="154490" y="363265"/>
                    <a:pt x="81378" y="185168"/>
                    <a:pt x="0" y="139449"/>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31" name="标题 1"/>
            <p:cNvSpPr txBox="1"/>
            <p:nvPr/>
          </p:nvSpPr>
          <p:spPr>
            <a:xfrm>
              <a:off x="7542954" y="2170785"/>
              <a:ext cx="353960" cy="374551"/>
            </a:xfrm>
            <a:custGeom>
              <a:avLst/>
              <a:gdLst>
                <a:gd name="connsiteX0" fmla="*/ 346919 w 346918"/>
                <a:gd name="connsiteY0" fmla="*/ 0 h 367099"/>
                <a:gd name="connsiteX1" fmla="*/ 89 w 346918"/>
                <a:gd name="connsiteY1" fmla="*/ 135814 h 367099"/>
                <a:gd name="connsiteX2" fmla="*/ 106070 w 346918"/>
                <a:gd name="connsiteY2" fmla="*/ 367100 h 367099"/>
                <a:gd name="connsiteX3" fmla="*/ 311658 w 346918"/>
                <a:gd name="connsiteY3" fmla="*/ 282783 h 367099"/>
              </a:gdLst>
              <a:ahLst/>
              <a:cxnLst/>
              <a:rect l="l" t="t" r="r" b="b"/>
              <a:pathLst>
                <a:path w="346918" h="367099">
                  <a:moveTo>
                    <a:pt x="346919" y="0"/>
                  </a:moveTo>
                  <a:cubicBezTo>
                    <a:pt x="346919" y="0"/>
                    <a:pt x="141680" y="9413"/>
                    <a:pt x="89" y="135814"/>
                  </a:cubicBezTo>
                  <a:cubicBezTo>
                    <a:pt x="89" y="135814"/>
                    <a:pt x="-7033" y="264655"/>
                    <a:pt x="106070" y="367100"/>
                  </a:cubicBezTo>
                  <a:lnTo>
                    <a:pt x="311658" y="282783"/>
                  </a:ln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32" name="标题 1"/>
            <p:cNvSpPr txBox="1"/>
            <p:nvPr/>
          </p:nvSpPr>
          <p:spPr>
            <a:xfrm>
              <a:off x="7463298" y="2571766"/>
              <a:ext cx="139672" cy="81845"/>
            </a:xfrm>
            <a:custGeom>
              <a:avLst/>
              <a:gdLst>
                <a:gd name="connsiteX0" fmla="*/ 133193 w 136893"/>
                <a:gd name="connsiteY0" fmla="*/ 60803 h 80217"/>
                <a:gd name="connsiteX1" fmla="*/ 14462 w 136893"/>
                <a:gd name="connsiteY1" fmla="*/ 292 h 80217"/>
                <a:gd name="connsiteX2" fmla="*/ 8336 w 136893"/>
                <a:gd name="connsiteY2" fmla="*/ 22604 h 80217"/>
                <a:gd name="connsiteX3" fmla="*/ 116807 w 136893"/>
                <a:gd name="connsiteY3" fmla="*/ 77139 h 80217"/>
                <a:gd name="connsiteX4" fmla="*/ 133193 w 136893"/>
                <a:gd name="connsiteY4" fmla="*/ 60803 h 80217"/>
              </a:gdLst>
              <a:ahLst/>
              <a:cxnLst/>
              <a:rect l="l" t="t" r="r" b="b"/>
              <a:pathLst>
                <a:path w="136893" h="80217">
                  <a:moveTo>
                    <a:pt x="133193" y="60803"/>
                  </a:moveTo>
                  <a:cubicBezTo>
                    <a:pt x="99615" y="30558"/>
                    <a:pt x="58667" y="9685"/>
                    <a:pt x="14462" y="292"/>
                  </a:cubicBezTo>
                  <a:cubicBezTo>
                    <a:pt x="-81" y="-2795"/>
                    <a:pt x="-6256" y="19517"/>
                    <a:pt x="8336" y="22604"/>
                  </a:cubicBezTo>
                  <a:cubicBezTo>
                    <a:pt x="48677" y="30872"/>
                    <a:pt x="86109" y="49687"/>
                    <a:pt x="116807" y="77139"/>
                  </a:cubicBezTo>
                  <a:cubicBezTo>
                    <a:pt x="127913" y="87050"/>
                    <a:pt x="144299" y="70714"/>
                    <a:pt x="133193" y="60803"/>
                  </a:cubicBezTo>
                  <a:close/>
                </a:path>
              </a:pathLst>
            </a:custGeom>
            <a:solidFill>
              <a:srgbClr val="C66745">
                <a:alpha val="100000"/>
              </a:srgbClr>
            </a:solidFill>
            <a:ln w="4973" cap="flat">
              <a:noFill/>
              <a:miter/>
            </a:ln>
          </p:spPr>
          <p:txBody>
            <a:bodyPr vert="horz" wrap="square" lIns="91440" tIns="45720" rIns="91440" bIns="45720" rtlCol="0" anchor="ctr"/>
            <a:lstStyle/>
            <a:p>
              <a:pPr algn="l"/>
              <a:endParaRPr kumimoji="1" lang="zh-CN" altLang="en-US"/>
            </a:p>
          </p:txBody>
        </p:sp>
        <p:sp>
          <p:nvSpPr>
            <p:cNvPr id="33" name="标题 1"/>
            <p:cNvSpPr txBox="1"/>
            <p:nvPr/>
          </p:nvSpPr>
          <p:spPr>
            <a:xfrm>
              <a:off x="9252172" y="1881805"/>
              <a:ext cx="977621" cy="752964"/>
            </a:xfrm>
            <a:custGeom>
              <a:avLst/>
              <a:gdLst>
                <a:gd name="connsiteX0" fmla="*/ 958172 w 958171"/>
                <a:gd name="connsiteY0" fmla="*/ 379800 h 737984"/>
                <a:gd name="connsiteX1" fmla="*/ 837847 w 958171"/>
                <a:gd name="connsiteY1" fmla="*/ 543503 h 737984"/>
                <a:gd name="connsiteX2" fmla="*/ 541269 w 958171"/>
                <a:gd name="connsiteY2" fmla="*/ 737984 h 737984"/>
                <a:gd name="connsiteX3" fmla="*/ 182685 w 958171"/>
                <a:gd name="connsiteY3" fmla="*/ 531899 h 737984"/>
                <a:gd name="connsiteX4" fmla="*/ 143740 w 958171"/>
                <a:gd name="connsiteY4" fmla="*/ 463768 h 737984"/>
                <a:gd name="connsiteX5" fmla="*/ 118439 w 958171"/>
                <a:gd name="connsiteY5" fmla="*/ 97515 h 737984"/>
                <a:gd name="connsiteX6" fmla="*/ 247479 w 958171"/>
                <a:gd name="connsiteY6" fmla="*/ 0 h 737984"/>
                <a:gd name="connsiteX7" fmla="*/ 427319 w 958171"/>
                <a:gd name="connsiteY7" fmla="*/ 158125 h 737984"/>
                <a:gd name="connsiteX8" fmla="*/ 759606 w 958171"/>
                <a:gd name="connsiteY8" fmla="*/ 132377 h 737984"/>
                <a:gd name="connsiteX9" fmla="*/ 958172 w 958171"/>
                <a:gd name="connsiteY9" fmla="*/ 379800 h 737984"/>
              </a:gdLst>
              <a:ahLst/>
              <a:cxnLst/>
              <a:rect l="l" t="t" r="r" b="b"/>
              <a:pathLst>
                <a:path w="958171" h="737984">
                  <a:moveTo>
                    <a:pt x="958172" y="379800"/>
                  </a:moveTo>
                  <a:cubicBezTo>
                    <a:pt x="958172" y="450968"/>
                    <a:pt x="890489" y="490911"/>
                    <a:pt x="837847" y="543503"/>
                  </a:cubicBezTo>
                  <a:cubicBezTo>
                    <a:pt x="779677" y="601723"/>
                    <a:pt x="769019" y="737984"/>
                    <a:pt x="541269" y="737984"/>
                  </a:cubicBezTo>
                  <a:cubicBezTo>
                    <a:pt x="439172" y="737984"/>
                    <a:pt x="324575" y="691618"/>
                    <a:pt x="182685" y="531899"/>
                  </a:cubicBezTo>
                  <a:cubicBezTo>
                    <a:pt x="167246" y="514567"/>
                    <a:pt x="152156" y="484785"/>
                    <a:pt x="143740" y="463768"/>
                  </a:cubicBezTo>
                  <a:cubicBezTo>
                    <a:pt x="125412" y="418945"/>
                    <a:pt x="-153486" y="228248"/>
                    <a:pt x="118439" y="97515"/>
                  </a:cubicBezTo>
                  <a:cubicBezTo>
                    <a:pt x="136219" y="15738"/>
                    <a:pt x="163262" y="0"/>
                    <a:pt x="247479" y="0"/>
                  </a:cubicBezTo>
                  <a:cubicBezTo>
                    <a:pt x="343201" y="0"/>
                    <a:pt x="398632" y="152647"/>
                    <a:pt x="427319" y="158125"/>
                  </a:cubicBezTo>
                  <a:cubicBezTo>
                    <a:pt x="583054" y="188007"/>
                    <a:pt x="609350" y="123263"/>
                    <a:pt x="759606" y="132377"/>
                  </a:cubicBezTo>
                  <a:cubicBezTo>
                    <a:pt x="855726" y="138055"/>
                    <a:pt x="958172" y="240848"/>
                    <a:pt x="958172" y="37980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34" name="标题 1"/>
            <p:cNvSpPr txBox="1"/>
            <p:nvPr/>
          </p:nvSpPr>
          <p:spPr>
            <a:xfrm>
              <a:off x="9331275" y="3310831"/>
              <a:ext cx="1181067" cy="1064590"/>
            </a:xfrm>
            <a:custGeom>
              <a:avLst/>
              <a:gdLst>
                <a:gd name="connsiteX0" fmla="*/ 1148685 w 1157570"/>
                <a:gd name="connsiteY0" fmla="*/ 1029604 h 1043410"/>
                <a:gd name="connsiteX1" fmla="*/ 1120884 w 1157570"/>
                <a:gd name="connsiteY1" fmla="*/ 1041975 h 1043410"/>
                <a:gd name="connsiteX2" fmla="*/ 1114769 w 1157570"/>
                <a:gd name="connsiteY2" fmla="*/ 1038369 h 1043410"/>
                <a:gd name="connsiteX3" fmla="*/ 1097835 w 1157570"/>
                <a:gd name="connsiteY3" fmla="*/ 1016456 h 1043410"/>
                <a:gd name="connsiteX4" fmla="*/ 1076619 w 1157570"/>
                <a:gd name="connsiteY4" fmla="*/ 967151 h 1043410"/>
                <a:gd name="connsiteX5" fmla="*/ 1066659 w 1157570"/>
                <a:gd name="connsiteY5" fmla="*/ 947728 h 1043410"/>
                <a:gd name="connsiteX6" fmla="*/ 971086 w 1157570"/>
                <a:gd name="connsiteY6" fmla="*/ 860970 h 1043410"/>
                <a:gd name="connsiteX7" fmla="*/ 945437 w 1157570"/>
                <a:gd name="connsiteY7" fmla="*/ 851906 h 1043410"/>
                <a:gd name="connsiteX8" fmla="*/ 801008 w 1157570"/>
                <a:gd name="connsiteY8" fmla="*/ 866249 h 1043410"/>
                <a:gd name="connsiteX9" fmla="*/ 549950 w 1157570"/>
                <a:gd name="connsiteY9" fmla="*/ 878302 h 1043410"/>
                <a:gd name="connsiteX10" fmla="*/ 402084 w 1157570"/>
                <a:gd name="connsiteY10" fmla="*/ 880692 h 1043410"/>
                <a:gd name="connsiteX11" fmla="*/ 363138 w 1157570"/>
                <a:gd name="connsiteY11" fmla="*/ 880692 h 1043410"/>
                <a:gd name="connsiteX12" fmla="*/ 318763 w 1157570"/>
                <a:gd name="connsiteY12" fmla="*/ 878999 h 1043410"/>
                <a:gd name="connsiteX13" fmla="*/ 209595 w 1157570"/>
                <a:gd name="connsiteY13" fmla="*/ 857982 h 1043410"/>
                <a:gd name="connsiteX14" fmla="*/ 89220 w 1157570"/>
                <a:gd name="connsiteY14" fmla="*/ 773864 h 1043410"/>
                <a:gd name="connsiteX15" fmla="*/ 31349 w 1157570"/>
                <a:gd name="connsiteY15" fmla="*/ 656179 h 1043410"/>
                <a:gd name="connsiteX16" fmla="*/ 14515 w 1157570"/>
                <a:gd name="connsiteY16" fmla="*/ 567828 h 1043410"/>
                <a:gd name="connsiteX17" fmla="*/ 5700 w 1157570"/>
                <a:gd name="connsiteY17" fmla="*/ 492825 h 1043410"/>
                <a:gd name="connsiteX18" fmla="*/ 8738 w 1157570"/>
                <a:gd name="connsiteY18" fmla="*/ 231806 h 1043410"/>
                <a:gd name="connsiteX19" fmla="*/ 57844 w 1157570"/>
                <a:gd name="connsiteY19" fmla="*/ 58839 h 1043410"/>
                <a:gd name="connsiteX20" fmla="*/ 128067 w 1157570"/>
                <a:gd name="connsiteY20" fmla="*/ 71 h 1043410"/>
                <a:gd name="connsiteX21" fmla="*/ 192014 w 1157570"/>
                <a:gd name="connsiteY21" fmla="*/ 64318 h 1043410"/>
                <a:gd name="connsiteX22" fmla="*/ 237634 w 1157570"/>
                <a:gd name="connsiteY22" fmla="*/ 227224 h 1043410"/>
                <a:gd name="connsiteX23" fmla="*/ 273442 w 1157570"/>
                <a:gd name="connsiteY23" fmla="*/ 462993 h 1043410"/>
                <a:gd name="connsiteX24" fmla="*/ 282507 w 1157570"/>
                <a:gd name="connsiteY24" fmla="*/ 530875 h 1043410"/>
                <a:gd name="connsiteX25" fmla="*/ 291421 w 1157570"/>
                <a:gd name="connsiteY25" fmla="*/ 590290 h 1043410"/>
                <a:gd name="connsiteX26" fmla="*/ 297248 w 1157570"/>
                <a:gd name="connsiteY26" fmla="*/ 613448 h 1043410"/>
                <a:gd name="connsiteX27" fmla="*/ 304619 w 1157570"/>
                <a:gd name="connsiteY27" fmla="*/ 622413 h 1043410"/>
                <a:gd name="connsiteX28" fmla="*/ 350886 w 1157570"/>
                <a:gd name="connsiteY28" fmla="*/ 638649 h 1043410"/>
                <a:gd name="connsiteX29" fmla="*/ 384404 w 1157570"/>
                <a:gd name="connsiteY29" fmla="*/ 645621 h 1043410"/>
                <a:gd name="connsiteX30" fmla="*/ 422354 w 1157570"/>
                <a:gd name="connsiteY30" fmla="*/ 652394 h 1043410"/>
                <a:gd name="connsiteX31" fmla="*/ 567481 w 1157570"/>
                <a:gd name="connsiteY31" fmla="*/ 680583 h 1043410"/>
                <a:gd name="connsiteX32" fmla="*/ 812463 w 1157570"/>
                <a:gd name="connsiteY32" fmla="*/ 736612 h 1043410"/>
                <a:gd name="connsiteX33" fmla="*/ 908484 w 1157570"/>
                <a:gd name="connsiteY33" fmla="*/ 762808 h 1043410"/>
                <a:gd name="connsiteX34" fmla="*/ 1016457 w 1157570"/>
                <a:gd name="connsiteY34" fmla="*/ 751851 h 1043410"/>
                <a:gd name="connsiteX35" fmla="*/ 1042902 w 1157570"/>
                <a:gd name="connsiteY35" fmla="*/ 746523 h 1043410"/>
                <a:gd name="connsiteX36" fmla="*/ 1108742 w 1157570"/>
                <a:gd name="connsiteY36" fmla="*/ 749710 h 1043410"/>
                <a:gd name="connsiteX37" fmla="*/ 1130855 w 1157570"/>
                <a:gd name="connsiteY37" fmla="*/ 798019 h 1043410"/>
                <a:gd name="connsiteX38" fmla="*/ 1150776 w 1157570"/>
                <a:gd name="connsiteY38" fmla="*/ 910375 h 1043410"/>
                <a:gd name="connsiteX39" fmla="*/ 1148685 w 1157570"/>
                <a:gd name="connsiteY39" fmla="*/ 1029604 h 1043410"/>
              </a:gdLst>
              <a:ahLst/>
              <a:cxnLst/>
              <a:rect l="l" t="t" r="r" b="b"/>
              <a:pathLst>
                <a:path w="1157570" h="1043410">
                  <a:moveTo>
                    <a:pt x="1148685" y="1029604"/>
                  </a:moveTo>
                  <a:cubicBezTo>
                    <a:pt x="1144426" y="1040695"/>
                    <a:pt x="1131980" y="1046234"/>
                    <a:pt x="1120884" y="1041975"/>
                  </a:cubicBezTo>
                  <a:cubicBezTo>
                    <a:pt x="1118663" y="1041119"/>
                    <a:pt x="1116596" y="1039904"/>
                    <a:pt x="1114769" y="1038369"/>
                  </a:cubicBezTo>
                  <a:cubicBezTo>
                    <a:pt x="1107950" y="1032049"/>
                    <a:pt x="1102228" y="1024649"/>
                    <a:pt x="1097835" y="1016456"/>
                  </a:cubicBezTo>
                  <a:cubicBezTo>
                    <a:pt x="1089020" y="1000818"/>
                    <a:pt x="1083940" y="983437"/>
                    <a:pt x="1076619" y="967151"/>
                  </a:cubicBezTo>
                  <a:cubicBezTo>
                    <a:pt x="1073731" y="960462"/>
                    <a:pt x="1070404" y="953973"/>
                    <a:pt x="1066659" y="947728"/>
                  </a:cubicBezTo>
                  <a:cubicBezTo>
                    <a:pt x="1044690" y="909499"/>
                    <a:pt x="1011257" y="879149"/>
                    <a:pt x="971086" y="860970"/>
                  </a:cubicBezTo>
                  <a:cubicBezTo>
                    <a:pt x="962784" y="857290"/>
                    <a:pt x="954208" y="854262"/>
                    <a:pt x="945437" y="851906"/>
                  </a:cubicBezTo>
                  <a:cubicBezTo>
                    <a:pt x="907487" y="857385"/>
                    <a:pt x="858531" y="861867"/>
                    <a:pt x="801008" y="866249"/>
                  </a:cubicBezTo>
                  <a:cubicBezTo>
                    <a:pt x="729391" y="871230"/>
                    <a:pt x="644178" y="875712"/>
                    <a:pt x="549950" y="878302"/>
                  </a:cubicBezTo>
                  <a:cubicBezTo>
                    <a:pt x="502736" y="879696"/>
                    <a:pt x="453332" y="880493"/>
                    <a:pt x="402084" y="880692"/>
                  </a:cubicBezTo>
                  <a:cubicBezTo>
                    <a:pt x="389235" y="880692"/>
                    <a:pt x="376186" y="880692"/>
                    <a:pt x="363138" y="880692"/>
                  </a:cubicBezTo>
                  <a:cubicBezTo>
                    <a:pt x="350090" y="880692"/>
                    <a:pt x="334551" y="880095"/>
                    <a:pt x="318763" y="878999"/>
                  </a:cubicBezTo>
                  <a:cubicBezTo>
                    <a:pt x="281580" y="877062"/>
                    <a:pt x="244840" y="869990"/>
                    <a:pt x="209595" y="857982"/>
                  </a:cubicBezTo>
                  <a:cubicBezTo>
                    <a:pt x="162550" y="841447"/>
                    <a:pt x="120920" y="812357"/>
                    <a:pt x="89220" y="773864"/>
                  </a:cubicBezTo>
                  <a:cubicBezTo>
                    <a:pt x="62008" y="739052"/>
                    <a:pt x="42305" y="698985"/>
                    <a:pt x="31349" y="656179"/>
                  </a:cubicBezTo>
                  <a:cubicBezTo>
                    <a:pt x="23804" y="627129"/>
                    <a:pt x="18181" y="597616"/>
                    <a:pt x="14515" y="567828"/>
                  </a:cubicBezTo>
                  <a:cubicBezTo>
                    <a:pt x="10830" y="542329"/>
                    <a:pt x="7891" y="517378"/>
                    <a:pt x="5700" y="492825"/>
                  </a:cubicBezTo>
                  <a:cubicBezTo>
                    <a:pt x="-3215" y="394762"/>
                    <a:pt x="-1272" y="305864"/>
                    <a:pt x="8738" y="231806"/>
                  </a:cubicBezTo>
                  <a:cubicBezTo>
                    <a:pt x="18748" y="157749"/>
                    <a:pt x="36727" y="98582"/>
                    <a:pt x="57844" y="58839"/>
                  </a:cubicBezTo>
                  <a:cubicBezTo>
                    <a:pt x="78961" y="19096"/>
                    <a:pt x="103862" y="-1373"/>
                    <a:pt x="128067" y="71"/>
                  </a:cubicBezTo>
                  <a:cubicBezTo>
                    <a:pt x="152271" y="1516"/>
                    <a:pt x="173936" y="24973"/>
                    <a:pt x="192014" y="64318"/>
                  </a:cubicBezTo>
                  <a:cubicBezTo>
                    <a:pt x="210092" y="103662"/>
                    <a:pt x="224735" y="159492"/>
                    <a:pt x="237634" y="227224"/>
                  </a:cubicBezTo>
                  <a:cubicBezTo>
                    <a:pt x="250533" y="294957"/>
                    <a:pt x="261689" y="374692"/>
                    <a:pt x="273442" y="462993"/>
                  </a:cubicBezTo>
                  <a:cubicBezTo>
                    <a:pt x="276381" y="485105"/>
                    <a:pt x="279369" y="507816"/>
                    <a:pt x="282507" y="530875"/>
                  </a:cubicBezTo>
                  <a:cubicBezTo>
                    <a:pt x="285495" y="555029"/>
                    <a:pt x="288383" y="575697"/>
                    <a:pt x="291421" y="590290"/>
                  </a:cubicBezTo>
                  <a:cubicBezTo>
                    <a:pt x="294459" y="604882"/>
                    <a:pt x="297647" y="612203"/>
                    <a:pt x="297248" y="613448"/>
                  </a:cubicBezTo>
                  <a:cubicBezTo>
                    <a:pt x="296850" y="614693"/>
                    <a:pt x="295654" y="616636"/>
                    <a:pt x="304619" y="622413"/>
                  </a:cubicBezTo>
                  <a:cubicBezTo>
                    <a:pt x="319162" y="630058"/>
                    <a:pt x="334755" y="635531"/>
                    <a:pt x="350886" y="638649"/>
                  </a:cubicBezTo>
                  <a:cubicBezTo>
                    <a:pt x="361146" y="641089"/>
                    <a:pt x="372202" y="643280"/>
                    <a:pt x="384404" y="645621"/>
                  </a:cubicBezTo>
                  <a:cubicBezTo>
                    <a:pt x="396606" y="647962"/>
                    <a:pt x="409854" y="650004"/>
                    <a:pt x="422354" y="652394"/>
                  </a:cubicBezTo>
                  <a:cubicBezTo>
                    <a:pt x="472705" y="661508"/>
                    <a:pt x="521363" y="671070"/>
                    <a:pt x="567481" y="680583"/>
                  </a:cubicBezTo>
                  <a:cubicBezTo>
                    <a:pt x="659915" y="699757"/>
                    <a:pt x="742938" y="718932"/>
                    <a:pt x="812463" y="736612"/>
                  </a:cubicBezTo>
                  <a:cubicBezTo>
                    <a:pt x="848321" y="745711"/>
                    <a:pt x="880330" y="754441"/>
                    <a:pt x="908484" y="762808"/>
                  </a:cubicBezTo>
                  <a:cubicBezTo>
                    <a:pt x="944690" y="761777"/>
                    <a:pt x="980778" y="758117"/>
                    <a:pt x="1016457" y="751851"/>
                  </a:cubicBezTo>
                  <a:cubicBezTo>
                    <a:pt x="1025372" y="750357"/>
                    <a:pt x="1034137" y="748515"/>
                    <a:pt x="1042902" y="746523"/>
                  </a:cubicBezTo>
                  <a:cubicBezTo>
                    <a:pt x="1065065" y="741542"/>
                    <a:pt x="1090713" y="736014"/>
                    <a:pt x="1108742" y="749710"/>
                  </a:cubicBezTo>
                  <a:cubicBezTo>
                    <a:pt x="1123086" y="760667"/>
                    <a:pt x="1127518" y="780190"/>
                    <a:pt x="1130855" y="798019"/>
                  </a:cubicBezTo>
                  <a:cubicBezTo>
                    <a:pt x="1137678" y="835272"/>
                    <a:pt x="1144451" y="872724"/>
                    <a:pt x="1150776" y="910375"/>
                  </a:cubicBezTo>
                  <a:cubicBezTo>
                    <a:pt x="1157350" y="949819"/>
                    <a:pt x="1162878" y="993347"/>
                    <a:pt x="1148685" y="1029604"/>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5" name="标题 1"/>
            <p:cNvSpPr txBox="1"/>
            <p:nvPr/>
          </p:nvSpPr>
          <p:spPr>
            <a:xfrm>
              <a:off x="8862760" y="1690017"/>
              <a:ext cx="1027148" cy="844803"/>
            </a:xfrm>
            <a:custGeom>
              <a:avLst/>
              <a:gdLst>
                <a:gd name="connsiteX0" fmla="*/ 908092 w 1006713"/>
                <a:gd name="connsiteY0" fmla="*/ 146934 h 827996"/>
                <a:gd name="connsiteX1" fmla="*/ 856795 w 1006713"/>
                <a:gd name="connsiteY1" fmla="*/ 44190 h 827996"/>
                <a:gd name="connsiteX2" fmla="*/ 830698 w 1006713"/>
                <a:gd name="connsiteY2" fmla="*/ 10025 h 827996"/>
                <a:gd name="connsiteX3" fmla="*/ 856347 w 1006713"/>
                <a:gd name="connsiteY3" fmla="*/ 162522 h 827996"/>
                <a:gd name="connsiteX4" fmla="*/ 876268 w 1006713"/>
                <a:gd name="connsiteY4" fmla="*/ 325329 h 827996"/>
                <a:gd name="connsiteX5" fmla="*/ 881946 w 1006713"/>
                <a:gd name="connsiteY5" fmla="*/ 485198 h 827996"/>
                <a:gd name="connsiteX6" fmla="*/ 738711 w 1006713"/>
                <a:gd name="connsiteY6" fmla="*/ 574843 h 827996"/>
                <a:gd name="connsiteX7" fmla="*/ 606434 w 1006713"/>
                <a:gd name="connsiteY7" fmla="*/ 656272 h 827996"/>
                <a:gd name="connsiteX8" fmla="*/ 526998 w 1006713"/>
                <a:gd name="connsiteY8" fmla="*/ 722809 h 827996"/>
                <a:gd name="connsiteX9" fmla="*/ 525106 w 1006713"/>
                <a:gd name="connsiteY9" fmla="*/ 717430 h 827996"/>
                <a:gd name="connsiteX10" fmla="*/ 503042 w 1006713"/>
                <a:gd name="connsiteY10" fmla="*/ 685905 h 827996"/>
                <a:gd name="connsiteX11" fmla="*/ 412401 w 1006713"/>
                <a:gd name="connsiteY11" fmla="*/ 622107 h 827996"/>
                <a:gd name="connsiteX12" fmla="*/ 272952 w 1006713"/>
                <a:gd name="connsiteY12" fmla="*/ 553677 h 827996"/>
                <a:gd name="connsiteX13" fmla="*/ 121849 w 1006713"/>
                <a:gd name="connsiteY13" fmla="*/ 478076 h 827996"/>
                <a:gd name="connsiteX14" fmla="*/ 112286 w 1006713"/>
                <a:gd name="connsiteY14" fmla="*/ 318407 h 827996"/>
                <a:gd name="connsiteX15" fmla="*/ 116569 w 1006713"/>
                <a:gd name="connsiteY15" fmla="*/ 154454 h 827996"/>
                <a:gd name="connsiteX16" fmla="*/ 127576 w 1006713"/>
                <a:gd name="connsiteY16" fmla="*/ 64 h 827996"/>
                <a:gd name="connsiteX17" fmla="*/ 104816 w 1006713"/>
                <a:gd name="connsiteY17" fmla="*/ 36520 h 827996"/>
                <a:gd name="connsiteX18" fmla="*/ 63529 w 1006713"/>
                <a:gd name="connsiteY18" fmla="*/ 143697 h 827996"/>
                <a:gd name="connsiteX19" fmla="*/ 976 w 1006713"/>
                <a:gd name="connsiteY19" fmla="*/ 490925 h 827996"/>
                <a:gd name="connsiteX20" fmla="*/ 32103 w 1006713"/>
                <a:gd name="connsiteY20" fmla="*/ 580571 h 827996"/>
                <a:gd name="connsiteX21" fmla="*/ 102824 w 1006713"/>
                <a:gd name="connsiteY21" fmla="*/ 646062 h 827996"/>
                <a:gd name="connsiteX22" fmla="*/ 188485 w 1006713"/>
                <a:gd name="connsiteY22" fmla="*/ 707569 h 827996"/>
                <a:gd name="connsiteX23" fmla="*/ 351342 w 1006713"/>
                <a:gd name="connsiteY23" fmla="*/ 779784 h 827996"/>
                <a:gd name="connsiteX24" fmla="*/ 473908 w 1006713"/>
                <a:gd name="connsiteY24" fmla="*/ 787653 h 827996"/>
                <a:gd name="connsiteX25" fmla="*/ 500652 w 1006713"/>
                <a:gd name="connsiteY25" fmla="*/ 778340 h 827996"/>
                <a:gd name="connsiteX26" fmla="*/ 502943 w 1006713"/>
                <a:gd name="connsiteY26" fmla="*/ 792135 h 827996"/>
                <a:gd name="connsiteX27" fmla="*/ 522864 w 1006713"/>
                <a:gd name="connsiteY27" fmla="*/ 815045 h 827996"/>
                <a:gd name="connsiteX28" fmla="*/ 561113 w 1006713"/>
                <a:gd name="connsiteY28" fmla="*/ 826898 h 827996"/>
                <a:gd name="connsiteX29" fmla="*/ 682384 w 1006713"/>
                <a:gd name="connsiteY29" fmla="*/ 807425 h 827996"/>
                <a:gd name="connsiteX30" fmla="*/ 837621 w 1006713"/>
                <a:gd name="connsiteY30" fmla="*/ 720020 h 827996"/>
                <a:gd name="connsiteX31" fmla="*/ 917306 w 1006713"/>
                <a:gd name="connsiteY31" fmla="*/ 650744 h 827996"/>
                <a:gd name="connsiteX32" fmla="*/ 981502 w 1006713"/>
                <a:gd name="connsiteY32" fmla="*/ 578778 h 827996"/>
                <a:gd name="connsiteX33" fmla="*/ 1003914 w 1006713"/>
                <a:gd name="connsiteY33" fmla="*/ 486642 h 827996"/>
                <a:gd name="connsiteX34" fmla="*/ 908092 w 1006713"/>
                <a:gd name="connsiteY34" fmla="*/ 146934 h 827996"/>
              </a:gdLst>
              <a:ahLst/>
              <a:cxnLst/>
              <a:rect l="l" t="t" r="r" b="b"/>
              <a:pathLst>
                <a:path w="1006713" h="827996">
                  <a:moveTo>
                    <a:pt x="908092" y="146934"/>
                  </a:moveTo>
                  <a:cubicBezTo>
                    <a:pt x="892882" y="111778"/>
                    <a:pt x="875755" y="77478"/>
                    <a:pt x="856795" y="44190"/>
                  </a:cubicBezTo>
                  <a:cubicBezTo>
                    <a:pt x="843099" y="20782"/>
                    <a:pt x="834035" y="8630"/>
                    <a:pt x="830698" y="10025"/>
                  </a:cubicBezTo>
                  <a:cubicBezTo>
                    <a:pt x="823527" y="12913"/>
                    <a:pt x="840659" y="69789"/>
                    <a:pt x="856347" y="162522"/>
                  </a:cubicBezTo>
                  <a:cubicBezTo>
                    <a:pt x="864266" y="208889"/>
                    <a:pt x="871288" y="264221"/>
                    <a:pt x="876268" y="325329"/>
                  </a:cubicBezTo>
                  <a:cubicBezTo>
                    <a:pt x="880203" y="375132"/>
                    <a:pt x="882045" y="429269"/>
                    <a:pt x="881946" y="485198"/>
                  </a:cubicBezTo>
                  <a:cubicBezTo>
                    <a:pt x="831844" y="518964"/>
                    <a:pt x="783186" y="548498"/>
                    <a:pt x="738711" y="574843"/>
                  </a:cubicBezTo>
                  <a:cubicBezTo>
                    <a:pt x="688360" y="604725"/>
                    <a:pt x="643438" y="631221"/>
                    <a:pt x="606434" y="656272"/>
                  </a:cubicBezTo>
                  <a:cubicBezTo>
                    <a:pt x="572419" y="679281"/>
                    <a:pt x="545375" y="701543"/>
                    <a:pt x="526998" y="722809"/>
                  </a:cubicBezTo>
                  <a:cubicBezTo>
                    <a:pt x="526400" y="721016"/>
                    <a:pt x="525902" y="719223"/>
                    <a:pt x="525106" y="717430"/>
                  </a:cubicBezTo>
                  <a:cubicBezTo>
                    <a:pt x="519717" y="705672"/>
                    <a:pt x="512241" y="694994"/>
                    <a:pt x="503042" y="685905"/>
                  </a:cubicBezTo>
                  <a:cubicBezTo>
                    <a:pt x="482623" y="664788"/>
                    <a:pt x="451596" y="643472"/>
                    <a:pt x="412401" y="622107"/>
                  </a:cubicBezTo>
                  <a:cubicBezTo>
                    <a:pt x="373206" y="600741"/>
                    <a:pt x="325942" y="578579"/>
                    <a:pt x="272952" y="553677"/>
                  </a:cubicBezTo>
                  <a:cubicBezTo>
                    <a:pt x="226186" y="531714"/>
                    <a:pt x="174939" y="506912"/>
                    <a:pt x="121849" y="478076"/>
                  </a:cubicBezTo>
                  <a:cubicBezTo>
                    <a:pt x="116420" y="422396"/>
                    <a:pt x="113133" y="368509"/>
                    <a:pt x="112286" y="318407"/>
                  </a:cubicBezTo>
                  <a:cubicBezTo>
                    <a:pt x="111141" y="257099"/>
                    <a:pt x="113083" y="201319"/>
                    <a:pt x="116569" y="154454"/>
                  </a:cubicBezTo>
                  <a:cubicBezTo>
                    <a:pt x="123144" y="60525"/>
                    <a:pt x="134947" y="2405"/>
                    <a:pt x="127576" y="64"/>
                  </a:cubicBezTo>
                  <a:cubicBezTo>
                    <a:pt x="124090" y="-1031"/>
                    <a:pt x="116221" y="11917"/>
                    <a:pt x="104816" y="36520"/>
                  </a:cubicBezTo>
                  <a:cubicBezTo>
                    <a:pt x="89123" y="71472"/>
                    <a:pt x="75337" y="107251"/>
                    <a:pt x="63529" y="143697"/>
                  </a:cubicBezTo>
                  <a:cubicBezTo>
                    <a:pt x="40868" y="212027"/>
                    <a:pt x="13726" y="398988"/>
                    <a:pt x="976" y="490925"/>
                  </a:cubicBezTo>
                  <a:cubicBezTo>
                    <a:pt x="-3581" y="524064"/>
                    <a:pt x="7988" y="557387"/>
                    <a:pt x="32103" y="580571"/>
                  </a:cubicBezTo>
                  <a:cubicBezTo>
                    <a:pt x="57005" y="604526"/>
                    <a:pt x="87534" y="633561"/>
                    <a:pt x="102824" y="646062"/>
                  </a:cubicBezTo>
                  <a:cubicBezTo>
                    <a:pt x="130016" y="668394"/>
                    <a:pt x="158633" y="688943"/>
                    <a:pt x="188485" y="707569"/>
                  </a:cubicBezTo>
                  <a:cubicBezTo>
                    <a:pt x="245660" y="743079"/>
                    <a:pt x="301887" y="767333"/>
                    <a:pt x="351342" y="779784"/>
                  </a:cubicBezTo>
                  <a:cubicBezTo>
                    <a:pt x="400797" y="792235"/>
                    <a:pt x="443179" y="794376"/>
                    <a:pt x="473908" y="787653"/>
                  </a:cubicBezTo>
                  <a:cubicBezTo>
                    <a:pt x="483211" y="785805"/>
                    <a:pt x="492216" y="782672"/>
                    <a:pt x="500652" y="778340"/>
                  </a:cubicBezTo>
                  <a:cubicBezTo>
                    <a:pt x="500652" y="783031"/>
                    <a:pt x="501424" y="787693"/>
                    <a:pt x="502943" y="792135"/>
                  </a:cubicBezTo>
                  <a:cubicBezTo>
                    <a:pt x="506668" y="801887"/>
                    <a:pt x="513725" y="809999"/>
                    <a:pt x="522864" y="815045"/>
                  </a:cubicBezTo>
                  <a:cubicBezTo>
                    <a:pt x="534623" y="821678"/>
                    <a:pt x="547666" y="825722"/>
                    <a:pt x="561113" y="826898"/>
                  </a:cubicBezTo>
                  <a:cubicBezTo>
                    <a:pt x="592340" y="830683"/>
                    <a:pt x="634324" y="824806"/>
                    <a:pt x="682384" y="807425"/>
                  </a:cubicBezTo>
                  <a:cubicBezTo>
                    <a:pt x="730444" y="790043"/>
                    <a:pt x="784082" y="760809"/>
                    <a:pt x="837621" y="720020"/>
                  </a:cubicBezTo>
                  <a:cubicBezTo>
                    <a:pt x="865660" y="698684"/>
                    <a:pt x="892280" y="675546"/>
                    <a:pt x="917306" y="650744"/>
                  </a:cubicBezTo>
                  <a:cubicBezTo>
                    <a:pt x="931350" y="636799"/>
                    <a:pt x="959041" y="605024"/>
                    <a:pt x="981502" y="578778"/>
                  </a:cubicBezTo>
                  <a:cubicBezTo>
                    <a:pt x="1003266" y="553413"/>
                    <a:pt x="1011593" y="519168"/>
                    <a:pt x="1003914" y="486642"/>
                  </a:cubicBezTo>
                  <a:cubicBezTo>
                    <a:pt x="982150" y="396299"/>
                    <a:pt x="937178" y="212774"/>
                    <a:pt x="908092" y="146934"/>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6" name="标题 1"/>
            <p:cNvSpPr txBox="1"/>
            <p:nvPr/>
          </p:nvSpPr>
          <p:spPr>
            <a:xfrm>
              <a:off x="8961791" y="3105521"/>
              <a:ext cx="366439" cy="2051470"/>
            </a:xfrm>
            <a:custGeom>
              <a:avLst/>
              <a:gdLst>
                <a:gd name="connsiteX0" fmla="*/ 253783 w 359149"/>
                <a:gd name="connsiteY0" fmla="*/ 165985 h 2010656"/>
                <a:gd name="connsiteX1" fmla="*/ 260008 w 359149"/>
                <a:gd name="connsiteY1" fmla="*/ 273511 h 2010656"/>
                <a:gd name="connsiteX2" fmla="*/ 260905 w 359149"/>
                <a:gd name="connsiteY2" fmla="*/ 335416 h 2010656"/>
                <a:gd name="connsiteX3" fmla="*/ 261801 w 359149"/>
                <a:gd name="connsiteY3" fmla="*/ 402252 h 2010656"/>
                <a:gd name="connsiteX4" fmla="*/ 260855 w 359149"/>
                <a:gd name="connsiteY4" fmla="*/ 549371 h 2010656"/>
                <a:gd name="connsiteX5" fmla="*/ 260556 w 359149"/>
                <a:gd name="connsiteY5" fmla="*/ 629056 h 2010656"/>
                <a:gd name="connsiteX6" fmla="*/ 260058 w 359149"/>
                <a:gd name="connsiteY6" fmla="*/ 670442 h 2010656"/>
                <a:gd name="connsiteX7" fmla="*/ 260058 w 359149"/>
                <a:gd name="connsiteY7" fmla="*/ 712526 h 2010656"/>
                <a:gd name="connsiteX8" fmla="*/ 260357 w 359149"/>
                <a:gd name="connsiteY8" fmla="*/ 888929 h 2010656"/>
                <a:gd name="connsiteX9" fmla="*/ 263644 w 359149"/>
                <a:gd name="connsiteY9" fmla="*/ 1066827 h 2010656"/>
                <a:gd name="connsiteX10" fmla="*/ 265885 w 359149"/>
                <a:gd name="connsiteY10" fmla="*/ 1151940 h 2010656"/>
                <a:gd name="connsiteX11" fmla="*/ 268475 w 359149"/>
                <a:gd name="connsiteY11" fmla="*/ 1233916 h 2010656"/>
                <a:gd name="connsiteX12" fmla="*/ 280876 w 359149"/>
                <a:gd name="connsiteY12" fmla="*/ 1519339 h 2010656"/>
                <a:gd name="connsiteX13" fmla="*/ 285209 w 359149"/>
                <a:gd name="connsiteY13" fmla="*/ 1622232 h 2010656"/>
                <a:gd name="connsiteX14" fmla="*/ 285209 w 359149"/>
                <a:gd name="connsiteY14" fmla="*/ 1622232 h 2010656"/>
                <a:gd name="connsiteX15" fmla="*/ 335410 w 359149"/>
                <a:gd name="connsiteY15" fmla="*/ 1826425 h 2010656"/>
                <a:gd name="connsiteX16" fmla="*/ 345620 w 359149"/>
                <a:gd name="connsiteY16" fmla="*/ 1851327 h 2010656"/>
                <a:gd name="connsiteX17" fmla="*/ 354983 w 359149"/>
                <a:gd name="connsiteY17" fmla="*/ 1916619 h 2010656"/>
                <a:gd name="connsiteX18" fmla="*/ 311704 w 359149"/>
                <a:gd name="connsiteY18" fmla="*/ 1947447 h 2010656"/>
                <a:gd name="connsiteX19" fmla="*/ 205125 w 359149"/>
                <a:gd name="connsiteY19" fmla="*/ 1988236 h 2010656"/>
                <a:gd name="connsiteX20" fmla="*/ 87490 w 359149"/>
                <a:gd name="connsiteY20" fmla="*/ 2008705 h 2010656"/>
                <a:gd name="connsiteX21" fmla="*/ 70153 w 359149"/>
                <a:gd name="connsiteY21" fmla="*/ 1983699 h 2010656"/>
                <a:gd name="connsiteX22" fmla="*/ 72549 w 359149"/>
                <a:gd name="connsiteY22" fmla="*/ 1977030 h 2010656"/>
                <a:gd name="connsiteX23" fmla="*/ 90826 w 359149"/>
                <a:gd name="connsiteY23" fmla="*/ 1956263 h 2010656"/>
                <a:gd name="connsiteX24" fmla="*/ 135301 w 359149"/>
                <a:gd name="connsiteY24" fmla="*/ 1926132 h 2010656"/>
                <a:gd name="connsiteX25" fmla="*/ 152483 w 359149"/>
                <a:gd name="connsiteY25" fmla="*/ 1912784 h 2010656"/>
                <a:gd name="connsiteX26" fmla="*/ 219916 w 359149"/>
                <a:gd name="connsiteY26" fmla="*/ 1802271 h 2010656"/>
                <a:gd name="connsiteX27" fmla="*/ 215285 w 359149"/>
                <a:gd name="connsiteY27" fmla="*/ 1668699 h 2010656"/>
                <a:gd name="connsiteX28" fmla="*/ 215285 w 359149"/>
                <a:gd name="connsiteY28" fmla="*/ 1668201 h 2010656"/>
                <a:gd name="connsiteX29" fmla="*/ 197057 w 359149"/>
                <a:gd name="connsiteY29" fmla="*/ 1616505 h 2010656"/>
                <a:gd name="connsiteX30" fmla="*/ 197057 w 359149"/>
                <a:gd name="connsiteY30" fmla="*/ 1616057 h 2010656"/>
                <a:gd name="connsiteX31" fmla="*/ 171558 w 359149"/>
                <a:gd name="connsiteY31" fmla="*/ 1539061 h 2010656"/>
                <a:gd name="connsiteX32" fmla="*/ 91872 w 359149"/>
                <a:gd name="connsiteY32" fmla="*/ 1258967 h 2010656"/>
                <a:gd name="connsiteX33" fmla="*/ 72399 w 359149"/>
                <a:gd name="connsiteY33" fmla="*/ 1176693 h 2010656"/>
                <a:gd name="connsiteX34" fmla="*/ 54171 w 359149"/>
                <a:gd name="connsiteY34" fmla="*/ 1090334 h 2010656"/>
                <a:gd name="connsiteX35" fmla="*/ 22845 w 359149"/>
                <a:gd name="connsiteY35" fmla="*/ 906759 h 2010656"/>
                <a:gd name="connsiteX36" fmla="*/ 4318 w 359149"/>
                <a:gd name="connsiteY36" fmla="*/ 720395 h 2010656"/>
                <a:gd name="connsiteX37" fmla="*/ 1629 w 359149"/>
                <a:gd name="connsiteY37" fmla="*/ 675572 h 2010656"/>
                <a:gd name="connsiteX38" fmla="*/ 583 w 359149"/>
                <a:gd name="connsiteY38" fmla="*/ 631148 h 2010656"/>
                <a:gd name="connsiteX39" fmla="*/ 334 w 359149"/>
                <a:gd name="connsiteY39" fmla="*/ 545337 h 2010656"/>
                <a:gd name="connsiteX40" fmla="*/ 11838 w 359149"/>
                <a:gd name="connsiteY40" fmla="*/ 386614 h 2010656"/>
                <a:gd name="connsiteX41" fmla="*/ 21799 w 359149"/>
                <a:gd name="connsiteY41" fmla="*/ 315096 h 2010656"/>
                <a:gd name="connsiteX42" fmla="*/ 35644 w 359149"/>
                <a:gd name="connsiteY42" fmla="*/ 249655 h 2010656"/>
                <a:gd name="connsiteX43" fmla="*/ 69660 w 359149"/>
                <a:gd name="connsiteY43" fmla="*/ 138892 h 2010656"/>
                <a:gd name="connsiteX44" fmla="*/ 88536 w 359149"/>
                <a:gd name="connsiteY44" fmla="*/ 94717 h 2010656"/>
                <a:gd name="connsiteX45" fmla="*/ 109204 w 359149"/>
                <a:gd name="connsiteY45" fmla="*/ 58659 h 2010656"/>
                <a:gd name="connsiteX46" fmla="*/ 187993 w 359149"/>
                <a:gd name="connsiteY46" fmla="*/ 738 h 2010656"/>
                <a:gd name="connsiteX47" fmla="*/ 240933 w 359149"/>
                <a:gd name="connsiteY47" fmla="*/ 82167 h 2010656"/>
                <a:gd name="connsiteX48" fmla="*/ 247956 w 359149"/>
                <a:gd name="connsiteY48" fmla="*/ 120814 h 2010656"/>
                <a:gd name="connsiteX49" fmla="*/ 253783 w 359149"/>
                <a:gd name="connsiteY49" fmla="*/ 165985 h 2010656"/>
              </a:gdLst>
              <a:ahLst/>
              <a:cxnLst/>
              <a:rect l="l" t="t" r="r" b="b"/>
              <a:pathLst>
                <a:path w="359149" h="2010656">
                  <a:moveTo>
                    <a:pt x="253783" y="165985"/>
                  </a:moveTo>
                  <a:cubicBezTo>
                    <a:pt x="257219" y="198108"/>
                    <a:pt x="257966" y="233768"/>
                    <a:pt x="260008" y="273511"/>
                  </a:cubicBezTo>
                  <a:cubicBezTo>
                    <a:pt x="260705" y="293432"/>
                    <a:pt x="261004" y="314065"/>
                    <a:pt x="260905" y="335416"/>
                  </a:cubicBezTo>
                  <a:cubicBezTo>
                    <a:pt x="261303" y="356831"/>
                    <a:pt x="261452" y="379044"/>
                    <a:pt x="261801" y="402252"/>
                  </a:cubicBezTo>
                  <a:cubicBezTo>
                    <a:pt x="260954" y="448270"/>
                    <a:pt x="261801" y="497575"/>
                    <a:pt x="260855" y="549371"/>
                  </a:cubicBezTo>
                  <a:cubicBezTo>
                    <a:pt x="260855" y="575269"/>
                    <a:pt x="260855" y="601963"/>
                    <a:pt x="260556" y="629056"/>
                  </a:cubicBezTo>
                  <a:cubicBezTo>
                    <a:pt x="260556" y="642752"/>
                    <a:pt x="260207" y="656448"/>
                    <a:pt x="260058" y="670442"/>
                  </a:cubicBezTo>
                  <a:cubicBezTo>
                    <a:pt x="259908" y="684437"/>
                    <a:pt x="260058" y="698382"/>
                    <a:pt x="260058" y="712526"/>
                  </a:cubicBezTo>
                  <a:cubicBezTo>
                    <a:pt x="259361" y="769352"/>
                    <a:pt x="260506" y="828369"/>
                    <a:pt x="260357" y="888929"/>
                  </a:cubicBezTo>
                  <a:cubicBezTo>
                    <a:pt x="261452" y="949689"/>
                    <a:pt x="261851" y="1009104"/>
                    <a:pt x="263644" y="1066827"/>
                  </a:cubicBezTo>
                  <a:cubicBezTo>
                    <a:pt x="264042" y="1095712"/>
                    <a:pt x="264939" y="1124050"/>
                    <a:pt x="265885" y="1151940"/>
                  </a:cubicBezTo>
                  <a:cubicBezTo>
                    <a:pt x="266831" y="1179830"/>
                    <a:pt x="267628" y="1207271"/>
                    <a:pt x="268475" y="1233916"/>
                  </a:cubicBezTo>
                  <a:cubicBezTo>
                    <a:pt x="272558" y="1340645"/>
                    <a:pt x="276842" y="1437512"/>
                    <a:pt x="280876" y="1519339"/>
                  </a:cubicBezTo>
                  <a:cubicBezTo>
                    <a:pt x="282569" y="1556840"/>
                    <a:pt x="284113" y="1591055"/>
                    <a:pt x="285209" y="1622232"/>
                  </a:cubicBezTo>
                  <a:lnTo>
                    <a:pt x="285209" y="1622232"/>
                  </a:lnTo>
                  <a:cubicBezTo>
                    <a:pt x="295817" y="1689467"/>
                    <a:pt x="310409" y="1761681"/>
                    <a:pt x="335410" y="1826425"/>
                  </a:cubicBezTo>
                  <a:cubicBezTo>
                    <a:pt x="338548" y="1834892"/>
                    <a:pt x="342034" y="1843159"/>
                    <a:pt x="345620" y="1851327"/>
                  </a:cubicBezTo>
                  <a:cubicBezTo>
                    <a:pt x="354883" y="1872095"/>
                    <a:pt x="365043" y="1896150"/>
                    <a:pt x="354983" y="1916619"/>
                  </a:cubicBezTo>
                  <a:cubicBezTo>
                    <a:pt x="346915" y="1932756"/>
                    <a:pt x="328587" y="1940824"/>
                    <a:pt x="311704" y="1947447"/>
                  </a:cubicBezTo>
                  <a:cubicBezTo>
                    <a:pt x="276393" y="1961193"/>
                    <a:pt x="240784" y="1974939"/>
                    <a:pt x="205125" y="1988236"/>
                  </a:cubicBezTo>
                  <a:cubicBezTo>
                    <a:pt x="167474" y="2002181"/>
                    <a:pt x="125838" y="2015827"/>
                    <a:pt x="87490" y="2008705"/>
                  </a:cubicBezTo>
                  <a:cubicBezTo>
                    <a:pt x="75796" y="2006589"/>
                    <a:pt x="68036" y="1995393"/>
                    <a:pt x="70153" y="1983699"/>
                  </a:cubicBezTo>
                  <a:cubicBezTo>
                    <a:pt x="70576" y="1981358"/>
                    <a:pt x="71388" y="1979107"/>
                    <a:pt x="72549" y="1977030"/>
                  </a:cubicBezTo>
                  <a:cubicBezTo>
                    <a:pt x="77469" y="1969157"/>
                    <a:pt x="83645" y="1962144"/>
                    <a:pt x="90826" y="1956263"/>
                  </a:cubicBezTo>
                  <a:cubicBezTo>
                    <a:pt x="104572" y="1944658"/>
                    <a:pt x="120708" y="1936341"/>
                    <a:pt x="135301" y="1926132"/>
                  </a:cubicBezTo>
                  <a:cubicBezTo>
                    <a:pt x="141307" y="1922053"/>
                    <a:pt x="147044" y="1917595"/>
                    <a:pt x="152483" y="1912784"/>
                  </a:cubicBezTo>
                  <a:cubicBezTo>
                    <a:pt x="186020" y="1883953"/>
                    <a:pt x="209617" y="1845281"/>
                    <a:pt x="219916" y="1802271"/>
                  </a:cubicBezTo>
                  <a:cubicBezTo>
                    <a:pt x="227885" y="1768006"/>
                    <a:pt x="225594" y="1713671"/>
                    <a:pt x="215285" y="1668699"/>
                  </a:cubicBezTo>
                  <a:lnTo>
                    <a:pt x="215285" y="1668201"/>
                  </a:lnTo>
                  <a:cubicBezTo>
                    <a:pt x="211525" y="1650236"/>
                    <a:pt x="205394" y="1632855"/>
                    <a:pt x="197057" y="1616505"/>
                  </a:cubicBezTo>
                  <a:cubicBezTo>
                    <a:pt x="197057" y="1616505"/>
                    <a:pt x="197057" y="1616206"/>
                    <a:pt x="197057" y="1616057"/>
                  </a:cubicBezTo>
                  <a:cubicBezTo>
                    <a:pt x="188839" y="1592450"/>
                    <a:pt x="180273" y="1566702"/>
                    <a:pt x="171558" y="1539061"/>
                  </a:cubicBezTo>
                  <a:cubicBezTo>
                    <a:pt x="146208" y="1460322"/>
                    <a:pt x="118567" y="1365596"/>
                    <a:pt x="91872" y="1258967"/>
                  </a:cubicBezTo>
                  <a:cubicBezTo>
                    <a:pt x="84999" y="1232422"/>
                    <a:pt x="78973" y="1204881"/>
                    <a:pt x="72399" y="1176693"/>
                  </a:cubicBezTo>
                  <a:cubicBezTo>
                    <a:pt x="65825" y="1148504"/>
                    <a:pt x="59749" y="1119867"/>
                    <a:pt x="54171" y="1090334"/>
                  </a:cubicBezTo>
                  <a:cubicBezTo>
                    <a:pt x="42069" y="1031516"/>
                    <a:pt x="32158" y="969959"/>
                    <a:pt x="22845" y="906759"/>
                  </a:cubicBezTo>
                  <a:cubicBezTo>
                    <a:pt x="14976" y="843260"/>
                    <a:pt x="7655" y="781006"/>
                    <a:pt x="4318" y="720395"/>
                  </a:cubicBezTo>
                  <a:cubicBezTo>
                    <a:pt x="3422" y="705454"/>
                    <a:pt x="2525" y="690513"/>
                    <a:pt x="1629" y="675572"/>
                  </a:cubicBezTo>
                  <a:cubicBezTo>
                    <a:pt x="732" y="660631"/>
                    <a:pt x="981" y="645690"/>
                    <a:pt x="583" y="631148"/>
                  </a:cubicBezTo>
                  <a:cubicBezTo>
                    <a:pt x="284" y="601963"/>
                    <a:pt x="-413" y="573376"/>
                    <a:pt x="334" y="545337"/>
                  </a:cubicBezTo>
                  <a:cubicBezTo>
                    <a:pt x="2476" y="489358"/>
                    <a:pt x="4966" y="436367"/>
                    <a:pt x="11838" y="386614"/>
                  </a:cubicBezTo>
                  <a:cubicBezTo>
                    <a:pt x="14976" y="361712"/>
                    <a:pt x="17865" y="337906"/>
                    <a:pt x="21799" y="315096"/>
                  </a:cubicBezTo>
                  <a:cubicBezTo>
                    <a:pt x="25734" y="292286"/>
                    <a:pt x="30863" y="270273"/>
                    <a:pt x="35644" y="249655"/>
                  </a:cubicBezTo>
                  <a:cubicBezTo>
                    <a:pt x="44186" y="211934"/>
                    <a:pt x="55556" y="174905"/>
                    <a:pt x="69660" y="138892"/>
                  </a:cubicBezTo>
                  <a:cubicBezTo>
                    <a:pt x="75836" y="122906"/>
                    <a:pt x="81962" y="108064"/>
                    <a:pt x="88536" y="94717"/>
                  </a:cubicBezTo>
                  <a:cubicBezTo>
                    <a:pt x="95110" y="81370"/>
                    <a:pt x="102381" y="69317"/>
                    <a:pt x="109204" y="58659"/>
                  </a:cubicBezTo>
                  <a:cubicBezTo>
                    <a:pt x="136795" y="16078"/>
                    <a:pt x="163987" y="-4242"/>
                    <a:pt x="187993" y="738"/>
                  </a:cubicBezTo>
                  <a:cubicBezTo>
                    <a:pt x="211998" y="5719"/>
                    <a:pt x="229927" y="35053"/>
                    <a:pt x="240933" y="82167"/>
                  </a:cubicBezTo>
                  <a:cubicBezTo>
                    <a:pt x="243722" y="94020"/>
                    <a:pt x="245914" y="106819"/>
                    <a:pt x="247956" y="120814"/>
                  </a:cubicBezTo>
                  <a:cubicBezTo>
                    <a:pt x="249998" y="134809"/>
                    <a:pt x="252338" y="149899"/>
                    <a:pt x="253783" y="165985"/>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7" name="标题 1"/>
            <p:cNvSpPr txBox="1"/>
            <p:nvPr/>
          </p:nvSpPr>
          <p:spPr>
            <a:xfrm>
              <a:off x="9162747" y="4754839"/>
              <a:ext cx="18648" cy="52744"/>
            </a:xfrm>
            <a:custGeom>
              <a:avLst/>
              <a:gdLst>
                <a:gd name="connsiteX0" fmla="*/ 18278 w 18277"/>
                <a:gd name="connsiteY0" fmla="*/ 51696 h 51695"/>
                <a:gd name="connsiteX1" fmla="*/ 9961 w 18277"/>
                <a:gd name="connsiteY1" fmla="*/ 28338 h 51695"/>
                <a:gd name="connsiteX2" fmla="*/ 0 w 18277"/>
                <a:gd name="connsiteY2" fmla="*/ 0 h 51695"/>
                <a:gd name="connsiteX3" fmla="*/ 18278 w 18277"/>
                <a:gd name="connsiteY3" fmla="*/ 51696 h 51695"/>
              </a:gdLst>
              <a:ahLst/>
              <a:cxnLst/>
              <a:rect l="l" t="t" r="r" b="b"/>
              <a:pathLst>
                <a:path w="18277" h="51695">
                  <a:moveTo>
                    <a:pt x="18278" y="51696"/>
                  </a:moveTo>
                  <a:cubicBezTo>
                    <a:pt x="15539" y="44175"/>
                    <a:pt x="12750" y="36755"/>
                    <a:pt x="9961" y="28338"/>
                  </a:cubicBezTo>
                  <a:cubicBezTo>
                    <a:pt x="6723" y="19224"/>
                    <a:pt x="3486" y="9861"/>
                    <a:pt x="0" y="0"/>
                  </a:cubicBezTo>
                  <a:cubicBezTo>
                    <a:pt x="8352" y="16345"/>
                    <a:pt x="14498" y="33731"/>
                    <a:pt x="18278" y="51696"/>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8" name="标题 1"/>
            <p:cNvSpPr txBox="1"/>
            <p:nvPr/>
          </p:nvSpPr>
          <p:spPr>
            <a:xfrm>
              <a:off x="9317120" y="2141364"/>
              <a:ext cx="176274" cy="247969"/>
            </a:xfrm>
            <a:custGeom>
              <a:avLst/>
              <a:gdLst>
                <a:gd name="connsiteX0" fmla="*/ 0 w 172767"/>
                <a:gd name="connsiteY0" fmla="*/ 216246 h 243036"/>
                <a:gd name="connsiteX1" fmla="*/ 70970 w 172767"/>
                <a:gd name="connsiteY1" fmla="*/ 242990 h 243036"/>
                <a:gd name="connsiteX2" fmla="*/ 140196 w 172767"/>
                <a:gd name="connsiteY2" fmla="*/ 218935 h 243036"/>
                <a:gd name="connsiteX3" fmla="*/ 139100 w 172767"/>
                <a:gd name="connsiteY3" fmla="*/ 164152 h 243036"/>
                <a:gd name="connsiteX4" fmla="*/ 139598 w 172767"/>
                <a:gd name="connsiteY4" fmla="*/ 151502 h 243036"/>
                <a:gd name="connsiteX5" fmla="*/ 139598 w 172767"/>
                <a:gd name="connsiteY5" fmla="*/ 151103 h 243036"/>
                <a:gd name="connsiteX6" fmla="*/ 140594 w 172767"/>
                <a:gd name="connsiteY6" fmla="*/ 136511 h 243036"/>
                <a:gd name="connsiteX7" fmla="*/ 149061 w 172767"/>
                <a:gd name="connsiteY7" fmla="*/ 82175 h 243036"/>
                <a:gd name="connsiteX8" fmla="*/ 149858 w 172767"/>
                <a:gd name="connsiteY8" fmla="*/ 78341 h 243036"/>
                <a:gd name="connsiteX9" fmla="*/ 154041 w 172767"/>
                <a:gd name="connsiteY9" fmla="*/ 60113 h 243036"/>
                <a:gd name="connsiteX10" fmla="*/ 154041 w 172767"/>
                <a:gd name="connsiteY10" fmla="*/ 60113 h 243036"/>
                <a:gd name="connsiteX11" fmla="*/ 172767 w 172767"/>
                <a:gd name="connsiteY11" fmla="*/ 0 h 243036"/>
                <a:gd name="connsiteX12" fmla="*/ 70721 w 172767"/>
                <a:gd name="connsiteY12" fmla="*/ 44823 h 243036"/>
                <a:gd name="connsiteX13" fmla="*/ 66886 w 172767"/>
                <a:gd name="connsiteY13" fmla="*/ 63549 h 243036"/>
                <a:gd name="connsiteX14" fmla="*/ 62354 w 172767"/>
                <a:gd name="connsiteY14" fmla="*/ 82076 h 243036"/>
                <a:gd name="connsiteX15" fmla="*/ 60710 w 172767"/>
                <a:gd name="connsiteY15" fmla="*/ 88002 h 243036"/>
                <a:gd name="connsiteX16" fmla="*/ 54335 w 172767"/>
                <a:gd name="connsiteY16" fmla="*/ 109368 h 243036"/>
                <a:gd name="connsiteX17" fmla="*/ 53787 w 172767"/>
                <a:gd name="connsiteY17" fmla="*/ 111061 h 243036"/>
                <a:gd name="connsiteX18" fmla="*/ 48309 w 172767"/>
                <a:gd name="connsiteY18" fmla="*/ 127048 h 243036"/>
                <a:gd name="connsiteX19" fmla="*/ 43877 w 172767"/>
                <a:gd name="connsiteY19" fmla="*/ 138752 h 243036"/>
                <a:gd name="connsiteX20" fmla="*/ 43877 w 172767"/>
                <a:gd name="connsiteY20" fmla="*/ 139350 h 243036"/>
                <a:gd name="connsiteX21" fmla="*/ 0 w 172767"/>
                <a:gd name="connsiteY21" fmla="*/ 216246 h 243036"/>
              </a:gdLst>
              <a:ahLst/>
              <a:cxnLst/>
              <a:rect l="l" t="t" r="r" b="b"/>
              <a:pathLst>
                <a:path w="172767" h="243036">
                  <a:moveTo>
                    <a:pt x="0" y="216246"/>
                  </a:moveTo>
                  <a:cubicBezTo>
                    <a:pt x="20031" y="232795"/>
                    <a:pt x="44997" y="242203"/>
                    <a:pt x="70970" y="242990"/>
                  </a:cubicBezTo>
                  <a:cubicBezTo>
                    <a:pt x="96818" y="243787"/>
                    <a:pt x="119578" y="234324"/>
                    <a:pt x="140196" y="218935"/>
                  </a:cubicBezTo>
                  <a:cubicBezTo>
                    <a:pt x="138951" y="200657"/>
                    <a:pt x="138553" y="182330"/>
                    <a:pt x="139100" y="164152"/>
                  </a:cubicBezTo>
                  <a:cubicBezTo>
                    <a:pt x="139100" y="159918"/>
                    <a:pt x="139100" y="155635"/>
                    <a:pt x="139598" y="151502"/>
                  </a:cubicBezTo>
                  <a:lnTo>
                    <a:pt x="139598" y="151103"/>
                  </a:lnTo>
                  <a:cubicBezTo>
                    <a:pt x="139598" y="146123"/>
                    <a:pt x="140196" y="141143"/>
                    <a:pt x="140594" y="136511"/>
                  </a:cubicBezTo>
                  <a:cubicBezTo>
                    <a:pt x="142144" y="118223"/>
                    <a:pt x="144972" y="100065"/>
                    <a:pt x="149061" y="82175"/>
                  </a:cubicBezTo>
                  <a:cubicBezTo>
                    <a:pt x="149360" y="80930"/>
                    <a:pt x="149559" y="79586"/>
                    <a:pt x="149858" y="78341"/>
                  </a:cubicBezTo>
                  <a:cubicBezTo>
                    <a:pt x="151103" y="72265"/>
                    <a:pt x="152547" y="66189"/>
                    <a:pt x="154041" y="60113"/>
                  </a:cubicBezTo>
                  <a:lnTo>
                    <a:pt x="154041" y="60113"/>
                  </a:lnTo>
                  <a:cubicBezTo>
                    <a:pt x="159101" y="39728"/>
                    <a:pt x="165357" y="19652"/>
                    <a:pt x="172767" y="0"/>
                  </a:cubicBezTo>
                  <a:cubicBezTo>
                    <a:pt x="136560" y="9961"/>
                    <a:pt x="100553" y="22063"/>
                    <a:pt x="70721" y="44823"/>
                  </a:cubicBezTo>
                  <a:cubicBezTo>
                    <a:pt x="69575" y="51048"/>
                    <a:pt x="68280" y="57373"/>
                    <a:pt x="66886" y="63549"/>
                  </a:cubicBezTo>
                  <a:cubicBezTo>
                    <a:pt x="65491" y="69725"/>
                    <a:pt x="63997" y="75900"/>
                    <a:pt x="62354" y="82076"/>
                  </a:cubicBezTo>
                  <a:cubicBezTo>
                    <a:pt x="61806" y="84068"/>
                    <a:pt x="61308" y="86160"/>
                    <a:pt x="60710" y="88002"/>
                  </a:cubicBezTo>
                  <a:cubicBezTo>
                    <a:pt x="58768" y="95274"/>
                    <a:pt x="56626" y="102346"/>
                    <a:pt x="54335" y="109368"/>
                  </a:cubicBezTo>
                  <a:cubicBezTo>
                    <a:pt x="54335" y="109966"/>
                    <a:pt x="53937" y="110513"/>
                    <a:pt x="53787" y="111061"/>
                  </a:cubicBezTo>
                  <a:cubicBezTo>
                    <a:pt x="52044" y="116440"/>
                    <a:pt x="50251" y="121769"/>
                    <a:pt x="48309" y="127048"/>
                  </a:cubicBezTo>
                  <a:cubicBezTo>
                    <a:pt x="46865" y="131032"/>
                    <a:pt x="45421" y="134917"/>
                    <a:pt x="43877" y="138752"/>
                  </a:cubicBezTo>
                  <a:cubicBezTo>
                    <a:pt x="43896" y="138951"/>
                    <a:pt x="43896" y="139150"/>
                    <a:pt x="43877" y="139350"/>
                  </a:cubicBezTo>
                  <a:cubicBezTo>
                    <a:pt x="32023" y="169680"/>
                    <a:pt x="17780" y="188456"/>
                    <a:pt x="0" y="216246"/>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39" name="标题 1"/>
            <p:cNvSpPr txBox="1"/>
            <p:nvPr/>
          </p:nvSpPr>
          <p:spPr>
            <a:xfrm>
              <a:off x="9361735" y="2206152"/>
              <a:ext cx="101628" cy="77339"/>
            </a:xfrm>
            <a:custGeom>
              <a:avLst/>
              <a:gdLst>
                <a:gd name="connsiteX0" fmla="*/ 0 w 99606"/>
                <a:gd name="connsiteY0" fmla="*/ 75801 h 75800"/>
                <a:gd name="connsiteX1" fmla="*/ 99606 w 99606"/>
                <a:gd name="connsiteY1" fmla="*/ 9015 h 75800"/>
                <a:gd name="connsiteX2" fmla="*/ 23159 w 99606"/>
                <a:gd name="connsiteY2" fmla="*/ 0 h 75800"/>
                <a:gd name="connsiteX3" fmla="*/ 18627 w 99606"/>
                <a:gd name="connsiteY3" fmla="*/ 18527 h 75800"/>
                <a:gd name="connsiteX4" fmla="*/ 16983 w 99606"/>
                <a:gd name="connsiteY4" fmla="*/ 24453 h 75800"/>
                <a:gd name="connsiteX5" fmla="*/ 10608 w 99606"/>
                <a:gd name="connsiteY5" fmla="*/ 45819 h 75800"/>
                <a:gd name="connsiteX6" fmla="*/ 10060 w 99606"/>
                <a:gd name="connsiteY6" fmla="*/ 47512 h 75800"/>
                <a:gd name="connsiteX7" fmla="*/ 4582 w 99606"/>
                <a:gd name="connsiteY7" fmla="*/ 63499 h 75800"/>
                <a:gd name="connsiteX8" fmla="*/ 150 w 99606"/>
                <a:gd name="connsiteY8" fmla="*/ 75203 h 75800"/>
                <a:gd name="connsiteX9" fmla="*/ 0 w 99606"/>
                <a:gd name="connsiteY9" fmla="*/ 75801 h 75800"/>
              </a:gdLst>
              <a:ahLst/>
              <a:cxnLst/>
              <a:rect l="l" t="t" r="r" b="b"/>
              <a:pathLst>
                <a:path w="99606" h="75800">
                  <a:moveTo>
                    <a:pt x="0" y="75801"/>
                  </a:moveTo>
                  <a:cubicBezTo>
                    <a:pt x="70023" y="75801"/>
                    <a:pt x="99606" y="9015"/>
                    <a:pt x="99606" y="9015"/>
                  </a:cubicBezTo>
                  <a:lnTo>
                    <a:pt x="23159" y="0"/>
                  </a:lnTo>
                  <a:cubicBezTo>
                    <a:pt x="21764" y="6176"/>
                    <a:pt x="20270" y="12351"/>
                    <a:pt x="18627" y="18527"/>
                  </a:cubicBezTo>
                  <a:cubicBezTo>
                    <a:pt x="18079" y="20519"/>
                    <a:pt x="17581" y="22611"/>
                    <a:pt x="16983" y="24453"/>
                  </a:cubicBezTo>
                  <a:cubicBezTo>
                    <a:pt x="15041" y="31725"/>
                    <a:pt x="12899" y="38797"/>
                    <a:pt x="10608" y="45819"/>
                  </a:cubicBezTo>
                  <a:cubicBezTo>
                    <a:pt x="10608" y="46417"/>
                    <a:pt x="10210" y="46965"/>
                    <a:pt x="10060" y="47512"/>
                  </a:cubicBezTo>
                  <a:cubicBezTo>
                    <a:pt x="8317" y="52891"/>
                    <a:pt x="6524" y="58220"/>
                    <a:pt x="4582" y="63499"/>
                  </a:cubicBezTo>
                  <a:cubicBezTo>
                    <a:pt x="3138" y="67483"/>
                    <a:pt x="1693" y="71368"/>
                    <a:pt x="150" y="75203"/>
                  </a:cubicBezTo>
                  <a:cubicBezTo>
                    <a:pt x="120" y="75407"/>
                    <a:pt x="70" y="75606"/>
                    <a:pt x="0" y="75801"/>
                  </a:cubicBezTo>
                  <a:close/>
                </a:path>
              </a:pathLst>
            </a:custGeom>
            <a:solidFill>
              <a:srgbClr val="C66745">
                <a:alpha val="100000"/>
              </a:srgbClr>
            </a:solidFill>
            <a:ln w="4973" cap="flat">
              <a:noFill/>
              <a:miter/>
            </a:ln>
          </p:spPr>
          <p:txBody>
            <a:bodyPr vert="horz" wrap="square" lIns="91440" tIns="45720" rIns="91440" bIns="45720" rtlCol="0" anchor="ctr"/>
            <a:lstStyle/>
            <a:p>
              <a:pPr algn="l"/>
              <a:endParaRPr kumimoji="1" lang="zh-CN" altLang="en-US"/>
            </a:p>
          </p:txBody>
        </p:sp>
        <p:sp>
          <p:nvSpPr>
            <p:cNvPr id="40" name="标题 1"/>
            <p:cNvSpPr txBox="1"/>
            <p:nvPr/>
          </p:nvSpPr>
          <p:spPr>
            <a:xfrm>
              <a:off x="9310461" y="2005436"/>
              <a:ext cx="193396" cy="235031"/>
            </a:xfrm>
            <a:custGeom>
              <a:avLst/>
              <a:gdLst>
                <a:gd name="connsiteX0" fmla="*/ 6178 w 189548"/>
                <a:gd name="connsiteY0" fmla="*/ 198117 h 230355"/>
                <a:gd name="connsiteX1" fmla="*/ 93135 w 189548"/>
                <a:gd name="connsiteY1" fmla="*/ 229195 h 230355"/>
                <a:gd name="connsiteX2" fmla="*/ 162062 w 189548"/>
                <a:gd name="connsiteY2" fmla="*/ 189352 h 230355"/>
                <a:gd name="connsiteX3" fmla="*/ 165548 w 189548"/>
                <a:gd name="connsiteY3" fmla="*/ 185368 h 230355"/>
                <a:gd name="connsiteX4" fmla="*/ 168288 w 189548"/>
                <a:gd name="connsiteY4" fmla="*/ 175158 h 230355"/>
                <a:gd name="connsiteX5" fmla="*/ 178647 w 189548"/>
                <a:gd name="connsiteY5" fmla="*/ 148563 h 230355"/>
                <a:gd name="connsiteX6" fmla="*/ 189454 w 189548"/>
                <a:gd name="connsiteY6" fmla="*/ 102744 h 230355"/>
                <a:gd name="connsiteX7" fmla="*/ 163656 w 189548"/>
                <a:gd name="connsiteY7" fmla="*/ 52194 h 230355"/>
                <a:gd name="connsiteX8" fmla="*/ 81281 w 189548"/>
                <a:gd name="connsiteY8" fmla="*/ 0 h 230355"/>
                <a:gd name="connsiteX9" fmla="*/ 63850 w 189548"/>
                <a:gd name="connsiteY9" fmla="*/ 37601 h 230355"/>
                <a:gd name="connsiteX10" fmla="*/ 63850 w 189548"/>
                <a:gd name="connsiteY10" fmla="*/ 37601 h 230355"/>
                <a:gd name="connsiteX11" fmla="*/ 57127 w 189548"/>
                <a:gd name="connsiteY11" fmla="*/ 52094 h 230355"/>
                <a:gd name="connsiteX12" fmla="*/ 14794 w 189548"/>
                <a:gd name="connsiteY12" fmla="*/ 122317 h 230355"/>
                <a:gd name="connsiteX13" fmla="*/ 6178 w 189548"/>
                <a:gd name="connsiteY13" fmla="*/ 198117 h 230355"/>
              </a:gdLst>
              <a:ahLst/>
              <a:cxnLst/>
              <a:rect l="l" t="t" r="r" b="b"/>
              <a:pathLst>
                <a:path w="189548" h="230355">
                  <a:moveTo>
                    <a:pt x="6178" y="198117"/>
                  </a:moveTo>
                  <a:cubicBezTo>
                    <a:pt x="20422" y="224065"/>
                    <a:pt x="63950" y="233976"/>
                    <a:pt x="93135" y="229195"/>
                  </a:cubicBezTo>
                  <a:cubicBezTo>
                    <a:pt x="122319" y="224413"/>
                    <a:pt x="141892" y="211265"/>
                    <a:pt x="162062" y="189352"/>
                  </a:cubicBezTo>
                  <a:cubicBezTo>
                    <a:pt x="163208" y="188057"/>
                    <a:pt x="164403" y="186762"/>
                    <a:pt x="165548" y="185368"/>
                  </a:cubicBezTo>
                  <a:cubicBezTo>
                    <a:pt x="166296" y="181981"/>
                    <a:pt x="167192" y="178545"/>
                    <a:pt x="168288" y="175158"/>
                  </a:cubicBezTo>
                  <a:cubicBezTo>
                    <a:pt x="171126" y="166144"/>
                    <a:pt x="175061" y="157329"/>
                    <a:pt x="178647" y="148563"/>
                  </a:cubicBezTo>
                  <a:cubicBezTo>
                    <a:pt x="184723" y="133921"/>
                    <a:pt x="190350" y="118681"/>
                    <a:pt x="189454" y="102744"/>
                  </a:cubicBezTo>
                  <a:cubicBezTo>
                    <a:pt x="188408" y="83371"/>
                    <a:pt x="177651" y="65940"/>
                    <a:pt x="163656" y="52194"/>
                  </a:cubicBezTo>
                  <a:cubicBezTo>
                    <a:pt x="137529" y="32775"/>
                    <a:pt x="109998" y="15329"/>
                    <a:pt x="81281" y="0"/>
                  </a:cubicBezTo>
                  <a:lnTo>
                    <a:pt x="63850" y="37601"/>
                  </a:lnTo>
                  <a:lnTo>
                    <a:pt x="63850" y="37601"/>
                  </a:lnTo>
                  <a:cubicBezTo>
                    <a:pt x="61883" y="42557"/>
                    <a:pt x="59637" y="47393"/>
                    <a:pt x="57127" y="52094"/>
                  </a:cubicBezTo>
                  <a:cubicBezTo>
                    <a:pt x="44377" y="76299"/>
                    <a:pt x="26647" y="97664"/>
                    <a:pt x="14794" y="122317"/>
                  </a:cubicBezTo>
                  <a:cubicBezTo>
                    <a:pt x="2941" y="146969"/>
                    <a:pt x="-6820" y="174112"/>
                    <a:pt x="6178" y="198117"/>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41" name="标题 1"/>
            <p:cNvSpPr txBox="1"/>
            <p:nvPr/>
          </p:nvSpPr>
          <p:spPr>
            <a:xfrm>
              <a:off x="9471036" y="2137248"/>
              <a:ext cx="51772" cy="62641"/>
            </a:xfrm>
            <a:custGeom>
              <a:avLst/>
              <a:gdLst>
                <a:gd name="connsiteX0" fmla="*/ 22362 w 50742"/>
                <a:gd name="connsiteY0" fmla="*/ 11554 h 61395"/>
                <a:gd name="connsiteX1" fmla="*/ 34165 w 50742"/>
                <a:gd name="connsiteY1" fmla="*/ 0 h 61395"/>
                <a:gd name="connsiteX2" fmla="*/ 47064 w 50742"/>
                <a:gd name="connsiteY2" fmla="*/ 9612 h 61395"/>
                <a:gd name="connsiteX3" fmla="*/ 30604 w 50742"/>
                <a:gd name="connsiteY3" fmla="*/ 57727 h 61395"/>
                <a:gd name="connsiteX4" fmla="*/ 0 w 50742"/>
                <a:gd name="connsiteY4" fmla="*/ 58220 h 61395"/>
                <a:gd name="connsiteX5" fmla="*/ 22362 w 50742"/>
                <a:gd name="connsiteY5" fmla="*/ 11554 h 61395"/>
              </a:gdLst>
              <a:ahLst/>
              <a:cxnLst/>
              <a:rect l="l" t="t" r="r" b="b"/>
              <a:pathLst>
                <a:path w="50742" h="61395">
                  <a:moveTo>
                    <a:pt x="22362" y="11554"/>
                  </a:moveTo>
                  <a:cubicBezTo>
                    <a:pt x="24653" y="6225"/>
                    <a:pt x="28388" y="498"/>
                    <a:pt x="34165" y="0"/>
                  </a:cubicBezTo>
                  <a:cubicBezTo>
                    <a:pt x="39997" y="344"/>
                    <a:pt x="45067" y="4124"/>
                    <a:pt x="47064" y="9612"/>
                  </a:cubicBezTo>
                  <a:cubicBezTo>
                    <a:pt x="55805" y="27442"/>
                    <a:pt x="48434" y="48986"/>
                    <a:pt x="30604" y="57727"/>
                  </a:cubicBezTo>
                  <a:cubicBezTo>
                    <a:pt x="20982" y="62438"/>
                    <a:pt x="9766" y="62623"/>
                    <a:pt x="0" y="58220"/>
                  </a:cubicBezTo>
                  <a:cubicBezTo>
                    <a:pt x="6524" y="42681"/>
                    <a:pt x="15638" y="26993"/>
                    <a:pt x="22362" y="11554"/>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42" name="标题 1"/>
            <p:cNvSpPr txBox="1"/>
            <p:nvPr/>
          </p:nvSpPr>
          <p:spPr>
            <a:xfrm>
              <a:off x="9336718" y="2131293"/>
              <a:ext cx="76976" cy="54220"/>
            </a:xfrm>
            <a:custGeom>
              <a:avLst/>
              <a:gdLst>
                <a:gd name="connsiteX0" fmla="*/ 71434 w 75445"/>
                <a:gd name="connsiteY0" fmla="*/ 22720 h 53141"/>
                <a:gd name="connsiteX1" fmla="*/ 11670 w 75445"/>
                <a:gd name="connsiteY1" fmla="*/ 1205 h 53141"/>
                <a:gd name="connsiteX2" fmla="*/ 3766 w 75445"/>
                <a:gd name="connsiteY2" fmla="*/ 2146 h 53141"/>
                <a:gd name="connsiteX3" fmla="*/ 2805 w 75445"/>
                <a:gd name="connsiteY3" fmla="*/ 3994 h 53141"/>
                <a:gd name="connsiteX4" fmla="*/ 73625 w 75445"/>
                <a:gd name="connsiteY4" fmla="*/ 31436 h 53141"/>
                <a:gd name="connsiteX5" fmla="*/ 71434 w 75445"/>
                <a:gd name="connsiteY5" fmla="*/ 22720 h 53141"/>
              </a:gdLst>
              <a:ahLst/>
              <a:cxnLst/>
              <a:rect l="l" t="t" r="r" b="b"/>
              <a:pathLst>
                <a:path w="75445" h="53141">
                  <a:moveTo>
                    <a:pt x="71434" y="22720"/>
                  </a:moveTo>
                  <a:cubicBezTo>
                    <a:pt x="47229" y="19782"/>
                    <a:pt x="20983" y="8476"/>
                    <a:pt x="11670" y="1205"/>
                  </a:cubicBezTo>
                  <a:cubicBezTo>
                    <a:pt x="9230" y="-717"/>
                    <a:pt x="5688" y="-294"/>
                    <a:pt x="3766" y="2146"/>
                  </a:cubicBezTo>
                  <a:cubicBezTo>
                    <a:pt x="3333" y="2699"/>
                    <a:pt x="3009" y="3327"/>
                    <a:pt x="2805" y="3994"/>
                  </a:cubicBezTo>
                  <a:cubicBezTo>
                    <a:pt x="-14626" y="72872"/>
                    <a:pt x="54102" y="56686"/>
                    <a:pt x="73625" y="31436"/>
                  </a:cubicBezTo>
                  <a:cubicBezTo>
                    <a:pt x="76464" y="27750"/>
                    <a:pt x="76165" y="23318"/>
                    <a:pt x="71434" y="22720"/>
                  </a:cubicBezTo>
                  <a:close/>
                </a:path>
              </a:pathLst>
            </a:custGeom>
            <a:solidFill>
              <a:srgbClr val="FFFF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3" name="标题 1"/>
            <p:cNvSpPr txBox="1"/>
            <p:nvPr/>
          </p:nvSpPr>
          <p:spPr>
            <a:xfrm>
              <a:off x="9051718" y="2335962"/>
              <a:ext cx="562665" cy="721949"/>
            </a:xfrm>
            <a:custGeom>
              <a:avLst/>
              <a:gdLst>
                <a:gd name="connsiteX0" fmla="*/ 366851 w 551471"/>
                <a:gd name="connsiteY0" fmla="*/ 667185 h 707586"/>
                <a:gd name="connsiteX1" fmla="*/ 551123 w 551471"/>
                <a:gd name="connsiteY1" fmla="*/ 141910 h 707586"/>
                <a:gd name="connsiteX2" fmla="*/ 551471 w 551471"/>
                <a:gd name="connsiteY2" fmla="*/ 141910 h 707586"/>
                <a:gd name="connsiteX3" fmla="*/ 450371 w 551471"/>
                <a:gd name="connsiteY3" fmla="*/ 26416 h 707586"/>
                <a:gd name="connsiteX4" fmla="*/ 417999 w 551471"/>
                <a:gd name="connsiteY4" fmla="*/ 7889 h 707586"/>
                <a:gd name="connsiteX5" fmla="*/ 400269 w 551471"/>
                <a:gd name="connsiteY5" fmla="*/ 2909 h 707586"/>
                <a:gd name="connsiteX6" fmla="*/ 396633 w 551471"/>
                <a:gd name="connsiteY6" fmla="*/ 2013 h 707586"/>
                <a:gd name="connsiteX7" fmla="*/ 394392 w 551471"/>
                <a:gd name="connsiteY7" fmla="*/ 1714 h 707586"/>
                <a:gd name="connsiteX8" fmla="*/ 284426 w 551471"/>
                <a:gd name="connsiteY8" fmla="*/ 2760 h 707586"/>
                <a:gd name="connsiteX9" fmla="*/ 253548 w 551471"/>
                <a:gd name="connsiteY9" fmla="*/ 4005 h 707586"/>
                <a:gd name="connsiteX10" fmla="*/ 252403 w 551471"/>
                <a:gd name="connsiteY10" fmla="*/ 4005 h 707586"/>
                <a:gd name="connsiteX11" fmla="*/ 251955 w 551471"/>
                <a:gd name="connsiteY11" fmla="*/ 4005 h 707586"/>
                <a:gd name="connsiteX12" fmla="*/ 241994 w 551471"/>
                <a:gd name="connsiteY12" fmla="*/ 7391 h 707586"/>
                <a:gd name="connsiteX13" fmla="*/ 166691 w 551471"/>
                <a:gd name="connsiteY13" fmla="*/ 65462 h 707586"/>
                <a:gd name="connsiteX14" fmla="*/ 81478 w 551471"/>
                <a:gd name="connsiteY14" fmla="*/ 174780 h 707586"/>
                <a:gd name="connsiteX15" fmla="*/ 70173 w 551471"/>
                <a:gd name="connsiteY15" fmla="*/ 297495 h 707586"/>
                <a:gd name="connsiteX16" fmla="*/ 59216 w 551471"/>
                <a:gd name="connsiteY16" fmla="*/ 372200 h 707586"/>
                <a:gd name="connsiteX17" fmla="*/ 9961 w 551471"/>
                <a:gd name="connsiteY17" fmla="*/ 633617 h 707586"/>
                <a:gd name="connsiteX18" fmla="*/ 0 w 551471"/>
                <a:gd name="connsiteY18" fmla="*/ 664944 h 707586"/>
                <a:gd name="connsiteX19" fmla="*/ 386573 w 551471"/>
                <a:gd name="connsiteY19" fmla="*/ 689845 h 707586"/>
                <a:gd name="connsiteX20" fmla="*/ 366851 w 551471"/>
                <a:gd name="connsiteY20" fmla="*/ 667185 h 707586"/>
              </a:gdLst>
              <a:ahLst/>
              <a:cxnLst/>
              <a:rect l="l" t="t" r="r" b="b"/>
              <a:pathLst>
                <a:path w="551471" h="707586">
                  <a:moveTo>
                    <a:pt x="366851" y="667185"/>
                  </a:moveTo>
                  <a:cubicBezTo>
                    <a:pt x="309527" y="294457"/>
                    <a:pt x="540515" y="146940"/>
                    <a:pt x="551123" y="141910"/>
                  </a:cubicBezTo>
                  <a:cubicBezTo>
                    <a:pt x="551232" y="141865"/>
                    <a:pt x="551362" y="141865"/>
                    <a:pt x="551471" y="141910"/>
                  </a:cubicBezTo>
                  <a:cubicBezTo>
                    <a:pt x="514019" y="90463"/>
                    <a:pt x="476368" y="47284"/>
                    <a:pt x="450371" y="26416"/>
                  </a:cubicBezTo>
                  <a:cubicBezTo>
                    <a:pt x="440644" y="18542"/>
                    <a:pt x="429712" y="12287"/>
                    <a:pt x="417999" y="7889"/>
                  </a:cubicBezTo>
                  <a:cubicBezTo>
                    <a:pt x="412291" y="5578"/>
                    <a:pt x="406345" y="3910"/>
                    <a:pt x="400269" y="2909"/>
                  </a:cubicBezTo>
                  <a:cubicBezTo>
                    <a:pt x="399098" y="2466"/>
                    <a:pt x="397878" y="2162"/>
                    <a:pt x="396633" y="2013"/>
                  </a:cubicBezTo>
                  <a:cubicBezTo>
                    <a:pt x="395876" y="2003"/>
                    <a:pt x="395124" y="1903"/>
                    <a:pt x="394392" y="1714"/>
                  </a:cubicBezTo>
                  <a:cubicBezTo>
                    <a:pt x="356243" y="-3267"/>
                    <a:pt x="322625" y="4353"/>
                    <a:pt x="284426" y="2760"/>
                  </a:cubicBezTo>
                  <a:cubicBezTo>
                    <a:pt x="274117" y="2520"/>
                    <a:pt x="263803" y="2939"/>
                    <a:pt x="253548" y="4005"/>
                  </a:cubicBezTo>
                  <a:cubicBezTo>
                    <a:pt x="253170" y="4069"/>
                    <a:pt x="252781" y="4069"/>
                    <a:pt x="252403" y="4005"/>
                  </a:cubicBezTo>
                  <a:cubicBezTo>
                    <a:pt x="252258" y="4044"/>
                    <a:pt x="252099" y="4044"/>
                    <a:pt x="251955" y="4005"/>
                  </a:cubicBezTo>
                  <a:cubicBezTo>
                    <a:pt x="248548" y="4871"/>
                    <a:pt x="245221" y="6002"/>
                    <a:pt x="241994" y="7391"/>
                  </a:cubicBezTo>
                  <a:cubicBezTo>
                    <a:pt x="227053" y="12969"/>
                    <a:pt x="197868" y="28259"/>
                    <a:pt x="166691" y="65462"/>
                  </a:cubicBezTo>
                  <a:cubicBezTo>
                    <a:pt x="145575" y="90862"/>
                    <a:pt x="95224" y="122536"/>
                    <a:pt x="81478" y="174780"/>
                  </a:cubicBezTo>
                  <a:cubicBezTo>
                    <a:pt x="72115" y="209891"/>
                    <a:pt x="78490" y="257553"/>
                    <a:pt x="70173" y="297495"/>
                  </a:cubicBezTo>
                  <a:cubicBezTo>
                    <a:pt x="65222" y="322188"/>
                    <a:pt x="61567" y="347124"/>
                    <a:pt x="59216" y="372200"/>
                  </a:cubicBezTo>
                  <a:cubicBezTo>
                    <a:pt x="51098" y="460700"/>
                    <a:pt x="34603" y="548230"/>
                    <a:pt x="9961" y="633617"/>
                  </a:cubicBezTo>
                  <a:cubicBezTo>
                    <a:pt x="6923" y="644126"/>
                    <a:pt x="3486" y="654485"/>
                    <a:pt x="0" y="664944"/>
                  </a:cubicBezTo>
                  <a:cubicBezTo>
                    <a:pt x="128592" y="713053"/>
                    <a:pt x="231585" y="719129"/>
                    <a:pt x="386573" y="689845"/>
                  </a:cubicBezTo>
                  <a:cubicBezTo>
                    <a:pt x="374022" y="674705"/>
                    <a:pt x="366851" y="667185"/>
                    <a:pt x="366851" y="667185"/>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4" name="标题 1"/>
            <p:cNvSpPr txBox="1"/>
            <p:nvPr/>
          </p:nvSpPr>
          <p:spPr>
            <a:xfrm>
              <a:off x="9307687" y="2307323"/>
              <a:ext cx="152322" cy="107653"/>
            </a:xfrm>
            <a:custGeom>
              <a:avLst/>
              <a:gdLst>
                <a:gd name="connsiteX0" fmla="*/ 24286 w 149292"/>
                <a:gd name="connsiteY0" fmla="*/ 30430 h 105511"/>
                <a:gd name="connsiteX1" fmla="*/ 149292 w 149292"/>
                <a:gd name="connsiteY1" fmla="*/ 30878 h 105511"/>
                <a:gd name="connsiteX2" fmla="*/ 24286 w 149292"/>
                <a:gd name="connsiteY2" fmla="*/ 30430 h 105511"/>
              </a:gdLst>
              <a:ahLst/>
              <a:cxnLst/>
              <a:rect l="l" t="t" r="r" b="b"/>
              <a:pathLst>
                <a:path w="149292" h="105511">
                  <a:moveTo>
                    <a:pt x="24286" y="30430"/>
                  </a:moveTo>
                  <a:cubicBezTo>
                    <a:pt x="24286" y="30430"/>
                    <a:pt x="-81745" y="199064"/>
                    <a:pt x="149292" y="30878"/>
                  </a:cubicBezTo>
                  <a:cubicBezTo>
                    <a:pt x="149292" y="30878"/>
                    <a:pt x="136144" y="-38298"/>
                    <a:pt x="24286" y="30430"/>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45" name="标题 1"/>
            <p:cNvSpPr txBox="1"/>
            <p:nvPr/>
          </p:nvSpPr>
          <p:spPr>
            <a:xfrm>
              <a:off x="9460010" y="2290402"/>
              <a:ext cx="212759" cy="310423"/>
            </a:xfrm>
            <a:custGeom>
              <a:avLst/>
              <a:gdLst>
                <a:gd name="connsiteX0" fmla="*/ 0 w 208526"/>
                <a:gd name="connsiteY0" fmla="*/ 47462 h 304247"/>
                <a:gd name="connsiteX1" fmla="*/ 134070 w 208526"/>
                <a:gd name="connsiteY1" fmla="*/ 0 h 304247"/>
                <a:gd name="connsiteX2" fmla="*/ 208526 w 208526"/>
                <a:gd name="connsiteY2" fmla="*/ 177001 h 304247"/>
                <a:gd name="connsiteX3" fmla="*/ 37850 w 208526"/>
                <a:gd name="connsiteY3" fmla="*/ 304248 h 304247"/>
              </a:gdLst>
              <a:ahLst/>
              <a:cxnLst/>
              <a:rect l="l" t="t" r="r" b="b"/>
              <a:pathLst>
                <a:path w="208526" h="304247">
                  <a:moveTo>
                    <a:pt x="0" y="47462"/>
                  </a:moveTo>
                  <a:lnTo>
                    <a:pt x="134070" y="0"/>
                  </a:lnTo>
                  <a:cubicBezTo>
                    <a:pt x="134070" y="0"/>
                    <a:pt x="204143" y="27890"/>
                    <a:pt x="208526" y="177001"/>
                  </a:cubicBezTo>
                  <a:cubicBezTo>
                    <a:pt x="143832" y="207799"/>
                    <a:pt x="85836" y="251038"/>
                    <a:pt x="37850" y="304248"/>
                  </a:cubicBez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6" name="标题 1"/>
            <p:cNvSpPr txBox="1"/>
            <p:nvPr/>
          </p:nvSpPr>
          <p:spPr>
            <a:xfrm>
              <a:off x="9087137" y="2264080"/>
              <a:ext cx="245329" cy="233440"/>
            </a:xfrm>
            <a:custGeom>
              <a:avLst/>
              <a:gdLst>
                <a:gd name="connsiteX0" fmla="*/ 240449 w 240448"/>
                <a:gd name="connsiteY0" fmla="*/ 72812 h 228796"/>
                <a:gd name="connsiteX1" fmla="*/ 77194 w 240448"/>
                <a:gd name="connsiteY1" fmla="*/ 0 h 228796"/>
                <a:gd name="connsiteX2" fmla="*/ 49 w 240448"/>
                <a:gd name="connsiteY2" fmla="*/ 169331 h 228796"/>
                <a:gd name="connsiteX3" fmla="*/ 88848 w 240448"/>
                <a:gd name="connsiteY3" fmla="*/ 228796 h 228796"/>
              </a:gdLst>
              <a:ahLst/>
              <a:cxnLst/>
              <a:rect l="l" t="t" r="r" b="b"/>
              <a:pathLst>
                <a:path w="240448" h="228796">
                  <a:moveTo>
                    <a:pt x="240449" y="72812"/>
                  </a:moveTo>
                  <a:lnTo>
                    <a:pt x="77194" y="0"/>
                  </a:lnTo>
                  <a:cubicBezTo>
                    <a:pt x="77194" y="0"/>
                    <a:pt x="-2242" y="43478"/>
                    <a:pt x="49" y="169331"/>
                  </a:cubicBezTo>
                  <a:lnTo>
                    <a:pt x="88848" y="228796"/>
                  </a:lnTo>
                  <a:close/>
                </a:path>
              </a:pathLst>
            </a:custGeom>
            <a:solidFill>
              <a:srgbClr val="BDDC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47" name="标题 1"/>
            <p:cNvSpPr txBox="1"/>
            <p:nvPr/>
          </p:nvSpPr>
          <p:spPr>
            <a:xfrm>
              <a:off x="9033420" y="4968767"/>
              <a:ext cx="295190" cy="187970"/>
            </a:xfrm>
            <a:custGeom>
              <a:avLst/>
              <a:gdLst>
                <a:gd name="connsiteX0" fmla="*/ 285178 w 289317"/>
                <a:gd name="connsiteY0" fmla="*/ 90194 h 184230"/>
                <a:gd name="connsiteX1" fmla="*/ 241899 w 289317"/>
                <a:gd name="connsiteY1" fmla="*/ 121022 h 184230"/>
                <a:gd name="connsiteX2" fmla="*/ 135320 w 289317"/>
                <a:gd name="connsiteY2" fmla="*/ 161811 h 184230"/>
                <a:gd name="connsiteX3" fmla="*/ 17685 w 289317"/>
                <a:gd name="connsiteY3" fmla="*/ 182280 h 184230"/>
                <a:gd name="connsiteX4" fmla="*/ 348 w 289317"/>
                <a:gd name="connsiteY4" fmla="*/ 157274 h 184230"/>
                <a:gd name="connsiteX5" fmla="*/ 2744 w 289317"/>
                <a:gd name="connsiteY5" fmla="*/ 150605 h 184230"/>
                <a:gd name="connsiteX6" fmla="*/ 21021 w 289317"/>
                <a:gd name="connsiteY6" fmla="*/ 129837 h 184230"/>
                <a:gd name="connsiteX7" fmla="*/ 65496 w 289317"/>
                <a:gd name="connsiteY7" fmla="*/ 99706 h 184230"/>
                <a:gd name="connsiteX8" fmla="*/ 82678 w 289317"/>
                <a:gd name="connsiteY8" fmla="*/ 86359 h 184230"/>
                <a:gd name="connsiteX9" fmla="*/ 141346 w 289317"/>
                <a:gd name="connsiteY9" fmla="*/ 107177 h 184230"/>
                <a:gd name="connsiteX10" fmla="*/ 199616 w 289317"/>
                <a:gd name="connsiteY10" fmla="*/ 75153 h 184230"/>
                <a:gd name="connsiteX11" fmla="*/ 265555 w 289317"/>
                <a:gd name="connsiteY11" fmla="*/ 0 h 184230"/>
                <a:gd name="connsiteX12" fmla="*/ 275765 w 289317"/>
                <a:gd name="connsiteY12" fmla="*/ 24902 h 184230"/>
                <a:gd name="connsiteX13" fmla="*/ 285178 w 289317"/>
                <a:gd name="connsiteY13" fmla="*/ 90194 h 184230"/>
              </a:gdLst>
              <a:ahLst/>
              <a:cxnLst/>
              <a:rect l="l" t="t" r="r" b="b"/>
              <a:pathLst>
                <a:path w="289317" h="184230">
                  <a:moveTo>
                    <a:pt x="285178" y="90194"/>
                  </a:moveTo>
                  <a:cubicBezTo>
                    <a:pt x="277110" y="106330"/>
                    <a:pt x="258782" y="114398"/>
                    <a:pt x="241899" y="121022"/>
                  </a:cubicBezTo>
                  <a:cubicBezTo>
                    <a:pt x="206588" y="134768"/>
                    <a:pt x="170979" y="148513"/>
                    <a:pt x="135320" y="161811"/>
                  </a:cubicBezTo>
                  <a:cubicBezTo>
                    <a:pt x="97669" y="175756"/>
                    <a:pt x="56033" y="189402"/>
                    <a:pt x="17685" y="182280"/>
                  </a:cubicBezTo>
                  <a:cubicBezTo>
                    <a:pt x="5991" y="180163"/>
                    <a:pt x="-1769" y="168967"/>
                    <a:pt x="348" y="157274"/>
                  </a:cubicBezTo>
                  <a:cubicBezTo>
                    <a:pt x="771" y="154933"/>
                    <a:pt x="1583" y="152682"/>
                    <a:pt x="2744" y="150605"/>
                  </a:cubicBezTo>
                  <a:cubicBezTo>
                    <a:pt x="7664" y="142731"/>
                    <a:pt x="13840" y="135719"/>
                    <a:pt x="21021" y="129837"/>
                  </a:cubicBezTo>
                  <a:cubicBezTo>
                    <a:pt x="34767" y="118233"/>
                    <a:pt x="50903" y="109916"/>
                    <a:pt x="65496" y="99706"/>
                  </a:cubicBezTo>
                  <a:cubicBezTo>
                    <a:pt x="71502" y="95627"/>
                    <a:pt x="77239" y="91170"/>
                    <a:pt x="82678" y="86359"/>
                  </a:cubicBezTo>
                  <a:cubicBezTo>
                    <a:pt x="100657" y="98710"/>
                    <a:pt x="120180" y="108820"/>
                    <a:pt x="141346" y="107177"/>
                  </a:cubicBezTo>
                  <a:cubicBezTo>
                    <a:pt x="163907" y="105433"/>
                    <a:pt x="183031" y="90492"/>
                    <a:pt x="199616" y="75153"/>
                  </a:cubicBezTo>
                  <a:cubicBezTo>
                    <a:pt x="224054" y="52373"/>
                    <a:pt x="246147" y="27193"/>
                    <a:pt x="265555" y="0"/>
                  </a:cubicBezTo>
                  <a:cubicBezTo>
                    <a:pt x="268693" y="8467"/>
                    <a:pt x="272179" y="16734"/>
                    <a:pt x="275765" y="24902"/>
                  </a:cubicBezTo>
                  <a:cubicBezTo>
                    <a:pt x="285178" y="45669"/>
                    <a:pt x="295138" y="69725"/>
                    <a:pt x="285178" y="90194"/>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48" name="标题 1"/>
            <p:cNvSpPr txBox="1"/>
            <p:nvPr/>
          </p:nvSpPr>
          <p:spPr>
            <a:xfrm>
              <a:off x="10368364" y="4066698"/>
              <a:ext cx="144100" cy="308817"/>
            </a:xfrm>
            <a:custGeom>
              <a:avLst/>
              <a:gdLst>
                <a:gd name="connsiteX0" fmla="*/ 92385 w 141233"/>
                <a:gd name="connsiteY0" fmla="*/ 8681 h 302673"/>
                <a:gd name="connsiteX1" fmla="*/ 114498 w 141233"/>
                <a:gd name="connsiteY1" fmla="*/ 56990 h 302673"/>
                <a:gd name="connsiteX2" fmla="*/ 134419 w 141233"/>
                <a:gd name="connsiteY2" fmla="*/ 169346 h 302673"/>
                <a:gd name="connsiteX3" fmla="*/ 132327 w 141233"/>
                <a:gd name="connsiteY3" fmla="*/ 288874 h 302673"/>
                <a:gd name="connsiteX4" fmla="*/ 104527 w 141233"/>
                <a:gd name="connsiteY4" fmla="*/ 301235 h 302673"/>
                <a:gd name="connsiteX5" fmla="*/ 98361 w 141233"/>
                <a:gd name="connsiteY5" fmla="*/ 297589 h 302673"/>
                <a:gd name="connsiteX6" fmla="*/ 81428 w 141233"/>
                <a:gd name="connsiteY6" fmla="*/ 275726 h 302673"/>
                <a:gd name="connsiteX7" fmla="*/ 60262 w 141233"/>
                <a:gd name="connsiteY7" fmla="*/ 226421 h 302673"/>
                <a:gd name="connsiteX8" fmla="*/ 50301 w 141233"/>
                <a:gd name="connsiteY8" fmla="*/ 206997 h 302673"/>
                <a:gd name="connsiteX9" fmla="*/ 81827 w 141233"/>
                <a:gd name="connsiteY9" fmla="*/ 153310 h 302673"/>
                <a:gd name="connsiteX10" fmla="*/ 61407 w 141233"/>
                <a:gd name="connsiteY10" fmla="*/ 90059 h 302673"/>
                <a:gd name="connsiteX11" fmla="*/ 0 w 141233"/>
                <a:gd name="connsiteY11" fmla="*/ 10972 h 302673"/>
                <a:gd name="connsiteX12" fmla="*/ 26495 w 141233"/>
                <a:gd name="connsiteY12" fmla="*/ 5643 h 302673"/>
                <a:gd name="connsiteX13" fmla="*/ 92385 w 141233"/>
                <a:gd name="connsiteY13" fmla="*/ 8681 h 302673"/>
              </a:gdLst>
              <a:ahLst/>
              <a:cxnLst/>
              <a:rect l="l" t="t" r="r" b="b"/>
              <a:pathLst>
                <a:path w="141233" h="302673">
                  <a:moveTo>
                    <a:pt x="92385" y="8681"/>
                  </a:moveTo>
                  <a:cubicBezTo>
                    <a:pt x="106728" y="19638"/>
                    <a:pt x="111161" y="39161"/>
                    <a:pt x="114498" y="56990"/>
                  </a:cubicBezTo>
                  <a:cubicBezTo>
                    <a:pt x="121271" y="94243"/>
                    <a:pt x="128044" y="131695"/>
                    <a:pt x="134419" y="169346"/>
                  </a:cubicBezTo>
                  <a:cubicBezTo>
                    <a:pt x="140993" y="208940"/>
                    <a:pt x="146571" y="252468"/>
                    <a:pt x="132327" y="288874"/>
                  </a:cubicBezTo>
                  <a:cubicBezTo>
                    <a:pt x="128064" y="299965"/>
                    <a:pt x="115618" y="305498"/>
                    <a:pt x="104527" y="301235"/>
                  </a:cubicBezTo>
                  <a:cubicBezTo>
                    <a:pt x="102281" y="300374"/>
                    <a:pt x="100199" y="299138"/>
                    <a:pt x="98361" y="297589"/>
                  </a:cubicBezTo>
                  <a:cubicBezTo>
                    <a:pt x="91558" y="291280"/>
                    <a:pt x="85836" y="283894"/>
                    <a:pt x="81428" y="275726"/>
                  </a:cubicBezTo>
                  <a:cubicBezTo>
                    <a:pt x="72663" y="260088"/>
                    <a:pt x="67533" y="242706"/>
                    <a:pt x="60262" y="226421"/>
                  </a:cubicBezTo>
                  <a:cubicBezTo>
                    <a:pt x="57373" y="219732"/>
                    <a:pt x="54046" y="213243"/>
                    <a:pt x="50301" y="206997"/>
                  </a:cubicBezTo>
                  <a:cubicBezTo>
                    <a:pt x="65790" y="191658"/>
                    <a:pt x="79436" y="174376"/>
                    <a:pt x="81827" y="153310"/>
                  </a:cubicBezTo>
                  <a:cubicBezTo>
                    <a:pt x="84367" y="130848"/>
                    <a:pt x="73310" y="109234"/>
                    <a:pt x="61407" y="90059"/>
                  </a:cubicBezTo>
                  <a:cubicBezTo>
                    <a:pt x="43643" y="61706"/>
                    <a:pt x="23069" y="35211"/>
                    <a:pt x="0" y="10972"/>
                  </a:cubicBezTo>
                  <a:cubicBezTo>
                    <a:pt x="8915" y="9478"/>
                    <a:pt x="17680" y="7635"/>
                    <a:pt x="26495" y="5643"/>
                  </a:cubicBezTo>
                  <a:cubicBezTo>
                    <a:pt x="48608" y="364"/>
                    <a:pt x="74257" y="-5065"/>
                    <a:pt x="92385" y="8681"/>
                  </a:cubicBezTo>
                  <a:close/>
                </a:path>
              </a:pathLst>
            </a:custGeom>
            <a:solidFill>
              <a:srgbClr val="30323D">
                <a:alpha val="100000"/>
              </a:srgbClr>
            </a:solidFill>
            <a:ln w="4973" cap="flat">
              <a:noFill/>
              <a:miter/>
            </a:ln>
          </p:spPr>
          <p:txBody>
            <a:bodyPr vert="horz" wrap="square" lIns="91440" tIns="45720" rIns="91440" bIns="45720" rtlCol="0" anchor="ctr"/>
            <a:lstStyle/>
            <a:p>
              <a:pPr algn="l"/>
              <a:endParaRPr kumimoji="1" lang="zh-CN" altLang="en-US"/>
            </a:p>
          </p:txBody>
        </p:sp>
        <p:sp>
          <p:nvSpPr>
            <p:cNvPr id="49" name="标题 1"/>
            <p:cNvSpPr txBox="1"/>
            <p:nvPr/>
          </p:nvSpPr>
          <p:spPr>
            <a:xfrm>
              <a:off x="9118625" y="2419433"/>
              <a:ext cx="74974" cy="217664"/>
            </a:xfrm>
            <a:custGeom>
              <a:avLst/>
              <a:gdLst>
                <a:gd name="connsiteX0" fmla="*/ 63065 w 73482"/>
                <a:gd name="connsiteY0" fmla="*/ 2227 h 213334"/>
                <a:gd name="connsiteX1" fmla="*/ 26061 w 73482"/>
                <a:gd name="connsiteY1" fmla="*/ 211152 h 213334"/>
                <a:gd name="connsiteX2" fmla="*/ 35723 w 73482"/>
                <a:gd name="connsiteY2" fmla="*/ 204229 h 213334"/>
                <a:gd name="connsiteX3" fmla="*/ 72229 w 73482"/>
                <a:gd name="connsiteY3" fmla="*/ 9996 h 213334"/>
                <a:gd name="connsiteX4" fmla="*/ 63065 w 73482"/>
                <a:gd name="connsiteY4" fmla="*/ 2227 h 213334"/>
              </a:gdLst>
              <a:ahLst/>
              <a:cxnLst/>
              <a:rect l="l" t="t" r="r" b="b"/>
              <a:pathLst>
                <a:path w="73482" h="213334">
                  <a:moveTo>
                    <a:pt x="63065" y="2227"/>
                  </a:moveTo>
                  <a:cubicBezTo>
                    <a:pt x="18691" y="61194"/>
                    <a:pt x="-31910" y="143419"/>
                    <a:pt x="26061" y="211152"/>
                  </a:cubicBezTo>
                  <a:cubicBezTo>
                    <a:pt x="31042" y="216929"/>
                    <a:pt x="40703" y="210056"/>
                    <a:pt x="35723" y="204229"/>
                  </a:cubicBezTo>
                  <a:cubicBezTo>
                    <a:pt x="-19060" y="140481"/>
                    <a:pt x="31141" y="64382"/>
                    <a:pt x="72229" y="9996"/>
                  </a:cubicBezTo>
                  <a:cubicBezTo>
                    <a:pt x="76811" y="3771"/>
                    <a:pt x="67697" y="-3849"/>
                    <a:pt x="63065" y="2227"/>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0" name="标题 1"/>
            <p:cNvSpPr txBox="1"/>
            <p:nvPr/>
          </p:nvSpPr>
          <p:spPr>
            <a:xfrm>
              <a:off x="9308148" y="2614645"/>
              <a:ext cx="152325" cy="62988"/>
            </a:xfrm>
            <a:custGeom>
              <a:avLst/>
              <a:gdLst>
                <a:gd name="connsiteX0" fmla="*/ 137834 w 149295"/>
                <a:gd name="connsiteY0" fmla="*/ 3289 h 61735"/>
                <a:gd name="connsiteX1" fmla="*/ 6851 w 149295"/>
                <a:gd name="connsiteY1" fmla="*/ 49357 h 61735"/>
                <a:gd name="connsiteX2" fmla="*/ 4760 w 149295"/>
                <a:gd name="connsiteY2" fmla="*/ 61061 h 61735"/>
                <a:gd name="connsiteX3" fmla="*/ 148591 w 149295"/>
                <a:gd name="connsiteY3" fmla="*/ 8320 h 61735"/>
                <a:gd name="connsiteX4" fmla="*/ 137834 w 149295"/>
                <a:gd name="connsiteY4" fmla="*/ 3289 h 61735"/>
              </a:gdLst>
              <a:ahLst/>
              <a:cxnLst/>
              <a:rect l="l" t="t" r="r" b="b"/>
              <a:pathLst>
                <a:path w="149295" h="61735">
                  <a:moveTo>
                    <a:pt x="137834" y="3289"/>
                  </a:moveTo>
                  <a:cubicBezTo>
                    <a:pt x="112434" y="51499"/>
                    <a:pt x="54264" y="51549"/>
                    <a:pt x="6851" y="49357"/>
                  </a:cubicBezTo>
                  <a:cubicBezTo>
                    <a:pt x="-719" y="49009"/>
                    <a:pt x="-2860" y="60712"/>
                    <a:pt x="4760" y="61061"/>
                  </a:cubicBezTo>
                  <a:cubicBezTo>
                    <a:pt x="58348" y="63501"/>
                    <a:pt x="120253" y="62057"/>
                    <a:pt x="148591" y="8320"/>
                  </a:cubicBezTo>
                  <a:cubicBezTo>
                    <a:pt x="152127" y="1397"/>
                    <a:pt x="141370" y="-3584"/>
                    <a:pt x="137834" y="3289"/>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1" name="标题 1"/>
            <p:cNvSpPr txBox="1"/>
            <p:nvPr/>
          </p:nvSpPr>
          <p:spPr>
            <a:xfrm>
              <a:off x="9669771" y="1680456"/>
              <a:ext cx="103175" cy="137571"/>
            </a:xfrm>
            <a:custGeom>
              <a:avLst/>
              <a:gdLst>
                <a:gd name="connsiteX0" fmla="*/ 6324 w 101122"/>
                <a:gd name="connsiteY0" fmla="*/ 55403 h 134834"/>
                <a:gd name="connsiteX1" fmla="*/ 747 w 101122"/>
                <a:gd name="connsiteY1" fmla="*/ 31846 h 134834"/>
                <a:gd name="connsiteX2" fmla="*/ 18427 w 101122"/>
                <a:gd name="connsiteY2" fmla="*/ 15411 h 134834"/>
                <a:gd name="connsiteX3" fmla="*/ 56427 w 101122"/>
                <a:gd name="connsiteY3" fmla="*/ 470 h 134834"/>
                <a:gd name="connsiteX4" fmla="*/ 93530 w 101122"/>
                <a:gd name="connsiteY4" fmla="*/ 13220 h 134834"/>
                <a:gd name="connsiteX5" fmla="*/ 100851 w 101122"/>
                <a:gd name="connsiteY5" fmla="*/ 52066 h 134834"/>
                <a:gd name="connsiteX6" fmla="*/ 98112 w 101122"/>
                <a:gd name="connsiteY6" fmla="*/ 113623 h 134834"/>
                <a:gd name="connsiteX7" fmla="*/ 68728 w 101122"/>
                <a:gd name="connsiteY7" fmla="*/ 133545 h 134834"/>
                <a:gd name="connsiteX8" fmla="*/ 6324 w 101122"/>
                <a:gd name="connsiteY8" fmla="*/ 55403 h 134834"/>
              </a:gdLst>
              <a:ahLst/>
              <a:cxnLst/>
              <a:rect l="l" t="t" r="r" b="b"/>
              <a:pathLst>
                <a:path w="101122" h="134834">
                  <a:moveTo>
                    <a:pt x="6324" y="55403"/>
                  </a:moveTo>
                  <a:cubicBezTo>
                    <a:pt x="2290" y="48132"/>
                    <a:pt x="-1694" y="39765"/>
                    <a:pt x="747" y="31846"/>
                  </a:cubicBezTo>
                  <a:cubicBezTo>
                    <a:pt x="3187" y="23928"/>
                    <a:pt x="11106" y="19296"/>
                    <a:pt x="18427" y="15411"/>
                  </a:cubicBezTo>
                  <a:cubicBezTo>
                    <a:pt x="30116" y="8235"/>
                    <a:pt x="42980" y="3180"/>
                    <a:pt x="56427" y="470"/>
                  </a:cubicBezTo>
                  <a:cubicBezTo>
                    <a:pt x="70023" y="-1422"/>
                    <a:pt x="85263" y="2313"/>
                    <a:pt x="93530" y="13220"/>
                  </a:cubicBezTo>
                  <a:cubicBezTo>
                    <a:pt x="101797" y="24127"/>
                    <a:pt x="101449" y="38620"/>
                    <a:pt x="100851" y="52066"/>
                  </a:cubicBezTo>
                  <a:cubicBezTo>
                    <a:pt x="99955" y="72585"/>
                    <a:pt x="99506" y="93154"/>
                    <a:pt x="98112" y="113623"/>
                  </a:cubicBezTo>
                  <a:cubicBezTo>
                    <a:pt x="96917" y="131104"/>
                    <a:pt x="86657" y="137927"/>
                    <a:pt x="68728" y="133545"/>
                  </a:cubicBezTo>
                  <a:cubicBezTo>
                    <a:pt x="41585" y="126572"/>
                    <a:pt x="18775" y="77516"/>
                    <a:pt x="6324" y="55403"/>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52" name="标题 1"/>
            <p:cNvSpPr txBox="1"/>
            <p:nvPr/>
          </p:nvSpPr>
          <p:spPr>
            <a:xfrm>
              <a:off x="8944851" y="1670273"/>
              <a:ext cx="94498" cy="127590"/>
            </a:xfrm>
            <a:custGeom>
              <a:avLst/>
              <a:gdLst>
                <a:gd name="connsiteX0" fmla="*/ 88405 w 92618"/>
                <a:gd name="connsiteY0" fmla="*/ 45911 h 125052"/>
                <a:gd name="connsiteX1" fmla="*/ 91394 w 92618"/>
                <a:gd name="connsiteY1" fmla="*/ 23848 h 125052"/>
                <a:gd name="connsiteX2" fmla="*/ 73763 w 92618"/>
                <a:gd name="connsiteY2" fmla="*/ 10351 h 125052"/>
                <a:gd name="connsiteX3" fmla="*/ 37606 w 92618"/>
                <a:gd name="connsiteY3" fmla="*/ 42 h 125052"/>
                <a:gd name="connsiteX4" fmla="*/ 4786 w 92618"/>
                <a:gd name="connsiteY4" fmla="*/ 14983 h 125052"/>
                <a:gd name="connsiteX5" fmla="*/ 1548 w 92618"/>
                <a:gd name="connsiteY5" fmla="*/ 51190 h 125052"/>
                <a:gd name="connsiteX6" fmla="*/ 9567 w 92618"/>
                <a:gd name="connsiteY6" fmla="*/ 107269 h 125052"/>
                <a:gd name="connsiteX7" fmla="*/ 38253 w 92618"/>
                <a:gd name="connsiteY7" fmla="*/ 122857 h 125052"/>
                <a:gd name="connsiteX8" fmla="*/ 88405 w 92618"/>
                <a:gd name="connsiteY8" fmla="*/ 45911 h 125052"/>
              </a:gdLst>
              <a:ahLst/>
              <a:cxnLst/>
              <a:rect l="l" t="t" r="r" b="b"/>
              <a:pathLst>
                <a:path w="92618" h="125052">
                  <a:moveTo>
                    <a:pt x="88405" y="45911"/>
                  </a:moveTo>
                  <a:cubicBezTo>
                    <a:pt x="91443" y="38889"/>
                    <a:pt x="94332" y="30970"/>
                    <a:pt x="91394" y="23848"/>
                  </a:cubicBezTo>
                  <a:cubicBezTo>
                    <a:pt x="88455" y="16726"/>
                    <a:pt x="80785" y="13290"/>
                    <a:pt x="73763" y="10351"/>
                  </a:cubicBezTo>
                  <a:cubicBezTo>
                    <a:pt x="62418" y="4788"/>
                    <a:pt x="50176" y="1297"/>
                    <a:pt x="37606" y="42"/>
                  </a:cubicBezTo>
                  <a:cubicBezTo>
                    <a:pt x="25006" y="-506"/>
                    <a:pt x="11410" y="4275"/>
                    <a:pt x="4786" y="14983"/>
                  </a:cubicBezTo>
                  <a:cubicBezTo>
                    <a:pt x="-1838" y="25691"/>
                    <a:pt x="-195" y="38938"/>
                    <a:pt x="1548" y="51190"/>
                  </a:cubicBezTo>
                  <a:cubicBezTo>
                    <a:pt x="4238" y="69866"/>
                    <a:pt x="6529" y="88692"/>
                    <a:pt x="9567" y="107269"/>
                  </a:cubicBezTo>
                  <a:cubicBezTo>
                    <a:pt x="12256" y="123156"/>
                    <a:pt x="22217" y="128534"/>
                    <a:pt x="38253" y="122857"/>
                  </a:cubicBezTo>
                  <a:cubicBezTo>
                    <a:pt x="62508" y="114341"/>
                    <a:pt x="78993" y="67376"/>
                    <a:pt x="88405" y="45911"/>
                  </a:cubicBezTo>
                  <a:close/>
                </a:path>
              </a:pathLst>
            </a:custGeom>
            <a:solidFill>
              <a:srgbClr val="FAB093">
                <a:alpha val="100000"/>
              </a:srgbClr>
            </a:solidFill>
            <a:ln w="4973" cap="flat">
              <a:noFill/>
              <a:miter/>
            </a:ln>
          </p:spPr>
          <p:txBody>
            <a:bodyPr vert="horz" wrap="square" lIns="91440" tIns="45720" rIns="91440" bIns="45720" rtlCol="0" anchor="ctr"/>
            <a:lstStyle/>
            <a:p>
              <a:pPr algn="l"/>
              <a:endParaRPr kumimoji="1" lang="zh-CN" altLang="en-US"/>
            </a:p>
          </p:txBody>
        </p:sp>
        <p:sp>
          <p:nvSpPr>
            <p:cNvPr id="53" name="标题 1"/>
            <p:cNvSpPr txBox="1"/>
            <p:nvPr/>
          </p:nvSpPr>
          <p:spPr>
            <a:xfrm>
              <a:off x="8929041" y="2982541"/>
              <a:ext cx="852114" cy="1016906"/>
            </a:xfrm>
            <a:custGeom>
              <a:avLst/>
              <a:gdLst>
                <a:gd name="connsiteX0" fmla="*/ 835162 w 835161"/>
                <a:gd name="connsiteY0" fmla="*/ 891727 h 996675"/>
                <a:gd name="connsiteX1" fmla="*/ 31686 w 835161"/>
                <a:gd name="connsiteY1" fmla="*/ 946212 h 996675"/>
                <a:gd name="connsiteX2" fmla="*/ 99419 w 835161"/>
                <a:gd name="connsiteY2" fmla="*/ 90742 h 996675"/>
                <a:gd name="connsiteX3" fmla="*/ 130097 w 835161"/>
                <a:gd name="connsiteY3" fmla="*/ 0 h 996675"/>
                <a:gd name="connsiteX4" fmla="*/ 486888 w 835161"/>
                <a:gd name="connsiteY4" fmla="*/ 33468 h 996675"/>
                <a:gd name="connsiteX5" fmla="*/ 555069 w 835161"/>
                <a:gd name="connsiteY5" fmla="*/ 121918 h 996675"/>
                <a:gd name="connsiteX6" fmla="*/ 835162 w 835161"/>
                <a:gd name="connsiteY6" fmla="*/ 891727 h 996675"/>
              </a:gdLst>
              <a:ahLst/>
              <a:cxnLst/>
              <a:rect l="l" t="t" r="r" b="b"/>
              <a:pathLst>
                <a:path w="835161" h="996675">
                  <a:moveTo>
                    <a:pt x="835162" y="891727"/>
                  </a:moveTo>
                  <a:cubicBezTo>
                    <a:pt x="671359" y="964340"/>
                    <a:pt x="206396" y="1055231"/>
                    <a:pt x="31686" y="946212"/>
                  </a:cubicBezTo>
                  <a:cubicBezTo>
                    <a:pt x="31686" y="946212"/>
                    <a:pt x="-73498" y="538921"/>
                    <a:pt x="99419" y="90742"/>
                  </a:cubicBezTo>
                  <a:cubicBezTo>
                    <a:pt x="111023" y="60860"/>
                    <a:pt x="121183" y="30579"/>
                    <a:pt x="130097" y="0"/>
                  </a:cubicBezTo>
                  <a:cubicBezTo>
                    <a:pt x="130097" y="0"/>
                    <a:pt x="233638" y="94228"/>
                    <a:pt x="486888" y="33468"/>
                  </a:cubicBezTo>
                  <a:cubicBezTo>
                    <a:pt x="486888" y="33468"/>
                    <a:pt x="514827" y="62005"/>
                    <a:pt x="555069" y="121918"/>
                  </a:cubicBezTo>
                  <a:cubicBezTo>
                    <a:pt x="638638" y="247024"/>
                    <a:pt x="790887" y="471338"/>
                    <a:pt x="835162" y="891727"/>
                  </a:cubicBezTo>
                  <a:close/>
                </a:path>
              </a:pathLst>
            </a:custGeom>
            <a:solidFill>
              <a:srgbClr val="457EF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4" name="标题 1"/>
            <p:cNvSpPr txBox="1"/>
            <p:nvPr/>
          </p:nvSpPr>
          <p:spPr>
            <a:xfrm>
              <a:off x="8881559" y="1167477"/>
              <a:ext cx="96782" cy="234285"/>
            </a:xfrm>
            <a:custGeom>
              <a:avLst/>
              <a:gdLst>
                <a:gd name="connsiteX0" fmla="*/ 35592 w 94857"/>
                <a:gd name="connsiteY0" fmla="*/ 218270 h 229624"/>
                <a:gd name="connsiteX1" fmla="*/ 8399 w 94857"/>
                <a:gd name="connsiteY1" fmla="*/ 18210 h 229624"/>
                <a:gd name="connsiteX2" fmla="*/ 19655 w 94857"/>
                <a:gd name="connsiteY2" fmla="*/ 928 h 229624"/>
                <a:gd name="connsiteX3" fmla="*/ 44208 w 94857"/>
                <a:gd name="connsiteY3" fmla="*/ 12333 h 229624"/>
                <a:gd name="connsiteX4" fmla="*/ 94858 w 94857"/>
                <a:gd name="connsiteY4" fmla="*/ 85793 h 229624"/>
                <a:gd name="connsiteX5" fmla="*/ 65972 w 94857"/>
                <a:gd name="connsiteY5" fmla="*/ 166425 h 229624"/>
                <a:gd name="connsiteX6" fmla="*/ 62535 w 94857"/>
                <a:gd name="connsiteY6" fmla="*/ 206267 h 229624"/>
                <a:gd name="connsiteX7" fmla="*/ 59298 w 94857"/>
                <a:gd name="connsiteY7" fmla="*/ 221208 h 229624"/>
                <a:gd name="connsiteX8" fmla="*/ 47644 w 94857"/>
                <a:gd name="connsiteY8" fmla="*/ 229625 h 229624"/>
                <a:gd name="connsiteX9" fmla="*/ 35592 w 94857"/>
                <a:gd name="connsiteY9" fmla="*/ 218270 h 229624"/>
              </a:gdLst>
              <a:ahLst/>
              <a:cxnLst/>
              <a:rect l="l" t="t" r="r" b="b"/>
              <a:pathLst>
                <a:path w="94857" h="229624">
                  <a:moveTo>
                    <a:pt x="35592" y="218270"/>
                  </a:moveTo>
                  <a:cubicBezTo>
                    <a:pt x="804" y="157674"/>
                    <a:pt x="-8952" y="85892"/>
                    <a:pt x="8399" y="18210"/>
                  </a:cubicBezTo>
                  <a:cubicBezTo>
                    <a:pt x="10192" y="11288"/>
                    <a:pt x="13031" y="3618"/>
                    <a:pt x="19655" y="928"/>
                  </a:cubicBezTo>
                  <a:cubicBezTo>
                    <a:pt x="28619" y="-2707"/>
                    <a:pt x="37883" y="5012"/>
                    <a:pt x="44208" y="12333"/>
                  </a:cubicBezTo>
                  <a:cubicBezTo>
                    <a:pt x="63790" y="34847"/>
                    <a:pt x="80778" y="59487"/>
                    <a:pt x="94858" y="85793"/>
                  </a:cubicBezTo>
                  <a:cubicBezTo>
                    <a:pt x="80181" y="110585"/>
                    <a:pt x="70374" y="137952"/>
                    <a:pt x="65972" y="166425"/>
                  </a:cubicBezTo>
                  <a:cubicBezTo>
                    <a:pt x="64179" y="179722"/>
                    <a:pt x="63631" y="193119"/>
                    <a:pt x="62535" y="206267"/>
                  </a:cubicBezTo>
                  <a:cubicBezTo>
                    <a:pt x="62456" y="211412"/>
                    <a:pt x="61355" y="216492"/>
                    <a:pt x="59298" y="221208"/>
                  </a:cubicBezTo>
                  <a:cubicBezTo>
                    <a:pt x="57201" y="225900"/>
                    <a:pt x="52754" y="229107"/>
                    <a:pt x="47644" y="229625"/>
                  </a:cubicBezTo>
                  <a:cubicBezTo>
                    <a:pt x="42614" y="229476"/>
                    <a:pt x="34795" y="223250"/>
                    <a:pt x="35592" y="218270"/>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5" name="标题 1"/>
            <p:cNvSpPr txBox="1"/>
            <p:nvPr/>
          </p:nvSpPr>
          <p:spPr>
            <a:xfrm>
              <a:off x="8927343" y="1178841"/>
              <a:ext cx="175062" cy="304738"/>
            </a:xfrm>
            <a:custGeom>
              <a:avLst/>
              <a:gdLst>
                <a:gd name="connsiteX0" fmla="*/ 381 w 171579"/>
                <a:gd name="connsiteY0" fmla="*/ 212262 h 298675"/>
                <a:gd name="connsiteX1" fmla="*/ 44108 w 171579"/>
                <a:gd name="connsiteY1" fmla="*/ 24852 h 298675"/>
                <a:gd name="connsiteX2" fmla="*/ 58352 w 171579"/>
                <a:gd name="connsiteY2" fmla="*/ 5877 h 298675"/>
                <a:gd name="connsiteX3" fmla="*/ 80663 w 171579"/>
                <a:gd name="connsiteY3" fmla="*/ 897 h 298675"/>
                <a:gd name="connsiteX4" fmla="*/ 98144 w 171579"/>
                <a:gd name="connsiteY4" fmla="*/ 19623 h 298675"/>
                <a:gd name="connsiteX5" fmla="*/ 131911 w 171579"/>
                <a:gd name="connsiteY5" fmla="*/ 103293 h 298675"/>
                <a:gd name="connsiteX6" fmla="*/ 134650 w 171579"/>
                <a:gd name="connsiteY6" fmla="*/ 129788 h 298675"/>
                <a:gd name="connsiteX7" fmla="*/ 106213 w 171579"/>
                <a:gd name="connsiteY7" fmla="*/ 161911 h 298675"/>
                <a:gd name="connsiteX8" fmla="*/ 80116 w 171579"/>
                <a:gd name="connsiteY8" fmla="*/ 195478 h 298675"/>
                <a:gd name="connsiteX9" fmla="*/ 118215 w 171579"/>
                <a:gd name="connsiteY9" fmla="*/ 186364 h 298675"/>
                <a:gd name="connsiteX10" fmla="*/ 170748 w 171579"/>
                <a:gd name="connsiteY10" fmla="*/ 225136 h 298675"/>
                <a:gd name="connsiteX11" fmla="*/ 171256 w 171579"/>
                <a:gd name="connsiteY11" fmla="*/ 231187 h 298675"/>
                <a:gd name="connsiteX12" fmla="*/ 168915 w 171579"/>
                <a:gd name="connsiteY12" fmla="*/ 269586 h 298675"/>
                <a:gd name="connsiteX13" fmla="*/ 151683 w 171579"/>
                <a:gd name="connsiteY13" fmla="*/ 298422 h 298675"/>
                <a:gd name="connsiteX14" fmla="*/ 134949 w 171579"/>
                <a:gd name="connsiteY14" fmla="*/ 295882 h 298675"/>
                <a:gd name="connsiteX15" fmla="*/ 49835 w 171579"/>
                <a:gd name="connsiteY15" fmla="*/ 265551 h 298675"/>
                <a:gd name="connsiteX16" fmla="*/ 381 w 171579"/>
                <a:gd name="connsiteY16" fmla="*/ 212262 h 298675"/>
              </a:gdLst>
              <a:ahLst/>
              <a:cxnLst/>
              <a:rect l="l" t="t" r="r" b="b"/>
              <a:pathLst>
                <a:path w="171579" h="298675">
                  <a:moveTo>
                    <a:pt x="381" y="212262"/>
                  </a:moveTo>
                  <a:cubicBezTo>
                    <a:pt x="-2652" y="146950"/>
                    <a:pt x="12488" y="82078"/>
                    <a:pt x="44108" y="24852"/>
                  </a:cubicBezTo>
                  <a:cubicBezTo>
                    <a:pt x="47599" y="17674"/>
                    <a:pt x="52435" y="11232"/>
                    <a:pt x="58352" y="5877"/>
                  </a:cubicBezTo>
                  <a:cubicBezTo>
                    <a:pt x="64482" y="580"/>
                    <a:pt x="72859" y="-1290"/>
                    <a:pt x="80663" y="897"/>
                  </a:cubicBezTo>
                  <a:cubicBezTo>
                    <a:pt x="88981" y="3686"/>
                    <a:pt x="94011" y="11904"/>
                    <a:pt x="98144" y="19623"/>
                  </a:cubicBezTo>
                  <a:cubicBezTo>
                    <a:pt x="112254" y="46276"/>
                    <a:pt x="123569" y="74314"/>
                    <a:pt x="131911" y="103293"/>
                  </a:cubicBezTo>
                  <a:cubicBezTo>
                    <a:pt x="135034" y="111754"/>
                    <a:pt x="135975" y="120866"/>
                    <a:pt x="134650" y="129788"/>
                  </a:cubicBezTo>
                  <a:cubicBezTo>
                    <a:pt x="131413" y="144081"/>
                    <a:pt x="118215" y="153494"/>
                    <a:pt x="106213" y="161911"/>
                  </a:cubicBezTo>
                  <a:cubicBezTo>
                    <a:pt x="94210" y="170328"/>
                    <a:pt x="81311" y="180886"/>
                    <a:pt x="80116" y="195478"/>
                  </a:cubicBezTo>
                  <a:cubicBezTo>
                    <a:pt x="92367" y="190802"/>
                    <a:pt x="105172" y="187739"/>
                    <a:pt x="118215" y="186364"/>
                  </a:cubicBezTo>
                  <a:cubicBezTo>
                    <a:pt x="143430" y="182564"/>
                    <a:pt x="166948" y="199921"/>
                    <a:pt x="170748" y="225136"/>
                  </a:cubicBezTo>
                  <a:cubicBezTo>
                    <a:pt x="171051" y="227138"/>
                    <a:pt x="171221" y="229160"/>
                    <a:pt x="171256" y="231187"/>
                  </a:cubicBezTo>
                  <a:cubicBezTo>
                    <a:pt x="172092" y="244037"/>
                    <a:pt x="171305" y="256936"/>
                    <a:pt x="168915" y="269586"/>
                  </a:cubicBezTo>
                  <a:cubicBezTo>
                    <a:pt x="167172" y="281389"/>
                    <a:pt x="163287" y="295682"/>
                    <a:pt x="151683" y="298422"/>
                  </a:cubicBezTo>
                  <a:cubicBezTo>
                    <a:pt x="145975" y="299159"/>
                    <a:pt x="140178" y="298282"/>
                    <a:pt x="134949" y="295882"/>
                  </a:cubicBezTo>
                  <a:lnTo>
                    <a:pt x="49835" y="265551"/>
                  </a:lnTo>
                  <a:cubicBezTo>
                    <a:pt x="35392" y="245999"/>
                    <a:pt x="18803" y="228124"/>
                    <a:pt x="381" y="212262"/>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56" name="标题 1"/>
            <p:cNvSpPr txBox="1"/>
            <p:nvPr/>
          </p:nvSpPr>
          <p:spPr>
            <a:xfrm>
              <a:off x="8896440" y="1377859"/>
              <a:ext cx="91437" cy="87979"/>
            </a:xfrm>
            <a:custGeom>
              <a:avLst/>
              <a:gdLst>
                <a:gd name="connsiteX0" fmla="*/ 88938 w 89618"/>
                <a:gd name="connsiteY0" fmla="*/ 86081 h 86229"/>
                <a:gd name="connsiteX1" fmla="*/ 44962 w 89618"/>
                <a:gd name="connsiteY1" fmla="*/ 42952 h 86229"/>
                <a:gd name="connsiteX2" fmla="*/ 139 w 89618"/>
                <a:gd name="connsiteY2" fmla="*/ 768 h 86229"/>
                <a:gd name="connsiteX3" fmla="*/ 18865 w 89618"/>
                <a:gd name="connsiteY3" fmla="*/ 5400 h 86229"/>
                <a:gd name="connsiteX4" fmla="*/ 36446 w 89618"/>
                <a:gd name="connsiteY4" fmla="*/ 15809 h 86229"/>
                <a:gd name="connsiteX5" fmla="*/ 55869 w 89618"/>
                <a:gd name="connsiteY5" fmla="*/ 31696 h 86229"/>
                <a:gd name="connsiteX6" fmla="*/ 72503 w 89618"/>
                <a:gd name="connsiteY6" fmla="*/ 50422 h 86229"/>
                <a:gd name="connsiteX7" fmla="*/ 83610 w 89618"/>
                <a:gd name="connsiteY7" fmla="*/ 67604 h 86229"/>
                <a:gd name="connsiteX8" fmla="*/ 88938 w 89618"/>
                <a:gd name="connsiteY8" fmla="*/ 86081 h 86229"/>
              </a:gdLst>
              <a:ahLst/>
              <a:cxnLst/>
              <a:rect l="l" t="t" r="r" b="b"/>
              <a:pathLst>
                <a:path w="89618" h="86229">
                  <a:moveTo>
                    <a:pt x="88938" y="86081"/>
                  </a:moveTo>
                  <a:cubicBezTo>
                    <a:pt x="85004" y="88273"/>
                    <a:pt x="69017" y="65861"/>
                    <a:pt x="44962" y="42952"/>
                  </a:cubicBezTo>
                  <a:cubicBezTo>
                    <a:pt x="20907" y="20042"/>
                    <a:pt x="-2002" y="4802"/>
                    <a:pt x="139" y="768"/>
                  </a:cubicBezTo>
                  <a:cubicBezTo>
                    <a:pt x="1086" y="-1074"/>
                    <a:pt x="8307" y="370"/>
                    <a:pt x="18865" y="5400"/>
                  </a:cubicBezTo>
                  <a:cubicBezTo>
                    <a:pt x="24991" y="8403"/>
                    <a:pt x="30868" y="11879"/>
                    <a:pt x="36446" y="15809"/>
                  </a:cubicBezTo>
                  <a:cubicBezTo>
                    <a:pt x="43309" y="20610"/>
                    <a:pt x="49803" y="25924"/>
                    <a:pt x="55869" y="31696"/>
                  </a:cubicBezTo>
                  <a:cubicBezTo>
                    <a:pt x="61865" y="37518"/>
                    <a:pt x="67428" y="43778"/>
                    <a:pt x="72503" y="50422"/>
                  </a:cubicBezTo>
                  <a:cubicBezTo>
                    <a:pt x="76657" y="55841"/>
                    <a:pt x="80372" y="61588"/>
                    <a:pt x="83610" y="67604"/>
                  </a:cubicBezTo>
                  <a:cubicBezTo>
                    <a:pt x="88988" y="78063"/>
                    <a:pt x="90731" y="85085"/>
                    <a:pt x="88938" y="86081"/>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7" name="标题 1"/>
            <p:cNvSpPr txBox="1"/>
            <p:nvPr/>
          </p:nvSpPr>
          <p:spPr>
            <a:xfrm>
              <a:off x="10462616" y="2731200"/>
              <a:ext cx="205630" cy="231259"/>
            </a:xfrm>
            <a:custGeom>
              <a:avLst/>
              <a:gdLst>
                <a:gd name="connsiteX0" fmla="*/ 55489 w 201539"/>
                <a:gd name="connsiteY0" fmla="*/ 59131 h 226658"/>
                <a:gd name="connsiteX1" fmla="*/ 165056 w 201539"/>
                <a:gd name="connsiteY1" fmla="*/ 1807 h 226658"/>
                <a:gd name="connsiteX2" fmla="*/ 185425 w 201539"/>
                <a:gd name="connsiteY2" fmla="*/ 463 h 226658"/>
                <a:gd name="connsiteX3" fmla="*/ 200765 w 201539"/>
                <a:gd name="connsiteY3" fmla="*/ 12615 h 226658"/>
                <a:gd name="connsiteX4" fmla="*/ 190804 w 201539"/>
                <a:gd name="connsiteY4" fmla="*/ 39309 h 226658"/>
                <a:gd name="connsiteX5" fmla="*/ 129496 w 201539"/>
                <a:gd name="connsiteY5" fmla="*/ 113217 h 226658"/>
                <a:gd name="connsiteX6" fmla="*/ 113858 w 201539"/>
                <a:gd name="connsiteY6" fmla="*/ 123427 h 226658"/>
                <a:gd name="connsiteX7" fmla="*/ 106288 w 201539"/>
                <a:gd name="connsiteY7" fmla="*/ 121285 h 226658"/>
                <a:gd name="connsiteX8" fmla="*/ 71426 w 201539"/>
                <a:gd name="connsiteY8" fmla="*/ 106344 h 226658"/>
                <a:gd name="connsiteX9" fmla="*/ 62461 w 201539"/>
                <a:gd name="connsiteY9" fmla="*/ 173479 h 226658"/>
                <a:gd name="connsiteX10" fmla="*/ 16891 w 201539"/>
                <a:gd name="connsiteY10" fmla="*/ 221738 h 226658"/>
                <a:gd name="connsiteX11" fmla="*/ 2249 w 201539"/>
                <a:gd name="connsiteY11" fmla="*/ 224976 h 226658"/>
                <a:gd name="connsiteX12" fmla="*/ 157 w 201539"/>
                <a:gd name="connsiteY12" fmla="*/ 216260 h 226658"/>
                <a:gd name="connsiteX13" fmla="*/ 3594 w 201539"/>
                <a:gd name="connsiteY13" fmla="*/ 133238 h 226658"/>
                <a:gd name="connsiteX14" fmla="*/ 55489 w 201539"/>
                <a:gd name="connsiteY14" fmla="*/ 59131 h 226658"/>
              </a:gdLst>
              <a:ahLst/>
              <a:cxnLst/>
              <a:rect l="l" t="t" r="r" b="b"/>
              <a:pathLst>
                <a:path w="201539" h="226658">
                  <a:moveTo>
                    <a:pt x="55489" y="59131"/>
                  </a:moveTo>
                  <a:cubicBezTo>
                    <a:pt x="86352" y="30743"/>
                    <a:pt x="124138" y="10976"/>
                    <a:pt x="165056" y="1807"/>
                  </a:cubicBezTo>
                  <a:cubicBezTo>
                    <a:pt x="171685" y="0"/>
                    <a:pt x="178612" y="-459"/>
                    <a:pt x="185425" y="463"/>
                  </a:cubicBezTo>
                  <a:cubicBezTo>
                    <a:pt x="192338" y="1494"/>
                    <a:pt x="198180" y="6120"/>
                    <a:pt x="200765" y="12615"/>
                  </a:cubicBezTo>
                  <a:cubicBezTo>
                    <a:pt x="203853" y="22077"/>
                    <a:pt x="197129" y="31639"/>
                    <a:pt x="190804" y="39309"/>
                  </a:cubicBezTo>
                  <a:lnTo>
                    <a:pt x="129496" y="113217"/>
                  </a:lnTo>
                  <a:cubicBezTo>
                    <a:pt x="125363" y="118198"/>
                    <a:pt x="120332" y="123626"/>
                    <a:pt x="113858" y="123427"/>
                  </a:cubicBezTo>
                  <a:cubicBezTo>
                    <a:pt x="111219" y="123208"/>
                    <a:pt x="108649" y="122481"/>
                    <a:pt x="106288" y="121285"/>
                  </a:cubicBezTo>
                  <a:lnTo>
                    <a:pt x="71426" y="106344"/>
                  </a:lnTo>
                  <a:cubicBezTo>
                    <a:pt x="80838" y="126266"/>
                    <a:pt x="73916" y="154454"/>
                    <a:pt x="62461" y="173479"/>
                  </a:cubicBezTo>
                  <a:cubicBezTo>
                    <a:pt x="51006" y="192504"/>
                    <a:pt x="33824" y="207345"/>
                    <a:pt x="16891" y="221738"/>
                  </a:cubicBezTo>
                  <a:cubicBezTo>
                    <a:pt x="12658" y="225275"/>
                    <a:pt x="6134" y="228860"/>
                    <a:pt x="2249" y="224976"/>
                  </a:cubicBezTo>
                  <a:cubicBezTo>
                    <a:pt x="396" y="222476"/>
                    <a:pt x="-356" y="219328"/>
                    <a:pt x="157" y="216260"/>
                  </a:cubicBezTo>
                  <a:lnTo>
                    <a:pt x="3594" y="133238"/>
                  </a:lnTo>
                  <a:cubicBezTo>
                    <a:pt x="4988" y="101015"/>
                    <a:pt x="31832" y="80995"/>
                    <a:pt x="55489" y="59131"/>
                  </a:cubicBezTo>
                  <a:close/>
                </a:path>
              </a:pathLst>
            </a:custGeom>
            <a:solidFill>
              <a:srgbClr val="F7CB0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8" name="标题 1"/>
            <p:cNvSpPr txBox="1"/>
            <p:nvPr/>
          </p:nvSpPr>
          <p:spPr>
            <a:xfrm>
              <a:off x="10344368" y="2581757"/>
              <a:ext cx="174574" cy="328418"/>
            </a:xfrm>
            <a:custGeom>
              <a:avLst/>
              <a:gdLst>
                <a:gd name="connsiteX0" fmla="*/ 165009 w 171101"/>
                <a:gd name="connsiteY0" fmla="*/ 208539 h 321884"/>
                <a:gd name="connsiteX1" fmla="*/ 168844 w 171101"/>
                <a:gd name="connsiteY1" fmla="*/ 99520 h 321884"/>
                <a:gd name="connsiteX2" fmla="*/ 121631 w 171101"/>
                <a:gd name="connsiteY2" fmla="*/ 6388 h 321884"/>
                <a:gd name="connsiteX3" fmla="*/ 101012 w 171101"/>
                <a:gd name="connsiteY3" fmla="*/ 1408 h 321884"/>
                <a:gd name="connsiteX4" fmla="*/ 92446 w 171101"/>
                <a:gd name="connsiteY4" fmla="*/ 13012 h 321884"/>
                <a:gd name="connsiteX5" fmla="*/ 64606 w 171101"/>
                <a:gd name="connsiteY5" fmla="*/ 76909 h 321884"/>
                <a:gd name="connsiteX6" fmla="*/ 52304 w 171101"/>
                <a:gd name="connsiteY6" fmla="*/ 123127 h 321884"/>
                <a:gd name="connsiteX7" fmla="*/ 73122 w 171101"/>
                <a:gd name="connsiteY7" fmla="*/ 167950 h 321884"/>
                <a:gd name="connsiteX8" fmla="*/ 112965 w 171101"/>
                <a:gd name="connsiteY8" fmla="*/ 198977 h 321884"/>
                <a:gd name="connsiteX9" fmla="*/ 65054 w 171101"/>
                <a:gd name="connsiteY9" fmla="*/ 189963 h 321884"/>
                <a:gd name="connsiteX10" fmla="*/ 20530 w 171101"/>
                <a:gd name="connsiteY10" fmla="*/ 202115 h 321884"/>
                <a:gd name="connsiteX11" fmla="*/ 61 w 171101"/>
                <a:gd name="connsiteY11" fmla="*/ 262227 h 321884"/>
                <a:gd name="connsiteX12" fmla="*/ 6336 w 171101"/>
                <a:gd name="connsiteY12" fmla="*/ 304560 h 321884"/>
                <a:gd name="connsiteX13" fmla="*/ 14205 w 171101"/>
                <a:gd name="connsiteY13" fmla="*/ 318953 h 321884"/>
                <a:gd name="connsiteX14" fmla="*/ 30839 w 171101"/>
                <a:gd name="connsiteY14" fmla="*/ 320647 h 321884"/>
                <a:gd name="connsiteX15" fmla="*/ 45780 w 171101"/>
                <a:gd name="connsiteY15" fmla="*/ 311732 h 321884"/>
                <a:gd name="connsiteX16" fmla="*/ 127706 w 171101"/>
                <a:gd name="connsiteY16" fmla="*/ 252416 h 321884"/>
                <a:gd name="connsiteX17" fmla="*/ 165009 w 171101"/>
                <a:gd name="connsiteY17" fmla="*/ 208539 h 321884"/>
              </a:gdLst>
              <a:ahLst/>
              <a:cxnLst/>
              <a:rect l="l" t="t" r="r" b="b"/>
              <a:pathLst>
                <a:path w="171101" h="321884">
                  <a:moveTo>
                    <a:pt x="165009" y="208539"/>
                  </a:moveTo>
                  <a:cubicBezTo>
                    <a:pt x="171533" y="172576"/>
                    <a:pt x="172828" y="135857"/>
                    <a:pt x="168844" y="99520"/>
                  </a:cubicBezTo>
                  <a:cubicBezTo>
                    <a:pt x="164910" y="64010"/>
                    <a:pt x="149969" y="28252"/>
                    <a:pt x="121631" y="6388"/>
                  </a:cubicBezTo>
                  <a:cubicBezTo>
                    <a:pt x="115704" y="1806"/>
                    <a:pt x="107636" y="-2228"/>
                    <a:pt x="101012" y="1408"/>
                  </a:cubicBezTo>
                  <a:cubicBezTo>
                    <a:pt x="96953" y="4222"/>
                    <a:pt x="93940" y="8306"/>
                    <a:pt x="92446" y="13012"/>
                  </a:cubicBezTo>
                  <a:cubicBezTo>
                    <a:pt x="83182" y="34328"/>
                    <a:pt x="73904" y="55628"/>
                    <a:pt x="64606" y="76909"/>
                  </a:cubicBezTo>
                  <a:cubicBezTo>
                    <a:pt x="58181" y="91850"/>
                    <a:pt x="51657" y="107040"/>
                    <a:pt x="52304" y="123127"/>
                  </a:cubicBezTo>
                  <a:cubicBezTo>
                    <a:pt x="53734" y="140055"/>
                    <a:pt x="61109" y="155932"/>
                    <a:pt x="73122" y="167950"/>
                  </a:cubicBezTo>
                  <a:cubicBezTo>
                    <a:pt x="85125" y="179838"/>
                    <a:pt x="98497" y="190252"/>
                    <a:pt x="112965" y="198977"/>
                  </a:cubicBezTo>
                  <a:cubicBezTo>
                    <a:pt x="97436" y="193982"/>
                    <a:pt x="81340" y="190954"/>
                    <a:pt x="65054" y="189963"/>
                  </a:cubicBezTo>
                  <a:cubicBezTo>
                    <a:pt x="49197" y="188090"/>
                    <a:pt x="33235" y="192448"/>
                    <a:pt x="20530" y="202115"/>
                  </a:cubicBezTo>
                  <a:cubicBezTo>
                    <a:pt x="3796" y="216209"/>
                    <a:pt x="-587" y="240314"/>
                    <a:pt x="61" y="262227"/>
                  </a:cubicBezTo>
                  <a:cubicBezTo>
                    <a:pt x="514" y="276531"/>
                    <a:pt x="2616" y="290740"/>
                    <a:pt x="6336" y="304560"/>
                  </a:cubicBezTo>
                  <a:cubicBezTo>
                    <a:pt x="7287" y="310098"/>
                    <a:pt x="10056" y="315163"/>
                    <a:pt x="14205" y="318953"/>
                  </a:cubicBezTo>
                  <a:cubicBezTo>
                    <a:pt x="19160" y="322136"/>
                    <a:pt x="25341" y="322768"/>
                    <a:pt x="30839" y="320647"/>
                  </a:cubicBezTo>
                  <a:cubicBezTo>
                    <a:pt x="36263" y="318495"/>
                    <a:pt x="41308" y="315487"/>
                    <a:pt x="45780" y="311732"/>
                  </a:cubicBezTo>
                  <a:cubicBezTo>
                    <a:pt x="72724" y="291312"/>
                    <a:pt x="100564" y="272885"/>
                    <a:pt x="127706" y="252416"/>
                  </a:cubicBezTo>
                  <a:cubicBezTo>
                    <a:pt x="132886" y="233242"/>
                    <a:pt x="148175" y="219247"/>
                    <a:pt x="165009" y="208539"/>
                  </a:cubicBezTo>
                  <a:close/>
                </a:path>
              </a:pathLst>
            </a:custGeom>
            <a:solidFill>
              <a:srgbClr val="F7CB00">
                <a:alpha val="100000"/>
              </a:srgbClr>
            </a:solidFill>
            <a:ln w="4973" cap="flat">
              <a:noFill/>
              <a:miter/>
            </a:ln>
          </p:spPr>
          <p:txBody>
            <a:bodyPr vert="horz" wrap="square" lIns="91440" tIns="45720" rIns="91440" bIns="45720" rtlCol="0" anchor="ctr"/>
            <a:lstStyle/>
            <a:p>
              <a:pPr algn="l"/>
              <a:endParaRPr kumimoji="1" lang="zh-CN" altLang="en-US"/>
            </a:p>
          </p:txBody>
        </p:sp>
        <p:sp>
          <p:nvSpPr>
            <p:cNvPr id="59" name="标题 1"/>
            <p:cNvSpPr txBox="1"/>
            <p:nvPr/>
          </p:nvSpPr>
          <p:spPr>
            <a:xfrm>
              <a:off x="10458361" y="2774814"/>
              <a:ext cx="75313" cy="103057"/>
            </a:xfrm>
            <a:custGeom>
              <a:avLst/>
              <a:gdLst>
                <a:gd name="connsiteX0" fmla="*/ 73604 w 73815"/>
                <a:gd name="connsiteY0" fmla="*/ 398 h 101007"/>
                <a:gd name="connsiteX1" fmla="*/ 36550 w 73815"/>
                <a:gd name="connsiteY1" fmla="*/ 50201 h 101007"/>
                <a:gd name="connsiteX2" fmla="*/ 841 w 73815"/>
                <a:gd name="connsiteY2" fmla="*/ 100951 h 101007"/>
                <a:gd name="connsiteX3" fmla="*/ 3830 w 73815"/>
                <a:gd name="connsiteY3" fmla="*/ 82026 h 101007"/>
                <a:gd name="connsiteX4" fmla="*/ 12147 w 73815"/>
                <a:gd name="connsiteY4" fmla="*/ 63349 h 101007"/>
                <a:gd name="connsiteX5" fmla="*/ 25345 w 73815"/>
                <a:gd name="connsiteY5" fmla="*/ 42133 h 101007"/>
                <a:gd name="connsiteX6" fmla="*/ 41431 w 73815"/>
                <a:gd name="connsiteY6" fmla="*/ 22909 h 101007"/>
                <a:gd name="connsiteX7" fmla="*/ 56372 w 73815"/>
                <a:gd name="connsiteY7" fmla="*/ 9263 h 101007"/>
                <a:gd name="connsiteX8" fmla="*/ 73604 w 73815"/>
                <a:gd name="connsiteY8" fmla="*/ 398 h 101007"/>
              </a:gdLst>
              <a:ahLst/>
              <a:cxnLst/>
              <a:rect l="l" t="t" r="r" b="b"/>
              <a:pathLst>
                <a:path w="73815" h="101007">
                  <a:moveTo>
                    <a:pt x="73604" y="398"/>
                  </a:moveTo>
                  <a:cubicBezTo>
                    <a:pt x="76094" y="3536"/>
                    <a:pt x="56173" y="22810"/>
                    <a:pt x="36550" y="50201"/>
                  </a:cubicBezTo>
                  <a:cubicBezTo>
                    <a:pt x="16928" y="77593"/>
                    <a:pt x="4577" y="102345"/>
                    <a:pt x="841" y="100951"/>
                  </a:cubicBezTo>
                  <a:cubicBezTo>
                    <a:pt x="-852" y="100304"/>
                    <a:pt x="-55" y="93032"/>
                    <a:pt x="3830" y="82026"/>
                  </a:cubicBezTo>
                  <a:cubicBezTo>
                    <a:pt x="6160" y="75611"/>
                    <a:pt x="8939" y="69371"/>
                    <a:pt x="12147" y="63349"/>
                  </a:cubicBezTo>
                  <a:cubicBezTo>
                    <a:pt x="16056" y="55984"/>
                    <a:pt x="20464" y="48897"/>
                    <a:pt x="25345" y="42133"/>
                  </a:cubicBezTo>
                  <a:cubicBezTo>
                    <a:pt x="30265" y="35370"/>
                    <a:pt x="35639" y="28945"/>
                    <a:pt x="41431" y="22909"/>
                  </a:cubicBezTo>
                  <a:cubicBezTo>
                    <a:pt x="46093" y="18024"/>
                    <a:pt x="51083" y="13462"/>
                    <a:pt x="56372" y="9263"/>
                  </a:cubicBezTo>
                  <a:cubicBezTo>
                    <a:pt x="65785" y="2042"/>
                    <a:pt x="72459" y="-1196"/>
                    <a:pt x="73604" y="398"/>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0" name="标题 1"/>
            <p:cNvSpPr txBox="1"/>
            <p:nvPr/>
          </p:nvSpPr>
          <p:spPr>
            <a:xfrm>
              <a:off x="7966174" y="909542"/>
              <a:ext cx="161438" cy="160542"/>
            </a:xfrm>
            <a:custGeom>
              <a:avLst/>
              <a:gdLst>
                <a:gd name="connsiteX0" fmla="*/ 31625 w 158226"/>
                <a:gd name="connsiteY0" fmla="*/ 152980 h 157348"/>
                <a:gd name="connsiteX1" fmla="*/ 154290 w 158226"/>
                <a:gd name="connsiteY1" fmla="*/ 21699 h 157348"/>
                <a:gd name="connsiteX2" fmla="*/ 157030 w 158226"/>
                <a:gd name="connsiteY2" fmla="*/ 5314 h 157348"/>
                <a:gd name="connsiteX3" fmla="*/ 137108 w 158226"/>
                <a:gd name="connsiteY3" fmla="*/ 881 h 157348"/>
                <a:gd name="connsiteX4" fmla="*/ 14244 w 158226"/>
                <a:gd name="connsiteY4" fmla="*/ 24488 h 157348"/>
                <a:gd name="connsiteX5" fmla="*/ 498 w 158226"/>
                <a:gd name="connsiteY5" fmla="*/ 139782 h 157348"/>
                <a:gd name="connsiteX6" fmla="*/ 1693 w 158226"/>
                <a:gd name="connsiteY6" fmla="*/ 152034 h 157348"/>
                <a:gd name="connsiteX7" fmla="*/ 13546 w 158226"/>
                <a:gd name="connsiteY7" fmla="*/ 157263 h 157348"/>
                <a:gd name="connsiteX8" fmla="*/ 31625 w 158226"/>
                <a:gd name="connsiteY8" fmla="*/ 152980 h 157348"/>
              </a:gdLst>
              <a:ahLst/>
              <a:cxnLst/>
              <a:rect l="l" t="t" r="r" b="b"/>
              <a:pathLst>
                <a:path w="158226" h="157348">
                  <a:moveTo>
                    <a:pt x="31625" y="152980"/>
                  </a:moveTo>
                  <a:cubicBezTo>
                    <a:pt x="82429" y="119665"/>
                    <a:pt x="124493" y="74644"/>
                    <a:pt x="154290" y="21699"/>
                  </a:cubicBezTo>
                  <a:cubicBezTo>
                    <a:pt x="157129" y="16719"/>
                    <a:pt x="159868" y="10394"/>
                    <a:pt x="157030" y="5314"/>
                  </a:cubicBezTo>
                  <a:cubicBezTo>
                    <a:pt x="153444" y="-1011"/>
                    <a:pt x="144330" y="-513"/>
                    <a:pt x="137108" y="881"/>
                  </a:cubicBezTo>
                  <a:lnTo>
                    <a:pt x="14244" y="24488"/>
                  </a:lnTo>
                  <a:cubicBezTo>
                    <a:pt x="9263" y="62338"/>
                    <a:pt x="5229" y="101932"/>
                    <a:pt x="498" y="139782"/>
                  </a:cubicBezTo>
                  <a:cubicBezTo>
                    <a:pt x="-453" y="143887"/>
                    <a:pt x="-35" y="148191"/>
                    <a:pt x="1693" y="152034"/>
                  </a:cubicBezTo>
                  <a:cubicBezTo>
                    <a:pt x="4408" y="155796"/>
                    <a:pt x="8940" y="157796"/>
                    <a:pt x="13546" y="157263"/>
                  </a:cubicBezTo>
                  <a:cubicBezTo>
                    <a:pt x="19787" y="156975"/>
                    <a:pt x="25918" y="155523"/>
                    <a:pt x="31625" y="152980"/>
                  </a:cubicBezTo>
                  <a:close/>
                </a:path>
              </a:pathLst>
            </a:custGeom>
            <a:solidFill>
              <a:srgbClr val="FCDF7A">
                <a:alpha val="100000"/>
              </a:srgbClr>
            </a:solidFill>
            <a:ln w="4973" cap="flat">
              <a:noFill/>
              <a:miter/>
            </a:ln>
          </p:spPr>
          <p:txBody>
            <a:bodyPr vert="horz" wrap="square" lIns="91440" tIns="45720" rIns="91440" bIns="45720" rtlCol="0" anchor="ctr"/>
            <a:lstStyle/>
            <a:p>
              <a:pPr algn="l"/>
              <a:endParaRPr kumimoji="1" lang="zh-CN" altLang="en-US"/>
            </a:p>
          </p:txBody>
        </p:sp>
        <p:sp>
          <p:nvSpPr>
            <p:cNvPr id="61" name="标题 1"/>
            <p:cNvSpPr txBox="1"/>
            <p:nvPr/>
          </p:nvSpPr>
          <p:spPr>
            <a:xfrm>
              <a:off x="7817641" y="797009"/>
              <a:ext cx="181247" cy="321617"/>
            </a:xfrm>
            <a:custGeom>
              <a:avLst/>
              <a:gdLst>
                <a:gd name="connsiteX0" fmla="*/ 159075 w 177641"/>
                <a:gd name="connsiteY0" fmla="*/ 268852 h 315218"/>
                <a:gd name="connsiteX1" fmla="*/ 139154 w 177641"/>
                <a:gd name="connsiteY1" fmla="*/ 19836 h 315218"/>
                <a:gd name="connsiteX2" fmla="*/ 126504 w 177641"/>
                <a:gd name="connsiteY2" fmla="*/ 4098 h 315218"/>
                <a:gd name="connsiteX3" fmla="*/ 107479 w 177641"/>
                <a:gd name="connsiteY3" fmla="*/ 1508 h 315218"/>
                <a:gd name="connsiteX4" fmla="*/ 98813 w 177641"/>
                <a:gd name="connsiteY4" fmla="*/ 9875 h 315218"/>
                <a:gd name="connsiteX5" fmla="*/ 44378 w 177641"/>
                <a:gd name="connsiteY5" fmla="*/ 81094 h 315218"/>
                <a:gd name="connsiteX6" fmla="*/ 17584 w 177641"/>
                <a:gd name="connsiteY6" fmla="*/ 130897 h 315218"/>
                <a:gd name="connsiteX7" fmla="*/ 30483 w 177641"/>
                <a:gd name="connsiteY7" fmla="*/ 186079 h 315218"/>
                <a:gd name="connsiteX8" fmla="*/ 68383 w 177641"/>
                <a:gd name="connsiteY8" fmla="*/ 229706 h 315218"/>
                <a:gd name="connsiteX9" fmla="*/ 40593 w 177641"/>
                <a:gd name="connsiteY9" fmla="*/ 230553 h 315218"/>
                <a:gd name="connsiteX10" fmla="*/ 14944 w 177641"/>
                <a:gd name="connsiteY10" fmla="*/ 235533 h 315218"/>
                <a:gd name="connsiteX11" fmla="*/ 4984 w 177641"/>
                <a:gd name="connsiteY11" fmla="*/ 257895 h 315218"/>
                <a:gd name="connsiteX12" fmla="*/ 502 w 177641"/>
                <a:gd name="connsiteY12" fmla="*/ 287777 h 315218"/>
                <a:gd name="connsiteX13" fmla="*/ 2942 w 177641"/>
                <a:gd name="connsiteY13" fmla="*/ 301473 h 315218"/>
                <a:gd name="connsiteX14" fmla="*/ 12405 w 177641"/>
                <a:gd name="connsiteY14" fmla="*/ 305656 h 315218"/>
                <a:gd name="connsiteX15" fmla="*/ 88604 w 177641"/>
                <a:gd name="connsiteY15" fmla="*/ 315219 h 315218"/>
                <a:gd name="connsiteX16" fmla="*/ 159075 w 177641"/>
                <a:gd name="connsiteY16" fmla="*/ 268852 h 315218"/>
              </a:gdLst>
              <a:ahLst/>
              <a:cxnLst/>
              <a:rect l="l" t="t" r="r" b="b"/>
              <a:pathLst>
                <a:path w="177641" h="315218">
                  <a:moveTo>
                    <a:pt x="159075" y="268852"/>
                  </a:moveTo>
                  <a:cubicBezTo>
                    <a:pt x="189540" y="186978"/>
                    <a:pt x="182249" y="95824"/>
                    <a:pt x="139154" y="19836"/>
                  </a:cubicBezTo>
                  <a:cubicBezTo>
                    <a:pt x="136081" y="13765"/>
                    <a:pt x="131773" y="8405"/>
                    <a:pt x="126504" y="4098"/>
                  </a:cubicBezTo>
                  <a:cubicBezTo>
                    <a:pt x="121125" y="-209"/>
                    <a:pt x="113814" y="-1204"/>
                    <a:pt x="107479" y="1508"/>
                  </a:cubicBezTo>
                  <a:cubicBezTo>
                    <a:pt x="104028" y="3647"/>
                    <a:pt x="101074" y="6500"/>
                    <a:pt x="98813" y="9875"/>
                  </a:cubicBezTo>
                  <a:lnTo>
                    <a:pt x="44378" y="81094"/>
                  </a:lnTo>
                  <a:cubicBezTo>
                    <a:pt x="32824" y="96035"/>
                    <a:pt x="20921" y="112071"/>
                    <a:pt x="17584" y="130897"/>
                  </a:cubicBezTo>
                  <a:cubicBezTo>
                    <a:pt x="14247" y="149722"/>
                    <a:pt x="20373" y="169644"/>
                    <a:pt x="30483" y="186079"/>
                  </a:cubicBezTo>
                  <a:cubicBezTo>
                    <a:pt x="41330" y="202080"/>
                    <a:pt x="54055" y="216726"/>
                    <a:pt x="68383" y="229706"/>
                  </a:cubicBezTo>
                  <a:cubicBezTo>
                    <a:pt x="59215" y="231382"/>
                    <a:pt x="49847" y="231668"/>
                    <a:pt x="40593" y="230553"/>
                  </a:cubicBezTo>
                  <a:cubicBezTo>
                    <a:pt x="31678" y="229507"/>
                    <a:pt x="21817" y="229856"/>
                    <a:pt x="14944" y="235533"/>
                  </a:cubicBezTo>
                  <a:cubicBezTo>
                    <a:pt x="8072" y="241211"/>
                    <a:pt x="6428" y="249678"/>
                    <a:pt x="4984" y="257895"/>
                  </a:cubicBezTo>
                  <a:cubicBezTo>
                    <a:pt x="3091" y="267856"/>
                    <a:pt x="1597" y="277816"/>
                    <a:pt x="502" y="287777"/>
                  </a:cubicBezTo>
                  <a:cubicBezTo>
                    <a:pt x="-664" y="292482"/>
                    <a:pt x="223" y="297461"/>
                    <a:pt x="2942" y="301473"/>
                  </a:cubicBezTo>
                  <a:cubicBezTo>
                    <a:pt x="5586" y="303818"/>
                    <a:pt x="8893" y="305280"/>
                    <a:pt x="12405" y="305656"/>
                  </a:cubicBezTo>
                  <a:cubicBezTo>
                    <a:pt x="37500" y="310932"/>
                    <a:pt x="62985" y="314130"/>
                    <a:pt x="88604" y="315219"/>
                  </a:cubicBezTo>
                  <a:cubicBezTo>
                    <a:pt x="108953" y="295451"/>
                    <a:pt x="132869" y="279718"/>
                    <a:pt x="159075" y="268852"/>
                  </a:cubicBezTo>
                  <a:close/>
                </a:path>
              </a:pathLst>
            </a:custGeom>
            <a:solidFill>
              <a:srgbClr val="F7CB0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2" name="标题 1"/>
            <p:cNvSpPr txBox="1"/>
            <p:nvPr/>
          </p:nvSpPr>
          <p:spPr>
            <a:xfrm>
              <a:off x="7875161" y="1054354"/>
              <a:ext cx="153839" cy="101632"/>
            </a:xfrm>
            <a:custGeom>
              <a:avLst/>
              <a:gdLst>
                <a:gd name="connsiteX0" fmla="*/ 150760 w 150778"/>
                <a:gd name="connsiteY0" fmla="*/ 1288 h 99610"/>
                <a:gd name="connsiteX1" fmla="*/ 126804 w 150778"/>
                <a:gd name="connsiteY1" fmla="*/ 13938 h 99610"/>
                <a:gd name="connsiteX2" fmla="*/ 114702 w 150778"/>
                <a:gd name="connsiteY2" fmla="*/ 19416 h 99610"/>
                <a:gd name="connsiteX3" fmla="*/ 101106 w 150778"/>
                <a:gd name="connsiteY3" fmla="*/ 26140 h 99610"/>
                <a:gd name="connsiteX4" fmla="*/ 71224 w 150778"/>
                <a:gd name="connsiteY4" fmla="*/ 43521 h 99610"/>
                <a:gd name="connsiteX5" fmla="*/ 43235 w 150778"/>
                <a:gd name="connsiteY5" fmla="*/ 63841 h 99610"/>
                <a:gd name="connsiteX6" fmla="*/ 31581 w 150778"/>
                <a:gd name="connsiteY6" fmla="*/ 73802 h 99610"/>
                <a:gd name="connsiteX7" fmla="*/ 21620 w 150778"/>
                <a:gd name="connsiteY7" fmla="*/ 82617 h 99610"/>
                <a:gd name="connsiteX8" fmla="*/ 404 w 150778"/>
                <a:gd name="connsiteY8" fmla="*/ 99450 h 99610"/>
                <a:gd name="connsiteX9" fmla="*/ 13452 w 150778"/>
                <a:gd name="connsiteY9" fmla="*/ 75096 h 99610"/>
                <a:gd name="connsiteX10" fmla="*/ 22467 w 150778"/>
                <a:gd name="connsiteY10" fmla="*/ 64488 h 99610"/>
                <a:gd name="connsiteX11" fmla="*/ 33672 w 150778"/>
                <a:gd name="connsiteY11" fmla="*/ 53133 h 99610"/>
                <a:gd name="connsiteX12" fmla="*/ 62558 w 150778"/>
                <a:gd name="connsiteY12" fmla="*/ 30572 h 99610"/>
                <a:gd name="connsiteX13" fmla="*/ 94881 w 150778"/>
                <a:gd name="connsiteY13" fmla="*/ 13241 h 99610"/>
                <a:gd name="connsiteX14" fmla="*/ 109822 w 150778"/>
                <a:gd name="connsiteY14" fmla="*/ 7513 h 99610"/>
                <a:gd name="connsiteX15" fmla="*/ 123119 w 150778"/>
                <a:gd name="connsiteY15" fmla="*/ 3579 h 99610"/>
                <a:gd name="connsiteX16" fmla="*/ 150760 w 150778"/>
                <a:gd name="connsiteY16" fmla="*/ 1288 h 99610"/>
              </a:gdLst>
              <a:ahLst/>
              <a:cxnLst/>
              <a:rect l="l" t="t" r="r" b="b"/>
              <a:pathLst>
                <a:path w="150778" h="99610">
                  <a:moveTo>
                    <a:pt x="150760" y="1288"/>
                  </a:moveTo>
                  <a:cubicBezTo>
                    <a:pt x="151258" y="3529"/>
                    <a:pt x="141646" y="7364"/>
                    <a:pt x="126804" y="13938"/>
                  </a:cubicBezTo>
                  <a:cubicBezTo>
                    <a:pt x="123069" y="15582"/>
                    <a:pt x="118985" y="17325"/>
                    <a:pt x="114702" y="19416"/>
                  </a:cubicBezTo>
                  <a:cubicBezTo>
                    <a:pt x="110419" y="21508"/>
                    <a:pt x="105887" y="23749"/>
                    <a:pt x="101106" y="26140"/>
                  </a:cubicBezTo>
                  <a:cubicBezTo>
                    <a:pt x="91693" y="31120"/>
                    <a:pt x="81533" y="36847"/>
                    <a:pt x="71224" y="43521"/>
                  </a:cubicBezTo>
                  <a:cubicBezTo>
                    <a:pt x="60915" y="50195"/>
                    <a:pt x="51552" y="57217"/>
                    <a:pt x="43235" y="63841"/>
                  </a:cubicBezTo>
                  <a:cubicBezTo>
                    <a:pt x="39101" y="67277"/>
                    <a:pt x="35117" y="70415"/>
                    <a:pt x="31581" y="73802"/>
                  </a:cubicBezTo>
                  <a:cubicBezTo>
                    <a:pt x="28045" y="77188"/>
                    <a:pt x="24708" y="79877"/>
                    <a:pt x="21620" y="82617"/>
                  </a:cubicBezTo>
                  <a:cubicBezTo>
                    <a:pt x="9667" y="93573"/>
                    <a:pt x="2247" y="100795"/>
                    <a:pt x="404" y="99450"/>
                  </a:cubicBezTo>
                  <a:cubicBezTo>
                    <a:pt x="-1439" y="98105"/>
                    <a:pt x="3043" y="88543"/>
                    <a:pt x="13452" y="75096"/>
                  </a:cubicBezTo>
                  <a:cubicBezTo>
                    <a:pt x="16092" y="71710"/>
                    <a:pt x="19030" y="68124"/>
                    <a:pt x="22467" y="64488"/>
                  </a:cubicBezTo>
                  <a:cubicBezTo>
                    <a:pt x="25903" y="60853"/>
                    <a:pt x="29638" y="57018"/>
                    <a:pt x="33672" y="53133"/>
                  </a:cubicBezTo>
                  <a:cubicBezTo>
                    <a:pt x="42682" y="44853"/>
                    <a:pt x="52344" y="37309"/>
                    <a:pt x="62558" y="30572"/>
                  </a:cubicBezTo>
                  <a:cubicBezTo>
                    <a:pt x="72858" y="23951"/>
                    <a:pt x="83665" y="18156"/>
                    <a:pt x="94881" y="13241"/>
                  </a:cubicBezTo>
                  <a:cubicBezTo>
                    <a:pt x="99861" y="11099"/>
                    <a:pt x="104841" y="9057"/>
                    <a:pt x="109822" y="7513"/>
                  </a:cubicBezTo>
                  <a:cubicBezTo>
                    <a:pt x="114802" y="5969"/>
                    <a:pt x="119035" y="4625"/>
                    <a:pt x="123119" y="3579"/>
                  </a:cubicBezTo>
                  <a:cubicBezTo>
                    <a:pt x="139704" y="-704"/>
                    <a:pt x="150411" y="-704"/>
                    <a:pt x="150760" y="1288"/>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3" name="标题 1"/>
            <p:cNvSpPr txBox="1"/>
            <p:nvPr/>
          </p:nvSpPr>
          <p:spPr>
            <a:xfrm>
              <a:off x="6918996" y="1738012"/>
              <a:ext cx="144447" cy="259823"/>
            </a:xfrm>
            <a:custGeom>
              <a:avLst/>
              <a:gdLst>
                <a:gd name="connsiteX0" fmla="*/ 0 w 141573"/>
                <a:gd name="connsiteY0" fmla="*/ 169270 h 254654"/>
                <a:gd name="connsiteX1" fmla="*/ 20270 w 141573"/>
                <a:gd name="connsiteY1" fmla="*/ 92872 h 254654"/>
                <a:gd name="connsiteX2" fmla="*/ 34962 w 141573"/>
                <a:gd name="connsiteY2" fmla="*/ 47252 h 254654"/>
                <a:gd name="connsiteX3" fmla="*/ 62951 w 141573"/>
                <a:gd name="connsiteY3" fmla="*/ 8953 h 254654"/>
                <a:gd name="connsiteX4" fmla="*/ 90941 w 141573"/>
                <a:gd name="connsiteY4" fmla="*/ 1134 h 254654"/>
                <a:gd name="connsiteX5" fmla="*/ 109169 w 141573"/>
                <a:gd name="connsiteY5" fmla="*/ 26036 h 254654"/>
                <a:gd name="connsiteX6" fmla="*/ 123213 w 141573"/>
                <a:gd name="connsiteY6" fmla="*/ 75491 h 254654"/>
                <a:gd name="connsiteX7" fmla="*/ 122167 w 141573"/>
                <a:gd name="connsiteY7" fmla="*/ 105821 h 254654"/>
                <a:gd name="connsiteX8" fmla="*/ 106131 w 141573"/>
                <a:gd name="connsiteY8" fmla="*/ 120214 h 254654"/>
                <a:gd name="connsiteX9" fmla="*/ 63101 w 141573"/>
                <a:gd name="connsiteY9" fmla="*/ 159608 h 254654"/>
                <a:gd name="connsiteX10" fmla="*/ 118183 w 141573"/>
                <a:gd name="connsiteY10" fmla="*/ 155823 h 254654"/>
                <a:gd name="connsiteX11" fmla="*/ 136561 w 141573"/>
                <a:gd name="connsiteY11" fmla="*/ 163294 h 254654"/>
                <a:gd name="connsiteX12" fmla="*/ 140346 w 141573"/>
                <a:gd name="connsiteY12" fmla="*/ 190436 h 254654"/>
                <a:gd name="connsiteX13" fmla="*/ 129538 w 141573"/>
                <a:gd name="connsiteY13" fmla="*/ 237550 h 254654"/>
                <a:gd name="connsiteX14" fmla="*/ 119578 w 141573"/>
                <a:gd name="connsiteY14" fmla="*/ 253487 h 254654"/>
                <a:gd name="connsiteX15" fmla="*/ 96021 w 141573"/>
                <a:gd name="connsiteY15" fmla="*/ 245569 h 254654"/>
                <a:gd name="connsiteX16" fmla="*/ 64296 w 141573"/>
                <a:gd name="connsiteY16" fmla="*/ 220368 h 254654"/>
                <a:gd name="connsiteX17" fmla="*/ 25848 w 141573"/>
                <a:gd name="connsiteY17" fmla="*/ 209511 h 254654"/>
                <a:gd name="connsiteX18" fmla="*/ 0 w 141573"/>
                <a:gd name="connsiteY18" fmla="*/ 169270 h 254654"/>
              </a:gdLst>
              <a:ahLst/>
              <a:cxnLst/>
              <a:rect l="l" t="t" r="r" b="b"/>
              <a:pathLst>
                <a:path w="141573" h="254654">
                  <a:moveTo>
                    <a:pt x="0" y="169270"/>
                  </a:moveTo>
                  <a:cubicBezTo>
                    <a:pt x="6640" y="143771"/>
                    <a:pt x="13397" y="118306"/>
                    <a:pt x="20270" y="92872"/>
                  </a:cubicBezTo>
                  <a:cubicBezTo>
                    <a:pt x="23953" y="77298"/>
                    <a:pt x="28866" y="62049"/>
                    <a:pt x="34962" y="47252"/>
                  </a:cubicBezTo>
                  <a:cubicBezTo>
                    <a:pt x="41149" y="32461"/>
                    <a:pt x="50739" y="19342"/>
                    <a:pt x="62951" y="8953"/>
                  </a:cubicBezTo>
                  <a:cubicBezTo>
                    <a:pt x="70820" y="2579"/>
                    <a:pt x="81379" y="-2302"/>
                    <a:pt x="90941" y="1134"/>
                  </a:cubicBezTo>
                  <a:cubicBezTo>
                    <a:pt x="100503" y="4571"/>
                    <a:pt x="105882" y="15776"/>
                    <a:pt x="109169" y="26036"/>
                  </a:cubicBezTo>
                  <a:cubicBezTo>
                    <a:pt x="114712" y="42262"/>
                    <a:pt x="119400" y="58772"/>
                    <a:pt x="123213" y="75491"/>
                  </a:cubicBezTo>
                  <a:cubicBezTo>
                    <a:pt x="125554" y="85451"/>
                    <a:pt x="127347" y="96856"/>
                    <a:pt x="122167" y="105821"/>
                  </a:cubicBezTo>
                  <a:cubicBezTo>
                    <a:pt x="117954" y="111747"/>
                    <a:pt x="112477" y="116663"/>
                    <a:pt x="106131" y="120214"/>
                  </a:cubicBezTo>
                  <a:cubicBezTo>
                    <a:pt x="90002" y="131250"/>
                    <a:pt x="75515" y="144513"/>
                    <a:pt x="63101" y="159608"/>
                  </a:cubicBezTo>
                  <a:cubicBezTo>
                    <a:pt x="81027" y="154698"/>
                    <a:pt x="99753" y="153413"/>
                    <a:pt x="118183" y="155823"/>
                  </a:cubicBezTo>
                  <a:cubicBezTo>
                    <a:pt x="124994" y="156087"/>
                    <a:pt x="131497" y="158732"/>
                    <a:pt x="136561" y="163294"/>
                  </a:cubicBezTo>
                  <a:cubicBezTo>
                    <a:pt x="142985" y="170316"/>
                    <a:pt x="141989" y="181123"/>
                    <a:pt x="140346" y="190436"/>
                  </a:cubicBezTo>
                  <a:cubicBezTo>
                    <a:pt x="137564" y="206319"/>
                    <a:pt x="133957" y="222047"/>
                    <a:pt x="129538" y="237550"/>
                  </a:cubicBezTo>
                  <a:cubicBezTo>
                    <a:pt x="127745" y="243826"/>
                    <a:pt x="125255" y="250748"/>
                    <a:pt x="119578" y="253487"/>
                  </a:cubicBezTo>
                  <a:cubicBezTo>
                    <a:pt x="111609" y="257223"/>
                    <a:pt x="102694" y="251296"/>
                    <a:pt x="96021" y="245569"/>
                  </a:cubicBezTo>
                  <a:cubicBezTo>
                    <a:pt x="86151" y="236315"/>
                    <a:pt x="75540" y="227889"/>
                    <a:pt x="64296" y="220368"/>
                  </a:cubicBezTo>
                  <a:cubicBezTo>
                    <a:pt x="52945" y="212788"/>
                    <a:pt x="39488" y="208988"/>
                    <a:pt x="25848" y="209511"/>
                  </a:cubicBezTo>
                  <a:cubicBezTo>
                    <a:pt x="18407" y="195377"/>
                    <a:pt x="9758" y="181915"/>
                    <a:pt x="0" y="169270"/>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4" name="标题 1"/>
            <p:cNvSpPr txBox="1"/>
            <p:nvPr/>
          </p:nvSpPr>
          <p:spPr>
            <a:xfrm>
              <a:off x="6732715" y="1871789"/>
              <a:ext cx="207674" cy="195635"/>
            </a:xfrm>
            <a:custGeom>
              <a:avLst/>
              <a:gdLst>
                <a:gd name="connsiteX0" fmla="*/ 179438 w 203542"/>
                <a:gd name="connsiteY0" fmla="*/ 40495 h 191743"/>
                <a:gd name="connsiteX1" fmla="*/ 24400 w 203542"/>
                <a:gd name="connsiteY1" fmla="*/ 4687 h 191743"/>
                <a:gd name="connsiteX2" fmla="*/ 1341 w 203542"/>
                <a:gd name="connsiteY2" fmla="*/ 19628 h 191743"/>
                <a:gd name="connsiteX3" fmla="*/ 6321 w 203542"/>
                <a:gd name="connsiteY3" fmla="*/ 44530 h 191743"/>
                <a:gd name="connsiteX4" fmla="*/ 56125 w 203542"/>
                <a:gd name="connsiteY4" fmla="*/ 101106 h 191743"/>
                <a:gd name="connsiteX5" fmla="*/ 73008 w 203542"/>
                <a:gd name="connsiteY5" fmla="*/ 111067 h 191743"/>
                <a:gd name="connsiteX6" fmla="*/ 93378 w 203542"/>
                <a:gd name="connsiteY6" fmla="*/ 102650 h 191743"/>
                <a:gd name="connsiteX7" fmla="*/ 142384 w 203542"/>
                <a:gd name="connsiteY7" fmla="*/ 84023 h 191743"/>
                <a:gd name="connsiteX8" fmla="*/ 113896 w 203542"/>
                <a:gd name="connsiteY8" fmla="*/ 121874 h 191743"/>
                <a:gd name="connsiteX9" fmla="*/ 114793 w 203542"/>
                <a:gd name="connsiteY9" fmla="*/ 167394 h 191743"/>
                <a:gd name="connsiteX10" fmla="*/ 137553 w 203542"/>
                <a:gd name="connsiteY10" fmla="*/ 184277 h 191743"/>
                <a:gd name="connsiteX11" fmla="*/ 165542 w 203542"/>
                <a:gd name="connsiteY11" fmla="*/ 190702 h 191743"/>
                <a:gd name="connsiteX12" fmla="*/ 193681 w 203542"/>
                <a:gd name="connsiteY12" fmla="*/ 185174 h 191743"/>
                <a:gd name="connsiteX13" fmla="*/ 198014 w 203542"/>
                <a:gd name="connsiteY13" fmla="*/ 168988 h 191743"/>
                <a:gd name="connsiteX14" fmla="*/ 203542 w 203542"/>
                <a:gd name="connsiteY14" fmla="*/ 77051 h 191743"/>
                <a:gd name="connsiteX15" fmla="*/ 179438 w 203542"/>
                <a:gd name="connsiteY15" fmla="*/ 40495 h 191743"/>
              </a:gdLst>
              <a:ahLst/>
              <a:cxnLst/>
              <a:rect l="l" t="t" r="r" b="b"/>
              <a:pathLst>
                <a:path w="203542" h="191743">
                  <a:moveTo>
                    <a:pt x="179438" y="40495"/>
                  </a:moveTo>
                  <a:cubicBezTo>
                    <a:pt x="136055" y="5270"/>
                    <a:pt x="78836" y="-7943"/>
                    <a:pt x="24400" y="4687"/>
                  </a:cubicBezTo>
                  <a:cubicBezTo>
                    <a:pt x="15087" y="6928"/>
                    <a:pt x="4877" y="10912"/>
                    <a:pt x="1341" y="19628"/>
                  </a:cubicBezTo>
                  <a:cubicBezTo>
                    <a:pt x="-2195" y="28343"/>
                    <a:pt x="1889" y="37009"/>
                    <a:pt x="6321" y="44530"/>
                  </a:cubicBezTo>
                  <a:cubicBezTo>
                    <a:pt x="19071" y="66244"/>
                    <a:pt x="37648" y="83874"/>
                    <a:pt x="56125" y="101106"/>
                  </a:cubicBezTo>
                  <a:cubicBezTo>
                    <a:pt x="60487" y="106211"/>
                    <a:pt x="66429" y="109717"/>
                    <a:pt x="73008" y="111067"/>
                  </a:cubicBezTo>
                  <a:cubicBezTo>
                    <a:pt x="80478" y="111664"/>
                    <a:pt x="87102" y="106784"/>
                    <a:pt x="93378" y="102650"/>
                  </a:cubicBezTo>
                  <a:cubicBezTo>
                    <a:pt x="108167" y="92958"/>
                    <a:pt x="124890" y="86598"/>
                    <a:pt x="142384" y="84023"/>
                  </a:cubicBezTo>
                  <a:cubicBezTo>
                    <a:pt x="130772" y="94901"/>
                    <a:pt x="121134" y="107705"/>
                    <a:pt x="113896" y="121874"/>
                  </a:cubicBezTo>
                  <a:cubicBezTo>
                    <a:pt x="107223" y="136267"/>
                    <a:pt x="105978" y="154196"/>
                    <a:pt x="114793" y="167394"/>
                  </a:cubicBezTo>
                  <a:cubicBezTo>
                    <a:pt x="120472" y="175218"/>
                    <a:pt x="128417" y="181115"/>
                    <a:pt x="137553" y="184277"/>
                  </a:cubicBezTo>
                  <a:cubicBezTo>
                    <a:pt x="146640" y="187365"/>
                    <a:pt x="156018" y="189522"/>
                    <a:pt x="165542" y="190702"/>
                  </a:cubicBezTo>
                  <a:cubicBezTo>
                    <a:pt x="175503" y="192296"/>
                    <a:pt x="187506" y="193093"/>
                    <a:pt x="193681" y="185174"/>
                  </a:cubicBezTo>
                  <a:cubicBezTo>
                    <a:pt x="196701" y="180328"/>
                    <a:pt x="198210" y="174695"/>
                    <a:pt x="198014" y="168988"/>
                  </a:cubicBezTo>
                  <a:lnTo>
                    <a:pt x="203542" y="77051"/>
                  </a:lnTo>
                  <a:cubicBezTo>
                    <a:pt x="195972" y="64799"/>
                    <a:pt x="190593" y="49709"/>
                    <a:pt x="179438" y="40495"/>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5" name="标题 1"/>
            <p:cNvSpPr txBox="1"/>
            <p:nvPr/>
          </p:nvSpPr>
          <p:spPr>
            <a:xfrm>
              <a:off x="6907346" y="1895293"/>
              <a:ext cx="54563" cy="85146"/>
            </a:xfrm>
            <a:custGeom>
              <a:avLst/>
              <a:gdLst>
                <a:gd name="connsiteX0" fmla="*/ 53103 w 53477"/>
                <a:gd name="connsiteY0" fmla="*/ 83398 h 83452"/>
                <a:gd name="connsiteX1" fmla="*/ 24417 w 53477"/>
                <a:gd name="connsiteY1" fmla="*/ 43207 h 83452"/>
                <a:gd name="connsiteX2" fmla="*/ 262 w 53477"/>
                <a:gd name="connsiteY2" fmla="*/ 127 h 83452"/>
                <a:gd name="connsiteX3" fmla="*/ 32634 w 53477"/>
                <a:gd name="connsiteY3" fmla="*/ 37978 h 83452"/>
                <a:gd name="connsiteX4" fmla="*/ 53103 w 53477"/>
                <a:gd name="connsiteY4" fmla="*/ 83398 h 83452"/>
              </a:gdLst>
              <a:ahLst/>
              <a:cxnLst/>
              <a:rect l="l" t="t" r="r" b="b"/>
              <a:pathLst>
                <a:path w="53477" h="83452">
                  <a:moveTo>
                    <a:pt x="53103" y="83398"/>
                  </a:moveTo>
                  <a:cubicBezTo>
                    <a:pt x="50613" y="84594"/>
                    <a:pt x="38909" y="65967"/>
                    <a:pt x="24417" y="43207"/>
                  </a:cubicBezTo>
                  <a:cubicBezTo>
                    <a:pt x="9924" y="20447"/>
                    <a:pt x="-1929" y="1870"/>
                    <a:pt x="262" y="127"/>
                  </a:cubicBezTo>
                  <a:cubicBezTo>
                    <a:pt x="2453" y="-1616"/>
                    <a:pt x="17892" y="14720"/>
                    <a:pt x="32634" y="37978"/>
                  </a:cubicBezTo>
                  <a:cubicBezTo>
                    <a:pt x="47376" y="61236"/>
                    <a:pt x="55345" y="82203"/>
                    <a:pt x="53103" y="83398"/>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sp>
          <p:nvSpPr>
            <p:cNvPr id="66" name="标题 1"/>
            <p:cNvSpPr txBox="1"/>
            <p:nvPr/>
          </p:nvSpPr>
          <p:spPr>
            <a:xfrm>
              <a:off x="9922036" y="1234578"/>
              <a:ext cx="140985" cy="261716"/>
            </a:xfrm>
            <a:custGeom>
              <a:avLst/>
              <a:gdLst>
                <a:gd name="connsiteX0" fmla="*/ 138180 w 138180"/>
                <a:gd name="connsiteY0" fmla="*/ 151955 h 256509"/>
                <a:gd name="connsiteX1" fmla="*/ 104563 w 138180"/>
                <a:gd name="connsiteY1" fmla="*/ 80388 h 256509"/>
                <a:gd name="connsiteX2" fmla="*/ 81903 w 138180"/>
                <a:gd name="connsiteY2" fmla="*/ 38155 h 256509"/>
                <a:gd name="connsiteX3" fmla="*/ 47538 w 138180"/>
                <a:gd name="connsiteY3" fmla="*/ 5384 h 256509"/>
                <a:gd name="connsiteX4" fmla="*/ 18603 w 138180"/>
                <a:gd name="connsiteY4" fmla="*/ 2695 h 256509"/>
                <a:gd name="connsiteX5" fmla="*/ 5106 w 138180"/>
                <a:gd name="connsiteY5" fmla="*/ 30186 h 256509"/>
                <a:gd name="connsiteX6" fmla="*/ 126 w 138180"/>
                <a:gd name="connsiteY6" fmla="*/ 81434 h 256509"/>
                <a:gd name="connsiteX7" fmla="*/ 6600 w 138180"/>
                <a:gd name="connsiteY7" fmla="*/ 111316 h 256509"/>
                <a:gd name="connsiteX8" fmla="*/ 24928 w 138180"/>
                <a:gd name="connsiteY8" fmla="*/ 122571 h 256509"/>
                <a:gd name="connsiteX9" fmla="*/ 74382 w 138180"/>
                <a:gd name="connsiteY9" fmla="*/ 153648 h 256509"/>
                <a:gd name="connsiteX10" fmla="*/ 19599 w 138180"/>
                <a:gd name="connsiteY10" fmla="*/ 159774 h 256509"/>
                <a:gd name="connsiteX11" fmla="*/ 2815 w 138180"/>
                <a:gd name="connsiteY11" fmla="*/ 170432 h 256509"/>
                <a:gd name="connsiteX12" fmla="*/ 3960 w 138180"/>
                <a:gd name="connsiteY12" fmla="*/ 197824 h 256509"/>
                <a:gd name="connsiteX13" fmla="*/ 23035 w 138180"/>
                <a:gd name="connsiteY13" fmla="*/ 242198 h 256509"/>
                <a:gd name="connsiteX14" fmla="*/ 35934 w 138180"/>
                <a:gd name="connsiteY14" fmla="*/ 256094 h 256509"/>
                <a:gd name="connsiteX15" fmla="*/ 57648 w 138180"/>
                <a:gd name="connsiteY15" fmla="*/ 244041 h 256509"/>
                <a:gd name="connsiteX16" fmla="*/ 84393 w 138180"/>
                <a:gd name="connsiteY16" fmla="*/ 213562 h 256509"/>
                <a:gd name="connsiteX17" fmla="*/ 120251 w 138180"/>
                <a:gd name="connsiteY17" fmla="*/ 196031 h 256509"/>
                <a:gd name="connsiteX18" fmla="*/ 138180 w 138180"/>
                <a:gd name="connsiteY18" fmla="*/ 151955 h 256509"/>
              </a:gdLst>
              <a:ahLst/>
              <a:cxnLst/>
              <a:rect l="l" t="t" r="r" b="b"/>
              <a:pathLst>
                <a:path w="138180" h="256509">
                  <a:moveTo>
                    <a:pt x="138180" y="151955"/>
                  </a:moveTo>
                  <a:lnTo>
                    <a:pt x="104563" y="80388"/>
                  </a:lnTo>
                  <a:cubicBezTo>
                    <a:pt x="98118" y="65742"/>
                    <a:pt x="90543" y="51621"/>
                    <a:pt x="81903" y="38155"/>
                  </a:cubicBezTo>
                  <a:cubicBezTo>
                    <a:pt x="73212" y="24656"/>
                    <a:pt x="61434" y="13423"/>
                    <a:pt x="47538" y="5384"/>
                  </a:cubicBezTo>
                  <a:cubicBezTo>
                    <a:pt x="38673" y="404"/>
                    <a:pt x="27617" y="-2385"/>
                    <a:pt x="18603" y="2695"/>
                  </a:cubicBezTo>
                  <a:cubicBezTo>
                    <a:pt x="9588" y="7775"/>
                    <a:pt x="6700" y="19727"/>
                    <a:pt x="5106" y="30186"/>
                  </a:cubicBezTo>
                  <a:cubicBezTo>
                    <a:pt x="2551" y="47169"/>
                    <a:pt x="888" y="64276"/>
                    <a:pt x="126" y="81434"/>
                  </a:cubicBezTo>
                  <a:cubicBezTo>
                    <a:pt x="-323" y="91793"/>
                    <a:pt x="126" y="103148"/>
                    <a:pt x="6600" y="111316"/>
                  </a:cubicBezTo>
                  <a:cubicBezTo>
                    <a:pt x="11794" y="116386"/>
                    <a:pt x="18060" y="120230"/>
                    <a:pt x="24928" y="122571"/>
                  </a:cubicBezTo>
                  <a:cubicBezTo>
                    <a:pt x="42792" y="130550"/>
                    <a:pt x="59441" y="141013"/>
                    <a:pt x="74382" y="153648"/>
                  </a:cubicBezTo>
                  <a:cubicBezTo>
                    <a:pt x="55895" y="152045"/>
                    <a:pt x="37274" y="154126"/>
                    <a:pt x="19599" y="159774"/>
                  </a:cubicBezTo>
                  <a:cubicBezTo>
                    <a:pt x="12930" y="161248"/>
                    <a:pt x="6989" y="165023"/>
                    <a:pt x="2815" y="170432"/>
                  </a:cubicBezTo>
                  <a:cubicBezTo>
                    <a:pt x="-2165" y="178450"/>
                    <a:pt x="673" y="188909"/>
                    <a:pt x="3960" y="197824"/>
                  </a:cubicBezTo>
                  <a:cubicBezTo>
                    <a:pt x="9543" y="212934"/>
                    <a:pt x="15913" y="227746"/>
                    <a:pt x="23035" y="242198"/>
                  </a:cubicBezTo>
                  <a:cubicBezTo>
                    <a:pt x="25874" y="248075"/>
                    <a:pt x="29609" y="254450"/>
                    <a:pt x="35934" y="256094"/>
                  </a:cubicBezTo>
                  <a:cubicBezTo>
                    <a:pt x="44401" y="258335"/>
                    <a:pt x="52170" y="251113"/>
                    <a:pt x="57648" y="244041"/>
                  </a:cubicBezTo>
                  <a:cubicBezTo>
                    <a:pt x="65756" y="233199"/>
                    <a:pt x="74696" y="223009"/>
                    <a:pt x="84393" y="213562"/>
                  </a:cubicBezTo>
                  <a:cubicBezTo>
                    <a:pt x="94199" y="204089"/>
                    <a:pt x="106749" y="197953"/>
                    <a:pt x="120251" y="196031"/>
                  </a:cubicBezTo>
                  <a:cubicBezTo>
                    <a:pt x="124962" y="180856"/>
                    <a:pt x="130959" y="166109"/>
                    <a:pt x="138180" y="151955"/>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7" name="标题 1"/>
            <p:cNvSpPr txBox="1"/>
            <p:nvPr/>
          </p:nvSpPr>
          <p:spPr>
            <a:xfrm>
              <a:off x="10049149" y="1327002"/>
              <a:ext cx="195408" cy="216077"/>
            </a:xfrm>
            <a:custGeom>
              <a:avLst/>
              <a:gdLst>
                <a:gd name="connsiteX0" fmla="*/ 17082 w 191520"/>
                <a:gd name="connsiteY0" fmla="*/ 63163 h 211778"/>
                <a:gd name="connsiteX1" fmla="*/ 163205 w 191520"/>
                <a:gd name="connsiteY1" fmla="*/ 212 h 211778"/>
                <a:gd name="connsiteX2" fmla="*/ 188605 w 191520"/>
                <a:gd name="connsiteY2" fmla="*/ 10919 h 211778"/>
                <a:gd name="connsiteX3" fmla="*/ 188156 w 191520"/>
                <a:gd name="connsiteY3" fmla="*/ 36369 h 211778"/>
                <a:gd name="connsiteX4" fmla="*/ 149410 w 191520"/>
                <a:gd name="connsiteY4" fmla="*/ 101113 h 211778"/>
                <a:gd name="connsiteX5" fmla="*/ 134469 w 191520"/>
                <a:gd name="connsiteY5" fmla="*/ 113913 h 211778"/>
                <a:gd name="connsiteX6" fmla="*/ 112904 w 191520"/>
                <a:gd name="connsiteY6" fmla="*/ 109281 h 211778"/>
                <a:gd name="connsiteX7" fmla="*/ 61607 w 191520"/>
                <a:gd name="connsiteY7" fmla="*/ 99470 h 211778"/>
                <a:gd name="connsiteX8" fmla="*/ 96220 w 191520"/>
                <a:gd name="connsiteY8" fmla="*/ 131344 h 211778"/>
                <a:gd name="connsiteX9" fmla="*/ 103491 w 191520"/>
                <a:gd name="connsiteY9" fmla="*/ 176167 h 211778"/>
                <a:gd name="connsiteX10" fmla="*/ 84118 w 191520"/>
                <a:gd name="connsiteY10" fmla="*/ 196835 h 211778"/>
                <a:gd name="connsiteX11" fmla="*/ 57722 w 191520"/>
                <a:gd name="connsiteY11" fmla="*/ 208190 h 211778"/>
                <a:gd name="connsiteX12" fmla="*/ 29035 w 191520"/>
                <a:gd name="connsiteY12" fmla="*/ 207742 h 211778"/>
                <a:gd name="connsiteX13" fmla="*/ 21914 w 191520"/>
                <a:gd name="connsiteY13" fmla="*/ 192801 h 211778"/>
                <a:gd name="connsiteX14" fmla="*/ 0 w 191520"/>
                <a:gd name="connsiteY14" fmla="*/ 103454 h 211778"/>
                <a:gd name="connsiteX15" fmla="*/ 17082 w 191520"/>
                <a:gd name="connsiteY15" fmla="*/ 63163 h 211778"/>
              </a:gdLst>
              <a:ahLst/>
              <a:cxnLst/>
              <a:rect l="l" t="t" r="r" b="b"/>
              <a:pathLst>
                <a:path w="191520" h="211778">
                  <a:moveTo>
                    <a:pt x="17082" y="63163"/>
                  </a:moveTo>
                  <a:cubicBezTo>
                    <a:pt x="53459" y="20746"/>
                    <a:pt x="107391" y="-2488"/>
                    <a:pt x="163205" y="212"/>
                  </a:cubicBezTo>
                  <a:cubicBezTo>
                    <a:pt x="172767" y="760"/>
                    <a:pt x="183525" y="2801"/>
                    <a:pt x="188605" y="10919"/>
                  </a:cubicBezTo>
                  <a:cubicBezTo>
                    <a:pt x="193685" y="19037"/>
                    <a:pt x="191195" y="28102"/>
                    <a:pt x="188156" y="36369"/>
                  </a:cubicBezTo>
                  <a:cubicBezTo>
                    <a:pt x="179541" y="60025"/>
                    <a:pt x="164401" y="80644"/>
                    <a:pt x="149410" y="101113"/>
                  </a:cubicBezTo>
                  <a:cubicBezTo>
                    <a:pt x="146018" y="106945"/>
                    <a:pt x="140749" y="111457"/>
                    <a:pt x="134469" y="113913"/>
                  </a:cubicBezTo>
                  <a:cubicBezTo>
                    <a:pt x="127247" y="115855"/>
                    <a:pt x="119827" y="112219"/>
                    <a:pt x="112904" y="109281"/>
                  </a:cubicBezTo>
                  <a:cubicBezTo>
                    <a:pt x="96713" y="102348"/>
                    <a:pt x="79212" y="99001"/>
                    <a:pt x="61607" y="99470"/>
                  </a:cubicBezTo>
                  <a:cubicBezTo>
                    <a:pt x="74874" y="108051"/>
                    <a:pt x="86578" y="118828"/>
                    <a:pt x="96220" y="131344"/>
                  </a:cubicBezTo>
                  <a:cubicBezTo>
                    <a:pt x="105334" y="144342"/>
                    <a:pt x="109766" y="161773"/>
                    <a:pt x="103491" y="176167"/>
                  </a:cubicBezTo>
                  <a:cubicBezTo>
                    <a:pt x="99308" y="184882"/>
                    <a:pt x="92544" y="192099"/>
                    <a:pt x="84118" y="196835"/>
                  </a:cubicBezTo>
                  <a:cubicBezTo>
                    <a:pt x="75726" y="201501"/>
                    <a:pt x="66881" y="205301"/>
                    <a:pt x="57722" y="208190"/>
                  </a:cubicBezTo>
                  <a:cubicBezTo>
                    <a:pt x="48210" y="211477"/>
                    <a:pt x="36555" y="214465"/>
                    <a:pt x="29035" y="207742"/>
                  </a:cubicBezTo>
                  <a:cubicBezTo>
                    <a:pt x="25230" y="203578"/>
                    <a:pt x="22755" y="198379"/>
                    <a:pt x="21914" y="192801"/>
                  </a:cubicBezTo>
                  <a:cubicBezTo>
                    <a:pt x="14577" y="162919"/>
                    <a:pt x="7271" y="133137"/>
                    <a:pt x="0" y="103454"/>
                  </a:cubicBezTo>
                  <a:cubicBezTo>
                    <a:pt x="5179" y="89957"/>
                    <a:pt x="7769" y="74170"/>
                    <a:pt x="17082" y="63163"/>
                  </a:cubicBezTo>
                  <a:close/>
                </a:path>
              </a:pathLst>
            </a:custGeom>
            <a:solidFill>
              <a:srgbClr val="F16C3F">
                <a:alpha val="100000"/>
              </a:srgbClr>
            </a:solidFill>
            <a:ln w="4973" cap="flat">
              <a:noFill/>
              <a:miter/>
            </a:ln>
          </p:spPr>
          <p:txBody>
            <a:bodyPr vert="horz" wrap="square" lIns="91440" tIns="45720" rIns="91440" bIns="45720" rtlCol="0" anchor="ctr"/>
            <a:lstStyle/>
            <a:p>
              <a:pPr algn="l"/>
              <a:endParaRPr kumimoji="1" lang="zh-CN" altLang="en-US"/>
            </a:p>
          </p:txBody>
        </p:sp>
        <p:sp>
          <p:nvSpPr>
            <p:cNvPr id="68" name="标题 1"/>
            <p:cNvSpPr txBox="1"/>
            <p:nvPr/>
          </p:nvSpPr>
          <p:spPr>
            <a:xfrm>
              <a:off x="10033066" y="1372328"/>
              <a:ext cx="38966" cy="93432"/>
            </a:xfrm>
            <a:custGeom>
              <a:avLst/>
              <a:gdLst>
                <a:gd name="connsiteX0" fmla="*/ 672 w 38191"/>
                <a:gd name="connsiteY0" fmla="*/ 91552 h 91573"/>
                <a:gd name="connsiteX1" fmla="*/ 21690 w 38191"/>
                <a:gd name="connsiteY1" fmla="*/ 46729 h 91573"/>
                <a:gd name="connsiteX2" fmla="*/ 37776 w 38191"/>
                <a:gd name="connsiteY2" fmla="*/ 63 h 91573"/>
                <a:gd name="connsiteX3" fmla="*/ 12874 w 38191"/>
                <a:gd name="connsiteY3" fmla="*/ 43093 h 91573"/>
                <a:gd name="connsiteX4" fmla="*/ 672 w 38191"/>
                <a:gd name="connsiteY4" fmla="*/ 91552 h 91573"/>
              </a:gdLst>
              <a:ahLst/>
              <a:cxnLst/>
              <a:rect l="l" t="t" r="r" b="b"/>
              <a:pathLst>
                <a:path w="38191" h="91573">
                  <a:moveTo>
                    <a:pt x="672" y="91552"/>
                  </a:moveTo>
                  <a:cubicBezTo>
                    <a:pt x="3312" y="92349"/>
                    <a:pt x="11480" y="71630"/>
                    <a:pt x="21690" y="46729"/>
                  </a:cubicBezTo>
                  <a:cubicBezTo>
                    <a:pt x="31899" y="21827"/>
                    <a:pt x="40167" y="1358"/>
                    <a:pt x="37776" y="63"/>
                  </a:cubicBezTo>
                  <a:cubicBezTo>
                    <a:pt x="35385" y="-1232"/>
                    <a:pt x="22835" y="17544"/>
                    <a:pt x="12874" y="43093"/>
                  </a:cubicBezTo>
                  <a:cubicBezTo>
                    <a:pt x="2914" y="68642"/>
                    <a:pt x="-1867" y="90854"/>
                    <a:pt x="672" y="91552"/>
                  </a:cubicBezTo>
                  <a:close/>
                </a:path>
              </a:pathLst>
            </a:custGeom>
            <a:solidFill>
              <a:srgbClr val="CF4920">
                <a:alpha val="100000"/>
              </a:srgbClr>
            </a:solidFill>
            <a:ln w="4973" cap="flat">
              <a:noFill/>
              <a:miter/>
            </a:ln>
          </p:spPr>
          <p:txBody>
            <a:bodyPr vert="horz" wrap="square" lIns="91440" tIns="45720" rIns="91440" bIns="45720" rtlCol="0" anchor="ctr"/>
            <a:lstStyle/>
            <a:p>
              <a:pPr algn="l"/>
              <a:endParaRPr kumimoji="1" lang="zh-CN" altLang="en-US"/>
            </a:p>
          </p:txBody>
        </p:sp>
      </p:grpSp>
      <p:sp>
        <p:nvSpPr>
          <p:cNvPr id="69" name="标题 1"/>
          <p:cNvSpPr txBox="1"/>
          <p:nvPr/>
        </p:nvSpPr>
        <p:spPr>
          <a:xfrm>
            <a:off x="2881239" y="3310831"/>
            <a:ext cx="3898438" cy="1095691"/>
          </a:xfrm>
          <a:prstGeom prst="rect">
            <a:avLst/>
          </a:prstGeom>
          <a:noFill/>
          <a:ln>
            <a:noFill/>
          </a:ln>
        </p:spPr>
        <p:txBody>
          <a:bodyPr vert="horz" wrap="square" lIns="0" tIns="0" rIns="0" bIns="0" rtlCol="0" anchor="t"/>
          <a:lstStyle/>
          <a:p>
            <a:pPr algn="l">
              <a:lnSpc>
                <a:spcPct val="170000"/>
              </a:lnSpc>
              <a:defRPr>
                <a:latin typeface="Kaiti SC Regular" panose="02010600040101010101" charset="-122"/>
                <a:ea typeface="Kaiti SC Regular" panose="02010600040101010101" charset="-122"/>
                <a:cs typeface="Kaiti SC Regular" panose="02010600040101010101" charset="-122"/>
                <a:sym typeface="Kaiti SC Regular" panose="02010600040101010101" charset="-122"/>
              </a:defRPr>
            </a:pPr>
            <a:r>
              <a:rPr lang="zh-CN" altLang="en-US" sz="3200" dirty="0">
                <a:solidFill>
                  <a:srgbClr val="0045D4"/>
                </a:solidFill>
                <a:latin typeface="微软雅黑" panose="020B0503020204020204" pitchFamily="34" charset="-122"/>
                <a:ea typeface="微软雅黑" panose="020B0503020204020204" pitchFamily="34" charset="-122"/>
                <a:cs typeface="Kaiti SC Regular" panose="02010600040101010101" charset="-122"/>
                <a:sym typeface="Kaiti SC Regular" panose="02010600040101010101" charset="-122"/>
              </a:rPr>
              <a:t>新员工任务</a:t>
            </a:r>
            <a:endParaRPr lang="en-US" altLang="zh-CN" sz="3200" dirty="0">
              <a:solidFill>
                <a:srgbClr val="0045D4"/>
              </a:solidFill>
              <a:latin typeface="微软雅黑" panose="020B0503020204020204" pitchFamily="34" charset="-122"/>
              <a:ea typeface="微软雅黑" panose="020B0503020204020204" pitchFamily="34" charset="-122"/>
              <a:cs typeface="Kaiti SC Regular" panose="02010600040101010101" charset="-122"/>
              <a:sym typeface="Kaiti SC Regular" panose="02010600040101010101" charset="-122"/>
            </a:endParaRPr>
          </a:p>
        </p:txBody>
      </p:sp>
      <p:sp>
        <p:nvSpPr>
          <p:cNvPr id="70" name="标题 1"/>
          <p:cNvSpPr txBox="1"/>
          <p:nvPr/>
        </p:nvSpPr>
        <p:spPr>
          <a:xfrm>
            <a:off x="11110150" y="5936100"/>
            <a:ext cx="396000" cy="396000"/>
          </a:xfrm>
          <a:prstGeom prst="ellipse">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530849" y="1905712"/>
            <a:ext cx="4144450" cy="1267309"/>
          </a:xfrm>
          <a:prstGeom prst="rect">
            <a:avLst/>
          </a:prstGeom>
          <a:noFill/>
          <a:ln cap="sq">
            <a:noFill/>
          </a:ln>
        </p:spPr>
        <p:txBody>
          <a:bodyPr vert="horz" wrap="square" lIns="0" tIns="0" rIns="0" bIns="0" rtlCol="0" anchor="t"/>
          <a:lstStyle/>
          <a:p>
            <a:r>
              <a:rPr lang="zh-CN" altLang="en-US" sz="1400" b="0" i="0" u="none" strike="noStrike" dirty="0">
                <a:solidFill>
                  <a:srgbClr val="000000"/>
                </a:solidFill>
                <a:effectLst/>
                <a:latin typeface="KaiTi" panose="02010609060101010101" pitchFamily="49" charset="-122"/>
                <a:ea typeface="KaiTi" panose="02010609060101010101" pitchFamily="49" charset="-122"/>
              </a:rPr>
              <a:t>钉钉安全协议需要签署一下，签署链接：</a:t>
            </a:r>
            <a:endParaRPr lang="en-US" altLang="zh-CN" sz="1400" b="0" i="0" u="none" strike="noStrike" dirty="0">
              <a:solidFill>
                <a:srgbClr val="000000"/>
              </a:solidFill>
              <a:effectLst/>
              <a:latin typeface="KaiTi" panose="02010609060101010101" pitchFamily="49" charset="-122"/>
              <a:ea typeface="KaiTi" panose="02010609060101010101" pitchFamily="49" charset="-122"/>
            </a:endParaRPr>
          </a:p>
          <a:p>
            <a:r>
              <a:rPr lang="en-GB" altLang="zh-CN" sz="1400" b="0" i="0" dirty="0">
                <a:effectLst/>
                <a:latin typeface="KaiTi" panose="02010609060101010101" pitchFamily="49" charset="-122"/>
                <a:ea typeface="KaiTi" panose="02010609060101010101" pitchFamily="49" charset="-122"/>
                <a:hlinkClick r:id="rId2"/>
              </a:rPr>
              <a:t>https://mo.wz-inc.com/safe/dashboard/signature</a:t>
            </a:r>
            <a:r>
              <a:rPr lang="en-GB" altLang="zh-CN" sz="1400" b="0" i="0" u="none" strike="noStrike" dirty="0">
                <a:solidFill>
                  <a:srgbClr val="000000"/>
                </a:solidFill>
                <a:effectLst/>
                <a:latin typeface="KaiTi" panose="02010609060101010101" pitchFamily="49" charset="-122"/>
                <a:ea typeface="KaiTi" panose="02010609060101010101" pitchFamily="49" charset="-122"/>
              </a:rPr>
              <a:t> </a:t>
            </a:r>
          </a:p>
          <a:p>
            <a:r>
              <a:rPr lang="zh-CN" altLang="en-GB" sz="1400" b="0" i="0" u="none" strike="noStrike" dirty="0">
                <a:solidFill>
                  <a:srgbClr val="000000"/>
                </a:solidFill>
                <a:effectLst/>
                <a:latin typeface="KaiTi" panose="02010609060101010101" pitchFamily="49" charset="-122"/>
                <a:ea typeface="KaiTi" panose="02010609060101010101" pitchFamily="49" charset="-122"/>
              </a:rPr>
              <a:t>（</a:t>
            </a:r>
            <a:r>
              <a:rPr lang="zh-CN" altLang="en-US" sz="1400" b="0" i="0" u="none" strike="noStrike" dirty="0">
                <a:solidFill>
                  <a:srgbClr val="000000"/>
                </a:solidFill>
                <a:effectLst/>
                <a:latin typeface="KaiTi" panose="02010609060101010101" pitchFamily="49" charset="-122"/>
                <a:ea typeface="KaiTi" panose="02010609060101010101" pitchFamily="49" charset="-122"/>
              </a:rPr>
              <a:t>进入相关页面后在末尾点击签署，请认真查阅协议事项）</a:t>
            </a:r>
            <a:endParaRPr kumimoji="1" lang="en-US" altLang="zh-CN" sz="1400" dirty="0">
              <a:ln w="12700">
                <a:noFill/>
              </a:ln>
              <a:solidFill>
                <a:schemeClr val="tx2"/>
              </a:solidFill>
              <a:latin typeface="KaiTi" panose="02010609060101010101" pitchFamily="49" charset="-122"/>
              <a:ea typeface="KaiTi" panose="02010609060101010101" pitchFamily="49" charset="-122"/>
              <a:cs typeface="Source Han Sans"/>
            </a:endParaRPr>
          </a:p>
        </p:txBody>
      </p:sp>
      <p:sp>
        <p:nvSpPr>
          <p:cNvPr id="3" name="标题 1"/>
          <p:cNvSpPr txBox="1"/>
          <p:nvPr/>
        </p:nvSpPr>
        <p:spPr>
          <a:xfrm>
            <a:off x="1530849" y="1393649"/>
            <a:ext cx="3311024" cy="312379"/>
          </a:xfrm>
          <a:prstGeom prst="rect">
            <a:avLst/>
          </a:prstGeom>
          <a:noFill/>
          <a:ln cap="sq">
            <a:noFill/>
          </a:ln>
        </p:spPr>
        <p:txBody>
          <a:bodyPr vert="horz" wrap="square" lIns="0" tIns="0" rIns="0" bIns="0" rtlCol="0" anchor="b"/>
          <a:lstStyle/>
          <a:p>
            <a:pPr algn="l"/>
            <a:r>
              <a:rPr lang="zh-CN" altLang="en-US" sz="1600" b="1" dirty="0">
                <a:solidFill>
                  <a:srgbClr val="0045D4"/>
                </a:solidFill>
                <a:latin typeface="微软雅黑" panose="020B0503020204020204" pitchFamily="34" charset="-122"/>
                <a:ea typeface="微软雅黑" panose="020B0503020204020204" pitchFamily="34" charset="-122"/>
              </a:rPr>
              <a:t>钉钉安全协议签署</a:t>
            </a:r>
            <a:endParaRPr kumimoji="1" lang="zh-CN" altLang="en-US" sz="1600" b="1" dirty="0"/>
          </a:p>
        </p:txBody>
      </p:sp>
      <p:sp>
        <p:nvSpPr>
          <p:cNvPr id="5" name="标题 1"/>
          <p:cNvSpPr txBox="1"/>
          <p:nvPr/>
        </p:nvSpPr>
        <p:spPr>
          <a:xfrm>
            <a:off x="316988" y="1453264"/>
            <a:ext cx="1006332" cy="941442"/>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800234" y="1727535"/>
            <a:ext cx="356356" cy="356356"/>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7" name="标题 1"/>
          <p:cNvSpPr txBox="1"/>
          <p:nvPr/>
        </p:nvSpPr>
        <p:spPr>
          <a:xfrm>
            <a:off x="1530848" y="4297024"/>
            <a:ext cx="4396385" cy="1113476"/>
          </a:xfrm>
          <a:prstGeom prst="rect">
            <a:avLst/>
          </a:prstGeom>
          <a:noFill/>
          <a:ln cap="sq">
            <a:noFill/>
          </a:ln>
        </p:spPr>
        <p:txBody>
          <a:bodyPr vert="horz" wrap="square" lIns="0" tIns="0" rIns="0" bIns="0" rtlCol="0" anchor="t"/>
          <a:lstStyle/>
          <a:p>
            <a:r>
              <a:rPr kumimoji="1" lang="zh-CN" altLang="en-US" sz="1400" dirty="0">
                <a:ln w="12700">
                  <a:noFill/>
                </a:ln>
                <a:latin typeface="KaiTi" panose="02010609060101010101" pitchFamily="49" charset="-122"/>
                <a:ea typeface="KaiTi" panose="02010609060101010101" pitchFamily="49" charset="-122"/>
                <a:cs typeface="Source Han Sans"/>
              </a:rPr>
              <a:t>瑶光阁手册上传地址：</a:t>
            </a:r>
            <a:endParaRPr kumimoji="1" lang="en-US" altLang="zh-CN" sz="1400" dirty="0">
              <a:ln w="12700">
                <a:noFill/>
              </a:ln>
              <a:latin typeface="KaiTi" panose="02010609060101010101" pitchFamily="49" charset="-122"/>
              <a:ea typeface="KaiTi" panose="02010609060101010101" pitchFamily="49" charset="-122"/>
              <a:cs typeface="Source Han Sans"/>
            </a:endParaRPr>
          </a:p>
          <a:p>
            <a:r>
              <a:rPr kumimoji="1" lang="en-US" altLang="zh-CN" sz="1400" dirty="0">
                <a:ln w="12700">
                  <a:noFill/>
                </a:ln>
                <a:latin typeface="KaiTi" panose="02010609060101010101" pitchFamily="49" charset="-122"/>
                <a:ea typeface="KaiTi" panose="02010609060101010101" pitchFamily="49" charset="-122"/>
                <a:cs typeface="Source Han Sans"/>
              </a:rPr>
              <a:t>https://</a:t>
            </a:r>
            <a:r>
              <a:rPr kumimoji="1" lang="en-US" altLang="zh-CN" sz="1400" dirty="0" err="1">
                <a:ln w="12700">
                  <a:noFill/>
                </a:ln>
                <a:latin typeface="KaiTi" panose="02010609060101010101" pitchFamily="49" charset="-122"/>
                <a:ea typeface="KaiTi" panose="02010609060101010101" pitchFamily="49" charset="-122"/>
                <a:cs typeface="Source Han Sans"/>
              </a:rPr>
              <a:t>s.wz-inc.com</a:t>
            </a:r>
            <a:r>
              <a:rPr kumimoji="1" lang="en-US" altLang="zh-CN" sz="1400" dirty="0">
                <a:ln w="12700">
                  <a:noFill/>
                </a:ln>
                <a:latin typeface="KaiTi" panose="02010609060101010101" pitchFamily="49" charset="-122"/>
                <a:ea typeface="KaiTi" panose="02010609060101010101" pitchFamily="49" charset="-122"/>
                <a:cs typeface="Source Han Sans"/>
              </a:rPr>
              <a:t>/</a:t>
            </a:r>
            <a:r>
              <a:rPr kumimoji="1" lang="en-US" altLang="zh-CN" sz="1400" dirty="0" err="1">
                <a:ln w="12700">
                  <a:noFill/>
                </a:ln>
                <a:latin typeface="KaiTi" panose="02010609060101010101" pitchFamily="49" charset="-122"/>
                <a:ea typeface="KaiTi" panose="02010609060101010101" pitchFamily="49" charset="-122"/>
                <a:cs typeface="Source Han Sans"/>
              </a:rPr>
              <a:t>capricorn</a:t>
            </a:r>
            <a:r>
              <a:rPr kumimoji="1" lang="en-US" altLang="zh-CN" sz="1400" dirty="0">
                <a:ln w="12700">
                  <a:noFill/>
                </a:ln>
                <a:latin typeface="KaiTi" panose="02010609060101010101" pitchFamily="49" charset="-122"/>
                <a:ea typeface="KaiTi" panose="02010609060101010101" pitchFamily="49" charset="-122"/>
                <a:cs typeface="Source Han Sans"/>
              </a:rPr>
              <a:t>/portal/</a:t>
            </a:r>
            <a:r>
              <a:rPr kumimoji="1" lang="en-US" altLang="zh-CN" sz="1400" dirty="0" err="1">
                <a:ln w="12700">
                  <a:noFill/>
                </a:ln>
                <a:latin typeface="KaiTi" panose="02010609060101010101" pitchFamily="49" charset="-122"/>
                <a:ea typeface="KaiTi" panose="02010609060101010101" pitchFamily="49" charset="-122"/>
                <a:cs typeface="Source Han Sans"/>
              </a:rPr>
              <a:t>newstaff</a:t>
            </a:r>
            <a:r>
              <a:rPr kumimoji="1" lang="en-US" altLang="zh-CN" sz="1400" dirty="0">
                <a:ln w="12700">
                  <a:noFill/>
                </a:ln>
                <a:latin typeface="KaiTi" panose="02010609060101010101" pitchFamily="49" charset="-122"/>
                <a:ea typeface="KaiTi" panose="02010609060101010101" pitchFamily="49" charset="-122"/>
                <a:cs typeface="Source Han Sans"/>
              </a:rPr>
              <a:t>/task</a:t>
            </a:r>
            <a:r>
              <a:rPr kumimoji="1" lang="zh-CN" altLang="en-US" sz="1400" dirty="0">
                <a:ln w="12700">
                  <a:noFill/>
                </a:ln>
                <a:latin typeface="KaiTi" panose="02010609060101010101" pitchFamily="49" charset="-122"/>
                <a:ea typeface="KaiTi" panose="02010609060101010101" pitchFamily="49" charset="-122"/>
                <a:cs typeface="Source Han Sans"/>
              </a:rPr>
              <a:t>手册领取：北京园区：胥建霞</a:t>
            </a:r>
          </a:p>
          <a:p>
            <a:r>
              <a:rPr kumimoji="1" lang="zh-CN" altLang="en-US" sz="1400" dirty="0">
                <a:ln w="12700">
                  <a:noFill/>
                </a:ln>
                <a:latin typeface="KaiTi" panose="02010609060101010101" pitchFamily="49" charset="-122"/>
                <a:ea typeface="KaiTi" panose="02010609060101010101" pitchFamily="49" charset="-122"/>
                <a:cs typeface="Source Han Sans"/>
              </a:rPr>
              <a:t>德清园区：易依</a:t>
            </a:r>
          </a:p>
        </p:txBody>
      </p:sp>
      <p:sp>
        <p:nvSpPr>
          <p:cNvPr id="8" name="标题 1"/>
          <p:cNvSpPr txBox="1"/>
          <p:nvPr/>
        </p:nvSpPr>
        <p:spPr>
          <a:xfrm>
            <a:off x="1423352" y="3396343"/>
            <a:ext cx="4162491" cy="661622"/>
          </a:xfrm>
          <a:prstGeom prst="rect">
            <a:avLst/>
          </a:prstGeom>
          <a:noFill/>
          <a:ln cap="sq">
            <a:noFill/>
          </a:ln>
        </p:spPr>
        <p:txBody>
          <a:bodyPr vert="horz" wrap="square" lIns="0" tIns="0" rIns="0" bIns="0" rtlCol="0" anchor="b"/>
          <a:lstStyle/>
          <a:p>
            <a:pPr>
              <a:defRPr sz="8000"/>
            </a:pPr>
            <a:r>
              <a:rPr lang="en-US" altLang="zh-CN" sz="1600" b="1" dirty="0">
                <a:solidFill>
                  <a:srgbClr val="0045D4"/>
                </a:solidFill>
                <a:latin typeface="微软雅黑" panose="020B0503020204020204" pitchFamily="34" charset="-122"/>
                <a:ea typeface="微软雅黑" panose="020B0503020204020204" pitchFamily="34" charset="-122"/>
              </a:rPr>
              <a:t>《</a:t>
            </a:r>
            <a:r>
              <a:rPr lang="zh-CN" altLang="en-US" sz="1600" b="1" dirty="0">
                <a:solidFill>
                  <a:srgbClr val="0045D4"/>
                </a:solidFill>
                <a:latin typeface="微软雅黑" panose="020B0503020204020204" pitchFamily="34" charset="-122"/>
                <a:ea typeface="微软雅黑" panose="020B0503020204020204" pitchFamily="34" charset="-122"/>
              </a:rPr>
              <a:t>员工信息安全手册</a:t>
            </a:r>
            <a:r>
              <a:rPr lang="en-US" altLang="zh-CN" sz="1600" b="1" dirty="0">
                <a:solidFill>
                  <a:srgbClr val="0045D4"/>
                </a:solidFill>
                <a:latin typeface="微软雅黑" panose="020B0503020204020204" pitchFamily="34" charset="-122"/>
                <a:ea typeface="微软雅黑" panose="020B0503020204020204" pitchFamily="34" charset="-122"/>
              </a:rPr>
              <a:t>》</a:t>
            </a:r>
            <a:r>
              <a:rPr lang="zh-CN" altLang="en-US" sz="1600" b="1" dirty="0">
                <a:solidFill>
                  <a:srgbClr val="0045D4"/>
                </a:solidFill>
                <a:latin typeface="微软雅黑" panose="020B0503020204020204" pitchFamily="34" charset="-122"/>
                <a:ea typeface="微软雅黑" panose="020B0503020204020204" pitchFamily="34" charset="-122"/>
              </a:rPr>
              <a:t>签字确认，并拍照上传</a:t>
            </a:r>
          </a:p>
        </p:txBody>
      </p:sp>
      <p:sp>
        <p:nvSpPr>
          <p:cNvPr id="10" name="标题 1"/>
          <p:cNvSpPr txBox="1"/>
          <p:nvPr/>
        </p:nvSpPr>
        <p:spPr>
          <a:xfrm>
            <a:off x="317446" y="3727154"/>
            <a:ext cx="1006332" cy="972899"/>
          </a:xfrm>
          <a:prstGeom prst="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800235" y="3933900"/>
            <a:ext cx="356355" cy="344858"/>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endParaRPr kumimoji="1" lang="zh-CN" altLang="en-US" dirty="0"/>
          </a:p>
        </p:txBody>
      </p:sp>
      <p:sp>
        <p:nvSpPr>
          <p:cNvPr id="16" name="标题 1"/>
          <p:cNvSpPr txBox="1"/>
          <p:nvPr/>
        </p:nvSpPr>
        <p:spPr>
          <a:xfrm>
            <a:off x="1737699" y="5633821"/>
            <a:ext cx="356356" cy="329654"/>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7" name="标题 1"/>
          <p:cNvSpPr txBox="1"/>
          <p:nvPr/>
        </p:nvSpPr>
        <p:spPr>
          <a:xfrm>
            <a:off x="525293" y="150027"/>
            <a:ext cx="10866471"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a:off x="1020418" y="184275"/>
            <a:ext cx="6332659" cy="607099"/>
          </a:xfrm>
          <a:prstGeom prst="rect">
            <a:avLst/>
          </a:prstGeom>
          <a:noFill/>
          <a:ln>
            <a:noFill/>
          </a:ln>
        </p:spPr>
        <p:txBody>
          <a:bodyPr vert="horz" wrap="square" lIns="0" tIns="0" rIns="0" bIns="0" rtlCol="0" anchor="ctr"/>
          <a:lstStyle/>
          <a:p>
            <a:pPr algn="l">
              <a:lnSpc>
                <a:spcPct val="170000"/>
              </a:lnSpc>
              <a:defRPr>
                <a:latin typeface="Kaiti SC Regular" panose="02010600040101010101" charset="-122"/>
                <a:ea typeface="Kaiti SC Regular" panose="02010600040101010101" charset="-122"/>
                <a:cs typeface="Kaiti SC Regular" panose="02010600040101010101" charset="-122"/>
                <a:sym typeface="Kaiti SC Regular" panose="02010600040101010101" charset="-122"/>
              </a:defRPr>
            </a:pPr>
            <a:r>
              <a:rPr lang="zh-CN" altLang="en-US" sz="3200" dirty="0">
                <a:solidFill>
                  <a:srgbClr val="0045D4"/>
                </a:solidFill>
                <a:latin typeface="微软雅黑" panose="020B0503020204020204" pitchFamily="34" charset="-122"/>
                <a:ea typeface="微软雅黑" panose="020B0503020204020204" pitchFamily="34" charset="-122"/>
                <a:cs typeface="Kaiti SC Regular" panose="02010600040101010101" charset="-122"/>
                <a:sym typeface="Kaiti SC Regular" panose="02010600040101010101" charset="-122"/>
              </a:rPr>
              <a:t>新员工任务</a:t>
            </a:r>
            <a:endParaRPr lang="en-US" altLang="zh-CN" sz="3200" dirty="0">
              <a:solidFill>
                <a:srgbClr val="0045D4"/>
              </a:solidFill>
              <a:latin typeface="微软雅黑" panose="020B0503020204020204" pitchFamily="34" charset="-122"/>
              <a:ea typeface="微软雅黑" panose="020B0503020204020204" pitchFamily="34" charset="-122"/>
              <a:cs typeface="Kaiti SC Regular" panose="02010600040101010101" charset="-122"/>
              <a:sym typeface="Kaiti SC Regular" panose="02010600040101010101" charset="-122"/>
            </a:endParaRPr>
          </a:p>
        </p:txBody>
      </p:sp>
      <p:sp>
        <p:nvSpPr>
          <p:cNvPr id="19" name="标题 1"/>
          <p:cNvSpPr txBox="1"/>
          <p:nvPr/>
        </p:nvSpPr>
        <p:spPr>
          <a:xfrm>
            <a:off x="398158" y="417793"/>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20" name="图片 19"/>
          <p:cNvPicPr>
            <a:picLocks noChangeAspect="1"/>
          </p:cNvPicPr>
          <p:nvPr/>
        </p:nvPicPr>
        <p:blipFill>
          <a:blip r:embed="rId3"/>
          <a:stretch>
            <a:fillRect/>
          </a:stretch>
        </p:blipFill>
        <p:spPr>
          <a:xfrm>
            <a:off x="6134303" y="3628685"/>
            <a:ext cx="2475654" cy="2847895"/>
          </a:xfrm>
          <a:prstGeom prst="rect">
            <a:avLst/>
          </a:prstGeom>
        </p:spPr>
      </p:pic>
      <p:pic>
        <p:nvPicPr>
          <p:cNvPr id="24" name="图片 23"/>
          <p:cNvPicPr>
            <a:picLocks noChangeAspect="1"/>
          </p:cNvPicPr>
          <p:nvPr/>
        </p:nvPicPr>
        <p:blipFill>
          <a:blip r:embed="rId4"/>
          <a:stretch>
            <a:fillRect/>
          </a:stretch>
        </p:blipFill>
        <p:spPr>
          <a:xfrm>
            <a:off x="6026888" y="939524"/>
            <a:ext cx="5364875" cy="2554983"/>
          </a:xfrm>
          <a:prstGeom prst="rect">
            <a:avLst/>
          </a:prstGeom>
        </p:spPr>
      </p:pic>
      <p:pic>
        <p:nvPicPr>
          <p:cNvPr id="4" name="图片 3"/>
          <p:cNvPicPr>
            <a:picLocks noChangeAspect="1"/>
          </p:cNvPicPr>
          <p:nvPr/>
        </p:nvPicPr>
        <p:blipFill>
          <a:blip r:embed="rId5"/>
          <a:stretch>
            <a:fillRect/>
          </a:stretch>
        </p:blipFill>
        <p:spPr>
          <a:xfrm>
            <a:off x="8686339" y="3601883"/>
            <a:ext cx="2705426" cy="287469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643163" y="1960101"/>
            <a:ext cx="9102558" cy="992763"/>
          </a:xfrm>
          <a:prstGeom prst="rect">
            <a:avLst/>
          </a:prstGeom>
          <a:noFill/>
          <a:ln cap="sq">
            <a:noFill/>
          </a:ln>
        </p:spPr>
        <p:txBody>
          <a:bodyPr vert="horz" wrap="square" lIns="0" tIns="0" rIns="0" bIns="0" rtlCol="0" anchor="t"/>
          <a:lstStyle/>
          <a:p>
            <a:r>
              <a:rPr kumimoji="1" lang="zh-CN" altLang="en-US" sz="1400" dirty="0">
                <a:solidFill>
                  <a:schemeClr val="tx2"/>
                </a:solidFill>
                <a:latin typeface="KaiTi" panose="02010609060101010101" pitchFamily="49" charset="-122"/>
                <a:ea typeface="KaiTi" panose="02010609060101010101" pitchFamily="49" charset="-122"/>
                <a:cs typeface="Source Han Sans"/>
              </a:rPr>
              <a:t>签署范围：</a:t>
            </a:r>
            <a:r>
              <a:rPr kumimoji="1" lang="zh-CN" altLang="en-US" sz="1400" dirty="0">
                <a:solidFill>
                  <a:srgbClr val="FF0000"/>
                </a:solidFill>
                <a:latin typeface="KaiTi" panose="02010609060101010101" pitchFamily="49" charset="-122"/>
                <a:ea typeface="KaiTi" panose="02010609060101010101" pitchFamily="49" charset="-122"/>
                <a:cs typeface="楷体" charset="0"/>
              </a:rPr>
              <a:t>五彩石、信息安全、运维保障、</a:t>
            </a:r>
            <a:r>
              <a:rPr kumimoji="1" lang="en-US" altLang="zh-CN" sz="1400" dirty="0">
                <a:solidFill>
                  <a:srgbClr val="FF0000"/>
                </a:solidFill>
                <a:latin typeface="KaiTi" panose="02010609060101010101" pitchFamily="49" charset="-122"/>
                <a:ea typeface="KaiTi" panose="02010609060101010101" pitchFamily="49" charset="-122"/>
                <a:cs typeface="楷体" charset="0"/>
              </a:rPr>
              <a:t>IT</a:t>
            </a:r>
            <a:r>
              <a:rPr kumimoji="1" lang="zh-CN" altLang="en-US" sz="1400" dirty="0">
                <a:solidFill>
                  <a:srgbClr val="FF0000"/>
                </a:solidFill>
                <a:latin typeface="KaiTi" panose="02010609060101010101" pitchFamily="49" charset="-122"/>
                <a:ea typeface="KaiTi" panose="02010609060101010101" pitchFamily="49" charset="-122"/>
                <a:cs typeface="楷体" charset="0"/>
              </a:rPr>
              <a:t>基础服务、数字化运营</a:t>
            </a:r>
            <a:r>
              <a:rPr kumimoji="1" lang="zh-CN" altLang="en-US" sz="1400" dirty="0">
                <a:solidFill>
                  <a:srgbClr val="000000"/>
                </a:solidFill>
                <a:latin typeface="KaiTi" panose="02010609060101010101" pitchFamily="49" charset="-122"/>
                <a:ea typeface="KaiTi" panose="02010609060101010101" pitchFamily="49" charset="-122"/>
                <a:cs typeface="楷体" charset="0"/>
              </a:rPr>
              <a:t>。若入职后需要</a:t>
            </a:r>
            <a:r>
              <a:rPr kumimoji="1" lang="zh-CN" altLang="en-US" sz="1400" dirty="0">
                <a:solidFill>
                  <a:srgbClr val="C00000"/>
                </a:solidFill>
                <a:latin typeface="KaiTi" panose="02010609060101010101" pitchFamily="49" charset="-122"/>
                <a:ea typeface="KaiTi" panose="02010609060101010101" pitchFamily="49" charset="-122"/>
                <a:cs typeface="楷体" charset="0"/>
              </a:rPr>
              <a:t>红区权限</a:t>
            </a:r>
            <a:r>
              <a:rPr kumimoji="1" lang="zh-CN" altLang="en-US" sz="1400" dirty="0">
                <a:solidFill>
                  <a:srgbClr val="000000"/>
                </a:solidFill>
                <a:latin typeface="KaiTi" panose="02010609060101010101" pitchFamily="49" charset="-122"/>
                <a:ea typeface="KaiTi" panose="02010609060101010101" pitchFamily="49" charset="-122"/>
                <a:cs typeface="楷体" charset="0"/>
              </a:rPr>
              <a:t>也需要签署</a:t>
            </a:r>
            <a:r>
              <a:rPr kumimoji="1" lang="zh-CN" altLang="en-US" sz="1200" dirty="0">
                <a:solidFill>
                  <a:srgbClr val="000000"/>
                </a:solidFill>
                <a:latin typeface="KaiTi" panose="02010609060101010101" pitchFamily="49" charset="-122"/>
                <a:ea typeface="KaiTi" panose="02010609060101010101" pitchFamily="49" charset="-122"/>
                <a:cs typeface="Source Han Sans"/>
              </a:rPr>
              <a:t>。</a:t>
            </a:r>
          </a:p>
          <a:p>
            <a:r>
              <a:rPr kumimoji="1" lang="zh-CN" altLang="en-US" sz="1400" dirty="0">
                <a:solidFill>
                  <a:schemeClr val="tx2"/>
                </a:solidFill>
                <a:latin typeface="KaiTi" panose="02010609060101010101" pitchFamily="49" charset="-122"/>
                <a:ea typeface="KaiTi" panose="02010609060101010101" pitchFamily="49" charset="-122"/>
                <a:cs typeface="Source Han Sans" charset="0"/>
              </a:rPr>
              <a:t>签署时间：</a:t>
            </a:r>
            <a:r>
              <a:rPr kumimoji="1" lang="zh-CN" altLang="en-US" sz="1400" dirty="0">
                <a:solidFill>
                  <a:srgbClr val="000000"/>
                </a:solidFill>
                <a:latin typeface="KaiTi" panose="02010609060101010101" pitchFamily="49" charset="-122"/>
                <a:ea typeface="KaiTi" panose="02010609060101010101" pitchFamily="49" charset="-122"/>
                <a:cs typeface="楷体" charset="0"/>
              </a:rPr>
              <a:t>入职</a:t>
            </a:r>
            <a:r>
              <a:rPr kumimoji="1" lang="en-US" altLang="zh-CN" sz="1400" dirty="0">
                <a:solidFill>
                  <a:srgbClr val="000000"/>
                </a:solidFill>
                <a:latin typeface="KaiTi" panose="02010609060101010101" pitchFamily="49" charset="-122"/>
                <a:ea typeface="KaiTi" panose="02010609060101010101" pitchFamily="49" charset="-122"/>
                <a:cs typeface="楷体" charset="0"/>
              </a:rPr>
              <a:t>1</a:t>
            </a:r>
            <a:r>
              <a:rPr kumimoji="1" lang="zh-CN" altLang="en-US" sz="1400" dirty="0">
                <a:solidFill>
                  <a:srgbClr val="000000"/>
                </a:solidFill>
                <a:latin typeface="KaiTi" panose="02010609060101010101" pitchFamily="49" charset="-122"/>
                <a:ea typeface="KaiTi" panose="02010609060101010101" pitchFamily="49" charset="-122"/>
                <a:cs typeface="楷体" charset="0"/>
              </a:rPr>
              <a:t>周内</a:t>
            </a:r>
          </a:p>
          <a:p>
            <a:r>
              <a:rPr kumimoji="1" lang="zh-CN" altLang="en-US" sz="1400" dirty="0">
                <a:solidFill>
                  <a:schemeClr val="tx2"/>
                </a:solidFill>
                <a:latin typeface="KaiTi" panose="02010609060101010101" pitchFamily="49" charset="-122"/>
                <a:ea typeface="KaiTi" panose="02010609060101010101" pitchFamily="49" charset="-122"/>
                <a:cs typeface="Source Han Sans" charset="0"/>
                <a:sym typeface="+mn-ea"/>
              </a:rPr>
              <a:t>签署教程：</a:t>
            </a:r>
            <a:r>
              <a:rPr kumimoji="1" lang="en-US" altLang="zh-CN" sz="1400" dirty="0">
                <a:solidFill>
                  <a:schemeClr val="tx2"/>
                </a:solidFill>
                <a:latin typeface="KaiTi" panose="02010609060101010101" pitchFamily="49" charset="-122"/>
                <a:ea typeface="KaiTi" panose="02010609060101010101" pitchFamily="49" charset="-122"/>
                <a:cs typeface="Source Han Sans" charset="0"/>
                <a:sym typeface="+mn-ea"/>
                <a:hlinkClick r:id="rId2"/>
              </a:rPr>
              <a:t>https://qianxun.yuque.com/awslllll/sgqa69/rbou83phvgepmip4</a:t>
            </a:r>
            <a:endParaRPr kumimoji="1" lang="en-US" altLang="zh-CN" sz="1400" dirty="0">
              <a:solidFill>
                <a:srgbClr val="000000"/>
              </a:solidFill>
              <a:latin typeface="KaiTi" panose="02010609060101010101" pitchFamily="49" charset="-122"/>
              <a:ea typeface="KaiTi" panose="02010609060101010101" pitchFamily="49" charset="-122"/>
              <a:cs typeface="楷体" charset="0"/>
            </a:endParaRPr>
          </a:p>
          <a:p>
            <a:endParaRPr kumimoji="1" lang="zh-CN" altLang="en-US" sz="1400" dirty="0">
              <a:solidFill>
                <a:schemeClr val="tx2"/>
              </a:solidFill>
              <a:latin typeface="微软雅黑" panose="020B0503020204020204" pitchFamily="34" charset="-122"/>
              <a:ea typeface="微软雅黑" panose="020B0503020204020204" pitchFamily="34" charset="-122"/>
              <a:cs typeface="Source Han Sans"/>
            </a:endParaRPr>
          </a:p>
          <a:p>
            <a:endParaRPr kumimoji="1" lang="en-US" altLang="zh-CN" sz="1400" dirty="0">
              <a:solidFill>
                <a:schemeClr val="tx2"/>
              </a:solidFill>
              <a:latin typeface="微软雅黑" panose="020B0503020204020204" pitchFamily="34" charset="-122"/>
              <a:ea typeface="微软雅黑" panose="020B0503020204020204" pitchFamily="34" charset="-122"/>
              <a:cs typeface="Source Han Sans"/>
            </a:endParaRPr>
          </a:p>
          <a:p>
            <a:endParaRPr kumimoji="1" lang="en-US" altLang="zh-CN" sz="1400" dirty="0">
              <a:solidFill>
                <a:schemeClr val="tx2"/>
              </a:solidFill>
              <a:latin typeface="微软雅黑" panose="020B0503020204020204" pitchFamily="34" charset="-122"/>
              <a:ea typeface="微软雅黑" panose="020B0503020204020204" pitchFamily="34" charset="-122"/>
              <a:cs typeface="Source Han Sans"/>
            </a:endParaRPr>
          </a:p>
          <a:p>
            <a:endParaRPr kumimoji="1" lang="en-US" altLang="zh-CN" sz="1400" dirty="0">
              <a:solidFill>
                <a:schemeClr val="tx2"/>
              </a:solidFill>
              <a:latin typeface="微软雅黑" panose="020B0503020204020204" pitchFamily="34" charset="-122"/>
              <a:ea typeface="微软雅黑" panose="020B0503020204020204" pitchFamily="34" charset="-122"/>
              <a:cs typeface="Source Han Sans"/>
            </a:endParaRPr>
          </a:p>
        </p:txBody>
      </p:sp>
      <p:sp>
        <p:nvSpPr>
          <p:cNvPr id="3" name="标题 1"/>
          <p:cNvSpPr txBox="1"/>
          <p:nvPr/>
        </p:nvSpPr>
        <p:spPr>
          <a:xfrm>
            <a:off x="1530849" y="1393649"/>
            <a:ext cx="3311024" cy="312379"/>
          </a:xfrm>
          <a:prstGeom prst="rect">
            <a:avLst/>
          </a:prstGeom>
          <a:noFill/>
          <a:ln cap="sq">
            <a:noFill/>
          </a:ln>
        </p:spPr>
        <p:txBody>
          <a:bodyPr vert="horz" wrap="square" lIns="0" tIns="0" rIns="0" bIns="0" rtlCol="0" anchor="b"/>
          <a:lstStyle/>
          <a:p>
            <a:r>
              <a:rPr lang="zh-CN" altLang="en-US" sz="1600" b="1" dirty="0">
                <a:solidFill>
                  <a:srgbClr val="0045D4"/>
                </a:solidFill>
                <a:latin typeface="微软雅黑" charset="0"/>
                <a:ea typeface="微软雅黑" charset="0"/>
              </a:rPr>
              <a:t>《关键性岗位保密协议》签署</a:t>
            </a:r>
          </a:p>
        </p:txBody>
      </p:sp>
      <p:sp>
        <p:nvSpPr>
          <p:cNvPr id="5" name="标题 1"/>
          <p:cNvSpPr txBox="1"/>
          <p:nvPr/>
        </p:nvSpPr>
        <p:spPr>
          <a:xfrm>
            <a:off x="316988" y="1453264"/>
            <a:ext cx="1006332" cy="941442"/>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800234" y="1727535"/>
            <a:ext cx="356356" cy="356356"/>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860" cap="flat">
            <a:noFill/>
            <a:miter/>
          </a:ln>
        </p:spPr>
        <p:txBody>
          <a:bodyPr vert="horz" wrap="square" lIns="91440" tIns="45720" rIns="91440" bIns="45720" rtlCol="0" anchor="ctr"/>
          <a:lstStyle/>
          <a:p>
            <a:endParaRPr kumimoji="1" lang="zh-CN" altLang="en-US"/>
          </a:p>
        </p:txBody>
      </p:sp>
      <p:sp>
        <p:nvSpPr>
          <p:cNvPr id="11" name="标题 1"/>
          <p:cNvSpPr txBox="1"/>
          <p:nvPr/>
        </p:nvSpPr>
        <p:spPr>
          <a:xfrm>
            <a:off x="800235" y="3933900"/>
            <a:ext cx="356355" cy="344858"/>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endParaRPr kumimoji="1" lang="zh-CN" altLang="en-US" dirty="0"/>
          </a:p>
        </p:txBody>
      </p:sp>
      <p:sp>
        <p:nvSpPr>
          <p:cNvPr id="16" name="标题 1"/>
          <p:cNvSpPr txBox="1"/>
          <p:nvPr/>
        </p:nvSpPr>
        <p:spPr>
          <a:xfrm>
            <a:off x="1737699" y="5633821"/>
            <a:ext cx="356356" cy="329654"/>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endParaRPr kumimoji="1" lang="zh-CN" altLang="en-US"/>
          </a:p>
        </p:txBody>
      </p:sp>
      <p:sp>
        <p:nvSpPr>
          <p:cNvPr id="17" name="标题 1"/>
          <p:cNvSpPr txBox="1"/>
          <p:nvPr/>
        </p:nvSpPr>
        <p:spPr>
          <a:xfrm>
            <a:off x="525293" y="150027"/>
            <a:ext cx="10866471"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a:off x="1020418" y="184275"/>
            <a:ext cx="6332659" cy="607099"/>
          </a:xfrm>
          <a:prstGeom prst="rect">
            <a:avLst/>
          </a:prstGeom>
          <a:noFill/>
          <a:ln>
            <a:noFill/>
          </a:ln>
        </p:spPr>
        <p:txBody>
          <a:bodyPr vert="horz" wrap="square" lIns="0" tIns="0" rIns="0" bIns="0" rtlCol="0" anchor="ctr"/>
          <a:lstStyle/>
          <a:p>
            <a:pPr>
              <a:lnSpc>
                <a:spcPct val="170000"/>
              </a:lnSpc>
              <a:defRPr>
                <a:latin typeface="Kaiti SC Regular" panose="02010600040101010101" charset="-122"/>
                <a:ea typeface="Kaiti SC Regular" panose="02010600040101010101" charset="-122"/>
                <a:cs typeface="Kaiti SC Regular" panose="02010600040101010101" charset="-122"/>
                <a:sym typeface="Kaiti SC Regular" panose="02010600040101010101" charset="-122"/>
              </a:defRPr>
            </a:pPr>
            <a:r>
              <a:rPr lang="zh-CN" altLang="en-US" sz="3200" dirty="0">
                <a:solidFill>
                  <a:srgbClr val="0045D4"/>
                </a:solidFill>
                <a:latin typeface="微软雅黑" panose="020B0503020204020204" pitchFamily="34" charset="-122"/>
                <a:ea typeface="微软雅黑" panose="020B0503020204020204" pitchFamily="34" charset="-122"/>
                <a:cs typeface="Kaiti SC Regular" panose="02010600040101010101" charset="-122"/>
                <a:sym typeface="Kaiti SC Regular" panose="02010600040101010101" charset="-122"/>
              </a:rPr>
              <a:t>新员工任务</a:t>
            </a:r>
            <a:endParaRPr lang="en-US" altLang="zh-CN" sz="3200" dirty="0">
              <a:solidFill>
                <a:srgbClr val="0045D4"/>
              </a:solidFill>
              <a:latin typeface="微软雅黑" panose="020B0503020204020204" pitchFamily="34" charset="-122"/>
              <a:ea typeface="微软雅黑" panose="020B0503020204020204" pitchFamily="34" charset="-122"/>
              <a:cs typeface="Kaiti SC Regular" panose="02010600040101010101" charset="-122"/>
              <a:sym typeface="Kaiti SC Regular" panose="02010600040101010101" charset="-122"/>
            </a:endParaRPr>
          </a:p>
        </p:txBody>
      </p:sp>
      <p:sp>
        <p:nvSpPr>
          <p:cNvPr id="19" name="标题 1"/>
          <p:cNvSpPr txBox="1"/>
          <p:nvPr/>
        </p:nvSpPr>
        <p:spPr>
          <a:xfrm>
            <a:off x="398158" y="417793"/>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4" name="图片 3" descr="upload_post_object_v2_3386125828"/>
          <p:cNvPicPr>
            <a:picLocks noChangeAspect="1"/>
          </p:cNvPicPr>
          <p:nvPr/>
        </p:nvPicPr>
        <p:blipFill>
          <a:blip r:embed="rId3"/>
          <a:stretch>
            <a:fillRect/>
          </a:stretch>
        </p:blipFill>
        <p:spPr>
          <a:xfrm>
            <a:off x="6753306" y="2728773"/>
            <a:ext cx="4638477" cy="3625069"/>
          </a:xfrm>
          <a:prstGeom prst="rect">
            <a:avLst/>
          </a:prstGeom>
        </p:spPr>
      </p:pic>
      <p:pic>
        <p:nvPicPr>
          <p:cNvPr id="8" name="图片 7" descr="upload_post_object_v2_1023689947"/>
          <p:cNvPicPr>
            <a:picLocks noChangeAspect="1"/>
          </p:cNvPicPr>
          <p:nvPr/>
        </p:nvPicPr>
        <p:blipFill>
          <a:blip r:embed="rId4"/>
          <a:stretch>
            <a:fillRect/>
          </a:stretch>
        </p:blipFill>
        <p:spPr>
          <a:xfrm>
            <a:off x="316934" y="2728737"/>
            <a:ext cx="6436318" cy="36250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2703946" y="1716822"/>
            <a:ext cx="4892608" cy="1127372"/>
          </a:xfrm>
          <a:prstGeom prst="rect">
            <a:avLst/>
          </a:prstGeom>
          <a:noFill/>
          <a:ln cap="sq">
            <a:noFill/>
          </a:ln>
        </p:spPr>
        <p:txBody>
          <a:bodyPr vert="horz" wrap="square" lIns="0" tIns="0" rIns="0" bIns="0" rtlCol="0" anchor="t"/>
          <a:lstStyle/>
          <a:p>
            <a:endParaRPr kumimoji="1" lang="en-US" altLang="zh-CN" sz="1400" dirty="0">
              <a:ln w="12700">
                <a:noFill/>
              </a:ln>
              <a:solidFill>
                <a:schemeClr val="tx1">
                  <a:lumMod val="85000"/>
                  <a:lumOff val="15000"/>
                </a:schemeClr>
              </a:solidFill>
              <a:latin typeface="微软雅黑" panose="020B0503020204020204" pitchFamily="34" charset="-122"/>
              <a:ea typeface="微软雅黑" panose="020B0503020204020204" pitchFamily="34" charset="-122"/>
              <a:cs typeface="Source Han Sans"/>
            </a:endParaRPr>
          </a:p>
        </p:txBody>
      </p:sp>
      <p:sp>
        <p:nvSpPr>
          <p:cNvPr id="5" name="标题 1"/>
          <p:cNvSpPr txBox="1"/>
          <p:nvPr/>
        </p:nvSpPr>
        <p:spPr>
          <a:xfrm>
            <a:off x="494351" y="1794058"/>
            <a:ext cx="1006332" cy="972899"/>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678384" y="2102329"/>
            <a:ext cx="356356" cy="356356"/>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a:off x="493685" y="3777023"/>
            <a:ext cx="1006332" cy="972899"/>
          </a:xfrm>
          <a:prstGeom prst="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856562" y="4091044"/>
            <a:ext cx="356355" cy="344858"/>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endParaRPr kumimoji="1" lang="zh-CN" altLang="en-US" dirty="0"/>
          </a:p>
        </p:txBody>
      </p:sp>
      <p:sp>
        <p:nvSpPr>
          <p:cNvPr id="13" name="标题 1"/>
          <p:cNvSpPr txBox="1"/>
          <p:nvPr/>
        </p:nvSpPr>
        <p:spPr>
          <a:xfrm>
            <a:off x="1915877" y="3646664"/>
            <a:ext cx="2256347" cy="386992"/>
          </a:xfrm>
          <a:prstGeom prst="rect">
            <a:avLst/>
          </a:prstGeom>
          <a:noFill/>
          <a:ln cap="sq">
            <a:noFill/>
          </a:ln>
        </p:spPr>
        <p:txBody>
          <a:bodyPr vert="horz" wrap="square" lIns="0" tIns="0" rIns="0" bIns="0" rtlCol="0" anchor="b"/>
          <a:lstStyle/>
          <a:p>
            <a:pPr>
              <a:defRPr sz="8000"/>
            </a:pPr>
            <a:r>
              <a:rPr lang="zh-CN" altLang="en-US" sz="1600" b="1" dirty="0">
                <a:solidFill>
                  <a:srgbClr val="0045D4"/>
                </a:solidFill>
                <a:latin typeface="微软雅黑" panose="020B0503020204020204" pitchFamily="34" charset="-122"/>
                <a:ea typeface="微软雅黑" panose="020B0503020204020204" pitchFamily="34" charset="-122"/>
              </a:rPr>
              <a:t>酷学院员工培训及考试</a:t>
            </a:r>
          </a:p>
        </p:txBody>
      </p:sp>
      <p:sp>
        <p:nvSpPr>
          <p:cNvPr id="16" name="标题 1"/>
          <p:cNvSpPr txBox="1"/>
          <p:nvPr/>
        </p:nvSpPr>
        <p:spPr>
          <a:xfrm>
            <a:off x="1737699" y="5633821"/>
            <a:ext cx="356356" cy="329654"/>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7" name="标题 1"/>
          <p:cNvSpPr txBox="1"/>
          <p:nvPr/>
        </p:nvSpPr>
        <p:spPr>
          <a:xfrm>
            <a:off x="493685" y="239205"/>
            <a:ext cx="10540760"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a:off x="1263895" y="176893"/>
            <a:ext cx="6332659" cy="607099"/>
          </a:xfrm>
          <a:prstGeom prst="rect">
            <a:avLst/>
          </a:prstGeom>
          <a:noFill/>
          <a:ln>
            <a:noFill/>
          </a:ln>
        </p:spPr>
        <p:txBody>
          <a:bodyPr vert="horz" wrap="square" lIns="0" tIns="0" rIns="0" bIns="0" rtlCol="0" anchor="ctr"/>
          <a:lstStyle/>
          <a:p>
            <a:pPr algn="l">
              <a:lnSpc>
                <a:spcPct val="170000"/>
              </a:lnSpc>
              <a:defRPr>
                <a:latin typeface="Kaiti SC Regular" panose="02010600040101010101" charset="-122"/>
                <a:ea typeface="Kaiti SC Regular" panose="02010600040101010101" charset="-122"/>
                <a:cs typeface="Kaiti SC Regular" panose="02010600040101010101" charset="-122"/>
                <a:sym typeface="Kaiti SC Regular" panose="02010600040101010101" charset="-122"/>
              </a:defRPr>
            </a:pPr>
            <a:r>
              <a:rPr lang="zh-CN" altLang="en-US" sz="3200" dirty="0">
                <a:solidFill>
                  <a:srgbClr val="0045D4"/>
                </a:solidFill>
                <a:latin typeface="微软雅黑" panose="020B0503020204020204" pitchFamily="34" charset="-122"/>
                <a:ea typeface="微软雅黑" panose="020B0503020204020204" pitchFamily="34" charset="-122"/>
                <a:cs typeface="Kaiti SC Regular" panose="02010600040101010101" charset="-122"/>
                <a:sym typeface="Kaiti SC Regular" panose="02010600040101010101" charset="-122"/>
              </a:rPr>
              <a:t>新员工任务</a:t>
            </a:r>
            <a:endParaRPr lang="en-US" altLang="zh-CN" sz="3200" dirty="0">
              <a:solidFill>
                <a:srgbClr val="0045D4"/>
              </a:solidFill>
              <a:latin typeface="微软雅黑" panose="020B0503020204020204" pitchFamily="34" charset="-122"/>
              <a:ea typeface="微软雅黑" panose="020B0503020204020204" pitchFamily="34" charset="-122"/>
              <a:cs typeface="Kaiti SC Regular" panose="02010600040101010101" charset="-122"/>
              <a:sym typeface="Kaiti SC Regular" panose="02010600040101010101" charset="-122"/>
            </a:endParaRPr>
          </a:p>
        </p:txBody>
      </p:sp>
      <p:sp>
        <p:nvSpPr>
          <p:cNvPr id="19" name="标题 1"/>
          <p:cNvSpPr txBox="1"/>
          <p:nvPr/>
        </p:nvSpPr>
        <p:spPr>
          <a:xfrm>
            <a:off x="508878" y="460042"/>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3" name="文本框 22"/>
          <p:cNvSpPr txBox="1"/>
          <p:nvPr/>
        </p:nvSpPr>
        <p:spPr>
          <a:xfrm>
            <a:off x="1862014" y="4466794"/>
            <a:ext cx="2358086" cy="1023742"/>
          </a:xfrm>
          <a:prstGeom prst="rect">
            <a:avLst/>
          </a:prstGeom>
          <a:noFill/>
        </p:spPr>
        <p:txBody>
          <a:bodyPr wrap="square" rtlCol="0">
            <a:spAutoFit/>
          </a:bodyPr>
          <a:lstStyle/>
          <a:p>
            <a:pPr>
              <a:lnSpc>
                <a:spcPct val="150000"/>
              </a:lnSpc>
            </a:pPr>
            <a:r>
              <a:rPr kumimoji="1" lang="en-US" altLang="zh-CN" sz="1400" dirty="0">
                <a:latin typeface="KaiTi" panose="02010609060101010101" pitchFamily="49" charset="-122"/>
                <a:ea typeface="KaiTi" panose="02010609060101010101" pitchFamily="49" charset="-122"/>
              </a:rPr>
              <a:t>1</a:t>
            </a:r>
            <a:r>
              <a:rPr kumimoji="1" lang="zh-CN" altLang="en-US" sz="1400" dirty="0">
                <a:latin typeface="KaiTi" panose="02010609060101010101" pitchFamily="49" charset="-122"/>
                <a:ea typeface="KaiTi" panose="02010609060101010101" pitchFamily="49" charset="-122"/>
              </a:rPr>
              <a:t> 千寻信息安全守则</a:t>
            </a:r>
            <a:endParaRPr kumimoji="1" lang="en-US" altLang="zh-CN" sz="1400" dirty="0">
              <a:latin typeface="KaiTi" panose="02010609060101010101" pitchFamily="49" charset="-122"/>
              <a:ea typeface="KaiTi" panose="02010609060101010101" pitchFamily="49" charset="-122"/>
            </a:endParaRPr>
          </a:p>
          <a:p>
            <a:pPr>
              <a:lnSpc>
                <a:spcPct val="150000"/>
              </a:lnSpc>
            </a:pPr>
            <a:r>
              <a:rPr kumimoji="1" lang="en-US" altLang="zh-CN" sz="1400" dirty="0">
                <a:latin typeface="KaiTi" panose="02010609060101010101" pitchFamily="49" charset="-122"/>
                <a:ea typeface="KaiTi" panose="02010609060101010101" pitchFamily="49" charset="-122"/>
              </a:rPr>
              <a:t>2</a:t>
            </a:r>
            <a:r>
              <a:rPr kumimoji="1" lang="zh-CN" altLang="en-US" sz="1400" dirty="0">
                <a:latin typeface="KaiTi" panose="02010609060101010101" pitchFamily="49" charset="-122"/>
                <a:ea typeface="KaiTi" panose="02010609060101010101" pitchFamily="49" charset="-122"/>
              </a:rPr>
              <a:t> 信息安全知识</a:t>
            </a:r>
            <a:r>
              <a:rPr kumimoji="1" lang="en-US" altLang="zh-CN" sz="1400" dirty="0">
                <a:latin typeface="KaiTi" panose="02010609060101010101" pitchFamily="49" charset="-122"/>
                <a:ea typeface="KaiTi" panose="02010609060101010101" pitchFamily="49" charset="-122"/>
              </a:rPr>
              <a:t>&amp;</a:t>
            </a:r>
            <a:r>
              <a:rPr kumimoji="1" lang="zh-CN" altLang="en-US" sz="1400" dirty="0">
                <a:latin typeface="KaiTi" panose="02010609060101010101" pitchFamily="49" charset="-122"/>
                <a:ea typeface="KaiTi" panose="02010609060101010101" pitchFamily="49" charset="-122"/>
              </a:rPr>
              <a:t>意识培训</a:t>
            </a:r>
            <a:endParaRPr kumimoji="1" lang="en-US" altLang="zh-CN" sz="1400" dirty="0">
              <a:latin typeface="KaiTi" panose="02010609060101010101" pitchFamily="49" charset="-122"/>
              <a:ea typeface="KaiTi" panose="02010609060101010101" pitchFamily="49" charset="-122"/>
            </a:endParaRPr>
          </a:p>
          <a:p>
            <a:pPr>
              <a:lnSpc>
                <a:spcPct val="150000"/>
              </a:lnSpc>
            </a:pPr>
            <a:r>
              <a:rPr kumimoji="1" lang="en-US" altLang="zh-CN" sz="1400" dirty="0">
                <a:latin typeface="KaiTi" panose="02010609060101010101" pitchFamily="49" charset="-122"/>
                <a:ea typeface="KaiTi" panose="02010609060101010101" pitchFamily="49" charset="-122"/>
              </a:rPr>
              <a:t>3</a:t>
            </a:r>
            <a:r>
              <a:rPr kumimoji="1" lang="zh-CN" altLang="en-US" sz="1400" dirty="0">
                <a:latin typeface="KaiTi" panose="02010609060101010101" pitchFamily="49" charset="-122"/>
                <a:ea typeface="KaiTi" panose="02010609060101010101" pitchFamily="49" charset="-122"/>
              </a:rPr>
              <a:t> 新员工安全考试</a:t>
            </a:r>
            <a:endParaRPr kumimoji="1" lang="en-US" altLang="zh-CN" sz="1400" dirty="0">
              <a:latin typeface="KaiTi" panose="02010609060101010101" pitchFamily="49" charset="-122"/>
              <a:ea typeface="KaiTi" panose="02010609060101010101" pitchFamily="49" charset="-122"/>
            </a:endParaRPr>
          </a:p>
        </p:txBody>
      </p:sp>
      <p:sp>
        <p:nvSpPr>
          <p:cNvPr id="12" name="标题 1"/>
          <p:cNvSpPr txBox="1"/>
          <p:nvPr/>
        </p:nvSpPr>
        <p:spPr>
          <a:xfrm>
            <a:off x="1862014" y="1696995"/>
            <a:ext cx="3459359" cy="888040"/>
          </a:xfrm>
          <a:prstGeom prst="rect">
            <a:avLst/>
          </a:prstGeom>
          <a:noFill/>
          <a:ln cap="sq">
            <a:noFill/>
          </a:ln>
        </p:spPr>
        <p:txBody>
          <a:bodyPr vert="horz" wrap="square" lIns="0" tIns="0" rIns="0" bIns="0" rtlCol="0" anchor="b"/>
          <a:lstStyle/>
          <a:p>
            <a:r>
              <a:rPr lang="zh-CN" altLang="en-US" sz="1600" b="1" dirty="0">
                <a:solidFill>
                  <a:srgbClr val="1856D7"/>
                </a:solidFill>
                <a:latin typeface="KaiTi" panose="02010609060101010101" pitchFamily="49" charset="-122"/>
                <a:ea typeface="KaiTi" panose="02010609060101010101" pitchFamily="49" charset="-122"/>
              </a:rPr>
              <a:t>开启云壳授权 </a:t>
            </a:r>
            <a:r>
              <a:rPr lang="zh-CN" altLang="en-GB" sz="1600" b="1" dirty="0">
                <a:solidFill>
                  <a:srgbClr val="1856D7"/>
                </a:solidFill>
                <a:latin typeface="KaiTi" panose="02010609060101010101" pitchFamily="49" charset="-122"/>
                <a:ea typeface="KaiTi" panose="02010609060101010101" pitchFamily="49" charset="-122"/>
              </a:rPr>
              <a:t>（</a:t>
            </a:r>
            <a:r>
              <a:rPr lang="zh-CN" altLang="en-US" sz="1600" b="1" dirty="0">
                <a:solidFill>
                  <a:srgbClr val="1856D7"/>
                </a:solidFill>
                <a:latin typeface="KaiTi" panose="02010609060101010101" pitchFamily="49" charset="-122"/>
                <a:ea typeface="KaiTi" panose="02010609060101010101" pitchFamily="49" charset="-122"/>
              </a:rPr>
              <a:t>仅限</a:t>
            </a:r>
            <a:r>
              <a:rPr lang="en-US" altLang="zh-CN" sz="1600" b="1" dirty="0">
                <a:solidFill>
                  <a:srgbClr val="1856D7"/>
                </a:solidFill>
                <a:latin typeface="KaiTi" panose="02010609060101010101" pitchFamily="49" charset="-122"/>
                <a:ea typeface="KaiTi" panose="02010609060101010101" pitchFamily="49" charset="-122"/>
              </a:rPr>
              <a:t>MAC</a:t>
            </a:r>
            <a:r>
              <a:rPr lang="zh-CN" altLang="en-US" sz="1600" b="1" dirty="0">
                <a:solidFill>
                  <a:srgbClr val="1856D7"/>
                </a:solidFill>
                <a:latin typeface="KaiTi" panose="02010609060101010101" pitchFamily="49" charset="-122"/>
                <a:ea typeface="KaiTi" panose="02010609060101010101" pitchFamily="49" charset="-122"/>
              </a:rPr>
              <a:t>电脑用户）</a:t>
            </a:r>
            <a:endParaRPr lang="en-US" altLang="zh-CN" sz="1600" b="1" dirty="0">
              <a:solidFill>
                <a:srgbClr val="1856D7"/>
              </a:solidFill>
              <a:latin typeface="KaiTi" panose="02010609060101010101" pitchFamily="49" charset="-122"/>
              <a:ea typeface="KaiTi" panose="02010609060101010101" pitchFamily="49" charset="-122"/>
            </a:endParaRPr>
          </a:p>
          <a:p>
            <a:endParaRPr lang="en-US" altLang="zh-CN" sz="1600" b="1" dirty="0">
              <a:solidFill>
                <a:srgbClr val="1856D7"/>
              </a:solidFill>
              <a:latin typeface="微软雅黑" panose="020B0503020204020204" pitchFamily="34" charset="-122"/>
              <a:ea typeface="微软雅黑" panose="020B0503020204020204" pitchFamily="34" charset="-122"/>
            </a:endParaRPr>
          </a:p>
          <a:p>
            <a:r>
              <a:rPr lang="zh-CN" altLang="en-US" sz="1600" b="1" dirty="0">
                <a:solidFill>
                  <a:srgbClr val="1856D7"/>
                </a:solidFill>
                <a:latin typeface="微软雅黑" panose="020B0503020204020204" pitchFamily="34" charset="-122"/>
                <a:ea typeface="微软雅黑" panose="020B0503020204020204" pitchFamily="34" charset="-122"/>
              </a:rPr>
              <a:t> </a:t>
            </a:r>
            <a:endParaRPr lang="en-GB" altLang="zh-CN" sz="1600" b="1" dirty="0">
              <a:solidFill>
                <a:srgbClr val="1856D7"/>
              </a:solidFill>
              <a:latin typeface="微软雅黑" panose="020B0503020204020204" pitchFamily="34" charset="-122"/>
              <a:ea typeface="微软雅黑" panose="020B0503020204020204" pitchFamily="34" charset="-122"/>
            </a:endParaRPr>
          </a:p>
        </p:txBody>
      </p:sp>
      <p:pic>
        <p:nvPicPr>
          <p:cNvPr id="26" name="图片 25"/>
          <p:cNvPicPr>
            <a:picLocks noChangeAspect="1"/>
          </p:cNvPicPr>
          <p:nvPr/>
        </p:nvPicPr>
        <p:blipFill>
          <a:blip r:embed="rId2"/>
          <a:stretch>
            <a:fillRect/>
          </a:stretch>
        </p:blipFill>
        <p:spPr>
          <a:xfrm>
            <a:off x="5423363" y="3777023"/>
            <a:ext cx="2763206" cy="2629078"/>
          </a:xfrm>
          <a:prstGeom prst="rect">
            <a:avLst/>
          </a:prstGeom>
        </p:spPr>
      </p:pic>
      <p:pic>
        <p:nvPicPr>
          <p:cNvPr id="3" name="图片 2"/>
          <p:cNvPicPr>
            <a:picLocks noChangeAspect="1"/>
          </p:cNvPicPr>
          <p:nvPr/>
        </p:nvPicPr>
        <p:blipFill>
          <a:blip r:embed="rId3"/>
          <a:stretch>
            <a:fillRect/>
          </a:stretch>
        </p:blipFill>
        <p:spPr>
          <a:xfrm>
            <a:off x="5375487" y="1015971"/>
            <a:ext cx="5658958" cy="278476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508878" y="206798"/>
            <a:ext cx="8171180" cy="655320"/>
          </a:xfrm>
          <a:prstGeom prst="roundRect">
            <a:avLst>
              <a:gd name="adj" fmla="val 0"/>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31" name="Shape 222"/>
          <p:cNvSpPr txBox="1"/>
          <p:nvPr/>
        </p:nvSpPr>
        <p:spPr>
          <a:xfrm>
            <a:off x="1150634" y="460043"/>
            <a:ext cx="3002280" cy="514648"/>
          </a:xfrm>
          <a:prstGeom prst="rect">
            <a:avLst/>
          </a:prstGeom>
        </p:spPr>
        <p:txBody>
          <a:bodyPr>
            <a:normAutofit/>
          </a:bodyPr>
          <a:lstStyle>
            <a:lvl1pPr algn="l" defTabSz="914400" rtl="0" eaLnBrk="1" latinLnBrk="0" hangingPunct="1">
              <a:lnSpc>
                <a:spcPct val="90000"/>
              </a:lnSpc>
              <a:spcBef>
                <a:spcPct val="0"/>
              </a:spcBef>
              <a:buNone/>
              <a:defRPr sz="4400" b="0" i="0" kern="1200" cap="all">
                <a:solidFill>
                  <a:schemeClr val="tx1"/>
                </a:solidFill>
                <a:latin typeface="Kaiti SC Bold" panose="02010600040101010101" charset="-122"/>
                <a:ea typeface="Kaiti SC Bold" panose="02010600040101010101" charset="-122"/>
                <a:cs typeface="Kaiti SC Bold" panose="02010600040101010101" charset="-122"/>
                <a:sym typeface="Kaiti SC Bold" panose="02010600040101010101" charset="-122"/>
              </a:defRPr>
            </a:lvl1pPr>
          </a:lstStyle>
          <a:p>
            <a:r>
              <a:rPr lang="zh-CN" altLang="en-US" sz="3000" dirty="0">
                <a:solidFill>
                  <a:srgbClr val="0045D4"/>
                </a:solidFill>
                <a:latin typeface="微软雅黑" panose="020B0503020204020204" pitchFamily="34" charset="-122"/>
                <a:ea typeface="微软雅黑" panose="020B0503020204020204" pitchFamily="34" charset="-122"/>
              </a:rPr>
              <a:t>如何联系我们</a:t>
            </a:r>
          </a:p>
        </p:txBody>
      </p:sp>
      <p:sp>
        <p:nvSpPr>
          <p:cNvPr id="6" name="文本框 5"/>
          <p:cNvSpPr txBox="1"/>
          <p:nvPr/>
        </p:nvSpPr>
        <p:spPr>
          <a:xfrm>
            <a:off x="508878" y="2440168"/>
            <a:ext cx="10714355" cy="1631216"/>
          </a:xfrm>
          <a:prstGeom prst="rect">
            <a:avLst/>
          </a:prstGeom>
          <a:noFill/>
          <a:ln w="38100">
            <a:solidFill>
              <a:srgbClr val="0045D4"/>
            </a:solidFill>
            <a:prstDash val="lgDash"/>
          </a:ln>
        </p:spPr>
        <p:txBody>
          <a:bodyPr wrap="square" rtlCol="0">
            <a:spAutoFit/>
          </a:bodyPr>
          <a:lstStyle/>
          <a:p>
            <a:pPr algn="ctr"/>
            <a:endParaRPr lang="zh-CN" altLang="en-US" sz="2000" dirty="0">
              <a:latin typeface="微软雅黑" panose="020B0503020204020204" pitchFamily="34" charset="-122"/>
              <a:ea typeface="微软雅黑" panose="020B0503020204020204" pitchFamily="34" charset="-122"/>
            </a:endParaRPr>
          </a:p>
          <a:p>
            <a:pPr algn="ctr"/>
            <a:r>
              <a:rPr lang="zh-CN" altLang="en-US" sz="2000" b="1" dirty="0">
                <a:solidFill>
                  <a:srgbClr val="FF0000"/>
                </a:solidFill>
                <a:latin typeface="KaiTi" panose="02010609060101010101" pitchFamily="49" charset="-122"/>
                <a:ea typeface="KaiTi" panose="02010609060101010101" pitchFamily="49" charset="-122"/>
              </a:rPr>
              <a:t>安全服务中心答疑群：33853185</a:t>
            </a:r>
            <a:endParaRPr lang="en-US" altLang="zh-CN" sz="2000" dirty="0">
              <a:latin typeface="KaiTi" panose="02010609060101010101" pitchFamily="49" charset="-122"/>
              <a:ea typeface="KaiTi" panose="02010609060101010101" pitchFamily="49" charset="-122"/>
            </a:endParaRPr>
          </a:p>
          <a:p>
            <a:pPr algn="ctr"/>
            <a:r>
              <a:rPr lang="zh-CN" altLang="en-US" sz="2000" dirty="0">
                <a:latin typeface="KaiTi" panose="02010609060101010101" pitchFamily="49" charset="-122"/>
                <a:ea typeface="KaiTi" panose="02010609060101010101" pitchFamily="49" charset="-122"/>
              </a:rPr>
              <a:t>我们的电子邮箱：g-infosec@wz-inc.com</a:t>
            </a:r>
          </a:p>
          <a:p>
            <a:pPr algn="ctr"/>
            <a:r>
              <a:rPr lang="zh-CN" altLang="en-US" sz="2000" dirty="0">
                <a:latin typeface="KaiTi" panose="02010609060101010101" pitchFamily="49" charset="-122"/>
                <a:ea typeface="KaiTi" panose="02010609060101010101" pitchFamily="49" charset="-122"/>
              </a:rPr>
              <a:t>安全服务中心（瑶光阁）：</a:t>
            </a:r>
            <a:r>
              <a:rPr lang="en-US" altLang="zh-CN" sz="2000" dirty="0">
                <a:latin typeface="KaiTi" panose="02010609060101010101" pitchFamily="49" charset="-122"/>
                <a:ea typeface="KaiTi" panose="02010609060101010101" pitchFamily="49" charset="-122"/>
              </a:rPr>
              <a:t>https://s.wz-inc.com/barite/dashboard</a:t>
            </a:r>
            <a:endParaRPr lang="zh-CN" altLang="en-US" sz="2000" dirty="0">
              <a:latin typeface="KaiTi" panose="02010609060101010101" pitchFamily="49" charset="-122"/>
              <a:ea typeface="KaiTi" panose="02010609060101010101" pitchFamily="49" charset="-122"/>
            </a:endParaRPr>
          </a:p>
          <a:p>
            <a:pPr algn="ctr"/>
            <a:endParaRPr lang="zh-CN" altLang="en-US" sz="2000" dirty="0">
              <a:latin typeface="微软雅黑" panose="020B0503020204020204" pitchFamily="34" charset="-122"/>
              <a:ea typeface="微软雅黑" panose="020B0503020204020204" pitchFamily="34" charset="-122"/>
            </a:endParaRPr>
          </a:p>
        </p:txBody>
      </p:sp>
      <p:sp>
        <p:nvSpPr>
          <p:cNvPr id="3" name="标题 1"/>
          <p:cNvSpPr txBox="1"/>
          <p:nvPr/>
        </p:nvSpPr>
        <p:spPr>
          <a:xfrm>
            <a:off x="508878" y="460042"/>
            <a:ext cx="402076" cy="402076"/>
          </a:xfrm>
          <a:prstGeom prst="r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0" y="0"/>
            <a:ext cx="12678310" cy="6858000"/>
          </a:xfrm>
          <a:prstGeom prst="rect">
            <a:avLst/>
          </a:prstGeom>
        </p:spPr>
      </p:pic>
      <p:sp>
        <p:nvSpPr>
          <p:cNvPr id="8" name="矩形 7"/>
          <p:cNvSpPr/>
          <p:nvPr/>
        </p:nvSpPr>
        <p:spPr>
          <a:xfrm>
            <a:off x="3562050" y="1888261"/>
            <a:ext cx="36000" cy="756000"/>
          </a:xfrm>
          <a:prstGeom prst="rect">
            <a:avLst/>
          </a:prstGeom>
          <a:solidFill>
            <a:srgbClr val="0045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45D4"/>
              </a:solidFill>
              <a:latin typeface="微软雅黑 Light" panose="020B0502040204020203" pitchFamily="34" charset="-122"/>
              <a:ea typeface="微软雅黑 Light" panose="020B0502040204020203" pitchFamily="34" charset="-122"/>
            </a:endParaRPr>
          </a:p>
        </p:txBody>
      </p:sp>
      <p:sp>
        <p:nvSpPr>
          <p:cNvPr id="9" name="矩形 8"/>
          <p:cNvSpPr/>
          <p:nvPr/>
        </p:nvSpPr>
        <p:spPr>
          <a:xfrm rot="10800000">
            <a:off x="3562051" y="919826"/>
            <a:ext cx="36000" cy="468000"/>
          </a:xfrm>
          <a:prstGeom prst="rect">
            <a:avLst/>
          </a:prstGeom>
          <a:solidFill>
            <a:srgbClr val="0045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45D4"/>
              </a:solidFill>
              <a:latin typeface="微软雅黑 Light" panose="020B0502040204020203" pitchFamily="34" charset="-122"/>
              <a:ea typeface="微软雅黑 Light" panose="020B0502040204020203" pitchFamily="34" charset="-122"/>
            </a:endParaRPr>
          </a:p>
        </p:txBody>
      </p:sp>
      <p:sp>
        <p:nvSpPr>
          <p:cNvPr id="10" name="矩形 9"/>
          <p:cNvSpPr/>
          <p:nvPr/>
        </p:nvSpPr>
        <p:spPr>
          <a:xfrm rot="16200000">
            <a:off x="8062050" y="-1873739"/>
            <a:ext cx="36000" cy="9000000"/>
          </a:xfrm>
          <a:prstGeom prst="rect">
            <a:avLst/>
          </a:prstGeom>
          <a:solidFill>
            <a:srgbClr val="0045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45D4"/>
              </a:solidFill>
              <a:latin typeface="微软雅黑 Light" panose="020B0502040204020203" pitchFamily="34" charset="-122"/>
              <a:ea typeface="微软雅黑 Light" panose="020B0502040204020203" pitchFamily="34" charset="-122"/>
            </a:endParaRPr>
          </a:p>
        </p:txBody>
      </p:sp>
      <p:sp>
        <p:nvSpPr>
          <p:cNvPr id="11" name="矩形 10"/>
          <p:cNvSpPr/>
          <p:nvPr/>
        </p:nvSpPr>
        <p:spPr>
          <a:xfrm rot="16200000">
            <a:off x="8062050" y="-3561969"/>
            <a:ext cx="36000" cy="9000000"/>
          </a:xfrm>
          <a:prstGeom prst="rect">
            <a:avLst/>
          </a:prstGeom>
          <a:solidFill>
            <a:srgbClr val="0045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45D4"/>
              </a:solidFill>
              <a:latin typeface="微软雅黑 Light" panose="020B0502040204020203" pitchFamily="34" charset="-122"/>
              <a:ea typeface="微软雅黑 Light" panose="020B0502040204020203" pitchFamily="34" charset="-122"/>
            </a:endParaRPr>
          </a:p>
        </p:txBody>
      </p:sp>
      <p:pic>
        <p:nvPicPr>
          <p:cNvPr id="4" name="图片 3"/>
          <p:cNvPicPr>
            <a:picLocks noChangeAspect="1"/>
          </p:cNvPicPr>
          <p:nvPr/>
        </p:nvPicPr>
        <p:blipFill rotWithShape="1">
          <a:blip r:embed="rId3" cstate="screen"/>
          <a:srcRect t="9012" b="35721"/>
          <a:stretch>
            <a:fillRect/>
          </a:stretch>
        </p:blipFill>
        <p:spPr>
          <a:xfrm>
            <a:off x="0" y="1066147"/>
            <a:ext cx="12103914" cy="4732769"/>
          </a:xfrm>
          <a:prstGeom prst="rect">
            <a:avLst/>
          </a:prstGeom>
        </p:spPr>
      </p:pic>
      <p:sp>
        <p:nvSpPr>
          <p:cNvPr id="127" name="触摸千寻位置"/>
          <p:cNvSpPr txBox="1">
            <a:spLocks noGrp="1"/>
          </p:cNvSpPr>
          <p:nvPr>
            <p:ph type="ctrTitle" idx="4294967295"/>
          </p:nvPr>
        </p:nvSpPr>
        <p:spPr>
          <a:xfrm>
            <a:off x="3796352" y="1164106"/>
            <a:ext cx="7290748" cy="1102155"/>
          </a:xfrm>
          <a:prstGeom prst="rect">
            <a:avLst/>
          </a:prstGeom>
        </p:spPr>
        <p:txBody>
          <a:bodyPr>
            <a:noAutofit/>
          </a:bodyPr>
          <a:lstStyle/>
          <a:p>
            <a:pPr algn="l"/>
            <a:r>
              <a:rPr lang="zh-CN" altLang="en-US" sz="3200" spc="300" dirty="0">
                <a:solidFill>
                  <a:srgbClr val="0045D4"/>
                </a:solidFill>
                <a:latin typeface="微软雅黑" panose="020B0503020204020204" pitchFamily="34" charset="-122"/>
                <a:ea typeface="微软雅黑" panose="020B0503020204020204" pitchFamily="34" charset="-122"/>
                <a:cs typeface="Alibaba PuHuiTi" pitchFamily="18" charset="-122"/>
              </a:rPr>
              <a:t>安全是一种态度，但更需要行动。</a:t>
            </a:r>
            <a:br>
              <a:rPr lang="en-US" altLang="zh-CN" sz="3200" spc="300" dirty="0">
                <a:solidFill>
                  <a:srgbClr val="0045D4"/>
                </a:solidFill>
                <a:latin typeface="微软雅黑" panose="020B0503020204020204" pitchFamily="34" charset="-122"/>
                <a:ea typeface="微软雅黑" panose="020B0503020204020204" pitchFamily="34" charset="-122"/>
                <a:cs typeface="Alibaba PuHuiTi" pitchFamily="18" charset="-122"/>
              </a:rPr>
            </a:br>
            <a:r>
              <a:rPr lang="zh-CN" altLang="en-US" sz="3200" spc="300" dirty="0">
                <a:solidFill>
                  <a:srgbClr val="0045D4"/>
                </a:solidFill>
                <a:latin typeface="微软雅黑" panose="020B0503020204020204" pitchFamily="34" charset="-122"/>
                <a:ea typeface="微软雅黑" panose="020B0503020204020204" pitchFamily="34" charset="-122"/>
                <a:cs typeface="Alibaba PuHuiTi" pitchFamily="18" charset="-122"/>
              </a:rPr>
              <a:t>期待你的参与！</a:t>
            </a:r>
            <a:endParaRPr sz="3200" spc="300" dirty="0">
              <a:solidFill>
                <a:srgbClr val="0045D4"/>
              </a:solidFill>
              <a:latin typeface="微软雅黑" panose="020B0503020204020204" pitchFamily="34" charset="-122"/>
              <a:ea typeface="微软雅黑" panose="020B0503020204020204" pitchFamily="34" charset="-122"/>
              <a:cs typeface="Alibaba PuHuiTi" pitchFamily="18" charset="-122"/>
            </a:endParaRPr>
          </a:p>
        </p:txBody>
      </p:sp>
      <p:sp>
        <p:nvSpPr>
          <p:cNvPr id="7" name="矩形 6"/>
          <p:cNvSpPr>
            <a:spLocks noChangeAspect="1"/>
          </p:cNvSpPr>
          <p:nvPr/>
        </p:nvSpPr>
        <p:spPr>
          <a:xfrm>
            <a:off x="3562050" y="1596028"/>
            <a:ext cx="36000" cy="72000"/>
          </a:xfrm>
          <a:prstGeom prst="rect">
            <a:avLst/>
          </a:prstGeom>
          <a:solidFill>
            <a:srgbClr val="FF5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045D4"/>
              </a:solidFill>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300"/>
                                        <p:tgtEl>
                                          <p:spTgt spid="9"/>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300"/>
                                        <p:tgtEl>
                                          <p:spTgt spid="8"/>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15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7"/>
                                        </p:tgtEl>
                                        <p:attrNameLst>
                                          <p:attrName>style.visibility</p:attrName>
                                        </p:attrNameLst>
                                      </p:cBhvr>
                                      <p:to>
                                        <p:strVal val="visible"/>
                                      </p:to>
                                    </p:set>
                                    <p:animEffect transition="in" filter="fade">
                                      <p:cBhvr>
                                        <p:cTn id="20"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7"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DQ5MjhmMTcwYjJjNzhhZmNmYTQ3ZWU0NzcwYjFmNTk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38*394"/>
  <p:tag name="TABLE_ENDDRAG_RECT" val="82*72*838*39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31308"/>
  <p:tag name="KSO_WM_SPECIAL_SOURCE" val="bdnull"/>
  <p:tag name="KSO_WM_SLIDE_ID" val="diagram20231308_5"/>
  <p:tag name="KSO_WM_TEMPLATE_SUBCATEGORY" val="0"/>
  <p:tag name="KSO_WM_TEMPLATE_MASTER_TYPE" val="0"/>
  <p:tag name="KSO_WM_TEMPLATE_COLOR_TYPE" val="0"/>
  <p:tag name="KSO_WM_SLIDE_ITEM_CNT" val="6"/>
  <p:tag name="KSO_WM_SLIDE_INDEX" val="5"/>
  <p:tag name="KSO_WM_TAG_VERSION" val="3.0"/>
  <p:tag name="KSO_WM_SLIDE_TYPE" val="text"/>
  <p:tag name="KSO_WM_SLIDE_SUBTYPE" val="diag"/>
  <p:tag name="KSO_WM_SLIDE_SIZE" val="850.946*370.55"/>
  <p:tag name="KSO_WM_SLIDE_POSITION" val="54.9539*106.9"/>
  <p:tag name="KSO_WM_DIAGRAM_GROUP_CODE" val="l1-1"/>
  <p:tag name="KSO_WM_SLIDE_DIAGTYPE" val="l"/>
  <p:tag name="KSO_WM_SLIDE_LAYOUT" val="a_l"/>
  <p:tag name="KSO_WM_SLIDE_LAYOUT_CNT" val="1_1"/>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308_5*a*1"/>
  <p:tag name="KSO_WM_TEMPLATE_CATEGORY" val="diagram"/>
  <p:tag name="KSO_WM_TEMPLATE_INDEX" val="20231308"/>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308_5*l_h_f*1_3_1"/>
  <p:tag name="KSO_WM_TEMPLATE_CATEGORY" val="diagram"/>
  <p:tag name="KSO_WM_TEMPLATE_INDEX" val="2023130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70.55,&quot;left&quot;:54.97692913385826,&quot;top&quot;:106.90007874015748,&quot;width&quot;:850.9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quot;colorType&quot;:1,&quot;foreColorIndex&quot;:2,&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PRESET_TEXT" val="单击此处输入你的项正文，文字是您思想的提炼，请尽量言简意赅的阐述观点。单击此处输入你的项正文。"/>
  <p:tag name="KSO_WM_UNIT_FILL_TYPE" val="1"/>
  <p:tag name="KSO_WM_UNIT_FILL_FORE_SCHEMECOLOR_INDEX" val="13"/>
  <p:tag name="KSO_WM_UNIT_FILL_FORE_SCHEMECOLOR_INDEX_BRIGHTNESS" val="0.6"/>
  <p:tag name="KSO_WM_UNIT_LINE_FORE_SCHEMECOLOR_INDEX" val="2"/>
  <p:tag name="KSO_WM_UNIT_TEXT_FILL_FORE_SCHEMECOLOR_INDEX" val="1"/>
  <p:tag name="KSO_WM_UNIT_TEXT_FILL_TYPE" val="1"/>
  <p:tag name="KSO_WM_UNIT_TEXT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308_5*l_h_f*1_1_1"/>
  <p:tag name="KSO_WM_TEMPLATE_CATEGORY" val="diagram"/>
  <p:tag name="KSO_WM_TEMPLATE_INDEX" val="2023130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70.55,&quot;left&quot;:54.97692913385826,&quot;top&quot;:106.90007874015748,&quot;width&quot;:850.9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quot;colorType&quot;:1,&quot;foreColorIndex&quot;:2,&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PRESET_TEXT" val="单击此处输入你的项正文，文字是您思想的提炼，请尽量言简意赅的阐述观点。单击此处输入你的项正文。"/>
  <p:tag name="KSO_WM_UNIT_FILL_TYPE" val="1"/>
  <p:tag name="KSO_WM_UNIT_FILL_FORE_SCHEMECOLOR_INDEX" val="13"/>
  <p:tag name="KSO_WM_UNIT_FILL_FORE_SCHEMECOLOR_INDEX_BRIGHTNESS" val="0.6"/>
  <p:tag name="KSO_WM_UNIT_LINE_FORE_SCHEMECOLOR_INDEX" val="2"/>
  <p:tag name="KSO_WM_UNIT_TEXT_FILL_FORE_SCHEMECOLOR_INDEX" val="1"/>
  <p:tag name="KSO_WM_UNIT_TEXT_FILL_TYPE" val="1"/>
  <p:tag name="KSO_WM_UNIT_TEXT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308_5*l_h_f*1_2_1"/>
  <p:tag name="KSO_WM_TEMPLATE_CATEGORY" val="diagram"/>
  <p:tag name="KSO_WM_TEMPLATE_INDEX" val="2023130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70.55,&quot;left&quot;:54.97692913385826,&quot;top&quot;:106.90007874015748,&quot;width&quot;:850.9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quot;colorType&quot;:1,&quot;foreColorIndex&quot;:2,&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PRESET_TEXT" val="单击此处输入你的项正文，文字是您思想的提炼，请尽量言简意赅的阐述观点。单击此处输入你的项正文。"/>
  <p:tag name="KSO_WM_UNIT_FILL_TYPE" val="1"/>
  <p:tag name="KSO_WM_UNIT_FILL_FORE_SCHEMECOLOR_INDEX" val="13"/>
  <p:tag name="KSO_WM_UNIT_FILL_FORE_SCHEMECOLOR_INDEX_BRIGHTNESS" val="0.6"/>
  <p:tag name="KSO_WM_UNIT_LINE_FORE_SCHEMECOLOR_INDEX" val="2"/>
  <p:tag name="KSO_WM_UNIT_TEXT_FILL_FORE_SCHEMECOLOR_INDEX" val="1"/>
  <p:tag name="KSO_WM_UNIT_TEXT_FILL_TYPE" val="1"/>
  <p:tag name="KSO_WM_UNIT_TEXT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8_5*l_h_i*1_1_1"/>
  <p:tag name="KSO_WM_TEMPLATE_CATEGORY" val="diagram"/>
  <p:tag name="KSO_WM_TEMPLATE_INDEX" val="20231308"/>
  <p:tag name="KSO_WM_UNIT_LAYERLEVEL" val="1_1_1"/>
  <p:tag name="KSO_WM_TAG_VERSION" val="3.0"/>
  <p:tag name="KSO_WM_BEAUTIFY_FLAG" val="#wm#"/>
  <p:tag name="KSO_WM_DIAGRAM_VERSION" val="3"/>
  <p:tag name="KSO_WM_DIAGRAM_COLOR_TEXT_CAN_REMOVE" val="n"/>
  <p:tag name="KSO_WM_DIAGRAM_MAX_ITEMCNT" val="6"/>
  <p:tag name="KSO_WM_DIAGRAM_MIN_ITEMCNT" val="2"/>
  <p:tag name="KSO_WM_DIAGRAM_VIRTUALLY_FRAME" val="{&quot;height&quot;:370.55,&quot;left&quot;:54.97692913385826,&quot;top&quot;:106.90007874015748,&quot;width&quot;:850.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308_5*l_h_i*1_3_1"/>
  <p:tag name="KSO_WM_TEMPLATE_CATEGORY" val="diagram"/>
  <p:tag name="KSO_WM_TEMPLATE_INDEX" val="20231308"/>
  <p:tag name="KSO_WM_UNIT_LAYERLEVEL" val="1_1_1"/>
  <p:tag name="KSO_WM_TAG_VERSION" val="3.0"/>
  <p:tag name="KSO_WM_BEAUTIFY_FLAG" val="#wm#"/>
  <p:tag name="KSO_WM_DIAGRAM_VERSION" val="3"/>
  <p:tag name="KSO_WM_DIAGRAM_COLOR_TEXT_CAN_REMOVE" val="n"/>
  <p:tag name="KSO_WM_DIAGRAM_MAX_ITEMCNT" val="6"/>
  <p:tag name="KSO_WM_DIAGRAM_MIN_ITEMCNT" val="2"/>
  <p:tag name="KSO_WM_DIAGRAM_VIRTUALLY_FRAME" val="{&quot;height&quot;:370.55,&quot;left&quot;:54.97692913385826,&quot;top&quot;:106.90007874015748,&quot;width&quot;:850.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308_5*l_h_f*1_4_1"/>
  <p:tag name="KSO_WM_TEMPLATE_CATEGORY" val="diagram"/>
  <p:tag name="KSO_WM_TEMPLATE_INDEX" val="20231308"/>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70.55,&quot;left&quot;:54.97692913385826,&quot;top&quot;:106.90007874015748,&quot;width&quot;:850.95}"/>
  <p:tag name="KSO_WM_DIAGRAM_COLOR_MATCH_VALUE" val="{&quot;shape&quot;:{&quot;fill&quot;:{&quot;solid&quot;:{&quot;brightness&quot;:0.6000000238418579,&quot;colorType&quot;:1,&quot;foreColorIndex&quot;:13,&quot;transparency&quot;:0.8500000238418579},&quot;type&quot;:1},&quot;glow&quot;:{&quot;colorType&quot;:0},&quot;line&quot;:{&quot;solidLine&quot;:{&quot;brightness&quot;:0,&quot;colorType&quot;:1,&quot;foreColorIndex&quot;:2,&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PRESET_TEXT" val="单击此处输入你的项正文，文字是您思想的提炼，请尽量言简意赅的阐述观点。单击此处输入你的项正文。"/>
  <p:tag name="KSO_WM_UNIT_FILL_TYPE" val="1"/>
  <p:tag name="KSO_WM_UNIT_FILL_FORE_SCHEMECOLOR_INDEX" val="13"/>
  <p:tag name="KSO_WM_UNIT_FILL_FORE_SCHEMECOLOR_INDEX_BRIGHTNESS" val="0.6"/>
  <p:tag name="KSO_WM_UNIT_LINE_FORE_SCHEMECOLOR_INDEX" val="2"/>
  <p:tag name="KSO_WM_UNIT_TEXT_FILL_FORE_SCHEMECOLOR_INDEX" val="1"/>
  <p:tag name="KSO_WM_UNIT_TEXT_FILL_TYPE" val="1"/>
  <p:tag name="KSO_WM_UNIT_TEXT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8_5*l_h_i*1_2_1"/>
  <p:tag name="KSO_WM_TEMPLATE_CATEGORY" val="diagram"/>
  <p:tag name="KSO_WM_TEMPLATE_INDEX" val="20231308"/>
  <p:tag name="KSO_WM_UNIT_LAYERLEVEL" val="1_1_1"/>
  <p:tag name="KSO_WM_TAG_VERSION" val="3.0"/>
  <p:tag name="KSO_WM_BEAUTIFY_FLAG" val="#wm#"/>
  <p:tag name="KSO_WM_DIAGRAM_VERSION" val="3"/>
  <p:tag name="KSO_WM_DIAGRAM_COLOR_TEXT_CAN_REMOVE" val="n"/>
  <p:tag name="KSO_WM_DIAGRAM_MAX_ITEMCNT" val="6"/>
  <p:tag name="KSO_WM_DIAGRAM_MIN_ITEMCNT" val="2"/>
  <p:tag name="KSO_WM_DIAGRAM_VIRTUALLY_FRAME" val="{&quot;height&quot;:370.55,&quot;left&quot;:54.97692913385826,&quot;top&quot;:106.90007874015748,&quot;width&quot;:850.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1308_5*l_h_i*1_4_1"/>
  <p:tag name="KSO_WM_TEMPLATE_CATEGORY" val="diagram"/>
  <p:tag name="KSO_WM_TEMPLATE_INDEX" val="20231308"/>
  <p:tag name="KSO_WM_UNIT_LAYERLEVEL" val="1_1_1"/>
  <p:tag name="KSO_WM_TAG_VERSION" val="3.0"/>
  <p:tag name="KSO_WM_BEAUTIFY_FLAG" val="#wm#"/>
  <p:tag name="KSO_WM_DIAGRAM_VERSION" val="3"/>
  <p:tag name="KSO_WM_DIAGRAM_COLOR_TEXT_CAN_REMOVE" val="n"/>
  <p:tag name="KSO_WM_DIAGRAM_MAX_ITEMCNT" val="6"/>
  <p:tag name="KSO_WM_DIAGRAM_MIN_ITEMCNT" val="2"/>
  <p:tag name="KSO_WM_DIAGRAM_VIRTUALLY_FRAME" val="{&quot;height&quot;:370.55,&quot;left&quot;:54.97692913385826,&quot;top&quot;:106.90007874015748,&quot;width&quot;:850.9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TABLE_ENDDRAG_ORIGIN_RECT" val="791*370"/>
  <p:tag name="TABLE_ENDDRAG_RECT" val="82*72*791*370"/>
</p:tagLst>
</file>

<file path=ppt/tags/tag14.xml><?xml version="1.0" encoding="utf-8"?>
<p:tagLst xmlns:a="http://schemas.openxmlformats.org/drawingml/2006/main" xmlns:r="http://schemas.openxmlformats.org/officeDocument/2006/relationships" xmlns:p="http://schemas.openxmlformats.org/presentationml/2006/main">
  <p:tag name="KSO_WM_SLIDE_ID" val="diagram20234931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diagram"/>
  <p:tag name="KSO_WM_TEMPLATE_INDEX" val="20234931"/>
  <p:tag name="KSO_WM_SLIDE_TYPE" val="text"/>
  <p:tag name="KSO_WM_SLIDE_SUBTYPE" val="diag"/>
  <p:tag name="KSO_WM_SLIDE_SIZE" val="848.35*243.45"/>
  <p:tag name="KSO_WM_SLIDE_POSITION" val="54.85*200"/>
  <p:tag name="KSO_WM_SLIDE_LAYOUT" val="a_l"/>
  <p:tag name="KSO_WM_SLIDE_LAYOUT_CNT" val="1_1"/>
  <p:tag name="KSO_WM_SPECIAL_SOURCE" val="bdnull"/>
  <p:tag name="KSO_WM_DIAGRAM_GROUP_CODE" val="l1-1"/>
  <p:tag name="KSO_WM_SLIDE_DIAGTYPE" val="l"/>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4931_2*l_h_i*1_1_1"/>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5"/>
  <p:tag name="KSO_WM_DIAGRAM_MIN_ITEMCNT" val="3"/>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4931_2*l_h_i*1_1_2"/>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2,&quot;rgb&quot;:&quot;#fffbf2&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1_8"/>
  <p:tag name="KSO_WM_UNIT_ID" val="diagram20234931_2*l_h_i*1_1_8"/>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9"/>
  <p:tag name="KSO_WM_UNIT_FILL_FORE_SCHEMECOLOR_INDEX_BRIGHTNESS" val="0"/>
  <p:tag name="KSO_WM_DIAGRAM_MAX_ITEMCNT" val="5"/>
  <p:tag name="KSO_WM_DIAGRAM_MIN_ITEMCNT" val="3"/>
  <p:tag name="KSO_WM_DIAGRAM_COLOR_MATCH_VALUE" val="{&quot;shape&quot;:{&quot;fill&quot;:{&quot;solid&quot;:{&quot;brightness&quot;:0,&quot;colorType&quot;:1,&quot;foreColorIndex&quot;:9,&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1_7"/>
  <p:tag name="KSO_WM_UNIT_ID" val="diagram20234931_2*l_h_i*1_1_7"/>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2,&quot;rgb&quot;:&quot;#fffbf2&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4931_2*l_h_i*1_2_1"/>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5"/>
  <p:tag name="KSO_WM_DIAGRAM_MIN_ITEMCNT" val="3"/>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4931_2*l_h_i*1_2_2"/>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2,&quot;rgb&quot;:&quot;#fffbf2&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2_8"/>
  <p:tag name="KSO_WM_UNIT_ID" val="diagram20234931_2*l_h_i*1_2_8"/>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2,&quot;rgb&quot;:&quot;#8ab82d&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2_7"/>
  <p:tag name="KSO_WM_UNIT_ID" val="diagram20234931_2*l_h_i*1_2_7"/>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8"/>
  <p:tag name="KSO_WM_UNIT_FILL_FORE_SCHEMECOLOR_INDEX_BRIGHTNESS" val="0.4"/>
  <p:tag name="KSO_WM_DIAGRAM_MAX_ITEMCNT" val="5"/>
  <p:tag name="KSO_WM_DIAGRAM_MIN_ITEMCNT" val="3"/>
  <p:tag name="KSO_WM_DIAGRAM_COLOR_MATCH_VALUE" val="{&quot;shape&quot;:{&quot;fill&quot;:{&quot;solid&quot;:{&quot;brightness&quot;:0.4000000059604645,&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4931_2*l_h_i*1_3_1"/>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5"/>
  <p:tag name="KSO_WM_DIAGRAM_MIN_ITEMCNT" val="3"/>
  <p:tag name="KSO_WM_DIAGRAM_COLOR_MATCH_VALUE" val="{&quot;shape&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4931_2*l_h_i*1_3_3"/>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2,&quot;rgb&quot;:&quot;#fffbf2&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3_7"/>
  <p:tag name="KSO_WM_UNIT_ID" val="diagram20234931_2*l_h_i*1_3_7"/>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2,&quot;rgb&quot;:&quot;#fffbf2&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3_9"/>
  <p:tag name="KSO_WM_UNIT_ID" val="diagram20234931_2*l_h_i*1_3_9"/>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9"/>
  <p:tag name="KSO_WM_UNIT_FILL_FORE_SCHEMECOLOR_INDEX_BRIGHTNESS" val="0"/>
  <p:tag name="KSO_WM_DIAGRAM_MAX_ITEMCNT" val="5"/>
  <p:tag name="KSO_WM_DIAGRAM_MIN_ITEMCNT" val="3"/>
  <p:tag name="KSO_WM_DIAGRAM_COLOR_MATCH_VALUE" val="{&quot;shape&quot;:{&quot;fill&quot;:{&quot;solid&quot;:{&quot;brightness&quot;:0,&quot;colorType&quot;:1,&quot;foreColorIndex&quot;:9,&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64.62339477539064,&quot;left&quot;:39.55,&quot;top&quot;:97.77059448198315,&quot;width&quot;:877.7292861482758}"/>
  <p:tag name="KSO_WM_UNIT_HIGHLIGHT" val="0"/>
  <p:tag name="KSO_WM_UNIT_COMPATIBLE" val="0"/>
  <p:tag name="KSO_WM_UNIT_DIAGRAM_ISNUMVISUAL" val="0"/>
  <p:tag name="KSO_WM_UNIT_DIAGRAM_ISREFERUNIT" val="0"/>
  <p:tag name="KSO_WM_DIAGRAM_GROUP_CODE" val="l1-1"/>
  <p:tag name="KSO_WM_UNIT_TYPE" val="l_h_i"/>
  <p:tag name="KSO_WM_UNIT_INDEX" val="1_3_8"/>
  <p:tag name="KSO_WM_UNIT_ID" val="diagram20234931_2*l_h_i*1_3_8"/>
  <p:tag name="KSO_WM_TEMPLATE_CATEGORY" val="diagram"/>
  <p:tag name="KSO_WM_TEMPLATE_INDEX" val="20234931"/>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solid&quot;:{&quot;brightness&quot;:0,&quot;colorType&quot;:2,&quot;rgb&quot;:&quot;#fffbf2&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4931_2*l_h_a*1_1_1"/>
  <p:tag name="KSO_WM_TEMPLATE_CATEGORY" val="diagram"/>
  <p:tag name="KSO_WM_TEMPLATE_INDEX" val="20234931"/>
  <p:tag name="KSO_WM_UNIT_LAYERLEVEL" val="1_1_1"/>
  <p:tag name="KSO_WM_TAG_VERSION" val="3.0"/>
  <p:tag name="KSO_WM_DIAGRAM_MAX_ITEMCNT" val="5"/>
  <p:tag name="KSO_WM_DIAGRAM_MIN_ITEMCNT" val="3"/>
  <p:tag name="KSO_WM_DIAGRAM_VIRTUALLY_FRAME" val="{&quot;height&quot;:364.62339477539064,&quot;left&quot;:39.55,&quot;top&quot;:97.77059448198315,&quot;width&quot;:877.729286148275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添加标题"/>
  <p:tag name="KSO_WM_UNIT_TEXT_FILL_FORE_SCHEMECOLOR_INDEX" val="1"/>
  <p:tag name="KSO_WM_UNIT_TEXT_FILL_TYPE" val="1"/>
  <p:tag name="KSO_WM_UNIT_TEXT_TYPE" val="1"/>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4931_2*l_h_f*1_1_1"/>
  <p:tag name="KSO_WM_TEMPLATE_CATEGORY" val="diagram"/>
  <p:tag name="KSO_WM_TEMPLATE_INDEX" val="20234931"/>
  <p:tag name="KSO_WM_UNIT_LAYERLEVEL" val="1_1_1"/>
  <p:tag name="KSO_WM_TAG_VERSION" val="3.0"/>
  <p:tag name="KSO_WM_DIAGRAM_MAX_ITEMCNT" val="5"/>
  <p:tag name="KSO_WM_DIAGRAM_MIN_ITEMCNT" val="3"/>
  <p:tag name="KSO_WM_DIAGRAM_VIRTUALLY_FRAME" val="{&quot;height&quot;:364.62339477539064,&quot;left&quot;:39.55,&quot;top&quot;:97.77059448198315,&quot;width&quot;:877.729286148275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BEAUTIFY_FLAG" val="#wm#"/>
  <p:tag name="KSO_WM_DIAGRAM_VERSION" val="3"/>
  <p:tag name="KSO_WM_DIAGRAM_COLOR_TRICK" val="1"/>
  <p:tag name="KSO_WM_DIAGRAM_COLOR_TEXT_CAN_REMOVE" val="n"/>
  <p:tag name="KSO_WM_UNIT_PRESET_TEXT" val="单击此处添加文本，简明扼要地阐述您的内容观点。根据需要可增减正文内容"/>
  <p:tag name="KSO_WM_UNIT_TEXT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4931_2*l_h_a*1_2_1"/>
  <p:tag name="KSO_WM_TEMPLATE_CATEGORY" val="diagram"/>
  <p:tag name="KSO_WM_TEMPLATE_INDEX" val="20234931"/>
  <p:tag name="KSO_WM_UNIT_LAYERLEVEL" val="1_1_1"/>
  <p:tag name="KSO_WM_TAG_VERSION" val="3.0"/>
  <p:tag name="KSO_WM_DIAGRAM_MAX_ITEMCNT" val="5"/>
  <p:tag name="KSO_WM_DIAGRAM_MIN_ITEMCNT" val="3"/>
  <p:tag name="KSO_WM_DIAGRAM_VIRTUALLY_FRAME" val="{&quot;height&quot;:364.62339477539064,&quot;left&quot;:39.55,&quot;top&quot;:97.77059448198315,&quot;width&quot;:877.729286148275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添加标题"/>
  <p:tag name="KSO_WM_UNIT_TEXT_FILL_FORE_SCHEMECOLOR_INDEX" val="1"/>
  <p:tag name="KSO_WM_UNIT_TEXT_FILL_TYPE" val="1"/>
  <p:tag name="KSO_WM_UNIT_TEXT_TYPE" val="1"/>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4931_2*l_h_f*1_2_1"/>
  <p:tag name="KSO_WM_TEMPLATE_CATEGORY" val="diagram"/>
  <p:tag name="KSO_WM_TEMPLATE_INDEX" val="20234931"/>
  <p:tag name="KSO_WM_UNIT_LAYERLEVEL" val="1_1_1"/>
  <p:tag name="KSO_WM_TAG_VERSION" val="3.0"/>
  <p:tag name="KSO_WM_DIAGRAM_MAX_ITEMCNT" val="5"/>
  <p:tag name="KSO_WM_DIAGRAM_MIN_ITEMCNT" val="3"/>
  <p:tag name="KSO_WM_DIAGRAM_VIRTUALLY_FRAME" val="{&quot;height&quot;:364.62339477539064,&quot;left&quot;:39.55,&quot;top&quot;:97.77059448198315,&quot;width&quot;:877.729286148275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BEAUTIFY_FLAG" val="#wm#"/>
  <p:tag name="KSO_WM_DIAGRAM_VERSION" val="3"/>
  <p:tag name="KSO_WM_DIAGRAM_COLOR_TRICK" val="1"/>
  <p:tag name="KSO_WM_DIAGRAM_COLOR_TEXT_CAN_REMOVE" val="n"/>
  <p:tag name="KSO_WM_UNIT_PRESET_TEXT" val="单击此处添加文本，简明扼要地阐述您的内容观点。根据需要可增减正文内容"/>
  <p:tag name="KSO_WM_UNIT_TEXT_TYPE" val="1"/>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4931_2*l_h_a*1_3_1"/>
  <p:tag name="KSO_WM_TEMPLATE_CATEGORY" val="diagram"/>
  <p:tag name="KSO_WM_TEMPLATE_INDEX" val="20234931"/>
  <p:tag name="KSO_WM_UNIT_LAYERLEVEL" val="1_1_1"/>
  <p:tag name="KSO_WM_TAG_VERSION" val="3.0"/>
  <p:tag name="KSO_WM_DIAGRAM_MAX_ITEMCNT" val="5"/>
  <p:tag name="KSO_WM_DIAGRAM_MIN_ITEMCNT" val="3"/>
  <p:tag name="KSO_WM_DIAGRAM_VIRTUALLY_FRAME" val="{&quot;height&quot;:364.62339477539064,&quot;left&quot;:39.55,&quot;top&quot;:97.77059448198315,&quot;width&quot;:877.729286148275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添加标题"/>
  <p:tag name="KSO_WM_UNIT_TEXT_FILL_FORE_SCHEMECOLOR_INDEX" val="1"/>
  <p:tag name="KSO_WM_UNIT_TEXT_FILL_TYPE" val="1"/>
  <p:tag name="KSO_WM_UNIT_TEXT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4931_2*l_h_f*1_3_1"/>
  <p:tag name="KSO_WM_TEMPLATE_CATEGORY" val="diagram"/>
  <p:tag name="KSO_WM_TEMPLATE_INDEX" val="20234931"/>
  <p:tag name="KSO_WM_UNIT_LAYERLEVEL" val="1_1_1"/>
  <p:tag name="KSO_WM_TAG_VERSION" val="3.0"/>
  <p:tag name="KSO_WM_DIAGRAM_MAX_ITEMCNT" val="5"/>
  <p:tag name="KSO_WM_DIAGRAM_MIN_ITEMCNT" val="3"/>
  <p:tag name="KSO_WM_DIAGRAM_VIRTUALLY_FRAME" val="{&quot;height&quot;:364.62339477539064,&quot;left&quot;:39.55,&quot;top&quot;:97.77059448198315,&quot;width&quot;:877.729286148275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12121&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6"/>
  <p:tag name="KSO_WM_UNIT_TEXT_FILL_TYPE" val="1"/>
  <p:tag name="KSO_WM_BEAUTIFY_FLAG" val="#wm#"/>
  <p:tag name="KSO_WM_DIAGRAM_VERSION" val="3"/>
  <p:tag name="KSO_WM_DIAGRAM_COLOR_TRICK" val="1"/>
  <p:tag name="KSO_WM_DIAGRAM_COLOR_TEXT_CAN_REMOVE" val="n"/>
  <p:tag name="KSO_WM_UNIT_PRESET_TEXT" val="单击此处添加文本，简明扼要地阐述您的内容观点。根据需要可增减正文内容"/>
  <p:tag name="KSO_WM_UNIT_TEXT_TYPE" val="1"/>
  <p:tag name="KSO_WM_UNIT_USESOURCEFORMAT_APPLY" val="1"/>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TotalTime>
  <Words>4375</Words>
  <Application>Microsoft Macintosh PowerPoint</Application>
  <PresentationFormat>宽屏</PresentationFormat>
  <Paragraphs>368</Paragraphs>
  <Slides>29</Slides>
  <Notes>10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29</vt:i4>
      </vt:variant>
    </vt:vector>
  </HeadingPairs>
  <TitlesOfParts>
    <vt:vector size="44" baseType="lpstr">
      <vt:lpstr>等线</vt:lpstr>
      <vt:lpstr>FangSong</vt:lpstr>
      <vt:lpstr>楷体</vt:lpstr>
      <vt:lpstr>楷体</vt:lpstr>
      <vt:lpstr>Microsoft YaHei</vt:lpstr>
      <vt:lpstr>Microsoft YaHei</vt:lpstr>
      <vt:lpstr>微软雅黑 Light</vt:lpstr>
      <vt:lpstr>Inter</vt:lpstr>
      <vt:lpstr>Noto Sans S Chinese Light</vt:lpstr>
      <vt:lpstr>OPPOSans H</vt:lpstr>
      <vt:lpstr>Arial</vt:lpstr>
      <vt:lpstr>Georgia</vt:lpstr>
      <vt:lpstr>Wingdings</vt:lpstr>
      <vt:lpstr>webwppDefTheme</vt:lpstr>
      <vt:lpstr>Office 主题​​</vt:lpstr>
      <vt:lpstr>信息安全入职培训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数据分类分级 | 数据管控原则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安全是一种态度，但更需要行动。 期待你的参与！</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信息安全入职培训 </dc:title>
  <dc:creator>Microsoft Office User</dc:creator>
  <cp:lastModifiedBy>Microsoft Office User</cp:lastModifiedBy>
  <cp:revision>11</cp:revision>
  <dcterms:created xsi:type="dcterms:W3CDTF">2025-05-07T03:10:32Z</dcterms:created>
  <dcterms:modified xsi:type="dcterms:W3CDTF">2025-09-24T05:52:47Z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596A59C48FEA43FDA8C4CC150B9723CA_12</vt:lpwstr>
  </property>
</Properties>
</file>